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7772400" cx="10058400"/>
  <p:notesSz cx="10058400" cy="7772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g+pmNcISmHOBSgQJ9XrcVBQeRl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97538" y="0"/>
            <a:ext cx="4359275" cy="38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5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p6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7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p8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2" name="Google Shape;1192;p9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0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5" name="Google Shape;1325;p10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5" name="Google Shape;1465;p1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5" name="Google Shape;1575;p1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2" name="Google Shape;1692;p1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7" name="Google Shape;1807;p1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5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3" name="Google Shape;1893;p15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6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0" name="Google Shape;2030;p16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7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0" name="Google Shape;2070;p17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18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7" name="Google Shape;2137;p18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19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2" name="Google Shape;2232;p19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20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9" name="Google Shape;2359;p20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2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8" name="Google Shape;2438;p2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2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1" name="Google Shape;2511;p2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2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2" name="Google Shape;2602;p2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5" name="Google Shape;2675;p2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25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7" name="Google Shape;2787;p25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26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5" name="Google Shape;2925;p26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27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2" name="Google Shape;2982;p27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7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28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9" name="Google Shape;3129;p28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5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p29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7" name="Google Shape;3227;p29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30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4" name="Google Shape;3304;p30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3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1" name="Google Shape;3361;p3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8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3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0" name="Google Shape;3480;p3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3893f3859a6_1_13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4" name="Google Shape;3554;g3893f3859a6_1_13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5" name="Google Shape;3555;g3893f3859a6_1_13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3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9" name="Google Shape;3559;p3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3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6" name="Google Shape;3566;p3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" name="Google Shape;3585;p35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6" name="Google Shape;3586;p35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7" name="Google Shape;3587;p35:notes"/>
          <p:cNvSpPr txBox="1"/>
          <p:nvPr>
            <p:ph idx="12" type="sldNum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2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2f7522d3cae_0_0:notes"/>
          <p:cNvSpPr/>
          <p:nvPr>
            <p:ph idx="2" type="sldImg"/>
          </p:nvPr>
        </p:nvSpPr>
        <p:spPr>
          <a:xfrm>
            <a:off x="3332163" y="971550"/>
            <a:ext cx="3394200" cy="2622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4" name="Google Shape;3594;g2f7522d3cae_0_0:notes"/>
          <p:cNvSpPr txBox="1"/>
          <p:nvPr>
            <p:ph idx="1" type="body"/>
          </p:nvPr>
        </p:nvSpPr>
        <p:spPr>
          <a:xfrm>
            <a:off x="1006475" y="3740150"/>
            <a:ext cx="8045400" cy="3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5" name="Google Shape;3595;g2f7522d3cae_0_0:notes"/>
          <p:cNvSpPr txBox="1"/>
          <p:nvPr>
            <p:ph idx="12" type="sldNum"/>
          </p:nvPr>
        </p:nvSpPr>
        <p:spPr>
          <a:xfrm>
            <a:off x="5697538" y="7383463"/>
            <a:ext cx="4359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8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36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0" name="Google Shape;3610;p36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37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6" name="Google Shape;3766;p37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9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p38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1" name="Google Shape;3911;p38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0" name="Shape 3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1" name="Google Shape;3991;p39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2" name="Google Shape;3992;p39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6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p40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8" name="Google Shape;4018;p40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2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p41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4" name="Google Shape;4134;p41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7" name="Shape 4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8" name="Google Shape;4318;p42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9" name="Google Shape;4319;p42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4" name="Shape 4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5" name="Google Shape;4345;p43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6" name="Google Shape;4346;p43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8" name="Shape 4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9" name="Google Shape;4409;p44:notes"/>
          <p:cNvSpPr txBox="1"/>
          <p:nvPr>
            <p:ph idx="1" type="body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0" name="Google Shape;4410;p44:notes"/>
          <p:cNvSpPr/>
          <p:nvPr>
            <p:ph idx="2" type="sldImg"/>
          </p:nvPr>
        </p:nvSpPr>
        <p:spPr>
          <a:xfrm>
            <a:off x="3332163" y="971550"/>
            <a:ext cx="3394075" cy="26225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7"/>
          <p:cNvSpPr txBox="1"/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" type="subTitle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7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8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8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9"/>
          <p:cNvSpPr txBox="1"/>
          <p:nvPr>
            <p:ph idx="1" type="body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2" type="body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9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/>
          <p:nvPr/>
        </p:nvSpPr>
        <p:spPr>
          <a:xfrm>
            <a:off x="63245" y="1409699"/>
            <a:ext cx="9931400" cy="468630"/>
          </a:xfrm>
          <a:custGeom>
            <a:rect b="b" l="l" r="r" t="t"/>
            <a:pathLst>
              <a:path extrusionOk="0" h="468630" w="9931400">
                <a:moveTo>
                  <a:pt x="9931146" y="32003"/>
                </a:moveTo>
                <a:lnTo>
                  <a:pt x="9928609" y="19609"/>
                </a:lnTo>
                <a:lnTo>
                  <a:pt x="9921716" y="9429"/>
                </a:lnTo>
                <a:lnTo>
                  <a:pt x="9911536" y="2536"/>
                </a:lnTo>
                <a:lnTo>
                  <a:pt x="9899142" y="0"/>
                </a:lnTo>
                <a:lnTo>
                  <a:pt x="32003" y="0"/>
                </a:lnTo>
                <a:lnTo>
                  <a:pt x="19288" y="2536"/>
                </a:lnTo>
                <a:lnTo>
                  <a:pt x="9143" y="9429"/>
                </a:lnTo>
                <a:lnTo>
                  <a:pt x="2428" y="19609"/>
                </a:lnTo>
                <a:lnTo>
                  <a:pt x="0" y="32004"/>
                </a:lnTo>
                <a:lnTo>
                  <a:pt x="0" y="436626"/>
                </a:lnTo>
                <a:lnTo>
                  <a:pt x="2428" y="449341"/>
                </a:lnTo>
                <a:lnTo>
                  <a:pt x="9144" y="459486"/>
                </a:lnTo>
                <a:lnTo>
                  <a:pt x="19288" y="466201"/>
                </a:lnTo>
                <a:lnTo>
                  <a:pt x="32003" y="468630"/>
                </a:lnTo>
                <a:lnTo>
                  <a:pt x="9899142" y="468629"/>
                </a:lnTo>
                <a:lnTo>
                  <a:pt x="9911536" y="466201"/>
                </a:lnTo>
                <a:lnTo>
                  <a:pt x="9921716" y="459485"/>
                </a:lnTo>
                <a:lnTo>
                  <a:pt x="9928609" y="449341"/>
                </a:lnTo>
                <a:lnTo>
                  <a:pt x="9931146" y="436625"/>
                </a:lnTo>
                <a:lnTo>
                  <a:pt x="9931146" y="32003"/>
                </a:lnTo>
                <a:close/>
              </a:path>
            </a:pathLst>
          </a:cu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4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26492" y="1796793"/>
            <a:ext cx="268135" cy="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5"/>
          <p:cNvSpPr/>
          <p:nvPr/>
        </p:nvSpPr>
        <p:spPr>
          <a:xfrm>
            <a:off x="126492" y="1794509"/>
            <a:ext cx="9805035" cy="0"/>
          </a:xfrm>
          <a:custGeom>
            <a:rect b="b" l="l" r="r" t="t"/>
            <a:pathLst>
              <a:path extrusionOk="0" h="120000" w="9805035">
                <a:moveTo>
                  <a:pt x="0" y="0"/>
                </a:moveTo>
                <a:lnTo>
                  <a:pt x="9804654" y="0"/>
                </a:lnTo>
              </a:path>
            </a:pathLst>
          </a:custGeom>
          <a:noFill/>
          <a:ln cap="flat" cmpd="sng" w="9525">
            <a:solidFill>
              <a:srgbClr val="99999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04247" y="1796793"/>
            <a:ext cx="307860" cy="7872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5"/>
          <p:cNvSpPr txBox="1"/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1" type="body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5"/>
          <p:cNvSpPr txBox="1"/>
          <p:nvPr>
            <p:ph idx="11" type="ft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5"/>
          <p:cNvSpPr txBox="1"/>
          <p:nvPr>
            <p:ph idx="10" type="dt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5"/>
          <p:cNvSpPr txBox="1"/>
          <p:nvPr>
            <p:ph idx="12" type="sldNum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40" Type="http://schemas.openxmlformats.org/officeDocument/2006/relationships/image" Target="../media/image29.png"/><Relationship Id="rId42" Type="http://schemas.openxmlformats.org/officeDocument/2006/relationships/image" Target="../media/image33.png"/><Relationship Id="rId41" Type="http://schemas.openxmlformats.org/officeDocument/2006/relationships/image" Target="../media/image47.png"/><Relationship Id="rId44" Type="http://schemas.openxmlformats.org/officeDocument/2006/relationships/image" Target="../media/image60.png"/><Relationship Id="rId43" Type="http://schemas.openxmlformats.org/officeDocument/2006/relationships/image" Target="../media/image67.png"/><Relationship Id="rId46" Type="http://schemas.openxmlformats.org/officeDocument/2006/relationships/image" Target="../media/image46.png"/><Relationship Id="rId45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44.png"/><Relationship Id="rId9" Type="http://schemas.openxmlformats.org/officeDocument/2006/relationships/image" Target="../media/image28.png"/><Relationship Id="rId48" Type="http://schemas.openxmlformats.org/officeDocument/2006/relationships/image" Target="../media/image48.png"/><Relationship Id="rId47" Type="http://schemas.openxmlformats.org/officeDocument/2006/relationships/image" Target="../media/image51.png"/><Relationship Id="rId49" Type="http://schemas.openxmlformats.org/officeDocument/2006/relationships/image" Target="../media/image45.png"/><Relationship Id="rId5" Type="http://schemas.openxmlformats.org/officeDocument/2006/relationships/image" Target="../media/image32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2.png"/><Relationship Id="rId31" Type="http://schemas.openxmlformats.org/officeDocument/2006/relationships/image" Target="../media/image17.png"/><Relationship Id="rId30" Type="http://schemas.openxmlformats.org/officeDocument/2006/relationships/image" Target="../media/image18.png"/><Relationship Id="rId33" Type="http://schemas.openxmlformats.org/officeDocument/2006/relationships/image" Target="../media/image34.png"/><Relationship Id="rId32" Type="http://schemas.openxmlformats.org/officeDocument/2006/relationships/image" Target="../media/image19.png"/><Relationship Id="rId35" Type="http://schemas.openxmlformats.org/officeDocument/2006/relationships/image" Target="../media/image37.png"/><Relationship Id="rId34" Type="http://schemas.openxmlformats.org/officeDocument/2006/relationships/image" Target="../media/image36.png"/><Relationship Id="rId37" Type="http://schemas.openxmlformats.org/officeDocument/2006/relationships/image" Target="../media/image31.png"/><Relationship Id="rId36" Type="http://schemas.openxmlformats.org/officeDocument/2006/relationships/image" Target="../media/image40.png"/><Relationship Id="rId39" Type="http://schemas.openxmlformats.org/officeDocument/2006/relationships/image" Target="../media/image38.png"/><Relationship Id="rId38" Type="http://schemas.openxmlformats.org/officeDocument/2006/relationships/image" Target="../media/image30.png"/><Relationship Id="rId20" Type="http://schemas.openxmlformats.org/officeDocument/2006/relationships/image" Target="../media/image10.png"/><Relationship Id="rId22" Type="http://schemas.openxmlformats.org/officeDocument/2006/relationships/image" Target="../media/image26.png"/><Relationship Id="rId21" Type="http://schemas.openxmlformats.org/officeDocument/2006/relationships/image" Target="../media/image13.png"/><Relationship Id="rId24" Type="http://schemas.openxmlformats.org/officeDocument/2006/relationships/image" Target="../media/image15.png"/><Relationship Id="rId23" Type="http://schemas.openxmlformats.org/officeDocument/2006/relationships/image" Target="../media/image23.png"/><Relationship Id="rId26" Type="http://schemas.openxmlformats.org/officeDocument/2006/relationships/image" Target="../media/image20.png"/><Relationship Id="rId25" Type="http://schemas.openxmlformats.org/officeDocument/2006/relationships/image" Target="../media/image27.png"/><Relationship Id="rId28" Type="http://schemas.openxmlformats.org/officeDocument/2006/relationships/image" Target="../media/image35.png"/><Relationship Id="rId27" Type="http://schemas.openxmlformats.org/officeDocument/2006/relationships/image" Target="../media/image16.png"/><Relationship Id="rId29" Type="http://schemas.openxmlformats.org/officeDocument/2006/relationships/image" Target="../media/image39.png"/><Relationship Id="rId51" Type="http://schemas.openxmlformats.org/officeDocument/2006/relationships/image" Target="../media/image41.png"/><Relationship Id="rId50" Type="http://schemas.openxmlformats.org/officeDocument/2006/relationships/image" Target="../media/image43.png"/><Relationship Id="rId52" Type="http://schemas.openxmlformats.org/officeDocument/2006/relationships/image" Target="../media/image42.png"/><Relationship Id="rId11" Type="http://schemas.openxmlformats.org/officeDocument/2006/relationships/image" Target="../media/image21.png"/><Relationship Id="rId10" Type="http://schemas.openxmlformats.org/officeDocument/2006/relationships/image" Target="../media/image6.png"/><Relationship Id="rId13" Type="http://schemas.openxmlformats.org/officeDocument/2006/relationships/image" Target="../media/image22.png"/><Relationship Id="rId12" Type="http://schemas.openxmlformats.org/officeDocument/2006/relationships/image" Target="../media/image12.png"/><Relationship Id="rId15" Type="http://schemas.openxmlformats.org/officeDocument/2006/relationships/image" Target="../media/image14.png"/><Relationship Id="rId14" Type="http://schemas.openxmlformats.org/officeDocument/2006/relationships/image" Target="../media/image24.png"/><Relationship Id="rId17" Type="http://schemas.openxmlformats.org/officeDocument/2006/relationships/image" Target="../media/image3.png"/><Relationship Id="rId16" Type="http://schemas.openxmlformats.org/officeDocument/2006/relationships/image" Target="../media/image4.png"/><Relationship Id="rId19" Type="http://schemas.openxmlformats.org/officeDocument/2006/relationships/image" Target="../media/image11.png"/><Relationship Id="rId1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image" Target="../media/image95.png"/><Relationship Id="rId42" Type="http://schemas.openxmlformats.org/officeDocument/2006/relationships/image" Target="../media/image89.png"/><Relationship Id="rId41" Type="http://schemas.openxmlformats.org/officeDocument/2006/relationships/image" Target="../media/image94.png"/><Relationship Id="rId43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3.png"/><Relationship Id="rId4" Type="http://schemas.openxmlformats.org/officeDocument/2006/relationships/image" Target="../media/image50.png"/><Relationship Id="rId9" Type="http://schemas.openxmlformats.org/officeDocument/2006/relationships/image" Target="../media/image56.png"/><Relationship Id="rId5" Type="http://schemas.openxmlformats.org/officeDocument/2006/relationships/image" Target="../media/image65.png"/><Relationship Id="rId6" Type="http://schemas.openxmlformats.org/officeDocument/2006/relationships/image" Target="../media/image49.png"/><Relationship Id="rId7" Type="http://schemas.openxmlformats.org/officeDocument/2006/relationships/image" Target="../media/image63.png"/><Relationship Id="rId8" Type="http://schemas.openxmlformats.org/officeDocument/2006/relationships/image" Target="../media/image58.png"/><Relationship Id="rId31" Type="http://schemas.openxmlformats.org/officeDocument/2006/relationships/image" Target="../media/image85.png"/><Relationship Id="rId30" Type="http://schemas.openxmlformats.org/officeDocument/2006/relationships/image" Target="../media/image73.png"/><Relationship Id="rId33" Type="http://schemas.openxmlformats.org/officeDocument/2006/relationships/image" Target="../media/image82.png"/><Relationship Id="rId32" Type="http://schemas.openxmlformats.org/officeDocument/2006/relationships/image" Target="../media/image72.png"/><Relationship Id="rId35" Type="http://schemas.openxmlformats.org/officeDocument/2006/relationships/image" Target="../media/image71.png"/><Relationship Id="rId34" Type="http://schemas.openxmlformats.org/officeDocument/2006/relationships/image" Target="../media/image98.png"/><Relationship Id="rId37" Type="http://schemas.openxmlformats.org/officeDocument/2006/relationships/image" Target="../media/image79.png"/><Relationship Id="rId36" Type="http://schemas.openxmlformats.org/officeDocument/2006/relationships/image" Target="../media/image74.png"/><Relationship Id="rId39" Type="http://schemas.openxmlformats.org/officeDocument/2006/relationships/image" Target="../media/image87.png"/><Relationship Id="rId38" Type="http://schemas.openxmlformats.org/officeDocument/2006/relationships/image" Target="../media/image81.png"/><Relationship Id="rId20" Type="http://schemas.openxmlformats.org/officeDocument/2006/relationships/image" Target="../media/image61.png"/><Relationship Id="rId22" Type="http://schemas.openxmlformats.org/officeDocument/2006/relationships/image" Target="../media/image80.png"/><Relationship Id="rId21" Type="http://schemas.openxmlformats.org/officeDocument/2006/relationships/image" Target="../media/image66.png"/><Relationship Id="rId24" Type="http://schemas.openxmlformats.org/officeDocument/2006/relationships/image" Target="../media/image75.png"/><Relationship Id="rId23" Type="http://schemas.openxmlformats.org/officeDocument/2006/relationships/image" Target="../media/image59.png"/><Relationship Id="rId26" Type="http://schemas.openxmlformats.org/officeDocument/2006/relationships/image" Target="../media/image68.png"/><Relationship Id="rId25" Type="http://schemas.openxmlformats.org/officeDocument/2006/relationships/image" Target="../media/image78.png"/><Relationship Id="rId28" Type="http://schemas.openxmlformats.org/officeDocument/2006/relationships/image" Target="../media/image90.png"/><Relationship Id="rId27" Type="http://schemas.openxmlformats.org/officeDocument/2006/relationships/image" Target="../media/image64.png"/><Relationship Id="rId29" Type="http://schemas.openxmlformats.org/officeDocument/2006/relationships/image" Target="../media/image69.png"/><Relationship Id="rId11" Type="http://schemas.openxmlformats.org/officeDocument/2006/relationships/image" Target="../media/image53.png"/><Relationship Id="rId10" Type="http://schemas.openxmlformats.org/officeDocument/2006/relationships/image" Target="../media/image84.png"/><Relationship Id="rId13" Type="http://schemas.openxmlformats.org/officeDocument/2006/relationships/image" Target="../media/image55.png"/><Relationship Id="rId12" Type="http://schemas.openxmlformats.org/officeDocument/2006/relationships/image" Target="../media/image62.png"/><Relationship Id="rId15" Type="http://schemas.openxmlformats.org/officeDocument/2006/relationships/image" Target="../media/image101.png"/><Relationship Id="rId14" Type="http://schemas.openxmlformats.org/officeDocument/2006/relationships/image" Target="../media/image57.png"/><Relationship Id="rId17" Type="http://schemas.openxmlformats.org/officeDocument/2006/relationships/image" Target="../media/image77.png"/><Relationship Id="rId16" Type="http://schemas.openxmlformats.org/officeDocument/2006/relationships/image" Target="../media/image54.png"/><Relationship Id="rId19" Type="http://schemas.openxmlformats.org/officeDocument/2006/relationships/image" Target="../media/image70.png"/><Relationship Id="rId18" Type="http://schemas.openxmlformats.org/officeDocument/2006/relationships/image" Target="../media/image76.pn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118.png"/><Relationship Id="rId42" Type="http://schemas.openxmlformats.org/officeDocument/2006/relationships/image" Target="../media/image124.png"/><Relationship Id="rId41" Type="http://schemas.openxmlformats.org/officeDocument/2006/relationships/image" Target="../media/image141.png"/><Relationship Id="rId44" Type="http://schemas.openxmlformats.org/officeDocument/2006/relationships/image" Target="../media/image125.png"/><Relationship Id="rId43" Type="http://schemas.openxmlformats.org/officeDocument/2006/relationships/image" Target="../media/image128.png"/><Relationship Id="rId46" Type="http://schemas.openxmlformats.org/officeDocument/2006/relationships/image" Target="../media/image152.png"/><Relationship Id="rId45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5.png"/><Relationship Id="rId4" Type="http://schemas.openxmlformats.org/officeDocument/2006/relationships/image" Target="../media/image97.png"/><Relationship Id="rId9" Type="http://schemas.openxmlformats.org/officeDocument/2006/relationships/image" Target="../media/image92.png"/><Relationship Id="rId48" Type="http://schemas.openxmlformats.org/officeDocument/2006/relationships/image" Target="../media/image132.png"/><Relationship Id="rId47" Type="http://schemas.openxmlformats.org/officeDocument/2006/relationships/image" Target="../media/image129.png"/><Relationship Id="rId49" Type="http://schemas.openxmlformats.org/officeDocument/2006/relationships/image" Target="../media/image160.png"/><Relationship Id="rId5" Type="http://schemas.openxmlformats.org/officeDocument/2006/relationships/image" Target="../media/image86.png"/><Relationship Id="rId6" Type="http://schemas.openxmlformats.org/officeDocument/2006/relationships/image" Target="../media/image96.png"/><Relationship Id="rId7" Type="http://schemas.openxmlformats.org/officeDocument/2006/relationships/image" Target="../media/image112.png"/><Relationship Id="rId8" Type="http://schemas.openxmlformats.org/officeDocument/2006/relationships/image" Target="../media/image91.png"/><Relationship Id="rId31" Type="http://schemas.openxmlformats.org/officeDocument/2006/relationships/image" Target="../media/image110.png"/><Relationship Id="rId30" Type="http://schemas.openxmlformats.org/officeDocument/2006/relationships/image" Target="../media/image120.png"/><Relationship Id="rId33" Type="http://schemas.openxmlformats.org/officeDocument/2006/relationships/image" Target="../media/image113.png"/><Relationship Id="rId32" Type="http://schemas.openxmlformats.org/officeDocument/2006/relationships/image" Target="../media/image134.png"/><Relationship Id="rId35" Type="http://schemas.openxmlformats.org/officeDocument/2006/relationships/image" Target="../media/image122.png"/><Relationship Id="rId34" Type="http://schemas.openxmlformats.org/officeDocument/2006/relationships/image" Target="../media/image114.png"/><Relationship Id="rId37" Type="http://schemas.openxmlformats.org/officeDocument/2006/relationships/image" Target="../media/image130.png"/><Relationship Id="rId36" Type="http://schemas.openxmlformats.org/officeDocument/2006/relationships/image" Target="../media/image153.png"/><Relationship Id="rId39" Type="http://schemas.openxmlformats.org/officeDocument/2006/relationships/image" Target="../media/image151.png"/><Relationship Id="rId38" Type="http://schemas.openxmlformats.org/officeDocument/2006/relationships/image" Target="../media/image119.png"/><Relationship Id="rId20" Type="http://schemas.openxmlformats.org/officeDocument/2006/relationships/image" Target="../media/image100.png"/><Relationship Id="rId22" Type="http://schemas.openxmlformats.org/officeDocument/2006/relationships/image" Target="../media/image116.png"/><Relationship Id="rId21" Type="http://schemas.openxmlformats.org/officeDocument/2006/relationships/image" Target="../media/image102.png"/><Relationship Id="rId24" Type="http://schemas.openxmlformats.org/officeDocument/2006/relationships/image" Target="../media/image147.png"/><Relationship Id="rId23" Type="http://schemas.openxmlformats.org/officeDocument/2006/relationships/image" Target="../media/image104.png"/><Relationship Id="rId26" Type="http://schemas.openxmlformats.org/officeDocument/2006/relationships/image" Target="../media/image117.png"/><Relationship Id="rId25" Type="http://schemas.openxmlformats.org/officeDocument/2006/relationships/image" Target="../media/image103.png"/><Relationship Id="rId28" Type="http://schemas.openxmlformats.org/officeDocument/2006/relationships/image" Target="../media/image131.png"/><Relationship Id="rId27" Type="http://schemas.openxmlformats.org/officeDocument/2006/relationships/image" Target="../media/image107.png"/><Relationship Id="rId29" Type="http://schemas.openxmlformats.org/officeDocument/2006/relationships/image" Target="../media/image109.png"/><Relationship Id="rId51" Type="http://schemas.openxmlformats.org/officeDocument/2006/relationships/image" Target="../media/image143.png"/><Relationship Id="rId50" Type="http://schemas.openxmlformats.org/officeDocument/2006/relationships/image" Target="../media/image166.png"/><Relationship Id="rId53" Type="http://schemas.openxmlformats.org/officeDocument/2006/relationships/image" Target="../media/image133.png"/><Relationship Id="rId52" Type="http://schemas.openxmlformats.org/officeDocument/2006/relationships/image" Target="../media/image145.png"/><Relationship Id="rId11" Type="http://schemas.openxmlformats.org/officeDocument/2006/relationships/image" Target="../media/image93.png"/><Relationship Id="rId55" Type="http://schemas.openxmlformats.org/officeDocument/2006/relationships/image" Target="../media/image135.png"/><Relationship Id="rId10" Type="http://schemas.openxmlformats.org/officeDocument/2006/relationships/image" Target="../media/image99.png"/><Relationship Id="rId54" Type="http://schemas.openxmlformats.org/officeDocument/2006/relationships/image" Target="../media/image137.png"/><Relationship Id="rId13" Type="http://schemas.openxmlformats.org/officeDocument/2006/relationships/image" Target="../media/image127.png"/><Relationship Id="rId57" Type="http://schemas.openxmlformats.org/officeDocument/2006/relationships/image" Target="../media/image138.png"/><Relationship Id="rId12" Type="http://schemas.openxmlformats.org/officeDocument/2006/relationships/image" Target="../media/image121.png"/><Relationship Id="rId56" Type="http://schemas.openxmlformats.org/officeDocument/2006/relationships/image" Target="../media/image149.png"/><Relationship Id="rId15" Type="http://schemas.openxmlformats.org/officeDocument/2006/relationships/image" Target="../media/image111.png"/><Relationship Id="rId14" Type="http://schemas.openxmlformats.org/officeDocument/2006/relationships/image" Target="../media/image105.png"/><Relationship Id="rId17" Type="http://schemas.openxmlformats.org/officeDocument/2006/relationships/image" Target="../media/image108.png"/><Relationship Id="rId16" Type="http://schemas.openxmlformats.org/officeDocument/2006/relationships/image" Target="../media/image106.png"/><Relationship Id="rId19" Type="http://schemas.openxmlformats.org/officeDocument/2006/relationships/image" Target="../media/image148.png"/><Relationship Id="rId18" Type="http://schemas.openxmlformats.org/officeDocument/2006/relationships/image" Target="../media/image1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6.png"/><Relationship Id="rId4" Type="http://schemas.openxmlformats.org/officeDocument/2006/relationships/image" Target="../media/image139.png"/><Relationship Id="rId9" Type="http://schemas.openxmlformats.org/officeDocument/2006/relationships/image" Target="../media/image179.png"/><Relationship Id="rId5" Type="http://schemas.openxmlformats.org/officeDocument/2006/relationships/image" Target="../media/image150.png"/><Relationship Id="rId6" Type="http://schemas.openxmlformats.org/officeDocument/2006/relationships/image" Target="../media/image140.png"/><Relationship Id="rId7" Type="http://schemas.openxmlformats.org/officeDocument/2006/relationships/image" Target="../media/image156.png"/><Relationship Id="rId8" Type="http://schemas.openxmlformats.org/officeDocument/2006/relationships/image" Target="../media/image142.png"/><Relationship Id="rId20" Type="http://schemas.openxmlformats.org/officeDocument/2006/relationships/image" Target="../media/image169.png"/><Relationship Id="rId22" Type="http://schemas.openxmlformats.org/officeDocument/2006/relationships/image" Target="../media/image159.png"/><Relationship Id="rId21" Type="http://schemas.openxmlformats.org/officeDocument/2006/relationships/image" Target="../media/image162.png"/><Relationship Id="rId24" Type="http://schemas.openxmlformats.org/officeDocument/2006/relationships/image" Target="../media/image157.png"/><Relationship Id="rId23" Type="http://schemas.openxmlformats.org/officeDocument/2006/relationships/image" Target="../media/image182.png"/><Relationship Id="rId26" Type="http://schemas.openxmlformats.org/officeDocument/2006/relationships/image" Target="../media/image163.png"/><Relationship Id="rId25" Type="http://schemas.openxmlformats.org/officeDocument/2006/relationships/image" Target="../media/image183.png"/><Relationship Id="rId11" Type="http://schemas.openxmlformats.org/officeDocument/2006/relationships/image" Target="../media/image144.png"/><Relationship Id="rId10" Type="http://schemas.openxmlformats.org/officeDocument/2006/relationships/image" Target="../media/image154.png"/><Relationship Id="rId13" Type="http://schemas.openxmlformats.org/officeDocument/2006/relationships/image" Target="../media/image172.png"/><Relationship Id="rId12" Type="http://schemas.openxmlformats.org/officeDocument/2006/relationships/image" Target="../media/image146.png"/><Relationship Id="rId15" Type="http://schemas.openxmlformats.org/officeDocument/2006/relationships/image" Target="../media/image158.png"/><Relationship Id="rId14" Type="http://schemas.openxmlformats.org/officeDocument/2006/relationships/image" Target="../media/image211.png"/><Relationship Id="rId17" Type="http://schemas.openxmlformats.org/officeDocument/2006/relationships/image" Target="../media/image190.png"/><Relationship Id="rId16" Type="http://schemas.openxmlformats.org/officeDocument/2006/relationships/image" Target="../media/image161.png"/><Relationship Id="rId19" Type="http://schemas.openxmlformats.org/officeDocument/2006/relationships/image" Target="../media/image155.png"/><Relationship Id="rId18" Type="http://schemas.openxmlformats.org/officeDocument/2006/relationships/image" Target="../media/image168.png"/></Relationships>
</file>

<file path=ppt/slides/_rels/slide5.xml.rels><?xml version="1.0" encoding="UTF-8" standalone="yes"?><Relationships xmlns="http://schemas.openxmlformats.org/package/2006/relationships"><Relationship Id="rId40" Type="http://schemas.openxmlformats.org/officeDocument/2006/relationships/image" Target="../media/image210.png"/><Relationship Id="rId42" Type="http://schemas.openxmlformats.org/officeDocument/2006/relationships/image" Target="../media/image212.png"/><Relationship Id="rId41" Type="http://schemas.openxmlformats.org/officeDocument/2006/relationships/image" Target="../media/image207.png"/><Relationship Id="rId44" Type="http://schemas.openxmlformats.org/officeDocument/2006/relationships/image" Target="../media/image208.png"/><Relationship Id="rId43" Type="http://schemas.openxmlformats.org/officeDocument/2006/relationships/image" Target="../media/image214.png"/><Relationship Id="rId46" Type="http://schemas.openxmlformats.org/officeDocument/2006/relationships/image" Target="../media/image220.png"/><Relationship Id="rId45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4.png"/><Relationship Id="rId4" Type="http://schemas.openxmlformats.org/officeDocument/2006/relationships/image" Target="../media/image181.png"/><Relationship Id="rId9" Type="http://schemas.openxmlformats.org/officeDocument/2006/relationships/image" Target="../media/image175.png"/><Relationship Id="rId48" Type="http://schemas.openxmlformats.org/officeDocument/2006/relationships/image" Target="../media/image219.png"/><Relationship Id="rId47" Type="http://schemas.openxmlformats.org/officeDocument/2006/relationships/image" Target="../media/image209.png"/><Relationship Id="rId49" Type="http://schemas.openxmlformats.org/officeDocument/2006/relationships/image" Target="../media/image249.png"/><Relationship Id="rId5" Type="http://schemas.openxmlformats.org/officeDocument/2006/relationships/image" Target="../media/image165.png"/><Relationship Id="rId6" Type="http://schemas.openxmlformats.org/officeDocument/2006/relationships/image" Target="../media/image164.png"/><Relationship Id="rId7" Type="http://schemas.openxmlformats.org/officeDocument/2006/relationships/image" Target="../media/image167.png"/><Relationship Id="rId8" Type="http://schemas.openxmlformats.org/officeDocument/2006/relationships/image" Target="../media/image206.png"/><Relationship Id="rId31" Type="http://schemas.openxmlformats.org/officeDocument/2006/relationships/image" Target="../media/image200.png"/><Relationship Id="rId30" Type="http://schemas.openxmlformats.org/officeDocument/2006/relationships/image" Target="../media/image197.png"/><Relationship Id="rId33" Type="http://schemas.openxmlformats.org/officeDocument/2006/relationships/image" Target="../media/image204.png"/><Relationship Id="rId32" Type="http://schemas.openxmlformats.org/officeDocument/2006/relationships/image" Target="../media/image193.png"/><Relationship Id="rId35" Type="http://schemas.openxmlformats.org/officeDocument/2006/relationships/image" Target="../media/image225.png"/><Relationship Id="rId34" Type="http://schemas.openxmlformats.org/officeDocument/2006/relationships/image" Target="../media/image196.png"/><Relationship Id="rId37" Type="http://schemas.openxmlformats.org/officeDocument/2006/relationships/image" Target="../media/image213.png"/><Relationship Id="rId36" Type="http://schemas.openxmlformats.org/officeDocument/2006/relationships/image" Target="../media/image205.png"/><Relationship Id="rId39" Type="http://schemas.openxmlformats.org/officeDocument/2006/relationships/image" Target="../media/image229.png"/><Relationship Id="rId38" Type="http://schemas.openxmlformats.org/officeDocument/2006/relationships/image" Target="../media/image198.png"/><Relationship Id="rId20" Type="http://schemas.openxmlformats.org/officeDocument/2006/relationships/image" Target="../media/image189.png"/><Relationship Id="rId22" Type="http://schemas.openxmlformats.org/officeDocument/2006/relationships/image" Target="../media/image192.png"/><Relationship Id="rId21" Type="http://schemas.openxmlformats.org/officeDocument/2006/relationships/image" Target="../media/image185.png"/><Relationship Id="rId24" Type="http://schemas.openxmlformats.org/officeDocument/2006/relationships/image" Target="../media/image188.png"/><Relationship Id="rId23" Type="http://schemas.openxmlformats.org/officeDocument/2006/relationships/image" Target="../media/image195.png"/><Relationship Id="rId26" Type="http://schemas.openxmlformats.org/officeDocument/2006/relationships/image" Target="../media/image199.png"/><Relationship Id="rId25" Type="http://schemas.openxmlformats.org/officeDocument/2006/relationships/image" Target="../media/image201.png"/><Relationship Id="rId28" Type="http://schemas.openxmlformats.org/officeDocument/2006/relationships/image" Target="../media/image202.png"/><Relationship Id="rId27" Type="http://schemas.openxmlformats.org/officeDocument/2006/relationships/image" Target="../media/image186.png"/><Relationship Id="rId29" Type="http://schemas.openxmlformats.org/officeDocument/2006/relationships/image" Target="../media/image187.png"/><Relationship Id="rId51" Type="http://schemas.openxmlformats.org/officeDocument/2006/relationships/image" Target="../media/image215.png"/><Relationship Id="rId50" Type="http://schemas.openxmlformats.org/officeDocument/2006/relationships/image" Target="../media/image216.png"/><Relationship Id="rId53" Type="http://schemas.openxmlformats.org/officeDocument/2006/relationships/image" Target="../media/image217.png"/><Relationship Id="rId52" Type="http://schemas.openxmlformats.org/officeDocument/2006/relationships/image" Target="../media/image218.png"/><Relationship Id="rId11" Type="http://schemas.openxmlformats.org/officeDocument/2006/relationships/image" Target="../media/image178.png"/><Relationship Id="rId55" Type="http://schemas.openxmlformats.org/officeDocument/2006/relationships/image" Target="../media/image223.png"/><Relationship Id="rId10" Type="http://schemas.openxmlformats.org/officeDocument/2006/relationships/image" Target="../media/image191.png"/><Relationship Id="rId54" Type="http://schemas.openxmlformats.org/officeDocument/2006/relationships/image" Target="../media/image222.png"/><Relationship Id="rId13" Type="http://schemas.openxmlformats.org/officeDocument/2006/relationships/image" Target="../media/image180.png"/><Relationship Id="rId12" Type="http://schemas.openxmlformats.org/officeDocument/2006/relationships/image" Target="../media/image173.png"/><Relationship Id="rId56" Type="http://schemas.openxmlformats.org/officeDocument/2006/relationships/image" Target="../media/image286.png"/><Relationship Id="rId15" Type="http://schemas.openxmlformats.org/officeDocument/2006/relationships/image" Target="../media/image176.png"/><Relationship Id="rId14" Type="http://schemas.openxmlformats.org/officeDocument/2006/relationships/image" Target="../media/image170.png"/><Relationship Id="rId17" Type="http://schemas.openxmlformats.org/officeDocument/2006/relationships/image" Target="../media/image184.png"/><Relationship Id="rId16" Type="http://schemas.openxmlformats.org/officeDocument/2006/relationships/image" Target="../media/image171.png"/><Relationship Id="rId19" Type="http://schemas.openxmlformats.org/officeDocument/2006/relationships/image" Target="../media/image177.png"/><Relationship Id="rId18" Type="http://schemas.openxmlformats.org/officeDocument/2006/relationships/image" Target="../media/image174.png"/></Relationships>
</file>

<file path=ppt/slides/_rels/slide6.xml.rels><?xml version="1.0" encoding="UTF-8" standalone="yes"?><Relationships xmlns="http://schemas.openxmlformats.org/package/2006/relationships"><Relationship Id="rId40" Type="http://schemas.openxmlformats.org/officeDocument/2006/relationships/image" Target="../media/image255.png"/><Relationship Id="rId42" Type="http://schemas.openxmlformats.org/officeDocument/2006/relationships/image" Target="../media/image260.png"/><Relationship Id="rId41" Type="http://schemas.openxmlformats.org/officeDocument/2006/relationships/image" Target="../media/image268.png"/><Relationship Id="rId43" Type="http://schemas.openxmlformats.org/officeDocument/2006/relationships/image" Target="../media/image26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4.png"/><Relationship Id="rId4" Type="http://schemas.openxmlformats.org/officeDocument/2006/relationships/image" Target="../media/image221.png"/><Relationship Id="rId9" Type="http://schemas.openxmlformats.org/officeDocument/2006/relationships/image" Target="../media/image233.png"/><Relationship Id="rId5" Type="http://schemas.openxmlformats.org/officeDocument/2006/relationships/image" Target="../media/image236.png"/><Relationship Id="rId6" Type="http://schemas.openxmlformats.org/officeDocument/2006/relationships/image" Target="../media/image228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31" Type="http://schemas.openxmlformats.org/officeDocument/2006/relationships/image" Target="../media/image264.png"/><Relationship Id="rId30" Type="http://schemas.openxmlformats.org/officeDocument/2006/relationships/image" Target="../media/image247.png"/><Relationship Id="rId33" Type="http://schemas.openxmlformats.org/officeDocument/2006/relationships/image" Target="../media/image257.png"/><Relationship Id="rId32" Type="http://schemas.openxmlformats.org/officeDocument/2006/relationships/image" Target="../media/image248.png"/><Relationship Id="rId35" Type="http://schemas.openxmlformats.org/officeDocument/2006/relationships/image" Target="../media/image250.png"/><Relationship Id="rId34" Type="http://schemas.openxmlformats.org/officeDocument/2006/relationships/image" Target="../media/image252.png"/><Relationship Id="rId37" Type="http://schemas.openxmlformats.org/officeDocument/2006/relationships/image" Target="../media/image258.png"/><Relationship Id="rId36" Type="http://schemas.openxmlformats.org/officeDocument/2006/relationships/image" Target="../media/image259.png"/><Relationship Id="rId39" Type="http://schemas.openxmlformats.org/officeDocument/2006/relationships/image" Target="../media/image288.png"/><Relationship Id="rId38" Type="http://schemas.openxmlformats.org/officeDocument/2006/relationships/image" Target="../media/image265.png"/><Relationship Id="rId20" Type="http://schemas.openxmlformats.org/officeDocument/2006/relationships/image" Target="../media/image235.png"/><Relationship Id="rId22" Type="http://schemas.openxmlformats.org/officeDocument/2006/relationships/image" Target="../media/image254.png"/><Relationship Id="rId21" Type="http://schemas.openxmlformats.org/officeDocument/2006/relationships/image" Target="../media/image241.png"/><Relationship Id="rId24" Type="http://schemas.openxmlformats.org/officeDocument/2006/relationships/image" Target="../media/image242.png"/><Relationship Id="rId23" Type="http://schemas.openxmlformats.org/officeDocument/2006/relationships/image" Target="../media/image253.png"/><Relationship Id="rId26" Type="http://schemas.openxmlformats.org/officeDocument/2006/relationships/image" Target="../media/image240.png"/><Relationship Id="rId25" Type="http://schemas.openxmlformats.org/officeDocument/2006/relationships/image" Target="../media/image243.png"/><Relationship Id="rId28" Type="http://schemas.openxmlformats.org/officeDocument/2006/relationships/image" Target="../media/image256.png"/><Relationship Id="rId27" Type="http://schemas.openxmlformats.org/officeDocument/2006/relationships/image" Target="../media/image245.png"/><Relationship Id="rId29" Type="http://schemas.openxmlformats.org/officeDocument/2006/relationships/image" Target="../media/image246.png"/><Relationship Id="rId11" Type="http://schemas.openxmlformats.org/officeDocument/2006/relationships/image" Target="../media/image232.png"/><Relationship Id="rId10" Type="http://schemas.openxmlformats.org/officeDocument/2006/relationships/image" Target="../media/image238.png"/><Relationship Id="rId13" Type="http://schemas.openxmlformats.org/officeDocument/2006/relationships/image" Target="../media/image230.png"/><Relationship Id="rId12" Type="http://schemas.openxmlformats.org/officeDocument/2006/relationships/image" Target="../media/image231.png"/><Relationship Id="rId15" Type="http://schemas.openxmlformats.org/officeDocument/2006/relationships/image" Target="../media/image237.png"/><Relationship Id="rId14" Type="http://schemas.openxmlformats.org/officeDocument/2006/relationships/image" Target="../media/image234.png"/><Relationship Id="rId17" Type="http://schemas.openxmlformats.org/officeDocument/2006/relationships/image" Target="../media/image251.png"/><Relationship Id="rId16" Type="http://schemas.openxmlformats.org/officeDocument/2006/relationships/image" Target="../media/image244.png"/><Relationship Id="rId19" Type="http://schemas.openxmlformats.org/officeDocument/2006/relationships/image" Target="../media/image271.png"/><Relationship Id="rId18" Type="http://schemas.openxmlformats.org/officeDocument/2006/relationships/image" Target="../media/image239.png"/></Relationships>
</file>

<file path=ppt/slides/_rels/slide7.xml.rels><?xml version="1.0" encoding="UTF-8" standalone="yes"?><Relationships xmlns="http://schemas.openxmlformats.org/package/2006/relationships"><Relationship Id="rId40" Type="http://schemas.openxmlformats.org/officeDocument/2006/relationships/image" Target="../media/image305.png"/><Relationship Id="rId42" Type="http://schemas.openxmlformats.org/officeDocument/2006/relationships/image" Target="../media/image300.png"/><Relationship Id="rId41" Type="http://schemas.openxmlformats.org/officeDocument/2006/relationships/image" Target="../media/image299.png"/><Relationship Id="rId44" Type="http://schemas.openxmlformats.org/officeDocument/2006/relationships/image" Target="../media/image298.png"/><Relationship Id="rId43" Type="http://schemas.openxmlformats.org/officeDocument/2006/relationships/image" Target="../media/image337.png"/><Relationship Id="rId46" Type="http://schemas.openxmlformats.org/officeDocument/2006/relationships/image" Target="../media/image316.png"/><Relationship Id="rId45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3.png"/><Relationship Id="rId4" Type="http://schemas.openxmlformats.org/officeDocument/2006/relationships/image" Target="../media/image262.png"/><Relationship Id="rId9" Type="http://schemas.openxmlformats.org/officeDocument/2006/relationships/image" Target="../media/image287.png"/><Relationship Id="rId48" Type="http://schemas.openxmlformats.org/officeDocument/2006/relationships/image" Target="../media/image315.png"/><Relationship Id="rId47" Type="http://schemas.openxmlformats.org/officeDocument/2006/relationships/image" Target="../media/image307.png"/><Relationship Id="rId49" Type="http://schemas.openxmlformats.org/officeDocument/2006/relationships/image" Target="../media/image306.png"/><Relationship Id="rId5" Type="http://schemas.openxmlformats.org/officeDocument/2006/relationships/image" Target="../media/image283.png"/><Relationship Id="rId6" Type="http://schemas.openxmlformats.org/officeDocument/2006/relationships/image" Target="../media/image266.png"/><Relationship Id="rId7" Type="http://schemas.openxmlformats.org/officeDocument/2006/relationships/image" Target="../media/image263.png"/><Relationship Id="rId8" Type="http://schemas.openxmlformats.org/officeDocument/2006/relationships/image" Target="../media/image275.png"/><Relationship Id="rId31" Type="http://schemas.openxmlformats.org/officeDocument/2006/relationships/image" Target="../media/image314.png"/><Relationship Id="rId30" Type="http://schemas.openxmlformats.org/officeDocument/2006/relationships/image" Target="../media/image284.png"/><Relationship Id="rId33" Type="http://schemas.openxmlformats.org/officeDocument/2006/relationships/image" Target="../media/image291.png"/><Relationship Id="rId32" Type="http://schemas.openxmlformats.org/officeDocument/2006/relationships/image" Target="../media/image304.png"/><Relationship Id="rId35" Type="http://schemas.openxmlformats.org/officeDocument/2006/relationships/image" Target="../media/image322.png"/><Relationship Id="rId34" Type="http://schemas.openxmlformats.org/officeDocument/2006/relationships/image" Target="../media/image344.png"/><Relationship Id="rId37" Type="http://schemas.openxmlformats.org/officeDocument/2006/relationships/image" Target="../media/image295.png"/><Relationship Id="rId36" Type="http://schemas.openxmlformats.org/officeDocument/2006/relationships/image" Target="../media/image292.png"/><Relationship Id="rId39" Type="http://schemas.openxmlformats.org/officeDocument/2006/relationships/image" Target="../media/image301.png"/><Relationship Id="rId38" Type="http://schemas.openxmlformats.org/officeDocument/2006/relationships/image" Target="../media/image294.png"/><Relationship Id="rId20" Type="http://schemas.openxmlformats.org/officeDocument/2006/relationships/image" Target="../media/image285.png"/><Relationship Id="rId22" Type="http://schemas.openxmlformats.org/officeDocument/2006/relationships/image" Target="../media/image282.png"/><Relationship Id="rId21" Type="http://schemas.openxmlformats.org/officeDocument/2006/relationships/image" Target="../media/image278.png"/><Relationship Id="rId24" Type="http://schemas.openxmlformats.org/officeDocument/2006/relationships/image" Target="../media/image293.png"/><Relationship Id="rId23" Type="http://schemas.openxmlformats.org/officeDocument/2006/relationships/image" Target="../media/image303.png"/><Relationship Id="rId26" Type="http://schemas.openxmlformats.org/officeDocument/2006/relationships/image" Target="../media/image281.png"/><Relationship Id="rId25" Type="http://schemas.openxmlformats.org/officeDocument/2006/relationships/image" Target="../media/image289.png"/><Relationship Id="rId28" Type="http://schemas.openxmlformats.org/officeDocument/2006/relationships/image" Target="../media/image290.png"/><Relationship Id="rId27" Type="http://schemas.openxmlformats.org/officeDocument/2006/relationships/image" Target="../media/image280.png"/><Relationship Id="rId29" Type="http://schemas.openxmlformats.org/officeDocument/2006/relationships/image" Target="../media/image302.png"/><Relationship Id="rId51" Type="http://schemas.openxmlformats.org/officeDocument/2006/relationships/image" Target="../media/image312.png"/><Relationship Id="rId50" Type="http://schemas.openxmlformats.org/officeDocument/2006/relationships/image" Target="../media/image309.png"/><Relationship Id="rId53" Type="http://schemas.openxmlformats.org/officeDocument/2006/relationships/image" Target="../media/image326.png"/><Relationship Id="rId52" Type="http://schemas.openxmlformats.org/officeDocument/2006/relationships/image" Target="../media/image313.png"/><Relationship Id="rId11" Type="http://schemas.openxmlformats.org/officeDocument/2006/relationships/image" Target="../media/image267.png"/><Relationship Id="rId10" Type="http://schemas.openxmlformats.org/officeDocument/2006/relationships/image" Target="../media/image270.png"/><Relationship Id="rId13" Type="http://schemas.openxmlformats.org/officeDocument/2006/relationships/image" Target="../media/image269.png"/><Relationship Id="rId12" Type="http://schemas.openxmlformats.org/officeDocument/2006/relationships/image" Target="../media/image279.png"/><Relationship Id="rId15" Type="http://schemas.openxmlformats.org/officeDocument/2006/relationships/image" Target="../media/image274.png"/><Relationship Id="rId14" Type="http://schemas.openxmlformats.org/officeDocument/2006/relationships/image" Target="../media/image272.png"/><Relationship Id="rId17" Type="http://schemas.openxmlformats.org/officeDocument/2006/relationships/image" Target="../media/image276.png"/><Relationship Id="rId16" Type="http://schemas.openxmlformats.org/officeDocument/2006/relationships/image" Target="../media/image297.png"/><Relationship Id="rId19" Type="http://schemas.openxmlformats.org/officeDocument/2006/relationships/image" Target="../media/image277.png"/><Relationship Id="rId18" Type="http://schemas.openxmlformats.org/officeDocument/2006/relationships/image" Target="../media/image296.png"/></Relationships>
</file>

<file path=ppt/slides/_rels/slide8.xml.rels><?xml version="1.0" encoding="UTF-8" standalone="yes"?><Relationships xmlns="http://schemas.openxmlformats.org/package/2006/relationships"><Relationship Id="rId40" Type="http://schemas.openxmlformats.org/officeDocument/2006/relationships/image" Target="../media/image378.png"/><Relationship Id="rId42" Type="http://schemas.openxmlformats.org/officeDocument/2006/relationships/image" Target="../media/image350.png"/><Relationship Id="rId41" Type="http://schemas.openxmlformats.org/officeDocument/2006/relationships/image" Target="../media/image348.png"/><Relationship Id="rId44" Type="http://schemas.openxmlformats.org/officeDocument/2006/relationships/image" Target="../media/image353.png"/><Relationship Id="rId43" Type="http://schemas.openxmlformats.org/officeDocument/2006/relationships/image" Target="../media/image352.png"/><Relationship Id="rId46" Type="http://schemas.openxmlformats.org/officeDocument/2006/relationships/image" Target="../media/image364.png"/><Relationship Id="rId45" Type="http://schemas.openxmlformats.org/officeDocument/2006/relationships/image" Target="../media/image3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8.png"/><Relationship Id="rId4" Type="http://schemas.openxmlformats.org/officeDocument/2006/relationships/image" Target="../media/image310.png"/><Relationship Id="rId9" Type="http://schemas.openxmlformats.org/officeDocument/2006/relationships/image" Target="../media/image318.png"/><Relationship Id="rId48" Type="http://schemas.openxmlformats.org/officeDocument/2006/relationships/image" Target="../media/image396.png"/><Relationship Id="rId47" Type="http://schemas.openxmlformats.org/officeDocument/2006/relationships/image" Target="../media/image354.png"/><Relationship Id="rId49" Type="http://schemas.openxmlformats.org/officeDocument/2006/relationships/image" Target="../media/image370.png"/><Relationship Id="rId5" Type="http://schemas.openxmlformats.org/officeDocument/2006/relationships/image" Target="../media/image329.png"/><Relationship Id="rId6" Type="http://schemas.openxmlformats.org/officeDocument/2006/relationships/image" Target="../media/image311.png"/><Relationship Id="rId7" Type="http://schemas.openxmlformats.org/officeDocument/2006/relationships/image" Target="../media/image317.png"/><Relationship Id="rId8" Type="http://schemas.openxmlformats.org/officeDocument/2006/relationships/image" Target="../media/image331.png"/><Relationship Id="rId31" Type="http://schemas.openxmlformats.org/officeDocument/2006/relationships/image" Target="../media/image334.png"/><Relationship Id="rId30" Type="http://schemas.openxmlformats.org/officeDocument/2006/relationships/image" Target="../media/image346.png"/><Relationship Id="rId33" Type="http://schemas.openxmlformats.org/officeDocument/2006/relationships/image" Target="../media/image369.png"/><Relationship Id="rId32" Type="http://schemas.openxmlformats.org/officeDocument/2006/relationships/image" Target="../media/image335.png"/><Relationship Id="rId35" Type="http://schemas.openxmlformats.org/officeDocument/2006/relationships/image" Target="../media/image343.png"/><Relationship Id="rId34" Type="http://schemas.openxmlformats.org/officeDocument/2006/relationships/image" Target="../media/image347.png"/><Relationship Id="rId37" Type="http://schemas.openxmlformats.org/officeDocument/2006/relationships/image" Target="../media/image356.png"/><Relationship Id="rId36" Type="http://schemas.openxmlformats.org/officeDocument/2006/relationships/image" Target="../media/image359.png"/><Relationship Id="rId39" Type="http://schemas.openxmlformats.org/officeDocument/2006/relationships/image" Target="../media/image349.png"/><Relationship Id="rId38" Type="http://schemas.openxmlformats.org/officeDocument/2006/relationships/image" Target="../media/image361.png"/><Relationship Id="rId20" Type="http://schemas.openxmlformats.org/officeDocument/2006/relationships/image" Target="../media/image327.png"/><Relationship Id="rId22" Type="http://schemas.openxmlformats.org/officeDocument/2006/relationships/image" Target="../media/image339.png"/><Relationship Id="rId21" Type="http://schemas.openxmlformats.org/officeDocument/2006/relationships/image" Target="../media/image341.png"/><Relationship Id="rId24" Type="http://schemas.openxmlformats.org/officeDocument/2006/relationships/image" Target="../media/image332.png"/><Relationship Id="rId23" Type="http://schemas.openxmlformats.org/officeDocument/2006/relationships/image" Target="../media/image351.png"/><Relationship Id="rId26" Type="http://schemas.openxmlformats.org/officeDocument/2006/relationships/image" Target="../media/image357.png"/><Relationship Id="rId25" Type="http://schemas.openxmlformats.org/officeDocument/2006/relationships/image" Target="../media/image345.png"/><Relationship Id="rId28" Type="http://schemas.openxmlformats.org/officeDocument/2006/relationships/image" Target="../media/image333.png"/><Relationship Id="rId27" Type="http://schemas.openxmlformats.org/officeDocument/2006/relationships/image" Target="../media/image338.png"/><Relationship Id="rId29" Type="http://schemas.openxmlformats.org/officeDocument/2006/relationships/image" Target="../media/image342.png"/><Relationship Id="rId51" Type="http://schemas.openxmlformats.org/officeDocument/2006/relationships/image" Target="../media/image373.png"/><Relationship Id="rId50" Type="http://schemas.openxmlformats.org/officeDocument/2006/relationships/image" Target="../media/image394.png"/><Relationship Id="rId53" Type="http://schemas.openxmlformats.org/officeDocument/2006/relationships/image" Target="../media/image371.png"/><Relationship Id="rId52" Type="http://schemas.openxmlformats.org/officeDocument/2006/relationships/image" Target="../media/image360.png"/><Relationship Id="rId11" Type="http://schemas.openxmlformats.org/officeDocument/2006/relationships/image" Target="../media/image336.png"/><Relationship Id="rId55" Type="http://schemas.openxmlformats.org/officeDocument/2006/relationships/image" Target="../media/image376.png"/><Relationship Id="rId10" Type="http://schemas.openxmlformats.org/officeDocument/2006/relationships/image" Target="../media/image328.png"/><Relationship Id="rId54" Type="http://schemas.openxmlformats.org/officeDocument/2006/relationships/image" Target="../media/image362.png"/><Relationship Id="rId13" Type="http://schemas.openxmlformats.org/officeDocument/2006/relationships/image" Target="../media/image319.png"/><Relationship Id="rId12" Type="http://schemas.openxmlformats.org/officeDocument/2006/relationships/image" Target="../media/image320.png"/><Relationship Id="rId15" Type="http://schemas.openxmlformats.org/officeDocument/2006/relationships/image" Target="../media/image321.png"/><Relationship Id="rId14" Type="http://schemas.openxmlformats.org/officeDocument/2006/relationships/image" Target="../media/image355.png"/><Relationship Id="rId17" Type="http://schemas.openxmlformats.org/officeDocument/2006/relationships/image" Target="../media/image323.png"/><Relationship Id="rId16" Type="http://schemas.openxmlformats.org/officeDocument/2006/relationships/image" Target="../media/image324.png"/><Relationship Id="rId19" Type="http://schemas.openxmlformats.org/officeDocument/2006/relationships/image" Target="../media/image325.png"/><Relationship Id="rId18" Type="http://schemas.openxmlformats.org/officeDocument/2006/relationships/image" Target="../media/image340.png"/></Relationships>
</file>

<file path=ppt/slides/_rels/slide9.xml.rels><?xml version="1.0" encoding="UTF-8" standalone="yes"?><Relationships xmlns="http://schemas.openxmlformats.org/package/2006/relationships"><Relationship Id="rId40" Type="http://schemas.openxmlformats.org/officeDocument/2006/relationships/image" Target="../media/image416.png"/><Relationship Id="rId42" Type="http://schemas.openxmlformats.org/officeDocument/2006/relationships/image" Target="../media/image407.png"/><Relationship Id="rId41" Type="http://schemas.openxmlformats.org/officeDocument/2006/relationships/image" Target="../media/image405.png"/><Relationship Id="rId44" Type="http://schemas.openxmlformats.org/officeDocument/2006/relationships/image" Target="../media/image401.png"/><Relationship Id="rId43" Type="http://schemas.openxmlformats.org/officeDocument/2006/relationships/image" Target="../media/image403.png"/><Relationship Id="rId46" Type="http://schemas.openxmlformats.org/officeDocument/2006/relationships/image" Target="../media/image439.png"/><Relationship Id="rId45" Type="http://schemas.openxmlformats.org/officeDocument/2006/relationships/image" Target="../media/image40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6.png"/><Relationship Id="rId4" Type="http://schemas.openxmlformats.org/officeDocument/2006/relationships/image" Target="../media/image363.png"/><Relationship Id="rId9" Type="http://schemas.openxmlformats.org/officeDocument/2006/relationships/image" Target="../media/image368.png"/><Relationship Id="rId48" Type="http://schemas.openxmlformats.org/officeDocument/2006/relationships/image" Target="../media/image409.png"/><Relationship Id="rId47" Type="http://schemas.openxmlformats.org/officeDocument/2006/relationships/image" Target="../media/image406.png"/><Relationship Id="rId49" Type="http://schemas.openxmlformats.org/officeDocument/2006/relationships/image" Target="../media/image414.png"/><Relationship Id="rId5" Type="http://schemas.openxmlformats.org/officeDocument/2006/relationships/image" Target="../media/image372.png"/><Relationship Id="rId6" Type="http://schemas.openxmlformats.org/officeDocument/2006/relationships/image" Target="../media/image365.png"/><Relationship Id="rId7" Type="http://schemas.openxmlformats.org/officeDocument/2006/relationships/image" Target="../media/image366.png"/><Relationship Id="rId8" Type="http://schemas.openxmlformats.org/officeDocument/2006/relationships/image" Target="../media/image398.png"/><Relationship Id="rId31" Type="http://schemas.openxmlformats.org/officeDocument/2006/relationships/image" Target="../media/image395.png"/><Relationship Id="rId30" Type="http://schemas.openxmlformats.org/officeDocument/2006/relationships/image" Target="../media/image404.png"/><Relationship Id="rId33" Type="http://schemas.openxmlformats.org/officeDocument/2006/relationships/image" Target="../media/image392.png"/><Relationship Id="rId32" Type="http://schemas.openxmlformats.org/officeDocument/2006/relationships/image" Target="../media/image386.png"/><Relationship Id="rId35" Type="http://schemas.openxmlformats.org/officeDocument/2006/relationships/image" Target="../media/image411.png"/><Relationship Id="rId34" Type="http://schemas.openxmlformats.org/officeDocument/2006/relationships/image" Target="../media/image389.png"/><Relationship Id="rId37" Type="http://schemas.openxmlformats.org/officeDocument/2006/relationships/image" Target="../media/image415.png"/><Relationship Id="rId36" Type="http://schemas.openxmlformats.org/officeDocument/2006/relationships/image" Target="../media/image413.png"/><Relationship Id="rId39" Type="http://schemas.openxmlformats.org/officeDocument/2006/relationships/image" Target="../media/image400.png"/><Relationship Id="rId38" Type="http://schemas.openxmlformats.org/officeDocument/2006/relationships/image" Target="../media/image397.png"/><Relationship Id="rId20" Type="http://schemas.openxmlformats.org/officeDocument/2006/relationships/image" Target="../media/image393.png"/><Relationship Id="rId22" Type="http://schemas.openxmlformats.org/officeDocument/2006/relationships/image" Target="../media/image382.png"/><Relationship Id="rId21" Type="http://schemas.openxmlformats.org/officeDocument/2006/relationships/image" Target="../media/image377.png"/><Relationship Id="rId24" Type="http://schemas.openxmlformats.org/officeDocument/2006/relationships/image" Target="../media/image379.png"/><Relationship Id="rId23" Type="http://schemas.openxmlformats.org/officeDocument/2006/relationships/image" Target="../media/image402.png"/><Relationship Id="rId26" Type="http://schemas.openxmlformats.org/officeDocument/2006/relationships/image" Target="../media/image410.png"/><Relationship Id="rId25" Type="http://schemas.openxmlformats.org/officeDocument/2006/relationships/image" Target="../media/image399.png"/><Relationship Id="rId28" Type="http://schemas.openxmlformats.org/officeDocument/2006/relationships/image" Target="../media/image384.png"/><Relationship Id="rId27" Type="http://schemas.openxmlformats.org/officeDocument/2006/relationships/image" Target="../media/image388.png"/><Relationship Id="rId29" Type="http://schemas.openxmlformats.org/officeDocument/2006/relationships/image" Target="../media/image418.png"/><Relationship Id="rId51" Type="http://schemas.openxmlformats.org/officeDocument/2006/relationships/image" Target="../media/image412.png"/><Relationship Id="rId50" Type="http://schemas.openxmlformats.org/officeDocument/2006/relationships/image" Target="../media/image420.png"/><Relationship Id="rId53" Type="http://schemas.openxmlformats.org/officeDocument/2006/relationships/image" Target="../media/image431.png"/><Relationship Id="rId52" Type="http://schemas.openxmlformats.org/officeDocument/2006/relationships/image" Target="../media/image417.png"/><Relationship Id="rId11" Type="http://schemas.openxmlformats.org/officeDocument/2006/relationships/image" Target="../media/image380.png"/><Relationship Id="rId55" Type="http://schemas.openxmlformats.org/officeDocument/2006/relationships/image" Target="../media/image440.png"/><Relationship Id="rId10" Type="http://schemas.openxmlformats.org/officeDocument/2006/relationships/image" Target="../media/image367.png"/><Relationship Id="rId54" Type="http://schemas.openxmlformats.org/officeDocument/2006/relationships/image" Target="../media/image430.png"/><Relationship Id="rId13" Type="http://schemas.openxmlformats.org/officeDocument/2006/relationships/image" Target="../media/image381.png"/><Relationship Id="rId12" Type="http://schemas.openxmlformats.org/officeDocument/2006/relationships/image" Target="../media/image375.png"/><Relationship Id="rId56" Type="http://schemas.openxmlformats.org/officeDocument/2006/relationships/image" Target="../media/image433.png"/><Relationship Id="rId15" Type="http://schemas.openxmlformats.org/officeDocument/2006/relationships/image" Target="../media/image374.png"/><Relationship Id="rId14" Type="http://schemas.openxmlformats.org/officeDocument/2006/relationships/image" Target="../media/image390.png"/><Relationship Id="rId17" Type="http://schemas.openxmlformats.org/officeDocument/2006/relationships/image" Target="../media/image385.png"/><Relationship Id="rId16" Type="http://schemas.openxmlformats.org/officeDocument/2006/relationships/image" Target="../media/image387.png"/><Relationship Id="rId19" Type="http://schemas.openxmlformats.org/officeDocument/2006/relationships/image" Target="../media/image391.png"/><Relationship Id="rId18" Type="http://schemas.openxmlformats.org/officeDocument/2006/relationships/image" Target="../media/image383.png"/></Relationships>
</file>

<file path=ppt/slides/_rels/slide10.xml.rels><?xml version="1.0" encoding="UTF-8" standalone="yes"?><Relationships xmlns="http://schemas.openxmlformats.org/package/2006/relationships"><Relationship Id="rId40" Type="http://schemas.openxmlformats.org/officeDocument/2006/relationships/image" Target="../media/image455.png"/><Relationship Id="rId42" Type="http://schemas.openxmlformats.org/officeDocument/2006/relationships/image" Target="../media/image472.png"/><Relationship Id="rId41" Type="http://schemas.openxmlformats.org/officeDocument/2006/relationships/image" Target="../media/image460.png"/><Relationship Id="rId44" Type="http://schemas.openxmlformats.org/officeDocument/2006/relationships/image" Target="../media/image461.png"/><Relationship Id="rId43" Type="http://schemas.openxmlformats.org/officeDocument/2006/relationships/image" Target="../media/image468.png"/><Relationship Id="rId46" Type="http://schemas.openxmlformats.org/officeDocument/2006/relationships/image" Target="../media/image459.png"/><Relationship Id="rId45" Type="http://schemas.openxmlformats.org/officeDocument/2006/relationships/image" Target="../media/image4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9.png"/><Relationship Id="rId4" Type="http://schemas.openxmlformats.org/officeDocument/2006/relationships/image" Target="../media/image421.png"/><Relationship Id="rId9" Type="http://schemas.openxmlformats.org/officeDocument/2006/relationships/image" Target="../media/image424.png"/><Relationship Id="rId47" Type="http://schemas.openxmlformats.org/officeDocument/2006/relationships/image" Target="../media/image485.png"/><Relationship Id="rId5" Type="http://schemas.openxmlformats.org/officeDocument/2006/relationships/image" Target="../media/image456.png"/><Relationship Id="rId6" Type="http://schemas.openxmlformats.org/officeDocument/2006/relationships/image" Target="../media/image423.png"/><Relationship Id="rId7" Type="http://schemas.openxmlformats.org/officeDocument/2006/relationships/image" Target="../media/image425.png"/><Relationship Id="rId8" Type="http://schemas.openxmlformats.org/officeDocument/2006/relationships/image" Target="../media/image434.png"/><Relationship Id="rId31" Type="http://schemas.openxmlformats.org/officeDocument/2006/relationships/image" Target="../media/image481.png"/><Relationship Id="rId30" Type="http://schemas.openxmlformats.org/officeDocument/2006/relationships/image" Target="../media/image446.png"/><Relationship Id="rId33" Type="http://schemas.openxmlformats.org/officeDocument/2006/relationships/image" Target="../media/image448.png"/><Relationship Id="rId32" Type="http://schemas.openxmlformats.org/officeDocument/2006/relationships/image" Target="../media/image482.png"/><Relationship Id="rId35" Type="http://schemas.openxmlformats.org/officeDocument/2006/relationships/image" Target="../media/image449.png"/><Relationship Id="rId34" Type="http://schemas.openxmlformats.org/officeDocument/2006/relationships/image" Target="../media/image450.png"/><Relationship Id="rId37" Type="http://schemas.openxmlformats.org/officeDocument/2006/relationships/image" Target="../media/image451.png"/><Relationship Id="rId36" Type="http://schemas.openxmlformats.org/officeDocument/2006/relationships/image" Target="../media/image452.png"/><Relationship Id="rId39" Type="http://schemas.openxmlformats.org/officeDocument/2006/relationships/image" Target="../media/image453.png"/><Relationship Id="rId38" Type="http://schemas.openxmlformats.org/officeDocument/2006/relationships/image" Target="../media/image466.png"/><Relationship Id="rId20" Type="http://schemas.openxmlformats.org/officeDocument/2006/relationships/image" Target="../media/image437.png"/><Relationship Id="rId22" Type="http://schemas.openxmlformats.org/officeDocument/2006/relationships/image" Target="../media/image443.png"/><Relationship Id="rId21" Type="http://schemas.openxmlformats.org/officeDocument/2006/relationships/image" Target="../media/image438.png"/><Relationship Id="rId24" Type="http://schemas.openxmlformats.org/officeDocument/2006/relationships/image" Target="../media/image474.png"/><Relationship Id="rId23" Type="http://schemas.openxmlformats.org/officeDocument/2006/relationships/image" Target="../media/image442.png"/><Relationship Id="rId26" Type="http://schemas.openxmlformats.org/officeDocument/2006/relationships/image" Target="../media/image467.png"/><Relationship Id="rId25" Type="http://schemas.openxmlformats.org/officeDocument/2006/relationships/image" Target="../media/image445.png"/><Relationship Id="rId28" Type="http://schemas.openxmlformats.org/officeDocument/2006/relationships/image" Target="../media/image454.png"/><Relationship Id="rId27" Type="http://schemas.openxmlformats.org/officeDocument/2006/relationships/image" Target="../media/image444.png"/><Relationship Id="rId29" Type="http://schemas.openxmlformats.org/officeDocument/2006/relationships/image" Target="../media/image447.png"/><Relationship Id="rId11" Type="http://schemas.openxmlformats.org/officeDocument/2006/relationships/image" Target="../media/image426.png"/><Relationship Id="rId10" Type="http://schemas.openxmlformats.org/officeDocument/2006/relationships/image" Target="../media/image422.png"/><Relationship Id="rId13" Type="http://schemas.openxmlformats.org/officeDocument/2006/relationships/image" Target="../media/image464.png"/><Relationship Id="rId12" Type="http://schemas.openxmlformats.org/officeDocument/2006/relationships/image" Target="../media/image428.png"/><Relationship Id="rId15" Type="http://schemas.openxmlformats.org/officeDocument/2006/relationships/image" Target="../media/image429.png"/><Relationship Id="rId14" Type="http://schemas.openxmlformats.org/officeDocument/2006/relationships/image" Target="../media/image427.png"/><Relationship Id="rId17" Type="http://schemas.openxmlformats.org/officeDocument/2006/relationships/image" Target="../media/image441.png"/><Relationship Id="rId16" Type="http://schemas.openxmlformats.org/officeDocument/2006/relationships/image" Target="../media/image432.png"/><Relationship Id="rId19" Type="http://schemas.openxmlformats.org/officeDocument/2006/relationships/image" Target="../media/image471.png"/><Relationship Id="rId18" Type="http://schemas.openxmlformats.org/officeDocument/2006/relationships/image" Target="../media/image4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58.png"/><Relationship Id="rId4" Type="http://schemas.openxmlformats.org/officeDocument/2006/relationships/image" Target="../media/image470.png"/><Relationship Id="rId9" Type="http://schemas.openxmlformats.org/officeDocument/2006/relationships/image" Target="../media/image484.png"/><Relationship Id="rId5" Type="http://schemas.openxmlformats.org/officeDocument/2006/relationships/image" Target="../media/image477.png"/><Relationship Id="rId6" Type="http://schemas.openxmlformats.org/officeDocument/2006/relationships/image" Target="../media/image457.png"/><Relationship Id="rId7" Type="http://schemas.openxmlformats.org/officeDocument/2006/relationships/image" Target="../media/image469.png"/><Relationship Id="rId8" Type="http://schemas.openxmlformats.org/officeDocument/2006/relationships/image" Target="../media/image483.png"/><Relationship Id="rId31" Type="http://schemas.openxmlformats.org/officeDocument/2006/relationships/image" Target="../media/image489.png"/><Relationship Id="rId30" Type="http://schemas.openxmlformats.org/officeDocument/2006/relationships/image" Target="../media/image492.png"/><Relationship Id="rId33" Type="http://schemas.openxmlformats.org/officeDocument/2006/relationships/image" Target="../media/image529.png"/><Relationship Id="rId32" Type="http://schemas.openxmlformats.org/officeDocument/2006/relationships/image" Target="../media/image491.png"/><Relationship Id="rId20" Type="http://schemas.openxmlformats.org/officeDocument/2006/relationships/image" Target="../media/image515.png"/><Relationship Id="rId22" Type="http://schemas.openxmlformats.org/officeDocument/2006/relationships/image" Target="../media/image495.png"/><Relationship Id="rId21" Type="http://schemas.openxmlformats.org/officeDocument/2006/relationships/image" Target="../media/image478.png"/><Relationship Id="rId24" Type="http://schemas.openxmlformats.org/officeDocument/2006/relationships/image" Target="../media/image498.png"/><Relationship Id="rId23" Type="http://schemas.openxmlformats.org/officeDocument/2006/relationships/image" Target="../media/image487.png"/><Relationship Id="rId26" Type="http://schemas.openxmlformats.org/officeDocument/2006/relationships/image" Target="../media/image486.png"/><Relationship Id="rId25" Type="http://schemas.openxmlformats.org/officeDocument/2006/relationships/image" Target="../media/image488.png"/><Relationship Id="rId28" Type="http://schemas.openxmlformats.org/officeDocument/2006/relationships/image" Target="../media/image502.png"/><Relationship Id="rId27" Type="http://schemas.openxmlformats.org/officeDocument/2006/relationships/image" Target="../media/image493.png"/><Relationship Id="rId29" Type="http://schemas.openxmlformats.org/officeDocument/2006/relationships/image" Target="../media/image490.png"/><Relationship Id="rId11" Type="http://schemas.openxmlformats.org/officeDocument/2006/relationships/image" Target="../media/image463.png"/><Relationship Id="rId10" Type="http://schemas.openxmlformats.org/officeDocument/2006/relationships/image" Target="../media/image465.png"/><Relationship Id="rId13" Type="http://schemas.openxmlformats.org/officeDocument/2006/relationships/image" Target="../media/image479.png"/><Relationship Id="rId12" Type="http://schemas.openxmlformats.org/officeDocument/2006/relationships/image" Target="../media/image528.png"/><Relationship Id="rId15" Type="http://schemas.openxmlformats.org/officeDocument/2006/relationships/image" Target="../media/image473.png"/><Relationship Id="rId14" Type="http://schemas.openxmlformats.org/officeDocument/2006/relationships/image" Target="../media/image480.png"/><Relationship Id="rId17" Type="http://schemas.openxmlformats.org/officeDocument/2006/relationships/image" Target="../media/image494.png"/><Relationship Id="rId16" Type="http://schemas.openxmlformats.org/officeDocument/2006/relationships/image" Target="../media/image475.png"/><Relationship Id="rId19" Type="http://schemas.openxmlformats.org/officeDocument/2006/relationships/image" Target="../media/image503.png"/><Relationship Id="rId18" Type="http://schemas.openxmlformats.org/officeDocument/2006/relationships/image" Target="../media/image476.png"/></Relationships>
</file>

<file path=ppt/slides/_rels/slide12.xml.rels><?xml version="1.0" encoding="UTF-8" standalone="yes"?><Relationships xmlns="http://schemas.openxmlformats.org/package/2006/relationships"><Relationship Id="rId40" Type="http://schemas.openxmlformats.org/officeDocument/2006/relationships/image" Target="../media/image542.png"/><Relationship Id="rId42" Type="http://schemas.openxmlformats.org/officeDocument/2006/relationships/image" Target="../media/image565.png"/><Relationship Id="rId41" Type="http://schemas.openxmlformats.org/officeDocument/2006/relationships/image" Target="../media/image546.png"/><Relationship Id="rId44" Type="http://schemas.openxmlformats.org/officeDocument/2006/relationships/image" Target="../media/image534.png"/><Relationship Id="rId43" Type="http://schemas.openxmlformats.org/officeDocument/2006/relationships/image" Target="../media/image541.png"/><Relationship Id="rId45" Type="http://schemas.openxmlformats.org/officeDocument/2006/relationships/image" Target="../media/image5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1.png"/><Relationship Id="rId4" Type="http://schemas.openxmlformats.org/officeDocument/2006/relationships/image" Target="../media/image513.png"/><Relationship Id="rId9" Type="http://schemas.openxmlformats.org/officeDocument/2006/relationships/image" Target="../media/image497.png"/><Relationship Id="rId5" Type="http://schemas.openxmlformats.org/officeDocument/2006/relationships/image" Target="../media/image499.png"/><Relationship Id="rId6" Type="http://schemas.openxmlformats.org/officeDocument/2006/relationships/image" Target="../media/image530.png"/><Relationship Id="rId7" Type="http://schemas.openxmlformats.org/officeDocument/2006/relationships/image" Target="../media/image510.png"/><Relationship Id="rId8" Type="http://schemas.openxmlformats.org/officeDocument/2006/relationships/image" Target="../media/image496.png"/><Relationship Id="rId31" Type="http://schemas.openxmlformats.org/officeDocument/2006/relationships/image" Target="../media/image544.png"/><Relationship Id="rId30" Type="http://schemas.openxmlformats.org/officeDocument/2006/relationships/image" Target="../media/image516.png"/><Relationship Id="rId33" Type="http://schemas.openxmlformats.org/officeDocument/2006/relationships/image" Target="../media/image519.png"/><Relationship Id="rId32" Type="http://schemas.openxmlformats.org/officeDocument/2006/relationships/image" Target="../media/image555.png"/><Relationship Id="rId35" Type="http://schemas.openxmlformats.org/officeDocument/2006/relationships/image" Target="../media/image524.png"/><Relationship Id="rId34" Type="http://schemas.openxmlformats.org/officeDocument/2006/relationships/image" Target="../media/image540.png"/><Relationship Id="rId37" Type="http://schemas.openxmlformats.org/officeDocument/2006/relationships/image" Target="../media/image532.png"/><Relationship Id="rId36" Type="http://schemas.openxmlformats.org/officeDocument/2006/relationships/image" Target="../media/image550.png"/><Relationship Id="rId39" Type="http://schemas.openxmlformats.org/officeDocument/2006/relationships/image" Target="../media/image536.png"/><Relationship Id="rId38" Type="http://schemas.openxmlformats.org/officeDocument/2006/relationships/image" Target="../media/image531.png"/><Relationship Id="rId20" Type="http://schemas.openxmlformats.org/officeDocument/2006/relationships/image" Target="../media/image509.png"/><Relationship Id="rId22" Type="http://schemas.openxmlformats.org/officeDocument/2006/relationships/image" Target="../media/image518.png"/><Relationship Id="rId21" Type="http://schemas.openxmlformats.org/officeDocument/2006/relationships/image" Target="../media/image514.png"/><Relationship Id="rId24" Type="http://schemas.openxmlformats.org/officeDocument/2006/relationships/image" Target="../media/image525.png"/><Relationship Id="rId23" Type="http://schemas.openxmlformats.org/officeDocument/2006/relationships/image" Target="../media/image512.png"/><Relationship Id="rId26" Type="http://schemas.openxmlformats.org/officeDocument/2006/relationships/image" Target="../media/image523.png"/><Relationship Id="rId25" Type="http://schemas.openxmlformats.org/officeDocument/2006/relationships/image" Target="../media/image535.png"/><Relationship Id="rId28" Type="http://schemas.openxmlformats.org/officeDocument/2006/relationships/image" Target="../media/image520.png"/><Relationship Id="rId27" Type="http://schemas.openxmlformats.org/officeDocument/2006/relationships/image" Target="../media/image522.png"/><Relationship Id="rId29" Type="http://schemas.openxmlformats.org/officeDocument/2006/relationships/image" Target="../media/image526.png"/><Relationship Id="rId11" Type="http://schemas.openxmlformats.org/officeDocument/2006/relationships/image" Target="../media/image500.png"/><Relationship Id="rId10" Type="http://schemas.openxmlformats.org/officeDocument/2006/relationships/image" Target="../media/image506.png"/><Relationship Id="rId13" Type="http://schemas.openxmlformats.org/officeDocument/2006/relationships/image" Target="../media/image505.png"/><Relationship Id="rId12" Type="http://schemas.openxmlformats.org/officeDocument/2006/relationships/image" Target="../media/image504.png"/><Relationship Id="rId15" Type="http://schemas.openxmlformats.org/officeDocument/2006/relationships/image" Target="../media/image511.png"/><Relationship Id="rId14" Type="http://schemas.openxmlformats.org/officeDocument/2006/relationships/image" Target="../media/image508.png"/><Relationship Id="rId17" Type="http://schemas.openxmlformats.org/officeDocument/2006/relationships/image" Target="../media/image507.png"/><Relationship Id="rId16" Type="http://schemas.openxmlformats.org/officeDocument/2006/relationships/image" Target="../media/image527.png"/><Relationship Id="rId19" Type="http://schemas.openxmlformats.org/officeDocument/2006/relationships/image" Target="../media/image517.png"/><Relationship Id="rId18" Type="http://schemas.openxmlformats.org/officeDocument/2006/relationships/image" Target="../media/image521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574.png"/><Relationship Id="rId42" Type="http://schemas.openxmlformats.org/officeDocument/2006/relationships/image" Target="../media/image583.png"/><Relationship Id="rId41" Type="http://schemas.openxmlformats.org/officeDocument/2006/relationships/image" Target="../media/image575.png"/><Relationship Id="rId44" Type="http://schemas.openxmlformats.org/officeDocument/2006/relationships/image" Target="../media/image577.png"/><Relationship Id="rId43" Type="http://schemas.openxmlformats.org/officeDocument/2006/relationships/image" Target="../media/image579.png"/><Relationship Id="rId46" Type="http://schemas.openxmlformats.org/officeDocument/2006/relationships/image" Target="../media/image621.png"/><Relationship Id="rId45" Type="http://schemas.openxmlformats.org/officeDocument/2006/relationships/image" Target="../media/image57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9.png"/><Relationship Id="rId4" Type="http://schemas.openxmlformats.org/officeDocument/2006/relationships/image" Target="../media/image537.png"/><Relationship Id="rId9" Type="http://schemas.openxmlformats.org/officeDocument/2006/relationships/image" Target="../media/image543.png"/><Relationship Id="rId47" Type="http://schemas.openxmlformats.org/officeDocument/2006/relationships/image" Target="../media/image597.png"/><Relationship Id="rId5" Type="http://schemas.openxmlformats.org/officeDocument/2006/relationships/image" Target="../media/image533.png"/><Relationship Id="rId6" Type="http://schemas.openxmlformats.org/officeDocument/2006/relationships/image" Target="../media/image563.png"/><Relationship Id="rId7" Type="http://schemas.openxmlformats.org/officeDocument/2006/relationships/image" Target="../media/image545.png"/><Relationship Id="rId8" Type="http://schemas.openxmlformats.org/officeDocument/2006/relationships/image" Target="../media/image552.png"/><Relationship Id="rId31" Type="http://schemas.openxmlformats.org/officeDocument/2006/relationships/image" Target="../media/image573.png"/><Relationship Id="rId30" Type="http://schemas.openxmlformats.org/officeDocument/2006/relationships/image" Target="../media/image561.png"/><Relationship Id="rId33" Type="http://schemas.openxmlformats.org/officeDocument/2006/relationships/image" Target="../media/image567.png"/><Relationship Id="rId32" Type="http://schemas.openxmlformats.org/officeDocument/2006/relationships/image" Target="../media/image564.png"/><Relationship Id="rId35" Type="http://schemas.openxmlformats.org/officeDocument/2006/relationships/image" Target="../media/image566.png"/><Relationship Id="rId34" Type="http://schemas.openxmlformats.org/officeDocument/2006/relationships/image" Target="../media/image568.png"/><Relationship Id="rId37" Type="http://schemas.openxmlformats.org/officeDocument/2006/relationships/image" Target="../media/image589.png"/><Relationship Id="rId36" Type="http://schemas.openxmlformats.org/officeDocument/2006/relationships/image" Target="../media/image576.png"/><Relationship Id="rId39" Type="http://schemas.openxmlformats.org/officeDocument/2006/relationships/image" Target="../media/image585.png"/><Relationship Id="rId38" Type="http://schemas.openxmlformats.org/officeDocument/2006/relationships/image" Target="../media/image572.png"/><Relationship Id="rId20" Type="http://schemas.openxmlformats.org/officeDocument/2006/relationships/image" Target="../media/image593.png"/><Relationship Id="rId22" Type="http://schemas.openxmlformats.org/officeDocument/2006/relationships/image" Target="../media/image588.png"/><Relationship Id="rId21" Type="http://schemas.openxmlformats.org/officeDocument/2006/relationships/image" Target="../media/image569.png"/><Relationship Id="rId24" Type="http://schemas.openxmlformats.org/officeDocument/2006/relationships/image" Target="../media/image571.png"/><Relationship Id="rId23" Type="http://schemas.openxmlformats.org/officeDocument/2006/relationships/image" Target="../media/image556.png"/><Relationship Id="rId26" Type="http://schemas.openxmlformats.org/officeDocument/2006/relationships/image" Target="../media/image560.png"/><Relationship Id="rId25" Type="http://schemas.openxmlformats.org/officeDocument/2006/relationships/image" Target="../media/image557.png"/><Relationship Id="rId28" Type="http://schemas.openxmlformats.org/officeDocument/2006/relationships/image" Target="../media/image570.png"/><Relationship Id="rId27" Type="http://schemas.openxmlformats.org/officeDocument/2006/relationships/image" Target="../media/image582.png"/><Relationship Id="rId29" Type="http://schemas.openxmlformats.org/officeDocument/2006/relationships/image" Target="../media/image559.png"/><Relationship Id="rId11" Type="http://schemas.openxmlformats.org/officeDocument/2006/relationships/image" Target="../media/image547.png"/><Relationship Id="rId10" Type="http://schemas.openxmlformats.org/officeDocument/2006/relationships/image" Target="../media/image558.png"/><Relationship Id="rId13" Type="http://schemas.openxmlformats.org/officeDocument/2006/relationships/image" Target="../media/image553.png"/><Relationship Id="rId12" Type="http://schemas.openxmlformats.org/officeDocument/2006/relationships/image" Target="../media/image549.png"/><Relationship Id="rId15" Type="http://schemas.openxmlformats.org/officeDocument/2006/relationships/image" Target="../media/image581.png"/><Relationship Id="rId14" Type="http://schemas.openxmlformats.org/officeDocument/2006/relationships/image" Target="../media/image580.png"/><Relationship Id="rId17" Type="http://schemas.openxmlformats.org/officeDocument/2006/relationships/image" Target="../media/image548.png"/><Relationship Id="rId16" Type="http://schemas.openxmlformats.org/officeDocument/2006/relationships/image" Target="../media/image554.png"/><Relationship Id="rId19" Type="http://schemas.openxmlformats.org/officeDocument/2006/relationships/image" Target="../media/image551.png"/><Relationship Id="rId18" Type="http://schemas.openxmlformats.org/officeDocument/2006/relationships/image" Target="../media/image56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6.png"/><Relationship Id="rId4" Type="http://schemas.openxmlformats.org/officeDocument/2006/relationships/image" Target="../media/image614.png"/><Relationship Id="rId9" Type="http://schemas.openxmlformats.org/officeDocument/2006/relationships/image" Target="../media/image592.png"/><Relationship Id="rId5" Type="http://schemas.openxmlformats.org/officeDocument/2006/relationships/image" Target="../media/image584.png"/><Relationship Id="rId6" Type="http://schemas.openxmlformats.org/officeDocument/2006/relationships/image" Target="../media/image607.png"/><Relationship Id="rId7" Type="http://schemas.openxmlformats.org/officeDocument/2006/relationships/image" Target="../media/image596.png"/><Relationship Id="rId8" Type="http://schemas.openxmlformats.org/officeDocument/2006/relationships/image" Target="../media/image587.png"/><Relationship Id="rId30" Type="http://schemas.openxmlformats.org/officeDocument/2006/relationships/image" Target="../media/image612.png"/><Relationship Id="rId20" Type="http://schemas.openxmlformats.org/officeDocument/2006/relationships/image" Target="../media/image600.png"/><Relationship Id="rId22" Type="http://schemas.openxmlformats.org/officeDocument/2006/relationships/image" Target="../media/image602.png"/><Relationship Id="rId21" Type="http://schemas.openxmlformats.org/officeDocument/2006/relationships/image" Target="../media/image601.png"/><Relationship Id="rId24" Type="http://schemas.openxmlformats.org/officeDocument/2006/relationships/image" Target="../media/image603.png"/><Relationship Id="rId23" Type="http://schemas.openxmlformats.org/officeDocument/2006/relationships/image" Target="../media/image611.png"/><Relationship Id="rId26" Type="http://schemas.openxmlformats.org/officeDocument/2006/relationships/image" Target="../media/image632.png"/><Relationship Id="rId25" Type="http://schemas.openxmlformats.org/officeDocument/2006/relationships/image" Target="../media/image604.png"/><Relationship Id="rId28" Type="http://schemas.openxmlformats.org/officeDocument/2006/relationships/image" Target="../media/image609.png"/><Relationship Id="rId27" Type="http://schemas.openxmlformats.org/officeDocument/2006/relationships/image" Target="../media/image605.png"/><Relationship Id="rId29" Type="http://schemas.openxmlformats.org/officeDocument/2006/relationships/image" Target="../media/image623.png"/><Relationship Id="rId11" Type="http://schemas.openxmlformats.org/officeDocument/2006/relationships/image" Target="../media/image591.png"/><Relationship Id="rId10" Type="http://schemas.openxmlformats.org/officeDocument/2006/relationships/image" Target="../media/image590.png"/><Relationship Id="rId13" Type="http://schemas.openxmlformats.org/officeDocument/2006/relationships/image" Target="../media/image620.png"/><Relationship Id="rId12" Type="http://schemas.openxmlformats.org/officeDocument/2006/relationships/image" Target="../media/image594.png"/><Relationship Id="rId15" Type="http://schemas.openxmlformats.org/officeDocument/2006/relationships/image" Target="../media/image615.png"/><Relationship Id="rId14" Type="http://schemas.openxmlformats.org/officeDocument/2006/relationships/image" Target="../media/image595.png"/><Relationship Id="rId17" Type="http://schemas.openxmlformats.org/officeDocument/2006/relationships/image" Target="../media/image599.png"/><Relationship Id="rId16" Type="http://schemas.openxmlformats.org/officeDocument/2006/relationships/image" Target="../media/image610.png"/><Relationship Id="rId19" Type="http://schemas.openxmlformats.org/officeDocument/2006/relationships/image" Target="../media/image598.png"/><Relationship Id="rId18" Type="http://schemas.openxmlformats.org/officeDocument/2006/relationships/image" Target="../media/image619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649.png"/><Relationship Id="rId42" Type="http://schemas.openxmlformats.org/officeDocument/2006/relationships/image" Target="../media/image670.png"/><Relationship Id="rId41" Type="http://schemas.openxmlformats.org/officeDocument/2006/relationships/image" Target="../media/image653.png"/><Relationship Id="rId44" Type="http://schemas.openxmlformats.org/officeDocument/2006/relationships/image" Target="../media/image660.png"/><Relationship Id="rId43" Type="http://schemas.openxmlformats.org/officeDocument/2006/relationships/image" Target="../media/image686.png"/><Relationship Id="rId46" Type="http://schemas.openxmlformats.org/officeDocument/2006/relationships/image" Target="../media/image668.png"/><Relationship Id="rId45" Type="http://schemas.openxmlformats.org/officeDocument/2006/relationships/image" Target="../media/image6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7.png"/><Relationship Id="rId4" Type="http://schemas.openxmlformats.org/officeDocument/2006/relationships/image" Target="../media/image606.png"/><Relationship Id="rId9" Type="http://schemas.openxmlformats.org/officeDocument/2006/relationships/image" Target="../media/image627.png"/><Relationship Id="rId48" Type="http://schemas.openxmlformats.org/officeDocument/2006/relationships/image" Target="../media/image663.png"/><Relationship Id="rId47" Type="http://schemas.openxmlformats.org/officeDocument/2006/relationships/image" Target="../media/image652.png"/><Relationship Id="rId49" Type="http://schemas.openxmlformats.org/officeDocument/2006/relationships/image" Target="../media/image657.png"/><Relationship Id="rId5" Type="http://schemas.openxmlformats.org/officeDocument/2006/relationships/image" Target="../media/image608.png"/><Relationship Id="rId6" Type="http://schemas.openxmlformats.org/officeDocument/2006/relationships/image" Target="../media/image628.png"/><Relationship Id="rId7" Type="http://schemas.openxmlformats.org/officeDocument/2006/relationships/image" Target="../media/image630.png"/><Relationship Id="rId8" Type="http://schemas.openxmlformats.org/officeDocument/2006/relationships/image" Target="../media/image626.png"/><Relationship Id="rId31" Type="http://schemas.openxmlformats.org/officeDocument/2006/relationships/image" Target="../media/image654.png"/><Relationship Id="rId30" Type="http://schemas.openxmlformats.org/officeDocument/2006/relationships/image" Target="../media/image655.png"/><Relationship Id="rId33" Type="http://schemas.openxmlformats.org/officeDocument/2006/relationships/image" Target="../media/image642.png"/><Relationship Id="rId32" Type="http://schemas.openxmlformats.org/officeDocument/2006/relationships/image" Target="../media/image636.png"/><Relationship Id="rId35" Type="http://schemas.openxmlformats.org/officeDocument/2006/relationships/image" Target="../media/image637.png"/><Relationship Id="rId34" Type="http://schemas.openxmlformats.org/officeDocument/2006/relationships/image" Target="../media/image640.png"/><Relationship Id="rId37" Type="http://schemas.openxmlformats.org/officeDocument/2006/relationships/image" Target="../media/image648.png"/><Relationship Id="rId36" Type="http://schemas.openxmlformats.org/officeDocument/2006/relationships/image" Target="../media/image674.png"/><Relationship Id="rId39" Type="http://schemas.openxmlformats.org/officeDocument/2006/relationships/image" Target="../media/image644.png"/><Relationship Id="rId38" Type="http://schemas.openxmlformats.org/officeDocument/2006/relationships/image" Target="../media/image639.png"/><Relationship Id="rId62" Type="http://schemas.openxmlformats.org/officeDocument/2006/relationships/image" Target="../media/image666.png"/><Relationship Id="rId61" Type="http://schemas.openxmlformats.org/officeDocument/2006/relationships/image" Target="../media/image664.png"/><Relationship Id="rId20" Type="http://schemas.openxmlformats.org/officeDocument/2006/relationships/image" Target="../media/image624.png"/><Relationship Id="rId64" Type="http://schemas.openxmlformats.org/officeDocument/2006/relationships/image" Target="../media/image678.png"/><Relationship Id="rId63" Type="http://schemas.openxmlformats.org/officeDocument/2006/relationships/image" Target="../media/image690.png"/><Relationship Id="rId22" Type="http://schemas.openxmlformats.org/officeDocument/2006/relationships/image" Target="../media/image638.png"/><Relationship Id="rId66" Type="http://schemas.openxmlformats.org/officeDocument/2006/relationships/image" Target="../media/image667.png"/><Relationship Id="rId21" Type="http://schemas.openxmlformats.org/officeDocument/2006/relationships/image" Target="../media/image625.png"/><Relationship Id="rId65" Type="http://schemas.openxmlformats.org/officeDocument/2006/relationships/image" Target="../media/image671.png"/><Relationship Id="rId24" Type="http://schemas.openxmlformats.org/officeDocument/2006/relationships/image" Target="../media/image646.png"/><Relationship Id="rId68" Type="http://schemas.openxmlformats.org/officeDocument/2006/relationships/image" Target="../media/image684.png"/><Relationship Id="rId23" Type="http://schemas.openxmlformats.org/officeDocument/2006/relationships/image" Target="../media/image629.png"/><Relationship Id="rId67" Type="http://schemas.openxmlformats.org/officeDocument/2006/relationships/image" Target="../media/image679.png"/><Relationship Id="rId60" Type="http://schemas.openxmlformats.org/officeDocument/2006/relationships/image" Target="../media/image696.png"/><Relationship Id="rId26" Type="http://schemas.openxmlformats.org/officeDocument/2006/relationships/image" Target="../media/image643.png"/><Relationship Id="rId25" Type="http://schemas.openxmlformats.org/officeDocument/2006/relationships/image" Target="../media/image631.png"/><Relationship Id="rId28" Type="http://schemas.openxmlformats.org/officeDocument/2006/relationships/image" Target="../media/image633.png"/><Relationship Id="rId27" Type="http://schemas.openxmlformats.org/officeDocument/2006/relationships/image" Target="../media/image656.png"/><Relationship Id="rId29" Type="http://schemas.openxmlformats.org/officeDocument/2006/relationships/image" Target="../media/image635.png"/><Relationship Id="rId51" Type="http://schemas.openxmlformats.org/officeDocument/2006/relationships/image" Target="../media/image659.png"/><Relationship Id="rId50" Type="http://schemas.openxmlformats.org/officeDocument/2006/relationships/image" Target="../media/image672.png"/><Relationship Id="rId53" Type="http://schemas.openxmlformats.org/officeDocument/2006/relationships/image" Target="../media/image675.png"/><Relationship Id="rId52" Type="http://schemas.openxmlformats.org/officeDocument/2006/relationships/image" Target="../media/image669.png"/><Relationship Id="rId11" Type="http://schemas.openxmlformats.org/officeDocument/2006/relationships/image" Target="../media/image618.png"/><Relationship Id="rId55" Type="http://schemas.openxmlformats.org/officeDocument/2006/relationships/image" Target="../media/image658.png"/><Relationship Id="rId10" Type="http://schemas.openxmlformats.org/officeDocument/2006/relationships/image" Target="../media/image613.png"/><Relationship Id="rId54" Type="http://schemas.openxmlformats.org/officeDocument/2006/relationships/image" Target="../media/image707.png"/><Relationship Id="rId13" Type="http://schemas.openxmlformats.org/officeDocument/2006/relationships/image" Target="../media/image647.png"/><Relationship Id="rId57" Type="http://schemas.openxmlformats.org/officeDocument/2006/relationships/image" Target="../media/image665.png"/><Relationship Id="rId12" Type="http://schemas.openxmlformats.org/officeDocument/2006/relationships/image" Target="../media/image651.png"/><Relationship Id="rId56" Type="http://schemas.openxmlformats.org/officeDocument/2006/relationships/image" Target="../media/image661.png"/><Relationship Id="rId15" Type="http://schemas.openxmlformats.org/officeDocument/2006/relationships/image" Target="../media/image645.png"/><Relationship Id="rId59" Type="http://schemas.openxmlformats.org/officeDocument/2006/relationships/image" Target="../media/image683.png"/><Relationship Id="rId14" Type="http://schemas.openxmlformats.org/officeDocument/2006/relationships/image" Target="../media/image650.png"/><Relationship Id="rId58" Type="http://schemas.openxmlformats.org/officeDocument/2006/relationships/image" Target="../media/image673.png"/><Relationship Id="rId17" Type="http://schemas.openxmlformats.org/officeDocument/2006/relationships/image" Target="../media/image622.png"/><Relationship Id="rId16" Type="http://schemas.openxmlformats.org/officeDocument/2006/relationships/image" Target="../media/image616.png"/><Relationship Id="rId19" Type="http://schemas.openxmlformats.org/officeDocument/2006/relationships/image" Target="../media/image634.png"/><Relationship Id="rId18" Type="http://schemas.openxmlformats.org/officeDocument/2006/relationships/image" Target="../media/image6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95.png"/><Relationship Id="rId4" Type="http://schemas.openxmlformats.org/officeDocument/2006/relationships/image" Target="../media/image682.png"/><Relationship Id="rId5" Type="http://schemas.openxmlformats.org/officeDocument/2006/relationships/image" Target="../media/image691.png"/><Relationship Id="rId6" Type="http://schemas.openxmlformats.org/officeDocument/2006/relationships/image" Target="../media/image677.png"/><Relationship Id="rId7" Type="http://schemas.openxmlformats.org/officeDocument/2006/relationships/image" Target="../media/image680.png"/><Relationship Id="rId8" Type="http://schemas.openxmlformats.org/officeDocument/2006/relationships/image" Target="../media/image7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6.png"/><Relationship Id="rId4" Type="http://schemas.openxmlformats.org/officeDocument/2006/relationships/image" Target="../media/image700.png"/><Relationship Id="rId9" Type="http://schemas.openxmlformats.org/officeDocument/2006/relationships/image" Target="../media/image708.png"/><Relationship Id="rId5" Type="http://schemas.openxmlformats.org/officeDocument/2006/relationships/image" Target="../media/image681.png"/><Relationship Id="rId6" Type="http://schemas.openxmlformats.org/officeDocument/2006/relationships/image" Target="../media/image701.png"/><Relationship Id="rId7" Type="http://schemas.openxmlformats.org/officeDocument/2006/relationships/image" Target="../media/image692.png"/><Relationship Id="rId8" Type="http://schemas.openxmlformats.org/officeDocument/2006/relationships/image" Target="../media/image698.png"/><Relationship Id="rId31" Type="http://schemas.openxmlformats.org/officeDocument/2006/relationships/image" Target="../media/image709.png"/><Relationship Id="rId30" Type="http://schemas.openxmlformats.org/officeDocument/2006/relationships/image" Target="../media/image706.png"/><Relationship Id="rId33" Type="http://schemas.openxmlformats.org/officeDocument/2006/relationships/image" Target="../media/image727.png"/><Relationship Id="rId32" Type="http://schemas.openxmlformats.org/officeDocument/2006/relationships/image" Target="../media/image717.png"/><Relationship Id="rId35" Type="http://schemas.openxmlformats.org/officeDocument/2006/relationships/image" Target="../media/image718.png"/><Relationship Id="rId34" Type="http://schemas.openxmlformats.org/officeDocument/2006/relationships/image" Target="../media/image710.png"/><Relationship Id="rId20" Type="http://schemas.openxmlformats.org/officeDocument/2006/relationships/image" Target="../media/image694.png"/><Relationship Id="rId22" Type="http://schemas.openxmlformats.org/officeDocument/2006/relationships/image" Target="../media/image743.png"/><Relationship Id="rId21" Type="http://schemas.openxmlformats.org/officeDocument/2006/relationships/image" Target="../media/image725.png"/><Relationship Id="rId24" Type="http://schemas.openxmlformats.org/officeDocument/2006/relationships/image" Target="../media/image711.png"/><Relationship Id="rId23" Type="http://schemas.openxmlformats.org/officeDocument/2006/relationships/image" Target="../media/image702.png"/><Relationship Id="rId26" Type="http://schemas.openxmlformats.org/officeDocument/2006/relationships/image" Target="../media/image713.png"/><Relationship Id="rId25" Type="http://schemas.openxmlformats.org/officeDocument/2006/relationships/image" Target="../media/image724.png"/><Relationship Id="rId28" Type="http://schemas.openxmlformats.org/officeDocument/2006/relationships/image" Target="../media/image722.png"/><Relationship Id="rId27" Type="http://schemas.openxmlformats.org/officeDocument/2006/relationships/image" Target="../media/image703.png"/><Relationship Id="rId29" Type="http://schemas.openxmlformats.org/officeDocument/2006/relationships/image" Target="../media/image705.png"/><Relationship Id="rId11" Type="http://schemas.openxmlformats.org/officeDocument/2006/relationships/image" Target="../media/image685.png"/><Relationship Id="rId10" Type="http://schemas.openxmlformats.org/officeDocument/2006/relationships/image" Target="../media/image699.png"/><Relationship Id="rId13" Type="http://schemas.openxmlformats.org/officeDocument/2006/relationships/image" Target="../media/image688.png"/><Relationship Id="rId12" Type="http://schemas.openxmlformats.org/officeDocument/2006/relationships/image" Target="../media/image687.png"/><Relationship Id="rId15" Type="http://schemas.openxmlformats.org/officeDocument/2006/relationships/image" Target="../media/image693.png"/><Relationship Id="rId14" Type="http://schemas.openxmlformats.org/officeDocument/2006/relationships/image" Target="../media/image689.png"/><Relationship Id="rId17" Type="http://schemas.openxmlformats.org/officeDocument/2006/relationships/image" Target="../media/image704.png"/><Relationship Id="rId16" Type="http://schemas.openxmlformats.org/officeDocument/2006/relationships/image" Target="../media/image712.png"/><Relationship Id="rId19" Type="http://schemas.openxmlformats.org/officeDocument/2006/relationships/image" Target="../media/image697.png"/><Relationship Id="rId18" Type="http://schemas.openxmlformats.org/officeDocument/2006/relationships/image" Target="../media/image720.png"/></Relationships>
</file>

<file path=ppt/slides/_rels/slide18.xml.rels><?xml version="1.0" encoding="UTF-8" standalone="yes"?><Relationships xmlns="http://schemas.openxmlformats.org/package/2006/relationships"><Relationship Id="rId40" Type="http://schemas.openxmlformats.org/officeDocument/2006/relationships/image" Target="../media/image7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36.png"/><Relationship Id="rId4" Type="http://schemas.openxmlformats.org/officeDocument/2006/relationships/image" Target="../media/image714.png"/><Relationship Id="rId9" Type="http://schemas.openxmlformats.org/officeDocument/2006/relationships/image" Target="../media/image746.png"/><Relationship Id="rId5" Type="http://schemas.openxmlformats.org/officeDocument/2006/relationships/image" Target="../media/image730.png"/><Relationship Id="rId6" Type="http://schemas.openxmlformats.org/officeDocument/2006/relationships/image" Target="../media/image733.png"/><Relationship Id="rId7" Type="http://schemas.openxmlformats.org/officeDocument/2006/relationships/image" Target="../media/image715.png"/><Relationship Id="rId8" Type="http://schemas.openxmlformats.org/officeDocument/2006/relationships/image" Target="../media/image716.png"/><Relationship Id="rId31" Type="http://schemas.openxmlformats.org/officeDocument/2006/relationships/image" Target="../media/image739.png"/><Relationship Id="rId30" Type="http://schemas.openxmlformats.org/officeDocument/2006/relationships/image" Target="../media/image750.png"/><Relationship Id="rId33" Type="http://schemas.openxmlformats.org/officeDocument/2006/relationships/image" Target="../media/image744.png"/><Relationship Id="rId32" Type="http://schemas.openxmlformats.org/officeDocument/2006/relationships/image" Target="../media/image748.png"/><Relationship Id="rId35" Type="http://schemas.openxmlformats.org/officeDocument/2006/relationships/image" Target="../media/image745.png"/><Relationship Id="rId34" Type="http://schemas.openxmlformats.org/officeDocument/2006/relationships/image" Target="../media/image751.png"/><Relationship Id="rId37" Type="http://schemas.openxmlformats.org/officeDocument/2006/relationships/image" Target="../media/image774.png"/><Relationship Id="rId36" Type="http://schemas.openxmlformats.org/officeDocument/2006/relationships/image" Target="../media/image779.png"/><Relationship Id="rId39" Type="http://schemas.openxmlformats.org/officeDocument/2006/relationships/image" Target="../media/image766.png"/><Relationship Id="rId38" Type="http://schemas.openxmlformats.org/officeDocument/2006/relationships/image" Target="../media/image763.png"/><Relationship Id="rId20" Type="http://schemas.openxmlformats.org/officeDocument/2006/relationships/image" Target="../media/image729.png"/><Relationship Id="rId22" Type="http://schemas.openxmlformats.org/officeDocument/2006/relationships/image" Target="../media/image747.png"/><Relationship Id="rId21" Type="http://schemas.openxmlformats.org/officeDocument/2006/relationships/image" Target="../media/image742.png"/><Relationship Id="rId24" Type="http://schemas.openxmlformats.org/officeDocument/2006/relationships/image" Target="../media/image755.png"/><Relationship Id="rId23" Type="http://schemas.openxmlformats.org/officeDocument/2006/relationships/image" Target="../media/image741.png"/><Relationship Id="rId26" Type="http://schemas.openxmlformats.org/officeDocument/2006/relationships/image" Target="../media/image738.png"/><Relationship Id="rId25" Type="http://schemas.openxmlformats.org/officeDocument/2006/relationships/image" Target="../media/image737.png"/><Relationship Id="rId28" Type="http://schemas.openxmlformats.org/officeDocument/2006/relationships/image" Target="../media/image753.png"/><Relationship Id="rId27" Type="http://schemas.openxmlformats.org/officeDocument/2006/relationships/image" Target="../media/image761.png"/><Relationship Id="rId29" Type="http://schemas.openxmlformats.org/officeDocument/2006/relationships/image" Target="../media/image777.png"/><Relationship Id="rId11" Type="http://schemas.openxmlformats.org/officeDocument/2006/relationships/image" Target="../media/image723.png"/><Relationship Id="rId10" Type="http://schemas.openxmlformats.org/officeDocument/2006/relationships/image" Target="../media/image721.png"/><Relationship Id="rId13" Type="http://schemas.openxmlformats.org/officeDocument/2006/relationships/image" Target="../media/image732.png"/><Relationship Id="rId12" Type="http://schemas.openxmlformats.org/officeDocument/2006/relationships/image" Target="../media/image726.png"/><Relationship Id="rId15" Type="http://schemas.openxmlformats.org/officeDocument/2006/relationships/image" Target="../media/image731.png"/><Relationship Id="rId14" Type="http://schemas.openxmlformats.org/officeDocument/2006/relationships/image" Target="../media/image734.png"/><Relationship Id="rId17" Type="http://schemas.openxmlformats.org/officeDocument/2006/relationships/image" Target="../media/image754.png"/><Relationship Id="rId16" Type="http://schemas.openxmlformats.org/officeDocument/2006/relationships/image" Target="../media/image740.png"/><Relationship Id="rId19" Type="http://schemas.openxmlformats.org/officeDocument/2006/relationships/image" Target="../media/image735.png"/><Relationship Id="rId18" Type="http://schemas.openxmlformats.org/officeDocument/2006/relationships/image" Target="../media/image728.png"/></Relationships>
</file>

<file path=ppt/slides/_rels/slide19.xml.rels><?xml version="1.0" encoding="UTF-8" standalone="yes"?><Relationships xmlns="http://schemas.openxmlformats.org/package/2006/relationships"><Relationship Id="rId40" Type="http://schemas.openxmlformats.org/officeDocument/2006/relationships/image" Target="../media/image814.png"/><Relationship Id="rId42" Type="http://schemas.openxmlformats.org/officeDocument/2006/relationships/image" Target="../media/image794.png"/><Relationship Id="rId41" Type="http://schemas.openxmlformats.org/officeDocument/2006/relationships/image" Target="../media/image788.png"/><Relationship Id="rId44" Type="http://schemas.openxmlformats.org/officeDocument/2006/relationships/image" Target="../media/image791.png"/><Relationship Id="rId43" Type="http://schemas.openxmlformats.org/officeDocument/2006/relationships/image" Target="../media/image825.png"/><Relationship Id="rId45" Type="http://schemas.openxmlformats.org/officeDocument/2006/relationships/image" Target="../media/image79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71.png"/><Relationship Id="rId4" Type="http://schemas.openxmlformats.org/officeDocument/2006/relationships/image" Target="../media/image765.png"/><Relationship Id="rId9" Type="http://schemas.openxmlformats.org/officeDocument/2006/relationships/image" Target="../media/image764.png"/><Relationship Id="rId5" Type="http://schemas.openxmlformats.org/officeDocument/2006/relationships/image" Target="../media/image752.png"/><Relationship Id="rId6" Type="http://schemas.openxmlformats.org/officeDocument/2006/relationships/image" Target="../media/image758.png"/><Relationship Id="rId7" Type="http://schemas.openxmlformats.org/officeDocument/2006/relationships/image" Target="../media/image762.png"/><Relationship Id="rId8" Type="http://schemas.openxmlformats.org/officeDocument/2006/relationships/image" Target="../media/image756.png"/><Relationship Id="rId31" Type="http://schemas.openxmlformats.org/officeDocument/2006/relationships/image" Target="../media/image790.png"/><Relationship Id="rId30" Type="http://schemas.openxmlformats.org/officeDocument/2006/relationships/image" Target="../media/image780.png"/><Relationship Id="rId33" Type="http://schemas.openxmlformats.org/officeDocument/2006/relationships/image" Target="../media/image784.png"/><Relationship Id="rId32" Type="http://schemas.openxmlformats.org/officeDocument/2006/relationships/image" Target="../media/image789.png"/><Relationship Id="rId35" Type="http://schemas.openxmlformats.org/officeDocument/2006/relationships/image" Target="../media/image804.png"/><Relationship Id="rId34" Type="http://schemas.openxmlformats.org/officeDocument/2006/relationships/image" Target="../media/image807.png"/><Relationship Id="rId37" Type="http://schemas.openxmlformats.org/officeDocument/2006/relationships/image" Target="../media/image797.png"/><Relationship Id="rId36" Type="http://schemas.openxmlformats.org/officeDocument/2006/relationships/image" Target="../media/image787.png"/><Relationship Id="rId39" Type="http://schemas.openxmlformats.org/officeDocument/2006/relationships/image" Target="../media/image816.png"/><Relationship Id="rId38" Type="http://schemas.openxmlformats.org/officeDocument/2006/relationships/image" Target="../media/image786.png"/><Relationship Id="rId20" Type="http://schemas.openxmlformats.org/officeDocument/2006/relationships/image" Target="../media/image768.png"/><Relationship Id="rId22" Type="http://schemas.openxmlformats.org/officeDocument/2006/relationships/image" Target="../media/image778.png"/><Relationship Id="rId21" Type="http://schemas.openxmlformats.org/officeDocument/2006/relationships/image" Target="../media/image767.png"/><Relationship Id="rId24" Type="http://schemas.openxmlformats.org/officeDocument/2006/relationships/image" Target="../media/image773.png"/><Relationship Id="rId23" Type="http://schemas.openxmlformats.org/officeDocument/2006/relationships/image" Target="../media/image772.png"/><Relationship Id="rId26" Type="http://schemas.openxmlformats.org/officeDocument/2006/relationships/image" Target="../media/image775.png"/><Relationship Id="rId25" Type="http://schemas.openxmlformats.org/officeDocument/2006/relationships/image" Target="../media/image824.png"/><Relationship Id="rId28" Type="http://schemas.openxmlformats.org/officeDocument/2006/relationships/image" Target="../media/image785.png"/><Relationship Id="rId27" Type="http://schemas.openxmlformats.org/officeDocument/2006/relationships/image" Target="../media/image782.png"/><Relationship Id="rId29" Type="http://schemas.openxmlformats.org/officeDocument/2006/relationships/image" Target="../media/image781.png"/><Relationship Id="rId11" Type="http://schemas.openxmlformats.org/officeDocument/2006/relationships/image" Target="../media/image757.png"/><Relationship Id="rId10" Type="http://schemas.openxmlformats.org/officeDocument/2006/relationships/image" Target="../media/image783.png"/><Relationship Id="rId13" Type="http://schemas.openxmlformats.org/officeDocument/2006/relationships/image" Target="../media/image770.png"/><Relationship Id="rId12" Type="http://schemas.openxmlformats.org/officeDocument/2006/relationships/image" Target="../media/image810.png"/><Relationship Id="rId15" Type="http://schemas.openxmlformats.org/officeDocument/2006/relationships/image" Target="../media/image769.png"/><Relationship Id="rId14" Type="http://schemas.openxmlformats.org/officeDocument/2006/relationships/image" Target="../media/image759.png"/><Relationship Id="rId17" Type="http://schemas.openxmlformats.org/officeDocument/2006/relationships/image" Target="../media/image776.png"/><Relationship Id="rId16" Type="http://schemas.openxmlformats.org/officeDocument/2006/relationships/image" Target="../media/image760.png"/><Relationship Id="rId19" Type="http://schemas.openxmlformats.org/officeDocument/2006/relationships/image" Target="../media/image803.png"/><Relationship Id="rId18" Type="http://schemas.openxmlformats.org/officeDocument/2006/relationships/image" Target="../media/image792.png"/></Relationships>
</file>

<file path=ppt/slides/_rels/slide20.xml.rels><?xml version="1.0" encoding="UTF-8" standalone="yes"?><Relationships xmlns="http://schemas.openxmlformats.org/package/2006/relationships"><Relationship Id="rId40" Type="http://schemas.openxmlformats.org/officeDocument/2006/relationships/image" Target="../media/image827.png"/><Relationship Id="rId42" Type="http://schemas.openxmlformats.org/officeDocument/2006/relationships/image" Target="../media/image829.png"/><Relationship Id="rId41" Type="http://schemas.openxmlformats.org/officeDocument/2006/relationships/image" Target="../media/image8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96.png"/><Relationship Id="rId4" Type="http://schemas.openxmlformats.org/officeDocument/2006/relationships/image" Target="../media/image795.png"/><Relationship Id="rId9" Type="http://schemas.openxmlformats.org/officeDocument/2006/relationships/image" Target="../media/image800.png"/><Relationship Id="rId5" Type="http://schemas.openxmlformats.org/officeDocument/2006/relationships/image" Target="../media/image799.png"/><Relationship Id="rId6" Type="http://schemas.openxmlformats.org/officeDocument/2006/relationships/image" Target="../media/image798.png"/><Relationship Id="rId7" Type="http://schemas.openxmlformats.org/officeDocument/2006/relationships/image" Target="../media/image801.png"/><Relationship Id="rId8" Type="http://schemas.openxmlformats.org/officeDocument/2006/relationships/image" Target="../media/image813.png"/><Relationship Id="rId31" Type="http://schemas.openxmlformats.org/officeDocument/2006/relationships/image" Target="../media/image821.png"/><Relationship Id="rId30" Type="http://schemas.openxmlformats.org/officeDocument/2006/relationships/image" Target="../media/image844.png"/><Relationship Id="rId33" Type="http://schemas.openxmlformats.org/officeDocument/2006/relationships/image" Target="../media/image833.png"/><Relationship Id="rId32" Type="http://schemas.openxmlformats.org/officeDocument/2006/relationships/image" Target="../media/image856.png"/><Relationship Id="rId35" Type="http://schemas.openxmlformats.org/officeDocument/2006/relationships/image" Target="../media/image835.png"/><Relationship Id="rId34" Type="http://schemas.openxmlformats.org/officeDocument/2006/relationships/image" Target="../media/image823.png"/><Relationship Id="rId37" Type="http://schemas.openxmlformats.org/officeDocument/2006/relationships/image" Target="../media/image872.png"/><Relationship Id="rId36" Type="http://schemas.openxmlformats.org/officeDocument/2006/relationships/image" Target="../media/image836.png"/><Relationship Id="rId39" Type="http://schemas.openxmlformats.org/officeDocument/2006/relationships/image" Target="../media/image830.png"/><Relationship Id="rId38" Type="http://schemas.openxmlformats.org/officeDocument/2006/relationships/image" Target="../media/image834.png"/><Relationship Id="rId20" Type="http://schemas.openxmlformats.org/officeDocument/2006/relationships/image" Target="../media/image818.png"/><Relationship Id="rId22" Type="http://schemas.openxmlformats.org/officeDocument/2006/relationships/image" Target="../media/image812.png"/><Relationship Id="rId21" Type="http://schemas.openxmlformats.org/officeDocument/2006/relationships/image" Target="../media/image828.png"/><Relationship Id="rId24" Type="http://schemas.openxmlformats.org/officeDocument/2006/relationships/image" Target="../media/image843.png"/><Relationship Id="rId23" Type="http://schemas.openxmlformats.org/officeDocument/2006/relationships/image" Target="../media/image826.png"/><Relationship Id="rId26" Type="http://schemas.openxmlformats.org/officeDocument/2006/relationships/image" Target="../media/image855.png"/><Relationship Id="rId25" Type="http://schemas.openxmlformats.org/officeDocument/2006/relationships/image" Target="../media/image815.png"/><Relationship Id="rId28" Type="http://schemas.openxmlformats.org/officeDocument/2006/relationships/image" Target="../media/image819.png"/><Relationship Id="rId27" Type="http://schemas.openxmlformats.org/officeDocument/2006/relationships/image" Target="../media/image822.png"/><Relationship Id="rId29" Type="http://schemas.openxmlformats.org/officeDocument/2006/relationships/image" Target="../media/image820.png"/><Relationship Id="rId11" Type="http://schemas.openxmlformats.org/officeDocument/2006/relationships/image" Target="../media/image817.png"/><Relationship Id="rId10" Type="http://schemas.openxmlformats.org/officeDocument/2006/relationships/image" Target="../media/image802.png"/><Relationship Id="rId13" Type="http://schemas.openxmlformats.org/officeDocument/2006/relationships/image" Target="../media/image805.png"/><Relationship Id="rId12" Type="http://schemas.openxmlformats.org/officeDocument/2006/relationships/image" Target="../media/image841.png"/><Relationship Id="rId15" Type="http://schemas.openxmlformats.org/officeDocument/2006/relationships/image" Target="../media/image806.png"/><Relationship Id="rId14" Type="http://schemas.openxmlformats.org/officeDocument/2006/relationships/image" Target="../media/image840.png"/><Relationship Id="rId17" Type="http://schemas.openxmlformats.org/officeDocument/2006/relationships/image" Target="../media/image838.png"/><Relationship Id="rId16" Type="http://schemas.openxmlformats.org/officeDocument/2006/relationships/image" Target="../media/image808.png"/><Relationship Id="rId19" Type="http://schemas.openxmlformats.org/officeDocument/2006/relationships/image" Target="../media/image809.png"/><Relationship Id="rId18" Type="http://schemas.openxmlformats.org/officeDocument/2006/relationships/image" Target="../media/image8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2.png"/><Relationship Id="rId4" Type="http://schemas.openxmlformats.org/officeDocument/2006/relationships/image" Target="../media/image842.png"/><Relationship Id="rId9" Type="http://schemas.openxmlformats.org/officeDocument/2006/relationships/image" Target="../media/image849.png"/><Relationship Id="rId5" Type="http://schemas.openxmlformats.org/officeDocument/2006/relationships/image" Target="../media/image832.png"/><Relationship Id="rId6" Type="http://schemas.openxmlformats.org/officeDocument/2006/relationships/image" Target="../media/image837.png"/><Relationship Id="rId7" Type="http://schemas.openxmlformats.org/officeDocument/2006/relationships/image" Target="../media/image850.png"/><Relationship Id="rId8" Type="http://schemas.openxmlformats.org/officeDocument/2006/relationships/image" Target="../media/image860.png"/><Relationship Id="rId31" Type="http://schemas.openxmlformats.org/officeDocument/2006/relationships/image" Target="../media/image893.png"/><Relationship Id="rId30" Type="http://schemas.openxmlformats.org/officeDocument/2006/relationships/image" Target="../media/image877.png"/><Relationship Id="rId33" Type="http://schemas.openxmlformats.org/officeDocument/2006/relationships/image" Target="../media/image862.png"/><Relationship Id="rId32" Type="http://schemas.openxmlformats.org/officeDocument/2006/relationships/image" Target="../media/image881.png"/><Relationship Id="rId35" Type="http://schemas.openxmlformats.org/officeDocument/2006/relationships/image" Target="../media/image863.png"/><Relationship Id="rId34" Type="http://schemas.openxmlformats.org/officeDocument/2006/relationships/image" Target="../media/image895.png"/><Relationship Id="rId37" Type="http://schemas.openxmlformats.org/officeDocument/2006/relationships/image" Target="../media/image866.png"/><Relationship Id="rId36" Type="http://schemas.openxmlformats.org/officeDocument/2006/relationships/image" Target="../media/image870.png"/><Relationship Id="rId39" Type="http://schemas.openxmlformats.org/officeDocument/2006/relationships/image" Target="../media/image873.png"/><Relationship Id="rId38" Type="http://schemas.openxmlformats.org/officeDocument/2006/relationships/image" Target="../media/image875.png"/><Relationship Id="rId20" Type="http://schemas.openxmlformats.org/officeDocument/2006/relationships/image" Target="../media/image853.png"/><Relationship Id="rId22" Type="http://schemas.openxmlformats.org/officeDocument/2006/relationships/image" Target="../media/image861.png"/><Relationship Id="rId21" Type="http://schemas.openxmlformats.org/officeDocument/2006/relationships/image" Target="../media/image867.png"/><Relationship Id="rId24" Type="http://schemas.openxmlformats.org/officeDocument/2006/relationships/image" Target="../media/image857.png"/><Relationship Id="rId23" Type="http://schemas.openxmlformats.org/officeDocument/2006/relationships/image" Target="../media/image869.png"/><Relationship Id="rId26" Type="http://schemas.openxmlformats.org/officeDocument/2006/relationships/image" Target="../media/image868.png"/><Relationship Id="rId25" Type="http://schemas.openxmlformats.org/officeDocument/2006/relationships/image" Target="../media/image865.png"/><Relationship Id="rId28" Type="http://schemas.openxmlformats.org/officeDocument/2006/relationships/image" Target="../media/image871.png"/><Relationship Id="rId27" Type="http://schemas.openxmlformats.org/officeDocument/2006/relationships/image" Target="../media/image915.png"/><Relationship Id="rId29" Type="http://schemas.openxmlformats.org/officeDocument/2006/relationships/image" Target="../media/image859.png"/><Relationship Id="rId11" Type="http://schemas.openxmlformats.org/officeDocument/2006/relationships/image" Target="../media/image839.png"/><Relationship Id="rId10" Type="http://schemas.openxmlformats.org/officeDocument/2006/relationships/image" Target="../media/image847.png"/><Relationship Id="rId13" Type="http://schemas.openxmlformats.org/officeDocument/2006/relationships/image" Target="../media/image888.png"/><Relationship Id="rId12" Type="http://schemas.openxmlformats.org/officeDocument/2006/relationships/image" Target="../media/image845.png"/><Relationship Id="rId15" Type="http://schemas.openxmlformats.org/officeDocument/2006/relationships/image" Target="../media/image848.png"/><Relationship Id="rId14" Type="http://schemas.openxmlformats.org/officeDocument/2006/relationships/image" Target="../media/image846.png"/><Relationship Id="rId17" Type="http://schemas.openxmlformats.org/officeDocument/2006/relationships/image" Target="../media/image854.png"/><Relationship Id="rId16" Type="http://schemas.openxmlformats.org/officeDocument/2006/relationships/image" Target="../media/image851.png"/><Relationship Id="rId19" Type="http://schemas.openxmlformats.org/officeDocument/2006/relationships/image" Target="../media/image858.png"/><Relationship Id="rId18" Type="http://schemas.openxmlformats.org/officeDocument/2006/relationships/image" Target="../media/image864.png"/></Relationships>
</file>

<file path=ppt/slides/_rels/slide22.xml.rels><?xml version="1.0" encoding="UTF-8" standalone="yes"?><Relationships xmlns="http://schemas.openxmlformats.org/package/2006/relationships"><Relationship Id="rId40" Type="http://schemas.openxmlformats.org/officeDocument/2006/relationships/image" Target="../media/image9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82.png"/><Relationship Id="rId4" Type="http://schemas.openxmlformats.org/officeDocument/2006/relationships/image" Target="../media/image879.png"/><Relationship Id="rId9" Type="http://schemas.openxmlformats.org/officeDocument/2006/relationships/image" Target="../media/image880.png"/><Relationship Id="rId5" Type="http://schemas.openxmlformats.org/officeDocument/2006/relationships/image" Target="../media/image874.png"/><Relationship Id="rId6" Type="http://schemas.openxmlformats.org/officeDocument/2006/relationships/image" Target="../media/image912.png"/><Relationship Id="rId7" Type="http://schemas.openxmlformats.org/officeDocument/2006/relationships/image" Target="../media/image886.png"/><Relationship Id="rId8" Type="http://schemas.openxmlformats.org/officeDocument/2006/relationships/image" Target="../media/image876.png"/><Relationship Id="rId31" Type="http://schemas.openxmlformats.org/officeDocument/2006/relationships/image" Target="../media/image913.png"/><Relationship Id="rId30" Type="http://schemas.openxmlformats.org/officeDocument/2006/relationships/image" Target="../media/image924.png"/><Relationship Id="rId33" Type="http://schemas.openxmlformats.org/officeDocument/2006/relationships/image" Target="../media/image932.png"/><Relationship Id="rId32" Type="http://schemas.openxmlformats.org/officeDocument/2006/relationships/image" Target="../media/image903.png"/><Relationship Id="rId35" Type="http://schemas.openxmlformats.org/officeDocument/2006/relationships/image" Target="../media/image923.png"/><Relationship Id="rId34" Type="http://schemas.openxmlformats.org/officeDocument/2006/relationships/image" Target="../media/image900.png"/><Relationship Id="rId37" Type="http://schemas.openxmlformats.org/officeDocument/2006/relationships/image" Target="../media/image904.png"/><Relationship Id="rId36" Type="http://schemas.openxmlformats.org/officeDocument/2006/relationships/image" Target="../media/image922.png"/><Relationship Id="rId39" Type="http://schemas.openxmlformats.org/officeDocument/2006/relationships/image" Target="../media/image905.png"/><Relationship Id="rId38" Type="http://schemas.openxmlformats.org/officeDocument/2006/relationships/image" Target="../media/image917.png"/><Relationship Id="rId20" Type="http://schemas.openxmlformats.org/officeDocument/2006/relationships/image" Target="../media/image890.png"/><Relationship Id="rId22" Type="http://schemas.openxmlformats.org/officeDocument/2006/relationships/image" Target="../media/image892.png"/><Relationship Id="rId21" Type="http://schemas.openxmlformats.org/officeDocument/2006/relationships/image" Target="../media/image908.png"/><Relationship Id="rId24" Type="http://schemas.openxmlformats.org/officeDocument/2006/relationships/image" Target="../media/image899.png"/><Relationship Id="rId23" Type="http://schemas.openxmlformats.org/officeDocument/2006/relationships/image" Target="../media/image894.png"/><Relationship Id="rId26" Type="http://schemas.openxmlformats.org/officeDocument/2006/relationships/image" Target="../media/image901.png"/><Relationship Id="rId25" Type="http://schemas.openxmlformats.org/officeDocument/2006/relationships/image" Target="../media/image896.png"/><Relationship Id="rId28" Type="http://schemas.openxmlformats.org/officeDocument/2006/relationships/image" Target="../media/image898.png"/><Relationship Id="rId27" Type="http://schemas.openxmlformats.org/officeDocument/2006/relationships/image" Target="../media/image889.png"/><Relationship Id="rId29" Type="http://schemas.openxmlformats.org/officeDocument/2006/relationships/image" Target="../media/image909.png"/><Relationship Id="rId11" Type="http://schemas.openxmlformats.org/officeDocument/2006/relationships/image" Target="../media/image885.png"/><Relationship Id="rId10" Type="http://schemas.openxmlformats.org/officeDocument/2006/relationships/image" Target="../media/image891.png"/><Relationship Id="rId13" Type="http://schemas.openxmlformats.org/officeDocument/2006/relationships/image" Target="../media/image878.png"/><Relationship Id="rId12" Type="http://schemas.openxmlformats.org/officeDocument/2006/relationships/image" Target="../media/image883.png"/><Relationship Id="rId15" Type="http://schemas.openxmlformats.org/officeDocument/2006/relationships/image" Target="../media/image884.png"/><Relationship Id="rId14" Type="http://schemas.openxmlformats.org/officeDocument/2006/relationships/image" Target="../media/image897.png"/><Relationship Id="rId17" Type="http://schemas.openxmlformats.org/officeDocument/2006/relationships/image" Target="../media/image902.png"/><Relationship Id="rId16" Type="http://schemas.openxmlformats.org/officeDocument/2006/relationships/image" Target="../media/image906.png"/><Relationship Id="rId19" Type="http://schemas.openxmlformats.org/officeDocument/2006/relationships/image" Target="../media/image928.png"/><Relationship Id="rId18" Type="http://schemas.openxmlformats.org/officeDocument/2006/relationships/image" Target="../media/image88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44.png"/><Relationship Id="rId4" Type="http://schemas.openxmlformats.org/officeDocument/2006/relationships/image" Target="../media/image919.png"/><Relationship Id="rId9" Type="http://schemas.openxmlformats.org/officeDocument/2006/relationships/image" Target="../media/image931.png"/><Relationship Id="rId5" Type="http://schemas.openxmlformats.org/officeDocument/2006/relationships/image" Target="../media/image907.png"/><Relationship Id="rId6" Type="http://schemas.openxmlformats.org/officeDocument/2006/relationships/image" Target="../media/image910.png"/><Relationship Id="rId7" Type="http://schemas.openxmlformats.org/officeDocument/2006/relationships/image" Target="../media/image911.png"/><Relationship Id="rId8" Type="http://schemas.openxmlformats.org/officeDocument/2006/relationships/image" Target="../media/image921.png"/><Relationship Id="rId30" Type="http://schemas.openxmlformats.org/officeDocument/2006/relationships/image" Target="../media/image933.png"/><Relationship Id="rId20" Type="http://schemas.openxmlformats.org/officeDocument/2006/relationships/image" Target="../media/image960.png"/><Relationship Id="rId22" Type="http://schemas.openxmlformats.org/officeDocument/2006/relationships/image" Target="../media/image958.png"/><Relationship Id="rId21" Type="http://schemas.openxmlformats.org/officeDocument/2006/relationships/image" Target="../media/image937.png"/><Relationship Id="rId24" Type="http://schemas.openxmlformats.org/officeDocument/2006/relationships/image" Target="../media/image964.png"/><Relationship Id="rId23" Type="http://schemas.openxmlformats.org/officeDocument/2006/relationships/image" Target="../media/image926.png"/><Relationship Id="rId26" Type="http://schemas.openxmlformats.org/officeDocument/2006/relationships/image" Target="../media/image935.png"/><Relationship Id="rId25" Type="http://schemas.openxmlformats.org/officeDocument/2006/relationships/image" Target="../media/image929.png"/><Relationship Id="rId28" Type="http://schemas.openxmlformats.org/officeDocument/2006/relationships/image" Target="../media/image968.png"/><Relationship Id="rId27" Type="http://schemas.openxmlformats.org/officeDocument/2006/relationships/image" Target="../media/image946.png"/><Relationship Id="rId29" Type="http://schemas.openxmlformats.org/officeDocument/2006/relationships/image" Target="../media/image939.png"/><Relationship Id="rId11" Type="http://schemas.openxmlformats.org/officeDocument/2006/relationships/image" Target="../media/image927.png"/><Relationship Id="rId10" Type="http://schemas.openxmlformats.org/officeDocument/2006/relationships/image" Target="../media/image914.png"/><Relationship Id="rId13" Type="http://schemas.openxmlformats.org/officeDocument/2006/relationships/image" Target="../media/image916.png"/><Relationship Id="rId12" Type="http://schemas.openxmlformats.org/officeDocument/2006/relationships/image" Target="../media/image920.png"/><Relationship Id="rId15" Type="http://schemas.openxmlformats.org/officeDocument/2006/relationships/image" Target="../media/image925.png"/><Relationship Id="rId14" Type="http://schemas.openxmlformats.org/officeDocument/2006/relationships/image" Target="../media/image918.png"/><Relationship Id="rId17" Type="http://schemas.openxmlformats.org/officeDocument/2006/relationships/image" Target="../media/image930.png"/><Relationship Id="rId16" Type="http://schemas.openxmlformats.org/officeDocument/2006/relationships/image" Target="../media/image953.png"/><Relationship Id="rId19" Type="http://schemas.openxmlformats.org/officeDocument/2006/relationships/image" Target="../media/image938.png"/><Relationship Id="rId18" Type="http://schemas.openxmlformats.org/officeDocument/2006/relationships/image" Target="../media/image93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70.png"/><Relationship Id="rId4" Type="http://schemas.openxmlformats.org/officeDocument/2006/relationships/image" Target="../media/image940.png"/><Relationship Id="rId9" Type="http://schemas.openxmlformats.org/officeDocument/2006/relationships/image" Target="../media/image949.png"/><Relationship Id="rId5" Type="http://schemas.openxmlformats.org/officeDocument/2006/relationships/image" Target="../media/image961.png"/><Relationship Id="rId6" Type="http://schemas.openxmlformats.org/officeDocument/2006/relationships/image" Target="../media/image987.png"/><Relationship Id="rId7" Type="http://schemas.openxmlformats.org/officeDocument/2006/relationships/image" Target="../media/image942.png"/><Relationship Id="rId8" Type="http://schemas.openxmlformats.org/officeDocument/2006/relationships/image" Target="../media/image941.png"/><Relationship Id="rId31" Type="http://schemas.openxmlformats.org/officeDocument/2006/relationships/image" Target="../media/image975.png"/><Relationship Id="rId30" Type="http://schemas.openxmlformats.org/officeDocument/2006/relationships/image" Target="../media/image965.png"/><Relationship Id="rId33" Type="http://schemas.openxmlformats.org/officeDocument/2006/relationships/image" Target="../media/image981.png"/><Relationship Id="rId32" Type="http://schemas.openxmlformats.org/officeDocument/2006/relationships/image" Target="../media/image988.png"/><Relationship Id="rId20" Type="http://schemas.openxmlformats.org/officeDocument/2006/relationships/image" Target="../media/image952.png"/><Relationship Id="rId22" Type="http://schemas.openxmlformats.org/officeDocument/2006/relationships/image" Target="../media/image954.png"/><Relationship Id="rId21" Type="http://schemas.openxmlformats.org/officeDocument/2006/relationships/image" Target="../media/image976.png"/><Relationship Id="rId24" Type="http://schemas.openxmlformats.org/officeDocument/2006/relationships/image" Target="../media/image978.png"/><Relationship Id="rId23" Type="http://schemas.openxmlformats.org/officeDocument/2006/relationships/image" Target="../media/image957.png"/><Relationship Id="rId26" Type="http://schemas.openxmlformats.org/officeDocument/2006/relationships/image" Target="../media/image974.png"/><Relationship Id="rId25" Type="http://schemas.openxmlformats.org/officeDocument/2006/relationships/image" Target="../media/image963.png"/><Relationship Id="rId28" Type="http://schemas.openxmlformats.org/officeDocument/2006/relationships/image" Target="../media/image985.png"/><Relationship Id="rId27" Type="http://schemas.openxmlformats.org/officeDocument/2006/relationships/image" Target="../media/image966.png"/><Relationship Id="rId29" Type="http://schemas.openxmlformats.org/officeDocument/2006/relationships/image" Target="../media/image962.png"/><Relationship Id="rId11" Type="http://schemas.openxmlformats.org/officeDocument/2006/relationships/image" Target="../media/image945.png"/><Relationship Id="rId10" Type="http://schemas.openxmlformats.org/officeDocument/2006/relationships/image" Target="../media/image951.png"/><Relationship Id="rId13" Type="http://schemas.openxmlformats.org/officeDocument/2006/relationships/image" Target="../media/image943.png"/><Relationship Id="rId12" Type="http://schemas.openxmlformats.org/officeDocument/2006/relationships/image" Target="../media/image950.png"/><Relationship Id="rId15" Type="http://schemas.openxmlformats.org/officeDocument/2006/relationships/image" Target="../media/image959.png"/><Relationship Id="rId14" Type="http://schemas.openxmlformats.org/officeDocument/2006/relationships/image" Target="../media/image947.png"/><Relationship Id="rId17" Type="http://schemas.openxmlformats.org/officeDocument/2006/relationships/image" Target="../media/image956.png"/><Relationship Id="rId16" Type="http://schemas.openxmlformats.org/officeDocument/2006/relationships/image" Target="../media/image948.png"/><Relationship Id="rId19" Type="http://schemas.openxmlformats.org/officeDocument/2006/relationships/image" Target="../media/image973.png"/><Relationship Id="rId18" Type="http://schemas.openxmlformats.org/officeDocument/2006/relationships/image" Target="../media/image955.png"/></Relationships>
</file>

<file path=ppt/slides/_rels/slide2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04.png"/><Relationship Id="rId42" Type="http://schemas.openxmlformats.org/officeDocument/2006/relationships/image" Target="../media/image1011.png"/><Relationship Id="rId41" Type="http://schemas.openxmlformats.org/officeDocument/2006/relationships/image" Target="../media/image1023.png"/><Relationship Id="rId44" Type="http://schemas.openxmlformats.org/officeDocument/2006/relationships/image" Target="../media/image1006.png"/><Relationship Id="rId43" Type="http://schemas.openxmlformats.org/officeDocument/2006/relationships/image" Target="../media/image1010.png"/><Relationship Id="rId46" Type="http://schemas.openxmlformats.org/officeDocument/2006/relationships/image" Target="../media/image1053.png"/><Relationship Id="rId45" Type="http://schemas.openxmlformats.org/officeDocument/2006/relationships/image" Target="../media/image10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7.png"/><Relationship Id="rId4" Type="http://schemas.openxmlformats.org/officeDocument/2006/relationships/image" Target="../media/image997.png"/><Relationship Id="rId9" Type="http://schemas.openxmlformats.org/officeDocument/2006/relationships/image" Target="../media/image971.png"/><Relationship Id="rId48" Type="http://schemas.openxmlformats.org/officeDocument/2006/relationships/image" Target="../media/image1016.png"/><Relationship Id="rId47" Type="http://schemas.openxmlformats.org/officeDocument/2006/relationships/image" Target="../media/image1014.png"/><Relationship Id="rId49" Type="http://schemas.openxmlformats.org/officeDocument/2006/relationships/image" Target="../media/image1046.png"/><Relationship Id="rId5" Type="http://schemas.openxmlformats.org/officeDocument/2006/relationships/image" Target="../media/image977.png"/><Relationship Id="rId6" Type="http://schemas.openxmlformats.org/officeDocument/2006/relationships/image" Target="../media/image972.png"/><Relationship Id="rId7" Type="http://schemas.openxmlformats.org/officeDocument/2006/relationships/image" Target="../media/image969.png"/><Relationship Id="rId8" Type="http://schemas.openxmlformats.org/officeDocument/2006/relationships/image" Target="../media/image980.png"/><Relationship Id="rId31" Type="http://schemas.openxmlformats.org/officeDocument/2006/relationships/image" Target="../media/image999.png"/><Relationship Id="rId30" Type="http://schemas.openxmlformats.org/officeDocument/2006/relationships/image" Target="../media/image1024.png"/><Relationship Id="rId33" Type="http://schemas.openxmlformats.org/officeDocument/2006/relationships/image" Target="../media/image1008.png"/><Relationship Id="rId32" Type="http://schemas.openxmlformats.org/officeDocument/2006/relationships/image" Target="../media/image1020.png"/><Relationship Id="rId35" Type="http://schemas.openxmlformats.org/officeDocument/2006/relationships/image" Target="../media/image1005.png"/><Relationship Id="rId34" Type="http://schemas.openxmlformats.org/officeDocument/2006/relationships/image" Target="../media/image1002.png"/><Relationship Id="rId37" Type="http://schemas.openxmlformats.org/officeDocument/2006/relationships/image" Target="../media/image1019.png"/><Relationship Id="rId36" Type="http://schemas.openxmlformats.org/officeDocument/2006/relationships/image" Target="../media/image1000.png"/><Relationship Id="rId39" Type="http://schemas.openxmlformats.org/officeDocument/2006/relationships/image" Target="../media/image1013.png"/><Relationship Id="rId38" Type="http://schemas.openxmlformats.org/officeDocument/2006/relationships/image" Target="../media/image1009.png"/><Relationship Id="rId20" Type="http://schemas.openxmlformats.org/officeDocument/2006/relationships/image" Target="../media/image993.png"/><Relationship Id="rId22" Type="http://schemas.openxmlformats.org/officeDocument/2006/relationships/image" Target="../media/image991.png"/><Relationship Id="rId21" Type="http://schemas.openxmlformats.org/officeDocument/2006/relationships/image" Target="../media/image986.png"/><Relationship Id="rId24" Type="http://schemas.openxmlformats.org/officeDocument/2006/relationships/image" Target="../media/image994.png"/><Relationship Id="rId23" Type="http://schemas.openxmlformats.org/officeDocument/2006/relationships/image" Target="../media/image990.png"/><Relationship Id="rId26" Type="http://schemas.openxmlformats.org/officeDocument/2006/relationships/image" Target="../media/image1003.png"/><Relationship Id="rId25" Type="http://schemas.openxmlformats.org/officeDocument/2006/relationships/image" Target="../media/image992.png"/><Relationship Id="rId28" Type="http://schemas.openxmlformats.org/officeDocument/2006/relationships/image" Target="../media/image995.png"/><Relationship Id="rId27" Type="http://schemas.openxmlformats.org/officeDocument/2006/relationships/image" Target="../media/image996.png"/><Relationship Id="rId29" Type="http://schemas.openxmlformats.org/officeDocument/2006/relationships/image" Target="../media/image1015.png"/><Relationship Id="rId51" Type="http://schemas.openxmlformats.org/officeDocument/2006/relationships/image" Target="../media/image1031.png"/><Relationship Id="rId50" Type="http://schemas.openxmlformats.org/officeDocument/2006/relationships/image" Target="../media/image1041.png"/><Relationship Id="rId53" Type="http://schemas.openxmlformats.org/officeDocument/2006/relationships/image" Target="../media/image1026.png"/><Relationship Id="rId52" Type="http://schemas.openxmlformats.org/officeDocument/2006/relationships/image" Target="../media/image1050.png"/><Relationship Id="rId11" Type="http://schemas.openxmlformats.org/officeDocument/2006/relationships/image" Target="../media/image1017.png"/><Relationship Id="rId10" Type="http://schemas.openxmlformats.org/officeDocument/2006/relationships/image" Target="../media/image989.png"/><Relationship Id="rId54" Type="http://schemas.openxmlformats.org/officeDocument/2006/relationships/image" Target="../media/image1029.png"/><Relationship Id="rId13" Type="http://schemas.openxmlformats.org/officeDocument/2006/relationships/image" Target="../media/image1030.png"/><Relationship Id="rId12" Type="http://schemas.openxmlformats.org/officeDocument/2006/relationships/image" Target="../media/image983.png"/><Relationship Id="rId15" Type="http://schemas.openxmlformats.org/officeDocument/2006/relationships/image" Target="../media/image984.png"/><Relationship Id="rId14" Type="http://schemas.openxmlformats.org/officeDocument/2006/relationships/image" Target="../media/image979.png"/><Relationship Id="rId17" Type="http://schemas.openxmlformats.org/officeDocument/2006/relationships/image" Target="../media/image998.png"/><Relationship Id="rId16" Type="http://schemas.openxmlformats.org/officeDocument/2006/relationships/image" Target="../media/image982.png"/><Relationship Id="rId19" Type="http://schemas.openxmlformats.org/officeDocument/2006/relationships/image" Target="../media/image1007.png"/><Relationship Id="rId18" Type="http://schemas.openxmlformats.org/officeDocument/2006/relationships/image" Target="../media/image100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35.png"/><Relationship Id="rId4" Type="http://schemas.openxmlformats.org/officeDocument/2006/relationships/image" Target="../media/image1018.png"/><Relationship Id="rId9" Type="http://schemas.openxmlformats.org/officeDocument/2006/relationships/image" Target="../media/image1038.png"/><Relationship Id="rId5" Type="http://schemas.openxmlformats.org/officeDocument/2006/relationships/image" Target="../media/image1034.png"/><Relationship Id="rId6" Type="http://schemas.openxmlformats.org/officeDocument/2006/relationships/image" Target="../media/image1022.png"/><Relationship Id="rId7" Type="http://schemas.openxmlformats.org/officeDocument/2006/relationships/image" Target="../media/image1021.png"/><Relationship Id="rId8" Type="http://schemas.openxmlformats.org/officeDocument/2006/relationships/image" Target="../media/image1025.png"/><Relationship Id="rId20" Type="http://schemas.openxmlformats.org/officeDocument/2006/relationships/image" Target="../media/image1075.png"/><Relationship Id="rId22" Type="http://schemas.openxmlformats.org/officeDocument/2006/relationships/image" Target="../media/image1047.png"/><Relationship Id="rId21" Type="http://schemas.openxmlformats.org/officeDocument/2006/relationships/image" Target="../media/image1040.png"/><Relationship Id="rId24" Type="http://schemas.openxmlformats.org/officeDocument/2006/relationships/image" Target="../media/image1061.png"/><Relationship Id="rId23" Type="http://schemas.openxmlformats.org/officeDocument/2006/relationships/image" Target="../media/image1062.png"/><Relationship Id="rId26" Type="http://schemas.openxmlformats.org/officeDocument/2006/relationships/image" Target="../media/image1060.png"/><Relationship Id="rId25" Type="http://schemas.openxmlformats.org/officeDocument/2006/relationships/image" Target="../media/image1057.png"/><Relationship Id="rId11" Type="http://schemas.openxmlformats.org/officeDocument/2006/relationships/image" Target="../media/image1032.png"/><Relationship Id="rId10" Type="http://schemas.openxmlformats.org/officeDocument/2006/relationships/image" Target="../media/image1028.png"/><Relationship Id="rId13" Type="http://schemas.openxmlformats.org/officeDocument/2006/relationships/image" Target="../media/image1027.png"/><Relationship Id="rId12" Type="http://schemas.openxmlformats.org/officeDocument/2006/relationships/image" Target="../media/image1037.png"/><Relationship Id="rId15" Type="http://schemas.openxmlformats.org/officeDocument/2006/relationships/image" Target="../media/image1033.png"/><Relationship Id="rId14" Type="http://schemas.openxmlformats.org/officeDocument/2006/relationships/image" Target="../media/image1036.png"/><Relationship Id="rId17" Type="http://schemas.openxmlformats.org/officeDocument/2006/relationships/image" Target="../media/image1045.png"/><Relationship Id="rId16" Type="http://schemas.openxmlformats.org/officeDocument/2006/relationships/image" Target="../media/image1049.png"/><Relationship Id="rId19" Type="http://schemas.openxmlformats.org/officeDocument/2006/relationships/image" Target="../media/image1043.png"/><Relationship Id="rId18" Type="http://schemas.openxmlformats.org/officeDocument/2006/relationships/image" Target="../media/image1039.png"/></Relationships>
</file>

<file path=ppt/slides/_rels/slide27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82.png"/><Relationship Id="rId42" Type="http://schemas.openxmlformats.org/officeDocument/2006/relationships/image" Target="../media/image1091.png"/><Relationship Id="rId41" Type="http://schemas.openxmlformats.org/officeDocument/2006/relationships/image" Target="../media/image1098.png"/><Relationship Id="rId44" Type="http://schemas.openxmlformats.org/officeDocument/2006/relationships/image" Target="../media/image1092.png"/><Relationship Id="rId43" Type="http://schemas.openxmlformats.org/officeDocument/2006/relationships/image" Target="../media/image1087.png"/><Relationship Id="rId46" Type="http://schemas.openxmlformats.org/officeDocument/2006/relationships/image" Target="../media/image1086.png"/><Relationship Id="rId45" Type="http://schemas.openxmlformats.org/officeDocument/2006/relationships/image" Target="../media/image10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48.png"/><Relationship Id="rId4" Type="http://schemas.openxmlformats.org/officeDocument/2006/relationships/image" Target="../media/image1042.png"/><Relationship Id="rId9" Type="http://schemas.openxmlformats.org/officeDocument/2006/relationships/image" Target="../media/image1052.png"/><Relationship Id="rId48" Type="http://schemas.openxmlformats.org/officeDocument/2006/relationships/image" Target="../media/image1090.png"/><Relationship Id="rId47" Type="http://schemas.openxmlformats.org/officeDocument/2006/relationships/image" Target="../media/image1088.png"/><Relationship Id="rId5" Type="http://schemas.openxmlformats.org/officeDocument/2006/relationships/image" Target="../media/image1044.png"/><Relationship Id="rId6" Type="http://schemas.openxmlformats.org/officeDocument/2006/relationships/image" Target="../media/image1055.png"/><Relationship Id="rId7" Type="http://schemas.openxmlformats.org/officeDocument/2006/relationships/image" Target="../media/image1084.png"/><Relationship Id="rId8" Type="http://schemas.openxmlformats.org/officeDocument/2006/relationships/image" Target="../media/image1073.png"/><Relationship Id="rId31" Type="http://schemas.openxmlformats.org/officeDocument/2006/relationships/image" Target="../media/image1077.png"/><Relationship Id="rId30" Type="http://schemas.openxmlformats.org/officeDocument/2006/relationships/image" Target="../media/image1071.png"/><Relationship Id="rId33" Type="http://schemas.openxmlformats.org/officeDocument/2006/relationships/image" Target="../media/image1080.png"/><Relationship Id="rId32" Type="http://schemas.openxmlformats.org/officeDocument/2006/relationships/image" Target="../media/image1074.png"/><Relationship Id="rId35" Type="http://schemas.openxmlformats.org/officeDocument/2006/relationships/image" Target="../media/image1094.png"/><Relationship Id="rId34" Type="http://schemas.openxmlformats.org/officeDocument/2006/relationships/image" Target="../media/image1076.png"/><Relationship Id="rId37" Type="http://schemas.openxmlformats.org/officeDocument/2006/relationships/image" Target="../media/image1095.png"/><Relationship Id="rId36" Type="http://schemas.openxmlformats.org/officeDocument/2006/relationships/image" Target="../media/image1089.png"/><Relationship Id="rId39" Type="http://schemas.openxmlformats.org/officeDocument/2006/relationships/image" Target="../media/image1079.png"/><Relationship Id="rId38" Type="http://schemas.openxmlformats.org/officeDocument/2006/relationships/image" Target="../media/image1105.png"/><Relationship Id="rId20" Type="http://schemas.openxmlformats.org/officeDocument/2006/relationships/image" Target="../media/image1059.png"/><Relationship Id="rId22" Type="http://schemas.openxmlformats.org/officeDocument/2006/relationships/image" Target="../media/image1111.png"/><Relationship Id="rId21" Type="http://schemas.openxmlformats.org/officeDocument/2006/relationships/image" Target="../media/image1102.png"/><Relationship Id="rId24" Type="http://schemas.openxmlformats.org/officeDocument/2006/relationships/image" Target="../media/image1069.png"/><Relationship Id="rId23" Type="http://schemas.openxmlformats.org/officeDocument/2006/relationships/image" Target="../media/image1072.png"/><Relationship Id="rId26" Type="http://schemas.openxmlformats.org/officeDocument/2006/relationships/image" Target="../media/image1067.png"/><Relationship Id="rId25" Type="http://schemas.openxmlformats.org/officeDocument/2006/relationships/image" Target="../media/image1066.png"/><Relationship Id="rId28" Type="http://schemas.openxmlformats.org/officeDocument/2006/relationships/image" Target="../media/image1070.png"/><Relationship Id="rId27" Type="http://schemas.openxmlformats.org/officeDocument/2006/relationships/image" Target="../media/image1083.png"/><Relationship Id="rId29" Type="http://schemas.openxmlformats.org/officeDocument/2006/relationships/image" Target="../media/image1078.png"/><Relationship Id="rId11" Type="http://schemas.openxmlformats.org/officeDocument/2006/relationships/image" Target="../media/image1063.png"/><Relationship Id="rId10" Type="http://schemas.openxmlformats.org/officeDocument/2006/relationships/image" Target="../media/image1051.png"/><Relationship Id="rId13" Type="http://schemas.openxmlformats.org/officeDocument/2006/relationships/image" Target="../media/image1096.png"/><Relationship Id="rId12" Type="http://schemas.openxmlformats.org/officeDocument/2006/relationships/image" Target="../media/image1054.png"/><Relationship Id="rId15" Type="http://schemas.openxmlformats.org/officeDocument/2006/relationships/image" Target="../media/image1058.png"/><Relationship Id="rId14" Type="http://schemas.openxmlformats.org/officeDocument/2006/relationships/image" Target="../media/image1081.png"/><Relationship Id="rId17" Type="http://schemas.openxmlformats.org/officeDocument/2006/relationships/image" Target="../media/image1065.png"/><Relationship Id="rId16" Type="http://schemas.openxmlformats.org/officeDocument/2006/relationships/image" Target="../media/image1068.png"/><Relationship Id="rId19" Type="http://schemas.openxmlformats.org/officeDocument/2006/relationships/image" Target="../media/image1064.png"/><Relationship Id="rId18" Type="http://schemas.openxmlformats.org/officeDocument/2006/relationships/image" Target="../media/image10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03.png"/><Relationship Id="rId4" Type="http://schemas.openxmlformats.org/officeDocument/2006/relationships/image" Target="../media/image1093.png"/><Relationship Id="rId9" Type="http://schemas.openxmlformats.org/officeDocument/2006/relationships/image" Target="../media/image1183.png"/><Relationship Id="rId5" Type="http://schemas.openxmlformats.org/officeDocument/2006/relationships/image" Target="../media/image1100.png"/><Relationship Id="rId6" Type="http://schemas.openxmlformats.org/officeDocument/2006/relationships/image" Target="../media/image1097.png"/><Relationship Id="rId7" Type="http://schemas.openxmlformats.org/officeDocument/2006/relationships/image" Target="../media/image1117.png"/><Relationship Id="rId8" Type="http://schemas.openxmlformats.org/officeDocument/2006/relationships/image" Target="../media/image1099.png"/><Relationship Id="rId31" Type="http://schemas.openxmlformats.org/officeDocument/2006/relationships/image" Target="../media/image1122.png"/><Relationship Id="rId30" Type="http://schemas.openxmlformats.org/officeDocument/2006/relationships/image" Target="../media/image1118.png"/><Relationship Id="rId33" Type="http://schemas.openxmlformats.org/officeDocument/2006/relationships/image" Target="../media/image1142.png"/><Relationship Id="rId32" Type="http://schemas.openxmlformats.org/officeDocument/2006/relationships/image" Target="../media/image1115.png"/><Relationship Id="rId35" Type="http://schemas.openxmlformats.org/officeDocument/2006/relationships/image" Target="../media/image1126.png"/><Relationship Id="rId34" Type="http://schemas.openxmlformats.org/officeDocument/2006/relationships/image" Target="../media/image1157.png"/><Relationship Id="rId20" Type="http://schemas.openxmlformats.org/officeDocument/2006/relationships/image" Target="../media/image1119.png"/><Relationship Id="rId22" Type="http://schemas.openxmlformats.org/officeDocument/2006/relationships/image" Target="../media/image1127.png"/><Relationship Id="rId21" Type="http://schemas.openxmlformats.org/officeDocument/2006/relationships/image" Target="../media/image1116.png"/><Relationship Id="rId24" Type="http://schemas.openxmlformats.org/officeDocument/2006/relationships/image" Target="../media/image1120.png"/><Relationship Id="rId23" Type="http://schemas.openxmlformats.org/officeDocument/2006/relationships/image" Target="../media/image1123.png"/><Relationship Id="rId26" Type="http://schemas.openxmlformats.org/officeDocument/2006/relationships/image" Target="../media/image1112.png"/><Relationship Id="rId25" Type="http://schemas.openxmlformats.org/officeDocument/2006/relationships/image" Target="../media/image1113.png"/><Relationship Id="rId28" Type="http://schemas.openxmlformats.org/officeDocument/2006/relationships/image" Target="../media/image1114.png"/><Relationship Id="rId27" Type="http://schemas.openxmlformats.org/officeDocument/2006/relationships/image" Target="../media/image1143.png"/><Relationship Id="rId29" Type="http://schemas.openxmlformats.org/officeDocument/2006/relationships/image" Target="../media/image1131.png"/><Relationship Id="rId11" Type="http://schemas.openxmlformats.org/officeDocument/2006/relationships/image" Target="../media/image1101.png"/><Relationship Id="rId10" Type="http://schemas.openxmlformats.org/officeDocument/2006/relationships/image" Target="../media/image1121.png"/><Relationship Id="rId13" Type="http://schemas.openxmlformats.org/officeDocument/2006/relationships/image" Target="../media/image1139.png"/><Relationship Id="rId12" Type="http://schemas.openxmlformats.org/officeDocument/2006/relationships/image" Target="../media/image1109.png"/><Relationship Id="rId15" Type="http://schemas.openxmlformats.org/officeDocument/2006/relationships/image" Target="../media/image1104.png"/><Relationship Id="rId14" Type="http://schemas.openxmlformats.org/officeDocument/2006/relationships/image" Target="../media/image1106.png"/><Relationship Id="rId17" Type="http://schemas.openxmlformats.org/officeDocument/2006/relationships/image" Target="../media/image1108.png"/><Relationship Id="rId16" Type="http://schemas.openxmlformats.org/officeDocument/2006/relationships/image" Target="../media/image1107.png"/><Relationship Id="rId19" Type="http://schemas.openxmlformats.org/officeDocument/2006/relationships/image" Target="../media/image1169.png"/><Relationship Id="rId18" Type="http://schemas.openxmlformats.org/officeDocument/2006/relationships/image" Target="../media/image11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24.png"/><Relationship Id="rId4" Type="http://schemas.openxmlformats.org/officeDocument/2006/relationships/image" Target="../media/image1152.png"/><Relationship Id="rId9" Type="http://schemas.openxmlformats.org/officeDocument/2006/relationships/image" Target="../media/image1125.png"/><Relationship Id="rId5" Type="http://schemas.openxmlformats.org/officeDocument/2006/relationships/image" Target="../media/image1135.png"/><Relationship Id="rId6" Type="http://schemas.openxmlformats.org/officeDocument/2006/relationships/image" Target="../media/image1138.png"/><Relationship Id="rId7" Type="http://schemas.openxmlformats.org/officeDocument/2006/relationships/image" Target="../media/image1133.png"/><Relationship Id="rId8" Type="http://schemas.openxmlformats.org/officeDocument/2006/relationships/image" Target="../media/image1130.png"/><Relationship Id="rId11" Type="http://schemas.openxmlformats.org/officeDocument/2006/relationships/image" Target="../media/image1136.png"/><Relationship Id="rId10" Type="http://schemas.openxmlformats.org/officeDocument/2006/relationships/image" Target="../media/image1128.png"/><Relationship Id="rId13" Type="http://schemas.openxmlformats.org/officeDocument/2006/relationships/image" Target="../media/image1140.png"/><Relationship Id="rId12" Type="http://schemas.openxmlformats.org/officeDocument/2006/relationships/image" Target="../media/image1129.png"/><Relationship Id="rId14" Type="http://schemas.openxmlformats.org/officeDocument/2006/relationships/image" Target="../media/image11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51.png"/><Relationship Id="rId4" Type="http://schemas.openxmlformats.org/officeDocument/2006/relationships/image" Target="../media/image1137.png"/><Relationship Id="rId9" Type="http://schemas.openxmlformats.org/officeDocument/2006/relationships/image" Target="../media/image1150.png"/><Relationship Id="rId5" Type="http://schemas.openxmlformats.org/officeDocument/2006/relationships/image" Target="../media/image1132.png"/><Relationship Id="rId6" Type="http://schemas.openxmlformats.org/officeDocument/2006/relationships/image" Target="../media/image1134.png"/><Relationship Id="rId7" Type="http://schemas.openxmlformats.org/officeDocument/2006/relationships/image" Target="../media/image1141.png"/><Relationship Id="rId8" Type="http://schemas.openxmlformats.org/officeDocument/2006/relationships/image" Target="../media/image1148.png"/><Relationship Id="rId20" Type="http://schemas.openxmlformats.org/officeDocument/2006/relationships/image" Target="../media/image1146.png"/><Relationship Id="rId22" Type="http://schemas.openxmlformats.org/officeDocument/2006/relationships/image" Target="../media/image1192.png"/><Relationship Id="rId21" Type="http://schemas.openxmlformats.org/officeDocument/2006/relationships/image" Target="../media/image1147.png"/><Relationship Id="rId24" Type="http://schemas.openxmlformats.org/officeDocument/2006/relationships/image" Target="../media/image1168.png"/><Relationship Id="rId23" Type="http://schemas.openxmlformats.org/officeDocument/2006/relationships/image" Target="../media/image1162.png"/><Relationship Id="rId26" Type="http://schemas.openxmlformats.org/officeDocument/2006/relationships/image" Target="../media/image1158.png"/><Relationship Id="rId25" Type="http://schemas.openxmlformats.org/officeDocument/2006/relationships/image" Target="../media/image1159.png"/><Relationship Id="rId11" Type="http://schemas.openxmlformats.org/officeDocument/2006/relationships/image" Target="../media/image1175.png"/><Relationship Id="rId10" Type="http://schemas.openxmlformats.org/officeDocument/2006/relationships/image" Target="../media/image1156.png"/><Relationship Id="rId13" Type="http://schemas.openxmlformats.org/officeDocument/2006/relationships/image" Target="../media/image1153.png"/><Relationship Id="rId12" Type="http://schemas.openxmlformats.org/officeDocument/2006/relationships/image" Target="../media/image1145.png"/><Relationship Id="rId15" Type="http://schemas.openxmlformats.org/officeDocument/2006/relationships/image" Target="../media/image1154.png"/><Relationship Id="rId14" Type="http://schemas.openxmlformats.org/officeDocument/2006/relationships/image" Target="../media/image1166.png"/><Relationship Id="rId17" Type="http://schemas.openxmlformats.org/officeDocument/2006/relationships/image" Target="../media/image1174.png"/><Relationship Id="rId16" Type="http://schemas.openxmlformats.org/officeDocument/2006/relationships/image" Target="../media/image1149.png"/><Relationship Id="rId19" Type="http://schemas.openxmlformats.org/officeDocument/2006/relationships/image" Target="../media/image1155.png"/><Relationship Id="rId18" Type="http://schemas.openxmlformats.org/officeDocument/2006/relationships/image" Target="../media/image1164.png"/></Relationships>
</file>

<file path=ppt/slides/_rels/slide31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02.png"/><Relationship Id="rId42" Type="http://schemas.openxmlformats.org/officeDocument/2006/relationships/image" Target="../media/image1207.png"/><Relationship Id="rId41" Type="http://schemas.openxmlformats.org/officeDocument/2006/relationships/image" Target="../media/image1225.png"/><Relationship Id="rId44" Type="http://schemas.openxmlformats.org/officeDocument/2006/relationships/image" Target="../media/image1200.png"/><Relationship Id="rId43" Type="http://schemas.openxmlformats.org/officeDocument/2006/relationships/image" Target="../media/image1217.png"/><Relationship Id="rId45" Type="http://schemas.openxmlformats.org/officeDocument/2006/relationships/image" Target="../media/image119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79.png"/><Relationship Id="rId4" Type="http://schemas.openxmlformats.org/officeDocument/2006/relationships/image" Target="../media/image1173.png"/><Relationship Id="rId9" Type="http://schemas.openxmlformats.org/officeDocument/2006/relationships/image" Target="../media/image1163.png"/><Relationship Id="rId5" Type="http://schemas.openxmlformats.org/officeDocument/2006/relationships/image" Target="../media/image1165.png"/><Relationship Id="rId6" Type="http://schemas.openxmlformats.org/officeDocument/2006/relationships/image" Target="../media/image1160.png"/><Relationship Id="rId7" Type="http://schemas.openxmlformats.org/officeDocument/2006/relationships/image" Target="../media/image1181.png"/><Relationship Id="rId8" Type="http://schemas.openxmlformats.org/officeDocument/2006/relationships/image" Target="../media/image1171.png"/><Relationship Id="rId31" Type="http://schemas.openxmlformats.org/officeDocument/2006/relationships/image" Target="../media/image1198.png"/><Relationship Id="rId30" Type="http://schemas.openxmlformats.org/officeDocument/2006/relationships/image" Target="../media/image1182.png"/><Relationship Id="rId33" Type="http://schemas.openxmlformats.org/officeDocument/2006/relationships/image" Target="../media/image1185.png"/><Relationship Id="rId32" Type="http://schemas.openxmlformats.org/officeDocument/2006/relationships/image" Target="../media/image1188.png"/><Relationship Id="rId35" Type="http://schemas.openxmlformats.org/officeDocument/2006/relationships/image" Target="../media/image1191.png"/><Relationship Id="rId34" Type="http://schemas.openxmlformats.org/officeDocument/2006/relationships/image" Target="../media/image1187.png"/><Relationship Id="rId37" Type="http://schemas.openxmlformats.org/officeDocument/2006/relationships/image" Target="../media/image1195.png"/><Relationship Id="rId36" Type="http://schemas.openxmlformats.org/officeDocument/2006/relationships/image" Target="../media/image1190.png"/><Relationship Id="rId39" Type="http://schemas.openxmlformats.org/officeDocument/2006/relationships/image" Target="../media/image1193.png"/><Relationship Id="rId38" Type="http://schemas.openxmlformats.org/officeDocument/2006/relationships/image" Target="../media/image1206.png"/><Relationship Id="rId20" Type="http://schemas.openxmlformats.org/officeDocument/2006/relationships/image" Target="../media/image1219.png"/><Relationship Id="rId22" Type="http://schemas.openxmlformats.org/officeDocument/2006/relationships/image" Target="../media/image1197.png"/><Relationship Id="rId21" Type="http://schemas.openxmlformats.org/officeDocument/2006/relationships/image" Target="../media/image1189.png"/><Relationship Id="rId24" Type="http://schemas.openxmlformats.org/officeDocument/2006/relationships/image" Target="../media/image1194.png"/><Relationship Id="rId23" Type="http://schemas.openxmlformats.org/officeDocument/2006/relationships/image" Target="../media/image1180.png"/><Relationship Id="rId26" Type="http://schemas.openxmlformats.org/officeDocument/2006/relationships/image" Target="../media/image1214.png"/><Relationship Id="rId25" Type="http://schemas.openxmlformats.org/officeDocument/2006/relationships/image" Target="../media/image1203.png"/><Relationship Id="rId28" Type="http://schemas.openxmlformats.org/officeDocument/2006/relationships/image" Target="../media/image1204.png"/><Relationship Id="rId27" Type="http://schemas.openxmlformats.org/officeDocument/2006/relationships/image" Target="../media/image1201.png"/><Relationship Id="rId29" Type="http://schemas.openxmlformats.org/officeDocument/2006/relationships/image" Target="../media/image1184.png"/><Relationship Id="rId11" Type="http://schemas.openxmlformats.org/officeDocument/2006/relationships/image" Target="../media/image1161.png"/><Relationship Id="rId10" Type="http://schemas.openxmlformats.org/officeDocument/2006/relationships/image" Target="../media/image1186.png"/><Relationship Id="rId13" Type="http://schemas.openxmlformats.org/officeDocument/2006/relationships/image" Target="../media/image1167.png"/><Relationship Id="rId12" Type="http://schemas.openxmlformats.org/officeDocument/2006/relationships/image" Target="../media/image1172.png"/><Relationship Id="rId15" Type="http://schemas.openxmlformats.org/officeDocument/2006/relationships/image" Target="../media/image1177.png"/><Relationship Id="rId14" Type="http://schemas.openxmlformats.org/officeDocument/2006/relationships/image" Target="../media/image1170.png"/><Relationship Id="rId17" Type="http://schemas.openxmlformats.org/officeDocument/2006/relationships/image" Target="../media/image1223.png"/><Relationship Id="rId16" Type="http://schemas.openxmlformats.org/officeDocument/2006/relationships/image" Target="../media/image1178.png"/><Relationship Id="rId19" Type="http://schemas.openxmlformats.org/officeDocument/2006/relationships/image" Target="../media/image1215.png"/><Relationship Id="rId18" Type="http://schemas.openxmlformats.org/officeDocument/2006/relationships/image" Target="../media/image117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34.png"/><Relationship Id="rId4" Type="http://schemas.openxmlformats.org/officeDocument/2006/relationships/image" Target="../media/image1251.png"/><Relationship Id="rId9" Type="http://schemas.openxmlformats.org/officeDocument/2006/relationships/image" Target="../media/image1213.png"/><Relationship Id="rId5" Type="http://schemas.openxmlformats.org/officeDocument/2006/relationships/image" Target="../media/image1199.png"/><Relationship Id="rId6" Type="http://schemas.openxmlformats.org/officeDocument/2006/relationships/image" Target="../media/image1205.png"/><Relationship Id="rId7" Type="http://schemas.openxmlformats.org/officeDocument/2006/relationships/image" Target="../media/image1210.png"/><Relationship Id="rId8" Type="http://schemas.openxmlformats.org/officeDocument/2006/relationships/image" Target="../media/image1209.png"/><Relationship Id="rId30" Type="http://schemas.openxmlformats.org/officeDocument/2006/relationships/image" Target="../media/image1228.png"/><Relationship Id="rId20" Type="http://schemas.openxmlformats.org/officeDocument/2006/relationships/image" Target="../media/image1239.png"/><Relationship Id="rId22" Type="http://schemas.openxmlformats.org/officeDocument/2006/relationships/image" Target="../media/image1222.png"/><Relationship Id="rId21" Type="http://schemas.openxmlformats.org/officeDocument/2006/relationships/image" Target="../media/image1224.png"/><Relationship Id="rId24" Type="http://schemas.openxmlformats.org/officeDocument/2006/relationships/image" Target="../media/image1229.png"/><Relationship Id="rId23" Type="http://schemas.openxmlformats.org/officeDocument/2006/relationships/image" Target="../media/image1227.png"/><Relationship Id="rId26" Type="http://schemas.openxmlformats.org/officeDocument/2006/relationships/image" Target="../media/image1275.png"/><Relationship Id="rId25" Type="http://schemas.openxmlformats.org/officeDocument/2006/relationships/image" Target="../media/image1274.png"/><Relationship Id="rId28" Type="http://schemas.openxmlformats.org/officeDocument/2006/relationships/image" Target="../media/image1226.png"/><Relationship Id="rId27" Type="http://schemas.openxmlformats.org/officeDocument/2006/relationships/image" Target="../media/image1245.png"/><Relationship Id="rId29" Type="http://schemas.openxmlformats.org/officeDocument/2006/relationships/image" Target="../media/image1235.png"/><Relationship Id="rId11" Type="http://schemas.openxmlformats.org/officeDocument/2006/relationships/image" Target="../media/image1208.png"/><Relationship Id="rId10" Type="http://schemas.openxmlformats.org/officeDocument/2006/relationships/image" Target="../media/image1211.png"/><Relationship Id="rId13" Type="http://schemas.openxmlformats.org/officeDocument/2006/relationships/image" Target="../media/image1232.png"/><Relationship Id="rId12" Type="http://schemas.openxmlformats.org/officeDocument/2006/relationships/image" Target="../media/image1237.png"/><Relationship Id="rId15" Type="http://schemas.openxmlformats.org/officeDocument/2006/relationships/image" Target="../media/image1216.png"/><Relationship Id="rId14" Type="http://schemas.openxmlformats.org/officeDocument/2006/relationships/image" Target="../media/image1212.png"/><Relationship Id="rId17" Type="http://schemas.openxmlformats.org/officeDocument/2006/relationships/image" Target="../media/image1220.png"/><Relationship Id="rId16" Type="http://schemas.openxmlformats.org/officeDocument/2006/relationships/image" Target="../media/image1218.png"/><Relationship Id="rId19" Type="http://schemas.openxmlformats.org/officeDocument/2006/relationships/image" Target="../media/image1221.png"/><Relationship Id="rId18" Type="http://schemas.openxmlformats.org/officeDocument/2006/relationships/image" Target="../media/image12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30.png"/><Relationship Id="rId4" Type="http://schemas.openxmlformats.org/officeDocument/2006/relationships/image" Target="../media/image12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31.png"/><Relationship Id="rId4" Type="http://schemas.openxmlformats.org/officeDocument/2006/relationships/image" Target="../media/image1247.png"/><Relationship Id="rId5" Type="http://schemas.openxmlformats.org/officeDocument/2006/relationships/image" Target="../media/image12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38.png"/><Relationship Id="rId4" Type="http://schemas.openxmlformats.org/officeDocument/2006/relationships/image" Target="../media/image1241.png"/><Relationship Id="rId9" Type="http://schemas.openxmlformats.org/officeDocument/2006/relationships/image" Target="../media/image1236.png"/><Relationship Id="rId5" Type="http://schemas.openxmlformats.org/officeDocument/2006/relationships/image" Target="../media/image1242.png"/><Relationship Id="rId6" Type="http://schemas.openxmlformats.org/officeDocument/2006/relationships/image" Target="../media/image1246.png"/><Relationship Id="rId7" Type="http://schemas.openxmlformats.org/officeDocument/2006/relationships/image" Target="../media/image1281.png"/><Relationship Id="rId8" Type="http://schemas.openxmlformats.org/officeDocument/2006/relationships/image" Target="../media/image1277.png"/></Relationships>
</file>

<file path=ppt/slides/_rels/slide38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83.png"/><Relationship Id="rId42" Type="http://schemas.openxmlformats.org/officeDocument/2006/relationships/image" Target="../media/image1282.png"/><Relationship Id="rId41" Type="http://schemas.openxmlformats.org/officeDocument/2006/relationships/image" Target="../media/image1293.png"/><Relationship Id="rId44" Type="http://schemas.openxmlformats.org/officeDocument/2006/relationships/image" Target="../media/image1296.png"/><Relationship Id="rId43" Type="http://schemas.openxmlformats.org/officeDocument/2006/relationships/image" Target="../media/image1285.png"/><Relationship Id="rId46" Type="http://schemas.openxmlformats.org/officeDocument/2006/relationships/image" Target="../media/image1299.png"/><Relationship Id="rId45" Type="http://schemas.openxmlformats.org/officeDocument/2006/relationships/image" Target="../media/image12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61.png"/><Relationship Id="rId4" Type="http://schemas.openxmlformats.org/officeDocument/2006/relationships/image" Target="../media/image1243.png"/><Relationship Id="rId9" Type="http://schemas.openxmlformats.org/officeDocument/2006/relationships/image" Target="../media/image1248.png"/><Relationship Id="rId5" Type="http://schemas.openxmlformats.org/officeDocument/2006/relationships/image" Target="../media/image1257.png"/><Relationship Id="rId6" Type="http://schemas.openxmlformats.org/officeDocument/2006/relationships/image" Target="../media/image1258.png"/><Relationship Id="rId7" Type="http://schemas.openxmlformats.org/officeDocument/2006/relationships/image" Target="../media/image1259.png"/><Relationship Id="rId8" Type="http://schemas.openxmlformats.org/officeDocument/2006/relationships/image" Target="../media/image1256.png"/><Relationship Id="rId31" Type="http://schemas.openxmlformats.org/officeDocument/2006/relationships/image" Target="../media/image1280.png"/><Relationship Id="rId30" Type="http://schemas.openxmlformats.org/officeDocument/2006/relationships/image" Target="../media/image1265.png"/><Relationship Id="rId33" Type="http://schemas.openxmlformats.org/officeDocument/2006/relationships/image" Target="../media/image1343.png"/><Relationship Id="rId32" Type="http://schemas.openxmlformats.org/officeDocument/2006/relationships/image" Target="../media/image1269.png"/><Relationship Id="rId35" Type="http://schemas.openxmlformats.org/officeDocument/2006/relationships/image" Target="../media/image1304.png"/><Relationship Id="rId34" Type="http://schemas.openxmlformats.org/officeDocument/2006/relationships/image" Target="../media/image1276.png"/><Relationship Id="rId37" Type="http://schemas.openxmlformats.org/officeDocument/2006/relationships/image" Target="../media/image1279.png"/><Relationship Id="rId36" Type="http://schemas.openxmlformats.org/officeDocument/2006/relationships/image" Target="../media/image1278.png"/><Relationship Id="rId39" Type="http://schemas.openxmlformats.org/officeDocument/2006/relationships/image" Target="../media/image1290.png"/><Relationship Id="rId38" Type="http://schemas.openxmlformats.org/officeDocument/2006/relationships/image" Target="../media/image1287.png"/><Relationship Id="rId20" Type="http://schemas.openxmlformats.org/officeDocument/2006/relationships/image" Target="../media/image1268.png"/><Relationship Id="rId22" Type="http://schemas.openxmlformats.org/officeDocument/2006/relationships/image" Target="../media/image1267.png"/><Relationship Id="rId21" Type="http://schemas.openxmlformats.org/officeDocument/2006/relationships/image" Target="../media/image1294.png"/><Relationship Id="rId24" Type="http://schemas.openxmlformats.org/officeDocument/2006/relationships/image" Target="../media/image1273.png"/><Relationship Id="rId23" Type="http://schemas.openxmlformats.org/officeDocument/2006/relationships/image" Target="../media/image1264.png"/><Relationship Id="rId26" Type="http://schemas.openxmlformats.org/officeDocument/2006/relationships/image" Target="../media/image1263.png"/><Relationship Id="rId25" Type="http://schemas.openxmlformats.org/officeDocument/2006/relationships/image" Target="../media/image1262.png"/><Relationship Id="rId28" Type="http://schemas.openxmlformats.org/officeDocument/2006/relationships/image" Target="../media/image1291.png"/><Relationship Id="rId27" Type="http://schemas.openxmlformats.org/officeDocument/2006/relationships/image" Target="../media/image1286.png"/><Relationship Id="rId29" Type="http://schemas.openxmlformats.org/officeDocument/2006/relationships/image" Target="../media/image1270.png"/><Relationship Id="rId11" Type="http://schemas.openxmlformats.org/officeDocument/2006/relationships/image" Target="../media/image1260.png"/><Relationship Id="rId10" Type="http://schemas.openxmlformats.org/officeDocument/2006/relationships/image" Target="../media/image1266.png"/><Relationship Id="rId13" Type="http://schemas.openxmlformats.org/officeDocument/2006/relationships/image" Target="../media/image1250.png"/><Relationship Id="rId12" Type="http://schemas.openxmlformats.org/officeDocument/2006/relationships/image" Target="../media/image1272.png"/><Relationship Id="rId15" Type="http://schemas.openxmlformats.org/officeDocument/2006/relationships/image" Target="../media/image1249.png"/><Relationship Id="rId14" Type="http://schemas.openxmlformats.org/officeDocument/2006/relationships/image" Target="../media/image1255.png"/><Relationship Id="rId17" Type="http://schemas.openxmlformats.org/officeDocument/2006/relationships/image" Target="../media/image1253.png"/><Relationship Id="rId16" Type="http://schemas.openxmlformats.org/officeDocument/2006/relationships/image" Target="../media/image1252.png"/><Relationship Id="rId19" Type="http://schemas.openxmlformats.org/officeDocument/2006/relationships/image" Target="../media/image1271.png"/><Relationship Id="rId18" Type="http://schemas.openxmlformats.org/officeDocument/2006/relationships/image" Target="../media/image1254.png"/></Relationships>
</file>

<file path=ppt/slides/_rels/slide39.xml.rels><?xml version="1.0" encoding="UTF-8" standalone="yes"?><Relationships xmlns="http://schemas.openxmlformats.org/package/2006/relationships"><Relationship Id="rId40" Type="http://schemas.openxmlformats.org/officeDocument/2006/relationships/image" Target="../media/image1322.png"/><Relationship Id="rId42" Type="http://schemas.openxmlformats.org/officeDocument/2006/relationships/image" Target="../media/image1331.png"/><Relationship Id="rId41" Type="http://schemas.openxmlformats.org/officeDocument/2006/relationships/image" Target="../media/image1327.png"/><Relationship Id="rId44" Type="http://schemas.openxmlformats.org/officeDocument/2006/relationships/image" Target="../media/image1325.png"/><Relationship Id="rId43" Type="http://schemas.openxmlformats.org/officeDocument/2006/relationships/image" Target="../media/image1353.png"/><Relationship Id="rId46" Type="http://schemas.openxmlformats.org/officeDocument/2006/relationships/image" Target="../media/image1332.png"/><Relationship Id="rId45" Type="http://schemas.openxmlformats.org/officeDocument/2006/relationships/image" Target="../media/image13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03.png"/><Relationship Id="rId4" Type="http://schemas.openxmlformats.org/officeDocument/2006/relationships/image" Target="../media/image1295.png"/><Relationship Id="rId9" Type="http://schemas.openxmlformats.org/officeDocument/2006/relationships/image" Target="../media/image1289.png"/><Relationship Id="rId48" Type="http://schemas.openxmlformats.org/officeDocument/2006/relationships/image" Target="../media/image1365.png"/><Relationship Id="rId47" Type="http://schemas.openxmlformats.org/officeDocument/2006/relationships/image" Target="../media/image1334.png"/><Relationship Id="rId49" Type="http://schemas.openxmlformats.org/officeDocument/2006/relationships/image" Target="../media/image1342.png"/><Relationship Id="rId5" Type="http://schemas.openxmlformats.org/officeDocument/2006/relationships/image" Target="../media/image1320.png"/><Relationship Id="rId6" Type="http://schemas.openxmlformats.org/officeDocument/2006/relationships/image" Target="../media/image1292.png"/><Relationship Id="rId7" Type="http://schemas.openxmlformats.org/officeDocument/2006/relationships/image" Target="../media/image1297.png"/><Relationship Id="rId8" Type="http://schemas.openxmlformats.org/officeDocument/2006/relationships/image" Target="../media/image1288.png"/><Relationship Id="rId31" Type="http://schemas.openxmlformats.org/officeDocument/2006/relationships/image" Target="../media/image1314.png"/><Relationship Id="rId30" Type="http://schemas.openxmlformats.org/officeDocument/2006/relationships/image" Target="../media/image1311.png"/><Relationship Id="rId33" Type="http://schemas.openxmlformats.org/officeDocument/2006/relationships/image" Target="../media/image1337.png"/><Relationship Id="rId32" Type="http://schemas.openxmlformats.org/officeDocument/2006/relationships/image" Target="../media/image1389.png"/><Relationship Id="rId35" Type="http://schemas.openxmlformats.org/officeDocument/2006/relationships/image" Target="../media/image1341.png"/><Relationship Id="rId34" Type="http://schemas.openxmlformats.org/officeDocument/2006/relationships/image" Target="../media/image1323.png"/><Relationship Id="rId37" Type="http://schemas.openxmlformats.org/officeDocument/2006/relationships/image" Target="../media/image1321.png"/><Relationship Id="rId36" Type="http://schemas.openxmlformats.org/officeDocument/2006/relationships/image" Target="../media/image1319.png"/><Relationship Id="rId39" Type="http://schemas.openxmlformats.org/officeDocument/2006/relationships/image" Target="../media/image1333.png"/><Relationship Id="rId38" Type="http://schemas.openxmlformats.org/officeDocument/2006/relationships/image" Target="../media/image1338.png"/><Relationship Id="rId20" Type="http://schemas.openxmlformats.org/officeDocument/2006/relationships/image" Target="../media/image1317.png"/><Relationship Id="rId22" Type="http://schemas.openxmlformats.org/officeDocument/2006/relationships/image" Target="../media/image1300.png"/><Relationship Id="rId21" Type="http://schemas.openxmlformats.org/officeDocument/2006/relationships/image" Target="../media/image1312.png"/><Relationship Id="rId24" Type="http://schemas.openxmlformats.org/officeDocument/2006/relationships/image" Target="../media/image1328.png"/><Relationship Id="rId23" Type="http://schemas.openxmlformats.org/officeDocument/2006/relationships/image" Target="../media/image1302.png"/><Relationship Id="rId26" Type="http://schemas.openxmlformats.org/officeDocument/2006/relationships/image" Target="../media/image1316.png"/><Relationship Id="rId25" Type="http://schemas.openxmlformats.org/officeDocument/2006/relationships/image" Target="../media/image1310.png"/><Relationship Id="rId28" Type="http://schemas.openxmlformats.org/officeDocument/2006/relationships/image" Target="../media/image1324.png"/><Relationship Id="rId27" Type="http://schemas.openxmlformats.org/officeDocument/2006/relationships/image" Target="../media/image1329.png"/><Relationship Id="rId29" Type="http://schemas.openxmlformats.org/officeDocument/2006/relationships/image" Target="../media/image1318.png"/><Relationship Id="rId51" Type="http://schemas.openxmlformats.org/officeDocument/2006/relationships/image" Target="../media/image1336.png"/><Relationship Id="rId50" Type="http://schemas.openxmlformats.org/officeDocument/2006/relationships/image" Target="../media/image1355.png"/><Relationship Id="rId52" Type="http://schemas.openxmlformats.org/officeDocument/2006/relationships/image" Target="../media/image1347.png"/><Relationship Id="rId11" Type="http://schemas.openxmlformats.org/officeDocument/2006/relationships/image" Target="../media/image1308.png"/><Relationship Id="rId10" Type="http://schemas.openxmlformats.org/officeDocument/2006/relationships/image" Target="../media/image1326.png"/><Relationship Id="rId13" Type="http://schemas.openxmlformats.org/officeDocument/2006/relationships/image" Target="../media/image1307.png"/><Relationship Id="rId12" Type="http://schemas.openxmlformats.org/officeDocument/2006/relationships/image" Target="../media/image1315.png"/><Relationship Id="rId15" Type="http://schemas.openxmlformats.org/officeDocument/2006/relationships/image" Target="../media/image1298.png"/><Relationship Id="rId14" Type="http://schemas.openxmlformats.org/officeDocument/2006/relationships/image" Target="../media/image1305.png"/><Relationship Id="rId17" Type="http://schemas.openxmlformats.org/officeDocument/2006/relationships/image" Target="../media/image1313.png"/><Relationship Id="rId16" Type="http://schemas.openxmlformats.org/officeDocument/2006/relationships/image" Target="../media/image1301.png"/><Relationship Id="rId19" Type="http://schemas.openxmlformats.org/officeDocument/2006/relationships/image" Target="../media/image1309.png"/><Relationship Id="rId18" Type="http://schemas.openxmlformats.org/officeDocument/2006/relationships/image" Target="../media/image130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35.png"/><Relationship Id="rId4" Type="http://schemas.openxmlformats.org/officeDocument/2006/relationships/image" Target="../media/image1346.png"/><Relationship Id="rId9" Type="http://schemas.openxmlformats.org/officeDocument/2006/relationships/image" Target="../media/image1345.png"/><Relationship Id="rId5" Type="http://schemas.openxmlformats.org/officeDocument/2006/relationships/image" Target="../media/image1339.png"/><Relationship Id="rId6" Type="http://schemas.openxmlformats.org/officeDocument/2006/relationships/image" Target="../media/image1340.png"/><Relationship Id="rId7" Type="http://schemas.openxmlformats.org/officeDocument/2006/relationships/image" Target="../media/image1344.png"/><Relationship Id="rId8" Type="http://schemas.openxmlformats.org/officeDocument/2006/relationships/image" Target="../media/image1348.png"/><Relationship Id="rId11" Type="http://schemas.openxmlformats.org/officeDocument/2006/relationships/image" Target="../media/image1359.png"/><Relationship Id="rId10" Type="http://schemas.openxmlformats.org/officeDocument/2006/relationships/image" Target="../media/image135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50.png"/><Relationship Id="rId4" Type="http://schemas.openxmlformats.org/officeDocument/2006/relationships/image" Target="../media/image1349.png"/><Relationship Id="rId9" Type="http://schemas.openxmlformats.org/officeDocument/2006/relationships/image" Target="../media/image1373.png"/><Relationship Id="rId5" Type="http://schemas.openxmlformats.org/officeDocument/2006/relationships/image" Target="../media/image1370.png"/><Relationship Id="rId6" Type="http://schemas.openxmlformats.org/officeDocument/2006/relationships/image" Target="../media/image1364.png"/><Relationship Id="rId7" Type="http://schemas.openxmlformats.org/officeDocument/2006/relationships/image" Target="../media/image1382.png"/><Relationship Id="rId8" Type="http://schemas.openxmlformats.org/officeDocument/2006/relationships/image" Target="../media/image1351.png"/><Relationship Id="rId11" Type="http://schemas.openxmlformats.org/officeDocument/2006/relationships/image" Target="../media/image1357.png"/><Relationship Id="rId10" Type="http://schemas.openxmlformats.org/officeDocument/2006/relationships/image" Target="../media/image1371.png"/><Relationship Id="rId13" Type="http://schemas.openxmlformats.org/officeDocument/2006/relationships/image" Target="../media/image1354.png"/><Relationship Id="rId12" Type="http://schemas.openxmlformats.org/officeDocument/2006/relationships/image" Target="../media/image13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62.png"/><Relationship Id="rId4" Type="http://schemas.openxmlformats.org/officeDocument/2006/relationships/image" Target="../media/image1356.png"/><Relationship Id="rId9" Type="http://schemas.openxmlformats.org/officeDocument/2006/relationships/image" Target="../media/image1392.png"/><Relationship Id="rId5" Type="http://schemas.openxmlformats.org/officeDocument/2006/relationships/image" Target="../media/image1366.png"/><Relationship Id="rId6" Type="http://schemas.openxmlformats.org/officeDocument/2006/relationships/image" Target="../media/image1358.png"/><Relationship Id="rId7" Type="http://schemas.openxmlformats.org/officeDocument/2006/relationships/image" Target="../media/image1361.png"/><Relationship Id="rId8" Type="http://schemas.openxmlformats.org/officeDocument/2006/relationships/image" Target="../media/image1376.png"/><Relationship Id="rId31" Type="http://schemas.openxmlformats.org/officeDocument/2006/relationships/image" Target="../media/image1383.png"/><Relationship Id="rId30" Type="http://schemas.openxmlformats.org/officeDocument/2006/relationships/image" Target="../media/image1388.png"/><Relationship Id="rId33" Type="http://schemas.openxmlformats.org/officeDocument/2006/relationships/image" Target="../media/image1420.png"/><Relationship Id="rId32" Type="http://schemas.openxmlformats.org/officeDocument/2006/relationships/image" Target="../media/image1380.png"/><Relationship Id="rId34" Type="http://schemas.openxmlformats.org/officeDocument/2006/relationships/image" Target="../media/image1381.png"/><Relationship Id="rId20" Type="http://schemas.openxmlformats.org/officeDocument/2006/relationships/image" Target="../media/image1378.png"/><Relationship Id="rId22" Type="http://schemas.openxmlformats.org/officeDocument/2006/relationships/image" Target="../media/image1372.png"/><Relationship Id="rId21" Type="http://schemas.openxmlformats.org/officeDocument/2006/relationships/image" Target="../media/image1375.png"/><Relationship Id="rId24" Type="http://schemas.openxmlformats.org/officeDocument/2006/relationships/image" Target="../media/image1384.png"/><Relationship Id="rId23" Type="http://schemas.openxmlformats.org/officeDocument/2006/relationships/image" Target="../media/image1374.png"/><Relationship Id="rId26" Type="http://schemas.openxmlformats.org/officeDocument/2006/relationships/image" Target="../media/image1396.png"/><Relationship Id="rId25" Type="http://schemas.openxmlformats.org/officeDocument/2006/relationships/image" Target="../media/image1377.png"/><Relationship Id="rId28" Type="http://schemas.openxmlformats.org/officeDocument/2006/relationships/image" Target="../media/image1391.png"/><Relationship Id="rId27" Type="http://schemas.openxmlformats.org/officeDocument/2006/relationships/image" Target="../media/image1385.png"/><Relationship Id="rId29" Type="http://schemas.openxmlformats.org/officeDocument/2006/relationships/image" Target="../media/image1394.png"/><Relationship Id="rId11" Type="http://schemas.openxmlformats.org/officeDocument/2006/relationships/image" Target="../media/image1368.png"/><Relationship Id="rId10" Type="http://schemas.openxmlformats.org/officeDocument/2006/relationships/image" Target="../media/image1363.png"/><Relationship Id="rId13" Type="http://schemas.openxmlformats.org/officeDocument/2006/relationships/image" Target="../media/image1367.png"/><Relationship Id="rId12" Type="http://schemas.openxmlformats.org/officeDocument/2006/relationships/image" Target="../media/image1379.png"/><Relationship Id="rId15" Type="http://schemas.openxmlformats.org/officeDocument/2006/relationships/image" Target="../media/image1399.png"/><Relationship Id="rId14" Type="http://schemas.openxmlformats.org/officeDocument/2006/relationships/image" Target="../media/image1393.png"/><Relationship Id="rId17" Type="http://schemas.openxmlformats.org/officeDocument/2006/relationships/image" Target="../media/image1369.png"/><Relationship Id="rId16" Type="http://schemas.openxmlformats.org/officeDocument/2006/relationships/image" Target="../media/image1390.png"/><Relationship Id="rId19" Type="http://schemas.openxmlformats.org/officeDocument/2006/relationships/image" Target="../media/image1386.png"/><Relationship Id="rId18" Type="http://schemas.openxmlformats.org/officeDocument/2006/relationships/image" Target="../media/image138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02.png"/><Relationship Id="rId4" Type="http://schemas.openxmlformats.org/officeDocument/2006/relationships/image" Target="../media/image1403.png"/><Relationship Id="rId9" Type="http://schemas.openxmlformats.org/officeDocument/2006/relationships/image" Target="../media/image1395.png"/><Relationship Id="rId5" Type="http://schemas.openxmlformats.org/officeDocument/2006/relationships/image" Target="../media/image1419.png"/><Relationship Id="rId6" Type="http://schemas.openxmlformats.org/officeDocument/2006/relationships/image" Target="../media/image1404.png"/><Relationship Id="rId7" Type="http://schemas.openxmlformats.org/officeDocument/2006/relationships/image" Target="../media/image1423.png"/><Relationship Id="rId8" Type="http://schemas.openxmlformats.org/officeDocument/2006/relationships/image" Target="../media/image1412.png"/><Relationship Id="rId31" Type="http://schemas.openxmlformats.org/officeDocument/2006/relationships/image" Target="../media/image1439.png"/><Relationship Id="rId30" Type="http://schemas.openxmlformats.org/officeDocument/2006/relationships/image" Target="../media/image1433.png"/><Relationship Id="rId33" Type="http://schemas.openxmlformats.org/officeDocument/2006/relationships/image" Target="../media/image1415.png"/><Relationship Id="rId32" Type="http://schemas.openxmlformats.org/officeDocument/2006/relationships/image" Target="../media/image1418.png"/><Relationship Id="rId35" Type="http://schemas.openxmlformats.org/officeDocument/2006/relationships/image" Target="../media/image1417.png"/><Relationship Id="rId34" Type="http://schemas.openxmlformats.org/officeDocument/2006/relationships/image" Target="../media/image1426.png"/><Relationship Id="rId37" Type="http://schemas.openxmlformats.org/officeDocument/2006/relationships/image" Target="../media/image1435.png"/><Relationship Id="rId36" Type="http://schemas.openxmlformats.org/officeDocument/2006/relationships/image" Target="../media/image1422.png"/><Relationship Id="rId39" Type="http://schemas.openxmlformats.org/officeDocument/2006/relationships/image" Target="../media/image1425.png"/><Relationship Id="rId38" Type="http://schemas.openxmlformats.org/officeDocument/2006/relationships/image" Target="../media/image1421.png"/><Relationship Id="rId20" Type="http://schemas.openxmlformats.org/officeDocument/2006/relationships/image" Target="../media/image1400.png"/><Relationship Id="rId22" Type="http://schemas.openxmlformats.org/officeDocument/2006/relationships/image" Target="../media/image1409.png"/><Relationship Id="rId21" Type="http://schemas.openxmlformats.org/officeDocument/2006/relationships/image" Target="../media/image1408.png"/><Relationship Id="rId24" Type="http://schemas.openxmlformats.org/officeDocument/2006/relationships/image" Target="../media/image1453.png"/><Relationship Id="rId23" Type="http://schemas.openxmlformats.org/officeDocument/2006/relationships/image" Target="../media/image1410.png"/><Relationship Id="rId26" Type="http://schemas.openxmlformats.org/officeDocument/2006/relationships/image" Target="../media/image1414.png"/><Relationship Id="rId25" Type="http://schemas.openxmlformats.org/officeDocument/2006/relationships/image" Target="../media/image1442.png"/><Relationship Id="rId28" Type="http://schemas.openxmlformats.org/officeDocument/2006/relationships/image" Target="../media/image1416.png"/><Relationship Id="rId27" Type="http://schemas.openxmlformats.org/officeDocument/2006/relationships/image" Target="../media/image1431.png"/><Relationship Id="rId29" Type="http://schemas.openxmlformats.org/officeDocument/2006/relationships/image" Target="../media/image1428.png"/><Relationship Id="rId11" Type="http://schemas.openxmlformats.org/officeDocument/2006/relationships/image" Target="../media/image1411.png"/><Relationship Id="rId10" Type="http://schemas.openxmlformats.org/officeDocument/2006/relationships/image" Target="../media/image1424.png"/><Relationship Id="rId13" Type="http://schemas.openxmlformats.org/officeDocument/2006/relationships/image" Target="../media/image1413.png"/><Relationship Id="rId12" Type="http://schemas.openxmlformats.org/officeDocument/2006/relationships/image" Target="../media/image1401.png"/><Relationship Id="rId15" Type="http://schemas.openxmlformats.org/officeDocument/2006/relationships/image" Target="../media/image1397.png"/><Relationship Id="rId14" Type="http://schemas.openxmlformats.org/officeDocument/2006/relationships/image" Target="../media/image1406.png"/><Relationship Id="rId17" Type="http://schemas.openxmlformats.org/officeDocument/2006/relationships/image" Target="../media/image1398.png"/><Relationship Id="rId16" Type="http://schemas.openxmlformats.org/officeDocument/2006/relationships/image" Target="../media/image1407.png"/><Relationship Id="rId19" Type="http://schemas.openxmlformats.org/officeDocument/2006/relationships/image" Target="../media/image1405.png"/><Relationship Id="rId18" Type="http://schemas.openxmlformats.org/officeDocument/2006/relationships/image" Target="../media/image14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71.png"/><Relationship Id="rId4" Type="http://schemas.openxmlformats.org/officeDocument/2006/relationships/image" Target="../media/image1429.png"/><Relationship Id="rId5" Type="http://schemas.openxmlformats.org/officeDocument/2006/relationships/image" Target="../media/image1430.png"/><Relationship Id="rId6" Type="http://schemas.openxmlformats.org/officeDocument/2006/relationships/image" Target="../media/image14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43.png"/><Relationship Id="rId4" Type="http://schemas.openxmlformats.org/officeDocument/2006/relationships/image" Target="../media/image1434.png"/><Relationship Id="rId9" Type="http://schemas.openxmlformats.org/officeDocument/2006/relationships/image" Target="../media/image1447.png"/><Relationship Id="rId5" Type="http://schemas.openxmlformats.org/officeDocument/2006/relationships/image" Target="../media/image1432.png"/><Relationship Id="rId6" Type="http://schemas.openxmlformats.org/officeDocument/2006/relationships/image" Target="../media/image1436.png"/><Relationship Id="rId7" Type="http://schemas.openxmlformats.org/officeDocument/2006/relationships/image" Target="../media/image1470.png"/><Relationship Id="rId8" Type="http://schemas.openxmlformats.org/officeDocument/2006/relationships/image" Target="../media/image1448.png"/><Relationship Id="rId11" Type="http://schemas.openxmlformats.org/officeDocument/2006/relationships/image" Target="../media/image1467.png"/><Relationship Id="rId10" Type="http://schemas.openxmlformats.org/officeDocument/2006/relationships/image" Target="../media/image145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37.png"/><Relationship Id="rId4" Type="http://schemas.openxmlformats.org/officeDocument/2006/relationships/image" Target="../media/image1466.png"/><Relationship Id="rId9" Type="http://schemas.openxmlformats.org/officeDocument/2006/relationships/image" Target="../media/image1445.png"/><Relationship Id="rId5" Type="http://schemas.openxmlformats.org/officeDocument/2006/relationships/image" Target="../media/image1438.png"/><Relationship Id="rId6" Type="http://schemas.openxmlformats.org/officeDocument/2006/relationships/image" Target="../media/image1450.png"/><Relationship Id="rId7" Type="http://schemas.openxmlformats.org/officeDocument/2006/relationships/image" Target="../media/image1462.png"/><Relationship Id="rId8" Type="http://schemas.openxmlformats.org/officeDocument/2006/relationships/image" Target="../media/image1440.png"/><Relationship Id="rId31" Type="http://schemas.openxmlformats.org/officeDocument/2006/relationships/image" Target="../media/image1465.png"/><Relationship Id="rId30" Type="http://schemas.openxmlformats.org/officeDocument/2006/relationships/image" Target="../media/image1463.png"/><Relationship Id="rId33" Type="http://schemas.openxmlformats.org/officeDocument/2006/relationships/image" Target="../media/image1469.png"/><Relationship Id="rId32" Type="http://schemas.openxmlformats.org/officeDocument/2006/relationships/image" Target="../media/image1480.png"/><Relationship Id="rId35" Type="http://schemas.openxmlformats.org/officeDocument/2006/relationships/image" Target="../media/image1472.png"/><Relationship Id="rId34" Type="http://schemas.openxmlformats.org/officeDocument/2006/relationships/image" Target="../media/image1473.png"/><Relationship Id="rId36" Type="http://schemas.openxmlformats.org/officeDocument/2006/relationships/image" Target="../media/image1476.png"/><Relationship Id="rId20" Type="http://schemas.openxmlformats.org/officeDocument/2006/relationships/image" Target="../media/image1475.png"/><Relationship Id="rId22" Type="http://schemas.openxmlformats.org/officeDocument/2006/relationships/image" Target="../media/image1459.png"/><Relationship Id="rId21" Type="http://schemas.openxmlformats.org/officeDocument/2006/relationships/image" Target="../media/image1457.png"/><Relationship Id="rId24" Type="http://schemas.openxmlformats.org/officeDocument/2006/relationships/image" Target="../media/image1478.png"/><Relationship Id="rId23" Type="http://schemas.openxmlformats.org/officeDocument/2006/relationships/image" Target="../media/image1458.png"/><Relationship Id="rId26" Type="http://schemas.openxmlformats.org/officeDocument/2006/relationships/image" Target="../media/image1468.png"/><Relationship Id="rId25" Type="http://schemas.openxmlformats.org/officeDocument/2006/relationships/image" Target="../media/image1464.png"/><Relationship Id="rId28" Type="http://schemas.openxmlformats.org/officeDocument/2006/relationships/image" Target="../media/image1481.png"/><Relationship Id="rId27" Type="http://schemas.openxmlformats.org/officeDocument/2006/relationships/image" Target="../media/image1460.png"/><Relationship Id="rId29" Type="http://schemas.openxmlformats.org/officeDocument/2006/relationships/image" Target="../media/image1479.png"/><Relationship Id="rId11" Type="http://schemas.openxmlformats.org/officeDocument/2006/relationships/image" Target="../media/image1451.png"/><Relationship Id="rId10" Type="http://schemas.openxmlformats.org/officeDocument/2006/relationships/image" Target="../media/image1441.png"/><Relationship Id="rId13" Type="http://schemas.openxmlformats.org/officeDocument/2006/relationships/image" Target="../media/image1449.png"/><Relationship Id="rId12" Type="http://schemas.openxmlformats.org/officeDocument/2006/relationships/image" Target="../media/image1446.png"/><Relationship Id="rId15" Type="http://schemas.openxmlformats.org/officeDocument/2006/relationships/image" Target="../media/image1452.png"/><Relationship Id="rId14" Type="http://schemas.openxmlformats.org/officeDocument/2006/relationships/image" Target="../media/image1454.png"/><Relationship Id="rId17" Type="http://schemas.openxmlformats.org/officeDocument/2006/relationships/image" Target="../media/image1455.png"/><Relationship Id="rId16" Type="http://schemas.openxmlformats.org/officeDocument/2006/relationships/image" Target="../media/image1477.png"/><Relationship Id="rId19" Type="http://schemas.openxmlformats.org/officeDocument/2006/relationships/image" Target="../media/image1474.png"/><Relationship Id="rId18" Type="http://schemas.openxmlformats.org/officeDocument/2006/relationships/image" Target="../media/image14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"/>
          <p:cNvGrpSpPr/>
          <p:nvPr/>
        </p:nvGrpSpPr>
        <p:grpSpPr>
          <a:xfrm>
            <a:off x="2361836" y="931839"/>
            <a:ext cx="5163777" cy="979206"/>
            <a:chOff x="4572000" y="2076424"/>
            <a:chExt cx="3259098" cy="542188"/>
          </a:xfrm>
        </p:grpSpPr>
        <p:grpSp>
          <p:nvGrpSpPr>
            <p:cNvPr id="52" name="Google Shape;52;p1"/>
            <p:cNvGrpSpPr/>
            <p:nvPr/>
          </p:nvGrpSpPr>
          <p:grpSpPr>
            <a:xfrm>
              <a:off x="4634839" y="2179294"/>
              <a:ext cx="1546530" cy="265345"/>
              <a:chOff x="4634839" y="2179294"/>
              <a:chExt cx="1546530" cy="265345"/>
            </a:xfrm>
          </p:grpSpPr>
          <p:pic>
            <p:nvPicPr>
              <p:cNvPr id="53" name="Google Shape;53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634839" y="2239992"/>
                <a:ext cx="228162" cy="2046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884394" y="2243302"/>
                <a:ext cx="131876" cy="1463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" name="Google Shape;55;p1"/>
              <p:cNvSpPr/>
              <p:nvPr/>
            </p:nvSpPr>
            <p:spPr>
              <a:xfrm>
                <a:off x="5059679" y="2266188"/>
                <a:ext cx="2540" cy="140970"/>
              </a:xfrm>
              <a:custGeom>
                <a:rect b="b" l="l" r="r" t="t"/>
                <a:pathLst>
                  <a:path extrusionOk="0" h="140969" w="2539">
                    <a:moveTo>
                      <a:pt x="0" y="0"/>
                    </a:moveTo>
                    <a:lnTo>
                      <a:pt x="571" y="13716"/>
                    </a:lnTo>
                    <a:lnTo>
                      <a:pt x="1143" y="27432"/>
                    </a:lnTo>
                    <a:lnTo>
                      <a:pt x="1714" y="41148"/>
                    </a:lnTo>
                    <a:lnTo>
                      <a:pt x="2286" y="54864"/>
                    </a:lnTo>
                    <a:lnTo>
                      <a:pt x="2286" y="76569"/>
                    </a:lnTo>
                    <a:lnTo>
                      <a:pt x="2286" y="98202"/>
                    </a:lnTo>
                    <a:lnTo>
                      <a:pt x="2286" y="119693"/>
                    </a:lnTo>
                    <a:lnTo>
                      <a:pt x="2286" y="14097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048249" y="2249614"/>
                <a:ext cx="83820" cy="82550"/>
              </a:xfrm>
              <a:custGeom>
                <a:rect b="b" l="l" r="r" t="t"/>
                <a:pathLst>
                  <a:path extrusionOk="0" h="82550" w="83820">
                    <a:moveTo>
                      <a:pt x="0" y="25717"/>
                    </a:moveTo>
                    <a:lnTo>
                      <a:pt x="33599" y="928"/>
                    </a:lnTo>
                    <a:lnTo>
                      <a:pt x="44576" y="0"/>
                    </a:lnTo>
                    <a:lnTo>
                      <a:pt x="55554" y="500"/>
                    </a:lnTo>
                    <a:lnTo>
                      <a:pt x="83820" y="30289"/>
                    </a:lnTo>
                    <a:lnTo>
                      <a:pt x="80831" y="41028"/>
                    </a:lnTo>
                    <a:lnTo>
                      <a:pt x="50970" y="70961"/>
                    </a:lnTo>
                    <a:lnTo>
                      <a:pt x="38611" y="78962"/>
                    </a:lnTo>
                    <a:lnTo>
                      <a:pt x="32004" y="8210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" name="Google Shape;57;p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183860" y="2266924"/>
                <a:ext cx="95515" cy="1241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" name="Google Shape;58;p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320258" y="2252446"/>
                <a:ext cx="192074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" name="Google Shape;59;p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541238" y="2234920"/>
                <a:ext cx="233984" cy="1547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" name="Google Shape;60;p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04128" y="2191486"/>
                <a:ext cx="106730" cy="14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936716" y="2187676"/>
                <a:ext cx="98348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" name="Google Shape;62;p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077722" y="2179294"/>
                <a:ext cx="103647" cy="1478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3" name="Google Shape;63;p1"/>
            <p:cNvGrpSpPr/>
            <p:nvPr/>
          </p:nvGrpSpPr>
          <p:grpSpPr>
            <a:xfrm>
              <a:off x="6522277" y="2076424"/>
              <a:ext cx="1308821" cy="243890"/>
              <a:chOff x="6522277" y="2076424"/>
              <a:chExt cx="1308821" cy="243890"/>
            </a:xfrm>
          </p:grpSpPr>
          <p:pic>
            <p:nvPicPr>
              <p:cNvPr id="64" name="Google Shape;64;p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522277" y="2145766"/>
                <a:ext cx="205255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6753580" y="2121763"/>
                <a:ext cx="407816" cy="1848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" name="Google Shape;66;p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181824" y="2116120"/>
                <a:ext cx="318566" cy="1524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Google Shape;67;p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520914" y="2076424"/>
                <a:ext cx="310184" cy="1654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" name="Google Shape;68;p1"/>
            <p:cNvSpPr/>
            <p:nvPr/>
          </p:nvSpPr>
          <p:spPr>
            <a:xfrm>
              <a:off x="4572000" y="2445257"/>
              <a:ext cx="3236595" cy="173355"/>
            </a:xfrm>
            <a:custGeom>
              <a:rect b="b" l="l" r="r" t="t"/>
              <a:pathLst>
                <a:path extrusionOk="0" h="173355" w="3236595">
                  <a:moveTo>
                    <a:pt x="0" y="166116"/>
                  </a:moveTo>
                  <a:lnTo>
                    <a:pt x="15299" y="165925"/>
                  </a:lnTo>
                  <a:lnTo>
                    <a:pt x="30384" y="166306"/>
                  </a:lnTo>
                  <a:lnTo>
                    <a:pt x="45327" y="166973"/>
                  </a:lnTo>
                  <a:lnTo>
                    <a:pt x="60198" y="167640"/>
                  </a:lnTo>
                  <a:lnTo>
                    <a:pt x="106295" y="169657"/>
                  </a:lnTo>
                  <a:lnTo>
                    <a:pt x="152284" y="171163"/>
                  </a:lnTo>
                  <a:lnTo>
                    <a:pt x="198235" y="172193"/>
                  </a:lnTo>
                  <a:lnTo>
                    <a:pt x="244224" y="172785"/>
                  </a:lnTo>
                  <a:lnTo>
                    <a:pt x="290322" y="172974"/>
                  </a:lnTo>
                  <a:lnTo>
                    <a:pt x="338765" y="172384"/>
                  </a:lnTo>
                  <a:lnTo>
                    <a:pt x="387293" y="170800"/>
                  </a:lnTo>
                  <a:lnTo>
                    <a:pt x="435864" y="168497"/>
                  </a:lnTo>
                  <a:lnTo>
                    <a:pt x="484434" y="165749"/>
                  </a:lnTo>
                  <a:lnTo>
                    <a:pt x="532962" y="162831"/>
                  </a:lnTo>
                  <a:lnTo>
                    <a:pt x="581406" y="160020"/>
                  </a:lnTo>
                  <a:lnTo>
                    <a:pt x="633819" y="156740"/>
                  </a:lnTo>
                  <a:lnTo>
                    <a:pt x="685976" y="153350"/>
                  </a:lnTo>
                  <a:lnTo>
                    <a:pt x="737987" y="149925"/>
                  </a:lnTo>
                  <a:lnTo>
                    <a:pt x="789962" y="146535"/>
                  </a:lnTo>
                  <a:lnTo>
                    <a:pt x="842010" y="143256"/>
                  </a:lnTo>
                  <a:lnTo>
                    <a:pt x="895423" y="140128"/>
                  </a:lnTo>
                  <a:lnTo>
                    <a:pt x="948726" y="137074"/>
                  </a:lnTo>
                  <a:lnTo>
                    <a:pt x="1001993" y="133983"/>
                  </a:lnTo>
                  <a:lnTo>
                    <a:pt x="1055296" y="130747"/>
                  </a:lnTo>
                  <a:lnTo>
                    <a:pt x="1108710" y="127254"/>
                  </a:lnTo>
                  <a:lnTo>
                    <a:pt x="1162311" y="124253"/>
                  </a:lnTo>
                  <a:lnTo>
                    <a:pt x="1215770" y="120967"/>
                  </a:lnTo>
                  <a:lnTo>
                    <a:pt x="1269230" y="117395"/>
                  </a:lnTo>
                  <a:lnTo>
                    <a:pt x="1322832" y="113538"/>
                  </a:lnTo>
                  <a:lnTo>
                    <a:pt x="1374267" y="110109"/>
                  </a:lnTo>
                  <a:lnTo>
                    <a:pt x="1425702" y="106680"/>
                  </a:lnTo>
                  <a:lnTo>
                    <a:pt x="1477136" y="103251"/>
                  </a:lnTo>
                  <a:lnTo>
                    <a:pt x="1528572" y="99822"/>
                  </a:lnTo>
                  <a:lnTo>
                    <a:pt x="1578411" y="96845"/>
                  </a:lnTo>
                  <a:lnTo>
                    <a:pt x="1628394" y="93726"/>
                  </a:lnTo>
                  <a:lnTo>
                    <a:pt x="1678376" y="90606"/>
                  </a:lnTo>
                  <a:lnTo>
                    <a:pt x="1728216" y="87630"/>
                  </a:lnTo>
                  <a:lnTo>
                    <a:pt x="1773816" y="84760"/>
                  </a:lnTo>
                  <a:lnTo>
                    <a:pt x="1819275" y="81819"/>
                  </a:lnTo>
                  <a:lnTo>
                    <a:pt x="1864733" y="78736"/>
                  </a:lnTo>
                  <a:lnTo>
                    <a:pt x="1910333" y="75438"/>
                  </a:lnTo>
                  <a:lnTo>
                    <a:pt x="1952625" y="72675"/>
                  </a:lnTo>
                  <a:lnTo>
                    <a:pt x="1994916" y="69913"/>
                  </a:lnTo>
                  <a:lnTo>
                    <a:pt x="2037207" y="66865"/>
                  </a:lnTo>
                  <a:lnTo>
                    <a:pt x="2079498" y="63246"/>
                  </a:lnTo>
                  <a:lnTo>
                    <a:pt x="2118943" y="59709"/>
                  </a:lnTo>
                  <a:lnTo>
                    <a:pt x="2158460" y="56102"/>
                  </a:lnTo>
                  <a:lnTo>
                    <a:pt x="2198119" y="52637"/>
                  </a:lnTo>
                  <a:lnTo>
                    <a:pt x="2237994" y="49530"/>
                  </a:lnTo>
                  <a:lnTo>
                    <a:pt x="2286011" y="45339"/>
                  </a:lnTo>
                  <a:lnTo>
                    <a:pt x="2334101" y="41719"/>
                  </a:lnTo>
                  <a:lnTo>
                    <a:pt x="2382333" y="38385"/>
                  </a:lnTo>
                  <a:lnTo>
                    <a:pt x="2430780" y="35052"/>
                  </a:lnTo>
                  <a:lnTo>
                    <a:pt x="2468510" y="32218"/>
                  </a:lnTo>
                  <a:lnTo>
                    <a:pt x="2506313" y="29527"/>
                  </a:lnTo>
                  <a:lnTo>
                    <a:pt x="2544258" y="27122"/>
                  </a:lnTo>
                  <a:lnTo>
                    <a:pt x="2582418" y="25146"/>
                  </a:lnTo>
                  <a:lnTo>
                    <a:pt x="2618303" y="23110"/>
                  </a:lnTo>
                  <a:lnTo>
                    <a:pt x="2654046" y="21431"/>
                  </a:lnTo>
                  <a:lnTo>
                    <a:pt x="2689788" y="19895"/>
                  </a:lnTo>
                  <a:lnTo>
                    <a:pt x="2725674" y="18288"/>
                  </a:lnTo>
                  <a:lnTo>
                    <a:pt x="2763273" y="17014"/>
                  </a:lnTo>
                  <a:lnTo>
                    <a:pt x="2800731" y="15525"/>
                  </a:lnTo>
                  <a:lnTo>
                    <a:pt x="2838188" y="13894"/>
                  </a:lnTo>
                  <a:lnTo>
                    <a:pt x="2875788" y="12192"/>
                  </a:lnTo>
                  <a:lnTo>
                    <a:pt x="2916364" y="10477"/>
                  </a:lnTo>
                  <a:lnTo>
                    <a:pt x="2956941" y="8762"/>
                  </a:lnTo>
                  <a:lnTo>
                    <a:pt x="2997517" y="7048"/>
                  </a:lnTo>
                  <a:lnTo>
                    <a:pt x="3038094" y="5333"/>
                  </a:lnTo>
                  <a:lnTo>
                    <a:pt x="3071681" y="4310"/>
                  </a:lnTo>
                  <a:lnTo>
                    <a:pt x="3105054" y="3428"/>
                  </a:lnTo>
                  <a:lnTo>
                    <a:pt x="3138285" y="2547"/>
                  </a:lnTo>
                  <a:lnTo>
                    <a:pt x="3171444" y="1523"/>
                  </a:lnTo>
                  <a:lnTo>
                    <a:pt x="3187886" y="1523"/>
                  </a:lnTo>
                  <a:lnTo>
                    <a:pt x="3204114" y="1523"/>
                  </a:lnTo>
                  <a:lnTo>
                    <a:pt x="3220200" y="1523"/>
                  </a:lnTo>
                  <a:lnTo>
                    <a:pt x="3236214" y="1523"/>
                  </a:lnTo>
                  <a:lnTo>
                    <a:pt x="3229808" y="1500"/>
                  </a:lnTo>
                  <a:lnTo>
                    <a:pt x="3223831" y="1333"/>
                  </a:lnTo>
                  <a:lnTo>
                    <a:pt x="3217568" y="881"/>
                  </a:lnTo>
                  <a:lnTo>
                    <a:pt x="321030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"/>
          <p:cNvGrpSpPr/>
          <p:nvPr/>
        </p:nvGrpSpPr>
        <p:grpSpPr>
          <a:xfrm>
            <a:off x="2461400" y="2393428"/>
            <a:ext cx="6604730" cy="1226659"/>
            <a:chOff x="3737584" y="2784322"/>
            <a:chExt cx="5328691" cy="840892"/>
          </a:xfrm>
        </p:grpSpPr>
        <p:pic>
          <p:nvPicPr>
            <p:cNvPr id="70" name="Google Shape;70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271490" y="2855950"/>
              <a:ext cx="125018" cy="1448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"/>
            <p:cNvSpPr/>
            <p:nvPr/>
          </p:nvSpPr>
          <p:spPr>
            <a:xfrm>
              <a:off x="6277355" y="3492246"/>
              <a:ext cx="64135" cy="5715"/>
            </a:xfrm>
            <a:custGeom>
              <a:rect b="b" l="l" r="r" t="t"/>
              <a:pathLst>
                <a:path extrusionOk="0" h="5714" w="64135">
                  <a:moveTo>
                    <a:pt x="0" y="5334"/>
                  </a:moveTo>
                  <a:lnTo>
                    <a:pt x="11179" y="5083"/>
                  </a:lnTo>
                  <a:lnTo>
                    <a:pt x="22002" y="4476"/>
                  </a:lnTo>
                  <a:lnTo>
                    <a:pt x="32682" y="3726"/>
                  </a:lnTo>
                  <a:lnTo>
                    <a:pt x="43434" y="3048"/>
                  </a:lnTo>
                  <a:lnTo>
                    <a:pt x="51053" y="2286"/>
                  </a:lnTo>
                  <a:lnTo>
                    <a:pt x="56388" y="2286"/>
                  </a:lnTo>
                  <a:lnTo>
                    <a:pt x="64008" y="0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" name="Google Shape;72;p1"/>
            <p:cNvGrpSpPr/>
            <p:nvPr/>
          </p:nvGrpSpPr>
          <p:grpSpPr>
            <a:xfrm>
              <a:off x="6629374" y="3393185"/>
              <a:ext cx="792504" cy="232029"/>
              <a:chOff x="6629374" y="3393185"/>
              <a:chExt cx="792504" cy="232029"/>
            </a:xfrm>
          </p:grpSpPr>
          <p:pic>
            <p:nvPicPr>
              <p:cNvPr id="73" name="Google Shape;73;p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629374" y="3454882"/>
                <a:ext cx="86156" cy="15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" name="Google Shape;74;p1"/>
              <p:cNvSpPr/>
              <p:nvPr/>
            </p:nvSpPr>
            <p:spPr>
              <a:xfrm>
                <a:off x="6763511" y="3496055"/>
                <a:ext cx="62865" cy="62230"/>
              </a:xfrm>
              <a:custGeom>
                <a:rect b="b" l="l" r="r" t="t"/>
                <a:pathLst>
                  <a:path extrusionOk="0" h="62229" w="62865">
                    <a:moveTo>
                      <a:pt x="0" y="0"/>
                    </a:moveTo>
                    <a:lnTo>
                      <a:pt x="30480" y="28193"/>
                    </a:lnTo>
                    <a:lnTo>
                      <a:pt x="59436" y="58673"/>
                    </a:lnTo>
                    <a:lnTo>
                      <a:pt x="60198" y="59435"/>
                    </a:lnTo>
                    <a:lnTo>
                      <a:pt x="61722" y="60959"/>
                    </a:lnTo>
                    <a:lnTo>
                      <a:pt x="62484" y="6172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6774179" y="3477767"/>
                <a:ext cx="28575" cy="127635"/>
              </a:xfrm>
              <a:custGeom>
                <a:rect b="b" l="l" r="r" t="t"/>
                <a:pathLst>
                  <a:path extrusionOk="0" h="127635" w="28575">
                    <a:moveTo>
                      <a:pt x="28194" y="0"/>
                    </a:moveTo>
                    <a:lnTo>
                      <a:pt x="13716" y="45720"/>
                    </a:lnTo>
                    <a:lnTo>
                      <a:pt x="4393" y="88582"/>
                    </a:lnTo>
                    <a:lnTo>
                      <a:pt x="1524" y="111252"/>
                    </a:lnTo>
                    <a:lnTo>
                      <a:pt x="762" y="119634"/>
                    </a:lnTo>
                    <a:lnTo>
                      <a:pt x="0" y="12725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6832853" y="3448049"/>
                <a:ext cx="21590" cy="177165"/>
              </a:xfrm>
              <a:custGeom>
                <a:rect b="b" l="l" r="r" t="t"/>
                <a:pathLst>
                  <a:path extrusionOk="0" h="177164" w="21590">
                    <a:moveTo>
                      <a:pt x="0" y="0"/>
                    </a:moveTo>
                    <a:lnTo>
                      <a:pt x="15525" y="69913"/>
                    </a:lnTo>
                    <a:lnTo>
                      <a:pt x="21336" y="140970"/>
                    </a:lnTo>
                    <a:lnTo>
                      <a:pt x="21336" y="152995"/>
                    </a:lnTo>
                    <a:lnTo>
                      <a:pt x="21336" y="161734"/>
                    </a:lnTo>
                    <a:lnTo>
                      <a:pt x="21336" y="169044"/>
                    </a:lnTo>
                    <a:lnTo>
                      <a:pt x="21336" y="17678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860285" y="3477767"/>
                <a:ext cx="177800" cy="106045"/>
              </a:xfrm>
              <a:custGeom>
                <a:rect b="b" l="l" r="r" t="t"/>
                <a:pathLst>
                  <a:path extrusionOk="0" h="106045" w="177800">
                    <a:moveTo>
                      <a:pt x="0" y="30479"/>
                    </a:moveTo>
                    <a:lnTo>
                      <a:pt x="8846" y="23645"/>
                    </a:lnTo>
                    <a:lnTo>
                      <a:pt x="17049" y="19240"/>
                    </a:lnTo>
                    <a:lnTo>
                      <a:pt x="26253" y="17406"/>
                    </a:lnTo>
                    <a:lnTo>
                      <a:pt x="38100" y="18287"/>
                    </a:lnTo>
                    <a:lnTo>
                      <a:pt x="46470" y="21121"/>
                    </a:lnTo>
                    <a:lnTo>
                      <a:pt x="53054" y="26098"/>
                    </a:lnTo>
                    <a:lnTo>
                      <a:pt x="57495" y="33075"/>
                    </a:lnTo>
                    <a:lnTo>
                      <a:pt x="59436" y="41909"/>
                    </a:lnTo>
                    <a:lnTo>
                      <a:pt x="59412" y="53387"/>
                    </a:lnTo>
                    <a:lnTo>
                      <a:pt x="40314" y="88868"/>
                    </a:lnTo>
                    <a:lnTo>
                      <a:pt x="36004" y="93916"/>
                    </a:lnTo>
                    <a:lnTo>
                      <a:pt x="31980" y="99250"/>
                    </a:lnTo>
                    <a:lnTo>
                      <a:pt x="28956" y="105155"/>
                    </a:lnTo>
                    <a:lnTo>
                      <a:pt x="28956" y="105917"/>
                    </a:lnTo>
                    <a:lnTo>
                      <a:pt x="36456" y="105215"/>
                    </a:lnTo>
                    <a:lnTo>
                      <a:pt x="43243" y="103155"/>
                    </a:lnTo>
                    <a:lnTo>
                      <a:pt x="90106" y="67913"/>
                    </a:lnTo>
                    <a:lnTo>
                      <a:pt x="118110" y="34289"/>
                    </a:lnTo>
                    <a:lnTo>
                      <a:pt x="118872" y="0"/>
                    </a:lnTo>
                    <a:lnTo>
                      <a:pt x="108204" y="3047"/>
                    </a:lnTo>
                    <a:lnTo>
                      <a:pt x="96774" y="41147"/>
                    </a:lnTo>
                    <a:lnTo>
                      <a:pt x="130873" y="71735"/>
                    </a:lnTo>
                    <a:lnTo>
                      <a:pt x="169926" y="70103"/>
                    </a:lnTo>
                    <a:lnTo>
                      <a:pt x="173736" y="68579"/>
                    </a:lnTo>
                    <a:lnTo>
                      <a:pt x="177546" y="67055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7045451" y="3478339"/>
                <a:ext cx="71755" cy="74295"/>
              </a:xfrm>
              <a:custGeom>
                <a:rect b="b" l="l" r="r" t="t"/>
                <a:pathLst>
                  <a:path extrusionOk="0" h="74295" w="71754">
                    <a:moveTo>
                      <a:pt x="0" y="16192"/>
                    </a:moveTo>
                    <a:lnTo>
                      <a:pt x="9906" y="60388"/>
                    </a:lnTo>
                    <a:lnTo>
                      <a:pt x="14478" y="67246"/>
                    </a:lnTo>
                    <a:lnTo>
                      <a:pt x="18288" y="74104"/>
                    </a:lnTo>
                    <a:lnTo>
                      <a:pt x="8167" y="35683"/>
                    </a:lnTo>
                    <a:lnTo>
                      <a:pt x="8191" y="26003"/>
                    </a:lnTo>
                    <a:lnTo>
                      <a:pt x="35171" y="0"/>
                    </a:lnTo>
                    <a:lnTo>
                      <a:pt x="42671" y="190"/>
                    </a:lnTo>
                    <a:lnTo>
                      <a:pt x="70223" y="29765"/>
                    </a:lnTo>
                    <a:lnTo>
                      <a:pt x="71247" y="40576"/>
                    </a:lnTo>
                    <a:lnTo>
                      <a:pt x="71127" y="51387"/>
                    </a:lnTo>
                    <a:lnTo>
                      <a:pt x="70866" y="6191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7149845" y="3433762"/>
                <a:ext cx="64769" cy="108585"/>
              </a:xfrm>
              <a:custGeom>
                <a:rect b="b" l="l" r="r" t="t"/>
                <a:pathLst>
                  <a:path extrusionOk="0" h="108585" w="64770">
                    <a:moveTo>
                      <a:pt x="37338" y="1333"/>
                    </a:moveTo>
                    <a:lnTo>
                      <a:pt x="28372" y="0"/>
                    </a:lnTo>
                    <a:lnTo>
                      <a:pt x="21621" y="381"/>
                    </a:lnTo>
                    <a:lnTo>
                      <a:pt x="16442" y="3905"/>
                    </a:lnTo>
                    <a:lnTo>
                      <a:pt x="12192" y="12001"/>
                    </a:lnTo>
                    <a:lnTo>
                      <a:pt x="9525" y="21038"/>
                    </a:lnTo>
                    <a:lnTo>
                      <a:pt x="8572" y="30575"/>
                    </a:lnTo>
                    <a:lnTo>
                      <a:pt x="9620" y="39969"/>
                    </a:lnTo>
                    <a:lnTo>
                      <a:pt x="37064" y="68508"/>
                    </a:lnTo>
                    <a:lnTo>
                      <a:pt x="63246" y="77533"/>
                    </a:lnTo>
                    <a:lnTo>
                      <a:pt x="64770" y="84391"/>
                    </a:lnTo>
                    <a:lnTo>
                      <a:pt x="27717" y="105727"/>
                    </a:lnTo>
                    <a:lnTo>
                      <a:pt x="8382" y="108013"/>
                    </a:lnTo>
                    <a:lnTo>
                      <a:pt x="3048" y="108013"/>
                    </a:lnTo>
                    <a:lnTo>
                      <a:pt x="762" y="107251"/>
                    </a:lnTo>
                    <a:lnTo>
                      <a:pt x="0" y="101917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7237475" y="3464813"/>
                <a:ext cx="8255" cy="64135"/>
              </a:xfrm>
              <a:custGeom>
                <a:rect b="b" l="l" r="r" t="t"/>
                <a:pathLst>
                  <a:path extrusionOk="0" h="64135" w="8254">
                    <a:moveTo>
                      <a:pt x="0" y="0"/>
                    </a:moveTo>
                    <a:lnTo>
                      <a:pt x="7822" y="41040"/>
                    </a:lnTo>
                    <a:lnTo>
                      <a:pt x="8096" y="48291"/>
                    </a:lnTo>
                    <a:lnTo>
                      <a:pt x="7941" y="55399"/>
                    </a:lnTo>
                    <a:lnTo>
                      <a:pt x="6858" y="61722"/>
                    </a:lnTo>
                    <a:lnTo>
                      <a:pt x="6096" y="63246"/>
                    </a:lnTo>
                    <a:lnTo>
                      <a:pt x="6096" y="64008"/>
                    </a:lnTo>
                    <a:lnTo>
                      <a:pt x="5334" y="6400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7213091" y="339318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7278623" y="3438905"/>
                <a:ext cx="57150" cy="85090"/>
              </a:xfrm>
              <a:custGeom>
                <a:rect b="b" l="l" r="r" t="t"/>
                <a:pathLst>
                  <a:path extrusionOk="0" h="85089" w="57150">
                    <a:moveTo>
                      <a:pt x="0" y="32765"/>
                    </a:moveTo>
                    <a:lnTo>
                      <a:pt x="5953" y="40647"/>
                    </a:lnTo>
                    <a:lnTo>
                      <a:pt x="12192" y="48386"/>
                    </a:lnTo>
                    <a:lnTo>
                      <a:pt x="18430" y="56126"/>
                    </a:lnTo>
                    <a:lnTo>
                      <a:pt x="24384" y="64007"/>
                    </a:lnTo>
                    <a:lnTo>
                      <a:pt x="29718" y="70103"/>
                    </a:lnTo>
                    <a:lnTo>
                      <a:pt x="33528" y="76199"/>
                    </a:lnTo>
                    <a:lnTo>
                      <a:pt x="38862" y="81533"/>
                    </a:lnTo>
                    <a:lnTo>
                      <a:pt x="39624" y="83819"/>
                    </a:lnTo>
                    <a:lnTo>
                      <a:pt x="39624" y="84581"/>
                    </a:lnTo>
                    <a:lnTo>
                      <a:pt x="41910" y="83819"/>
                    </a:lnTo>
                    <a:lnTo>
                      <a:pt x="43434" y="79247"/>
                    </a:lnTo>
                    <a:lnTo>
                      <a:pt x="44958" y="71627"/>
                    </a:lnTo>
                    <a:lnTo>
                      <a:pt x="45720" y="64769"/>
                    </a:lnTo>
                    <a:lnTo>
                      <a:pt x="47208" y="53911"/>
                    </a:lnTo>
                    <a:lnTo>
                      <a:pt x="48482" y="43052"/>
                    </a:lnTo>
                    <a:lnTo>
                      <a:pt x="49899" y="32194"/>
                    </a:lnTo>
                    <a:lnTo>
                      <a:pt x="51816" y="21335"/>
                    </a:lnTo>
                    <a:lnTo>
                      <a:pt x="53340" y="14477"/>
                    </a:lnTo>
                    <a:lnTo>
                      <a:pt x="54864" y="7619"/>
                    </a:lnTo>
                    <a:lnTo>
                      <a:pt x="57149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7357109" y="3455669"/>
                <a:ext cx="64769" cy="74295"/>
              </a:xfrm>
              <a:custGeom>
                <a:rect b="b" l="l" r="r" t="t"/>
                <a:pathLst>
                  <a:path extrusionOk="0" h="74295" w="64770">
                    <a:moveTo>
                      <a:pt x="0" y="66294"/>
                    </a:moveTo>
                    <a:lnTo>
                      <a:pt x="36575" y="43434"/>
                    </a:lnTo>
                    <a:lnTo>
                      <a:pt x="57149" y="8382"/>
                    </a:lnTo>
                    <a:lnTo>
                      <a:pt x="56387" y="3048"/>
                    </a:lnTo>
                    <a:lnTo>
                      <a:pt x="48005" y="1524"/>
                    </a:lnTo>
                    <a:lnTo>
                      <a:pt x="39623" y="0"/>
                    </a:lnTo>
                    <a:lnTo>
                      <a:pt x="22633" y="34337"/>
                    </a:lnTo>
                    <a:lnTo>
                      <a:pt x="22859" y="42672"/>
                    </a:lnTo>
                    <a:lnTo>
                      <a:pt x="51149" y="73152"/>
                    </a:lnTo>
                    <a:lnTo>
                      <a:pt x="57709" y="73818"/>
                    </a:lnTo>
                    <a:lnTo>
                      <a:pt x="64769" y="7391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1"/>
            <p:cNvGrpSpPr/>
            <p:nvPr/>
          </p:nvGrpSpPr>
          <p:grpSpPr>
            <a:xfrm>
              <a:off x="7714678" y="3358108"/>
              <a:ext cx="152234" cy="147218"/>
              <a:chOff x="7714678" y="3358108"/>
              <a:chExt cx="152234" cy="147218"/>
            </a:xfrm>
          </p:grpSpPr>
          <p:sp>
            <p:nvSpPr>
              <p:cNvPr id="85" name="Google Shape;85;p1"/>
              <p:cNvSpPr/>
              <p:nvPr/>
            </p:nvSpPr>
            <p:spPr>
              <a:xfrm>
                <a:off x="7730489" y="3425951"/>
                <a:ext cx="3810" cy="79375"/>
              </a:xfrm>
              <a:custGeom>
                <a:rect b="b" l="l" r="r" t="t"/>
                <a:pathLst>
                  <a:path extrusionOk="0" h="79375" w="3809">
                    <a:moveTo>
                      <a:pt x="761" y="0"/>
                    </a:moveTo>
                    <a:lnTo>
                      <a:pt x="2202" y="11775"/>
                    </a:lnTo>
                    <a:lnTo>
                      <a:pt x="3143" y="23336"/>
                    </a:lnTo>
                    <a:lnTo>
                      <a:pt x="3655" y="35040"/>
                    </a:lnTo>
                    <a:lnTo>
                      <a:pt x="3809" y="47244"/>
                    </a:lnTo>
                    <a:lnTo>
                      <a:pt x="3536" y="55244"/>
                    </a:lnTo>
                    <a:lnTo>
                      <a:pt x="2762" y="63245"/>
                    </a:lnTo>
                    <a:lnTo>
                      <a:pt x="1559" y="71247"/>
                    </a:lnTo>
                    <a:lnTo>
                      <a:pt x="0" y="7924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7714678" y="3370135"/>
                <a:ext cx="8255" cy="12065"/>
              </a:xfrm>
              <a:custGeom>
                <a:rect b="b" l="l" r="r" t="t"/>
                <a:pathLst>
                  <a:path extrusionOk="0" h="12064" w="8254">
                    <a:moveTo>
                      <a:pt x="4381" y="11620"/>
                    </a:moveTo>
                    <a:lnTo>
                      <a:pt x="261" y="2452"/>
                    </a:lnTo>
                    <a:lnTo>
                      <a:pt x="0" y="0"/>
                    </a:lnTo>
                    <a:lnTo>
                      <a:pt x="2881" y="2405"/>
                    </a:lnTo>
                    <a:lnTo>
                      <a:pt x="8191" y="781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" name="Google Shape;87;p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769326" y="3358108"/>
                <a:ext cx="97586" cy="1463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8" name="Google Shape;88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034383" y="3288004"/>
              <a:ext cx="143425" cy="1547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305038" y="3275076"/>
              <a:ext cx="147091" cy="1303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0" name="Google Shape;90;p1"/>
            <p:cNvGrpSpPr/>
            <p:nvPr/>
          </p:nvGrpSpPr>
          <p:grpSpPr>
            <a:xfrm>
              <a:off x="8612860" y="3216376"/>
              <a:ext cx="453415" cy="224840"/>
              <a:chOff x="8612860" y="3216376"/>
              <a:chExt cx="453415" cy="224840"/>
            </a:xfrm>
          </p:grpSpPr>
          <p:pic>
            <p:nvPicPr>
              <p:cNvPr id="91" name="Google Shape;91;p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612860" y="3216376"/>
                <a:ext cx="393242" cy="2248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" name="Google Shape;92;p1"/>
              <p:cNvSpPr/>
              <p:nvPr/>
            </p:nvSpPr>
            <p:spPr>
              <a:xfrm>
                <a:off x="9043415" y="3273551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3" name="Google Shape;93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737584" y="3119602"/>
              <a:ext cx="191312" cy="29418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4" name="Google Shape;94;p1"/>
            <p:cNvGrpSpPr/>
            <p:nvPr/>
          </p:nvGrpSpPr>
          <p:grpSpPr>
            <a:xfrm>
              <a:off x="4152137" y="3275837"/>
              <a:ext cx="90043" cy="73152"/>
              <a:chOff x="4152137" y="3275837"/>
              <a:chExt cx="90043" cy="73152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152137" y="3275837"/>
                <a:ext cx="66675" cy="2540"/>
              </a:xfrm>
              <a:custGeom>
                <a:rect b="b" l="l" r="r" t="t"/>
                <a:pathLst>
                  <a:path extrusionOk="0" h="2539" w="66675">
                    <a:moveTo>
                      <a:pt x="0" y="0"/>
                    </a:moveTo>
                    <a:lnTo>
                      <a:pt x="9727" y="1000"/>
                    </a:lnTo>
                    <a:lnTo>
                      <a:pt x="19526" y="1714"/>
                    </a:lnTo>
                    <a:lnTo>
                      <a:pt x="29467" y="2143"/>
                    </a:lnTo>
                    <a:lnTo>
                      <a:pt x="39624" y="2285"/>
                    </a:lnTo>
                    <a:lnTo>
                      <a:pt x="46041" y="2285"/>
                    </a:lnTo>
                    <a:lnTo>
                      <a:pt x="52673" y="2285"/>
                    </a:lnTo>
                    <a:lnTo>
                      <a:pt x="59447" y="2285"/>
                    </a:lnTo>
                    <a:lnTo>
                      <a:pt x="66294" y="228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166615" y="3345179"/>
                <a:ext cx="75565" cy="3810"/>
              </a:xfrm>
              <a:custGeom>
                <a:rect b="b" l="l" r="r" t="t"/>
                <a:pathLst>
                  <a:path extrusionOk="0" h="3810" w="75564">
                    <a:moveTo>
                      <a:pt x="0" y="3048"/>
                    </a:moveTo>
                    <a:lnTo>
                      <a:pt x="13716" y="3155"/>
                    </a:lnTo>
                    <a:lnTo>
                      <a:pt x="27432" y="3333"/>
                    </a:lnTo>
                    <a:lnTo>
                      <a:pt x="41148" y="3369"/>
                    </a:lnTo>
                    <a:lnTo>
                      <a:pt x="54864" y="3048"/>
                    </a:lnTo>
                    <a:lnTo>
                      <a:pt x="65532" y="2286"/>
                    </a:lnTo>
                    <a:lnTo>
                      <a:pt x="68580" y="1524"/>
                    </a:lnTo>
                    <a:lnTo>
                      <a:pt x="75438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4535423" y="3084575"/>
              <a:ext cx="479171" cy="372237"/>
              <a:chOff x="4535423" y="3084575"/>
              <a:chExt cx="479171" cy="372237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4535423" y="3184397"/>
                <a:ext cx="200660" cy="272415"/>
              </a:xfrm>
              <a:custGeom>
                <a:rect b="b" l="l" r="r" t="t"/>
                <a:pathLst>
                  <a:path extrusionOk="0" h="272414" w="200660">
                    <a:moveTo>
                      <a:pt x="0" y="0"/>
                    </a:moveTo>
                    <a:lnTo>
                      <a:pt x="3464" y="32682"/>
                    </a:lnTo>
                    <a:lnTo>
                      <a:pt x="6572" y="65436"/>
                    </a:lnTo>
                    <a:lnTo>
                      <a:pt x="10394" y="98047"/>
                    </a:lnTo>
                    <a:lnTo>
                      <a:pt x="21371" y="154686"/>
                    </a:lnTo>
                    <a:lnTo>
                      <a:pt x="38397" y="201453"/>
                    </a:lnTo>
                    <a:lnTo>
                      <a:pt x="62484" y="238672"/>
                    </a:lnTo>
                    <a:lnTo>
                      <a:pt x="92202" y="262913"/>
                    </a:lnTo>
                    <a:lnTo>
                      <a:pt x="135040" y="272200"/>
                    </a:lnTo>
                    <a:lnTo>
                      <a:pt x="157162" y="268223"/>
                    </a:lnTo>
                    <a:lnTo>
                      <a:pt x="178427" y="259675"/>
                    </a:lnTo>
                    <a:lnTo>
                      <a:pt x="200406" y="24841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9" name="Google Shape;99;p1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631410" y="3225520"/>
                <a:ext cx="107492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4760188" y="3115030"/>
                <a:ext cx="144068" cy="2327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" name="Google Shape;101;p1"/>
              <p:cNvSpPr/>
              <p:nvPr/>
            </p:nvSpPr>
            <p:spPr>
              <a:xfrm>
                <a:off x="4941569" y="3084575"/>
                <a:ext cx="73025" cy="260985"/>
              </a:xfrm>
              <a:custGeom>
                <a:rect b="b" l="l" r="r" t="t"/>
                <a:pathLst>
                  <a:path extrusionOk="0" h="260985" w="73025">
                    <a:moveTo>
                      <a:pt x="3048" y="0"/>
                    </a:moveTo>
                    <a:lnTo>
                      <a:pt x="40386" y="28955"/>
                    </a:lnTo>
                    <a:lnTo>
                      <a:pt x="62674" y="63341"/>
                    </a:lnTo>
                    <a:lnTo>
                      <a:pt x="72390" y="102869"/>
                    </a:lnTo>
                    <a:lnTo>
                      <a:pt x="72842" y="124075"/>
                    </a:lnTo>
                    <a:lnTo>
                      <a:pt x="70866" y="144494"/>
                    </a:lnTo>
                    <a:lnTo>
                      <a:pt x="60198" y="184404"/>
                    </a:lnTo>
                    <a:lnTo>
                      <a:pt x="35230" y="233910"/>
                    </a:lnTo>
                    <a:lnTo>
                      <a:pt x="5941" y="259115"/>
                    </a:lnTo>
                    <a:lnTo>
                      <a:pt x="0" y="26060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>
              <a:off x="5033772" y="2930652"/>
              <a:ext cx="78994" cy="66675"/>
              <a:chOff x="5033772" y="2930652"/>
              <a:chExt cx="78994" cy="66675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5033772" y="2985516"/>
                <a:ext cx="41910" cy="6350"/>
              </a:xfrm>
              <a:custGeom>
                <a:rect b="b" l="l" r="r" t="t"/>
                <a:pathLst>
                  <a:path extrusionOk="0" h="6350" w="41910">
                    <a:moveTo>
                      <a:pt x="0" y="3810"/>
                    </a:moveTo>
                    <a:lnTo>
                      <a:pt x="7584" y="4679"/>
                    </a:lnTo>
                    <a:lnTo>
                      <a:pt x="16097" y="5619"/>
                    </a:lnTo>
                    <a:lnTo>
                      <a:pt x="24753" y="5845"/>
                    </a:lnTo>
                    <a:lnTo>
                      <a:pt x="32766" y="4572"/>
                    </a:lnTo>
                    <a:lnTo>
                      <a:pt x="37338" y="2286"/>
                    </a:lnTo>
                    <a:lnTo>
                      <a:pt x="38862" y="1524"/>
                    </a:lnTo>
                    <a:lnTo>
                      <a:pt x="4191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107686" y="2930652"/>
                <a:ext cx="5080" cy="66675"/>
              </a:xfrm>
              <a:custGeom>
                <a:rect b="b" l="l" r="r" t="t"/>
                <a:pathLst>
                  <a:path extrusionOk="0" h="66675" w="5079">
                    <a:moveTo>
                      <a:pt x="4572" y="0"/>
                    </a:moveTo>
                    <a:lnTo>
                      <a:pt x="4012" y="9024"/>
                    </a:lnTo>
                    <a:lnTo>
                      <a:pt x="3524" y="17907"/>
                    </a:lnTo>
                    <a:lnTo>
                      <a:pt x="3178" y="26789"/>
                    </a:lnTo>
                    <a:lnTo>
                      <a:pt x="3048" y="35814"/>
                    </a:lnTo>
                    <a:lnTo>
                      <a:pt x="3107" y="43362"/>
                    </a:lnTo>
                    <a:lnTo>
                      <a:pt x="2381" y="51053"/>
                    </a:lnTo>
                    <a:lnTo>
                      <a:pt x="1226" y="58745"/>
                    </a:lnTo>
                    <a:lnTo>
                      <a:pt x="0" y="6629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5" name="Google Shape;105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166334" y="3169132"/>
              <a:ext cx="112826" cy="1516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1"/>
            <p:cNvSpPr/>
            <p:nvPr/>
          </p:nvSpPr>
          <p:spPr>
            <a:xfrm>
              <a:off x="5299709" y="2855404"/>
              <a:ext cx="817244" cy="97790"/>
            </a:xfrm>
            <a:custGeom>
              <a:rect b="b" l="l" r="r" t="t"/>
              <a:pathLst>
                <a:path extrusionOk="0" h="97789" w="817245">
                  <a:moveTo>
                    <a:pt x="0" y="97345"/>
                  </a:moveTo>
                  <a:lnTo>
                    <a:pt x="39754" y="66484"/>
                  </a:lnTo>
                  <a:lnTo>
                    <a:pt x="85796" y="48768"/>
                  </a:lnTo>
                  <a:lnTo>
                    <a:pt x="145756" y="32670"/>
                  </a:lnTo>
                  <a:lnTo>
                    <a:pt x="221753" y="18621"/>
                  </a:lnTo>
                  <a:lnTo>
                    <a:pt x="267557" y="12192"/>
                  </a:lnTo>
                  <a:lnTo>
                    <a:pt x="313503" y="7191"/>
                  </a:lnTo>
                  <a:lnTo>
                    <a:pt x="359664" y="3619"/>
                  </a:lnTo>
                  <a:lnTo>
                    <a:pt x="410313" y="952"/>
                  </a:lnTo>
                  <a:lnTo>
                    <a:pt x="461391" y="0"/>
                  </a:lnTo>
                  <a:lnTo>
                    <a:pt x="512468" y="1047"/>
                  </a:lnTo>
                  <a:lnTo>
                    <a:pt x="563118" y="4381"/>
                  </a:lnTo>
                  <a:lnTo>
                    <a:pt x="607968" y="10501"/>
                  </a:lnTo>
                  <a:lnTo>
                    <a:pt x="652176" y="19621"/>
                  </a:lnTo>
                  <a:lnTo>
                    <a:pt x="695670" y="31599"/>
                  </a:lnTo>
                  <a:lnTo>
                    <a:pt x="738378" y="46291"/>
                  </a:lnTo>
                  <a:lnTo>
                    <a:pt x="784133" y="65686"/>
                  </a:lnTo>
                  <a:lnTo>
                    <a:pt x="799338" y="72199"/>
                  </a:lnTo>
                  <a:lnTo>
                    <a:pt x="805434" y="74485"/>
                  </a:lnTo>
                  <a:lnTo>
                    <a:pt x="811530" y="77533"/>
                  </a:lnTo>
                  <a:lnTo>
                    <a:pt x="816863" y="79057"/>
                  </a:lnTo>
                  <a:lnTo>
                    <a:pt x="813054" y="80581"/>
                  </a:lnTo>
                  <a:lnTo>
                    <a:pt x="805434" y="80581"/>
                  </a:lnTo>
                  <a:lnTo>
                    <a:pt x="799338" y="78295"/>
                  </a:lnTo>
                  <a:lnTo>
                    <a:pt x="794766" y="76771"/>
                  </a:lnTo>
                  <a:lnTo>
                    <a:pt x="790956" y="75247"/>
                  </a:lnTo>
                  <a:lnTo>
                    <a:pt x="786384" y="72961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7" name="Google Shape;107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5302732" y="3175990"/>
              <a:ext cx="139603" cy="203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"/>
            <p:cNvSpPr/>
            <p:nvPr/>
          </p:nvSpPr>
          <p:spPr>
            <a:xfrm>
              <a:off x="4636008" y="3435096"/>
              <a:ext cx="340995" cy="113664"/>
            </a:xfrm>
            <a:custGeom>
              <a:rect b="b" l="l" r="r" t="t"/>
              <a:pathLst>
                <a:path extrusionOk="0" h="113664" w="340995">
                  <a:moveTo>
                    <a:pt x="0" y="96774"/>
                  </a:moveTo>
                  <a:lnTo>
                    <a:pt x="7774" y="104108"/>
                  </a:lnTo>
                  <a:lnTo>
                    <a:pt x="14192" y="109156"/>
                  </a:lnTo>
                  <a:lnTo>
                    <a:pt x="21324" y="112204"/>
                  </a:lnTo>
                  <a:lnTo>
                    <a:pt x="31242" y="113538"/>
                  </a:lnTo>
                  <a:lnTo>
                    <a:pt x="40005" y="113538"/>
                  </a:lnTo>
                  <a:lnTo>
                    <a:pt x="79724" y="96393"/>
                  </a:lnTo>
                  <a:lnTo>
                    <a:pt x="87689" y="91035"/>
                  </a:lnTo>
                  <a:lnTo>
                    <a:pt x="123765" y="73568"/>
                  </a:lnTo>
                  <a:lnTo>
                    <a:pt x="140839" y="71366"/>
                  </a:lnTo>
                  <a:lnTo>
                    <a:pt x="147351" y="71818"/>
                  </a:lnTo>
                  <a:lnTo>
                    <a:pt x="176022" y="89916"/>
                  </a:lnTo>
                  <a:lnTo>
                    <a:pt x="177546" y="92202"/>
                  </a:lnTo>
                  <a:lnTo>
                    <a:pt x="179832" y="95250"/>
                  </a:lnTo>
                  <a:lnTo>
                    <a:pt x="180594" y="97536"/>
                  </a:lnTo>
                  <a:lnTo>
                    <a:pt x="180594" y="98298"/>
                  </a:lnTo>
                  <a:lnTo>
                    <a:pt x="180594" y="99060"/>
                  </a:lnTo>
                  <a:lnTo>
                    <a:pt x="182118" y="96012"/>
                  </a:lnTo>
                  <a:lnTo>
                    <a:pt x="184404" y="92202"/>
                  </a:lnTo>
                  <a:lnTo>
                    <a:pt x="217170" y="56388"/>
                  </a:lnTo>
                  <a:lnTo>
                    <a:pt x="236350" y="52530"/>
                  </a:lnTo>
                  <a:lnTo>
                    <a:pt x="243078" y="52578"/>
                  </a:lnTo>
                  <a:lnTo>
                    <a:pt x="250697" y="52578"/>
                  </a:lnTo>
                  <a:lnTo>
                    <a:pt x="258318" y="52578"/>
                  </a:lnTo>
                  <a:lnTo>
                    <a:pt x="265938" y="54864"/>
                  </a:lnTo>
                  <a:lnTo>
                    <a:pt x="273558" y="55626"/>
                  </a:lnTo>
                  <a:lnTo>
                    <a:pt x="279654" y="56388"/>
                  </a:lnTo>
                  <a:lnTo>
                    <a:pt x="286512" y="56388"/>
                  </a:lnTo>
                  <a:lnTo>
                    <a:pt x="294132" y="56387"/>
                  </a:lnTo>
                  <a:lnTo>
                    <a:pt x="300228" y="54102"/>
                  </a:lnTo>
                  <a:lnTo>
                    <a:pt x="307086" y="50292"/>
                  </a:lnTo>
                  <a:lnTo>
                    <a:pt x="313944" y="46482"/>
                  </a:lnTo>
                  <a:lnTo>
                    <a:pt x="338328" y="14477"/>
                  </a:lnTo>
                  <a:lnTo>
                    <a:pt x="340614" y="9905"/>
                  </a:lnTo>
                  <a:lnTo>
                    <a:pt x="339090" y="5333"/>
                  </a:lnTo>
                  <a:lnTo>
                    <a:pt x="337566" y="3048"/>
                  </a:lnTo>
                  <a:lnTo>
                    <a:pt x="336804" y="1524"/>
                  </a:lnTo>
                  <a:lnTo>
                    <a:pt x="334518" y="0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6252971" y="3114294"/>
              <a:ext cx="33655" cy="6350"/>
            </a:xfrm>
            <a:custGeom>
              <a:rect b="b" l="l" r="r" t="t"/>
              <a:pathLst>
                <a:path extrusionOk="0" h="6350" w="33654">
                  <a:moveTo>
                    <a:pt x="0" y="6096"/>
                  </a:moveTo>
                  <a:lnTo>
                    <a:pt x="32766" y="0"/>
                  </a:lnTo>
                  <a:lnTo>
                    <a:pt x="33528" y="0"/>
                  </a:lnTo>
                  <a:lnTo>
                    <a:pt x="32004" y="0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" name="Google Shape;110;p1"/>
            <p:cNvGrpSpPr/>
            <p:nvPr/>
          </p:nvGrpSpPr>
          <p:grpSpPr>
            <a:xfrm>
              <a:off x="6429361" y="2900908"/>
              <a:ext cx="1197521" cy="294944"/>
              <a:chOff x="6429361" y="2900908"/>
              <a:chExt cx="1197521" cy="294944"/>
            </a:xfrm>
          </p:grpSpPr>
          <p:pic>
            <p:nvPicPr>
              <p:cNvPr id="111" name="Google Shape;111;p1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429361" y="2980918"/>
                <a:ext cx="421710" cy="2149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2" name="Google Shape;112;p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875500" y="2926054"/>
                <a:ext cx="408482" cy="1897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1"/>
              <p:cNvSpPr/>
              <p:nvPr/>
            </p:nvSpPr>
            <p:spPr>
              <a:xfrm>
                <a:off x="7329677" y="2987039"/>
                <a:ext cx="31115" cy="67945"/>
              </a:xfrm>
              <a:custGeom>
                <a:rect b="b" l="l" r="r" t="t"/>
                <a:pathLst>
                  <a:path extrusionOk="0" h="67944" w="31115">
                    <a:moveTo>
                      <a:pt x="0" y="28194"/>
                    </a:moveTo>
                    <a:lnTo>
                      <a:pt x="607" y="35825"/>
                    </a:lnTo>
                    <a:lnTo>
                      <a:pt x="1428" y="42957"/>
                    </a:lnTo>
                    <a:lnTo>
                      <a:pt x="2678" y="49946"/>
                    </a:lnTo>
                    <a:lnTo>
                      <a:pt x="4572" y="57150"/>
                    </a:lnTo>
                    <a:lnTo>
                      <a:pt x="6096" y="63246"/>
                    </a:lnTo>
                    <a:lnTo>
                      <a:pt x="9906" y="67818"/>
                    </a:lnTo>
                    <a:lnTo>
                      <a:pt x="17526" y="65532"/>
                    </a:lnTo>
                    <a:lnTo>
                      <a:pt x="24372" y="60471"/>
                    </a:lnTo>
                    <a:lnTo>
                      <a:pt x="28289" y="53054"/>
                    </a:lnTo>
                    <a:lnTo>
                      <a:pt x="30063" y="44636"/>
                    </a:lnTo>
                    <a:lnTo>
                      <a:pt x="30480" y="36576"/>
                    </a:lnTo>
                    <a:lnTo>
                      <a:pt x="30682" y="28074"/>
                    </a:lnTo>
                    <a:lnTo>
                      <a:pt x="29813" y="20574"/>
                    </a:lnTo>
                    <a:lnTo>
                      <a:pt x="27372" y="13644"/>
                    </a:lnTo>
                    <a:lnTo>
                      <a:pt x="22859" y="6858"/>
                    </a:lnTo>
                    <a:lnTo>
                      <a:pt x="18287" y="3048"/>
                    </a:lnTo>
                    <a:lnTo>
                      <a:pt x="17525" y="1524"/>
                    </a:lnTo>
                    <a:lnTo>
                      <a:pt x="14477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4" name="Google Shape;114;p1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394422" y="2900908"/>
                <a:ext cx="232460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5" name="Google Shape;115;p1"/>
            <p:cNvGrpSpPr/>
            <p:nvPr/>
          </p:nvGrpSpPr>
          <p:grpSpPr>
            <a:xfrm>
              <a:off x="7853146" y="2784322"/>
              <a:ext cx="894613" cy="231889"/>
              <a:chOff x="7853146" y="2784322"/>
              <a:chExt cx="894613" cy="231889"/>
            </a:xfrm>
          </p:grpSpPr>
          <p:pic>
            <p:nvPicPr>
              <p:cNvPr id="116" name="Google Shape;116;p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853146" y="2828518"/>
                <a:ext cx="320852" cy="1876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" name="Google Shape;117;p1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8195950" y="2784322"/>
                <a:ext cx="498494" cy="179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" name="Google Shape;118;p1"/>
              <p:cNvSpPr/>
              <p:nvPr/>
            </p:nvSpPr>
            <p:spPr>
              <a:xfrm>
                <a:off x="8724899" y="289026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" name="Google Shape;119;p1"/>
          <p:cNvGrpSpPr/>
          <p:nvPr/>
        </p:nvGrpSpPr>
        <p:grpSpPr>
          <a:xfrm>
            <a:off x="2090911" y="4447901"/>
            <a:ext cx="6900637" cy="2651786"/>
            <a:chOff x="4110120" y="4053814"/>
            <a:chExt cx="4619317" cy="1744268"/>
          </a:xfrm>
        </p:grpSpPr>
        <p:sp>
          <p:nvSpPr>
            <p:cNvPr id="120" name="Google Shape;120;p1"/>
            <p:cNvSpPr/>
            <p:nvPr/>
          </p:nvSpPr>
          <p:spPr>
            <a:xfrm>
              <a:off x="4110120" y="4508753"/>
              <a:ext cx="41275" cy="40640"/>
            </a:xfrm>
            <a:custGeom>
              <a:rect b="b" l="l" r="r" t="t"/>
              <a:pathLst>
                <a:path extrusionOk="0" h="40639" w="41275">
                  <a:moveTo>
                    <a:pt x="13061" y="9905"/>
                  </a:moveTo>
                  <a:lnTo>
                    <a:pt x="33825" y="13025"/>
                  </a:lnTo>
                  <a:lnTo>
                    <a:pt x="32492" y="19811"/>
                  </a:lnTo>
                  <a:lnTo>
                    <a:pt x="29444" y="26027"/>
                  </a:lnTo>
                  <a:lnTo>
                    <a:pt x="25253" y="31241"/>
                  </a:lnTo>
                  <a:lnTo>
                    <a:pt x="22205" y="34289"/>
                  </a:lnTo>
                  <a:lnTo>
                    <a:pt x="12299" y="40385"/>
                  </a:lnTo>
                  <a:lnTo>
                    <a:pt x="6965" y="37337"/>
                  </a:lnTo>
                  <a:lnTo>
                    <a:pt x="3119" y="31968"/>
                  </a:lnTo>
                  <a:lnTo>
                    <a:pt x="773" y="24098"/>
                  </a:lnTo>
                  <a:lnTo>
                    <a:pt x="0" y="15799"/>
                  </a:lnTo>
                  <a:lnTo>
                    <a:pt x="869" y="9143"/>
                  </a:lnTo>
                  <a:lnTo>
                    <a:pt x="3917" y="761"/>
                  </a:lnTo>
                  <a:lnTo>
                    <a:pt x="12299" y="761"/>
                  </a:lnTo>
                  <a:lnTo>
                    <a:pt x="19157" y="761"/>
                  </a:lnTo>
                  <a:lnTo>
                    <a:pt x="26777" y="0"/>
                  </a:lnTo>
                  <a:lnTo>
                    <a:pt x="32873" y="761"/>
                  </a:lnTo>
                  <a:lnTo>
                    <a:pt x="37445" y="7619"/>
                  </a:lnTo>
                  <a:lnTo>
                    <a:pt x="39731" y="10667"/>
                  </a:lnTo>
                  <a:lnTo>
                    <a:pt x="41255" y="19049"/>
                  </a:lnTo>
                  <a:lnTo>
                    <a:pt x="37445" y="22097"/>
                  </a:lnTo>
                  <a:lnTo>
                    <a:pt x="32873" y="26669"/>
                  </a:lnTo>
                  <a:lnTo>
                    <a:pt x="26777" y="18287"/>
                  </a:lnTo>
                  <a:lnTo>
                    <a:pt x="24491" y="15239"/>
                  </a:lnTo>
                  <a:lnTo>
                    <a:pt x="22205" y="12191"/>
                  </a:lnTo>
                  <a:lnTo>
                    <a:pt x="22205" y="9143"/>
                  </a:lnTo>
                  <a:lnTo>
                    <a:pt x="22205" y="8381"/>
                  </a:lnTo>
                  <a:lnTo>
                    <a:pt x="22205" y="7619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" name="Google Shape;121;p1"/>
            <p:cNvGrpSpPr/>
            <p:nvPr/>
          </p:nvGrpSpPr>
          <p:grpSpPr>
            <a:xfrm>
              <a:off x="4441720" y="4441005"/>
              <a:ext cx="336806" cy="163023"/>
              <a:chOff x="4441720" y="4441005"/>
              <a:chExt cx="336806" cy="163023"/>
            </a:xfrm>
          </p:grpSpPr>
          <p:pic>
            <p:nvPicPr>
              <p:cNvPr id="122" name="Google Shape;122;p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4441720" y="4441005"/>
                <a:ext cx="136389" cy="1630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Google Shape;123;p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4603216" y="4442434"/>
                <a:ext cx="175310" cy="1592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4" name="Google Shape;124;p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029365" y="4461068"/>
              <a:ext cx="266560" cy="1419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441416" y="4434814"/>
              <a:ext cx="422579" cy="145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260566" y="4245076"/>
              <a:ext cx="193598" cy="238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6665976" y="4305300"/>
              <a:ext cx="150901" cy="1303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" name="Google Shape;128;p1"/>
            <p:cNvGrpSpPr/>
            <p:nvPr/>
          </p:nvGrpSpPr>
          <p:grpSpPr>
            <a:xfrm>
              <a:off x="7130796" y="4255638"/>
              <a:ext cx="232410" cy="109220"/>
              <a:chOff x="7130796" y="4255638"/>
              <a:chExt cx="232410" cy="10922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7148322" y="4271771"/>
                <a:ext cx="2540" cy="83820"/>
              </a:xfrm>
              <a:custGeom>
                <a:rect b="b" l="l" r="r" t="t"/>
                <a:pathLst>
                  <a:path extrusionOk="0" h="83820" w="2540">
                    <a:moveTo>
                      <a:pt x="0" y="0"/>
                    </a:moveTo>
                    <a:lnTo>
                      <a:pt x="130" y="10727"/>
                    </a:lnTo>
                    <a:lnTo>
                      <a:pt x="476" y="21240"/>
                    </a:lnTo>
                    <a:lnTo>
                      <a:pt x="964" y="31611"/>
                    </a:lnTo>
                    <a:lnTo>
                      <a:pt x="1524" y="41910"/>
                    </a:lnTo>
                    <a:lnTo>
                      <a:pt x="1964" y="52316"/>
                    </a:lnTo>
                    <a:lnTo>
                      <a:pt x="2190" y="62864"/>
                    </a:lnTo>
                    <a:lnTo>
                      <a:pt x="2274" y="73413"/>
                    </a:lnTo>
                    <a:lnTo>
                      <a:pt x="2286" y="838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7130796" y="4255638"/>
                <a:ext cx="232410" cy="109220"/>
              </a:xfrm>
              <a:custGeom>
                <a:rect b="b" l="l" r="r" t="t"/>
                <a:pathLst>
                  <a:path extrusionOk="0" h="109220" w="232409">
                    <a:moveTo>
                      <a:pt x="0" y="29086"/>
                    </a:moveTo>
                    <a:lnTo>
                      <a:pt x="44195" y="5464"/>
                    </a:lnTo>
                    <a:lnTo>
                      <a:pt x="62305" y="0"/>
                    </a:lnTo>
                    <a:lnTo>
                      <a:pt x="67818" y="892"/>
                    </a:lnTo>
                    <a:lnTo>
                      <a:pt x="81593" y="41588"/>
                    </a:lnTo>
                    <a:lnTo>
                      <a:pt x="85344" y="81664"/>
                    </a:lnTo>
                    <a:lnTo>
                      <a:pt x="86106" y="87760"/>
                    </a:lnTo>
                    <a:lnTo>
                      <a:pt x="86106" y="93094"/>
                    </a:lnTo>
                    <a:lnTo>
                      <a:pt x="86106" y="99190"/>
                    </a:lnTo>
                    <a:lnTo>
                      <a:pt x="80010" y="96904"/>
                    </a:lnTo>
                    <a:lnTo>
                      <a:pt x="77724" y="88522"/>
                    </a:lnTo>
                    <a:lnTo>
                      <a:pt x="76200" y="81664"/>
                    </a:lnTo>
                    <a:lnTo>
                      <a:pt x="75438" y="71854"/>
                    </a:lnTo>
                    <a:lnTo>
                      <a:pt x="75819" y="62043"/>
                    </a:lnTo>
                    <a:lnTo>
                      <a:pt x="106513" y="28670"/>
                    </a:lnTo>
                    <a:lnTo>
                      <a:pt x="134778" y="25276"/>
                    </a:lnTo>
                    <a:lnTo>
                      <a:pt x="144649" y="25943"/>
                    </a:lnTo>
                    <a:lnTo>
                      <a:pt x="164592" y="54994"/>
                    </a:lnTo>
                    <a:lnTo>
                      <a:pt x="163996" y="64900"/>
                    </a:lnTo>
                    <a:lnTo>
                      <a:pt x="161544" y="74235"/>
                    </a:lnTo>
                    <a:lnTo>
                      <a:pt x="157948" y="83284"/>
                    </a:lnTo>
                    <a:lnTo>
                      <a:pt x="153924" y="92332"/>
                    </a:lnTo>
                    <a:lnTo>
                      <a:pt x="151638" y="98428"/>
                    </a:lnTo>
                    <a:lnTo>
                      <a:pt x="150876" y="101476"/>
                    </a:lnTo>
                    <a:lnTo>
                      <a:pt x="150876" y="107572"/>
                    </a:lnTo>
                    <a:lnTo>
                      <a:pt x="158055" y="108787"/>
                    </a:lnTo>
                    <a:lnTo>
                      <a:pt x="164877" y="108144"/>
                    </a:lnTo>
                    <a:lnTo>
                      <a:pt x="202215" y="86903"/>
                    </a:lnTo>
                    <a:lnTo>
                      <a:pt x="220503" y="48708"/>
                    </a:lnTo>
                    <a:lnTo>
                      <a:pt x="219015" y="41302"/>
                    </a:lnTo>
                    <a:lnTo>
                      <a:pt x="214884" y="35182"/>
                    </a:lnTo>
                    <a:lnTo>
                      <a:pt x="209228" y="32170"/>
                    </a:lnTo>
                    <a:lnTo>
                      <a:pt x="202215" y="31087"/>
                    </a:lnTo>
                    <a:lnTo>
                      <a:pt x="195060" y="31861"/>
                    </a:lnTo>
                    <a:lnTo>
                      <a:pt x="172473" y="67210"/>
                    </a:lnTo>
                    <a:lnTo>
                      <a:pt x="210311" y="89284"/>
                    </a:lnTo>
                    <a:lnTo>
                      <a:pt x="221742" y="90046"/>
                    </a:lnTo>
                    <a:lnTo>
                      <a:pt x="225552" y="89284"/>
                    </a:lnTo>
                    <a:lnTo>
                      <a:pt x="232410" y="8395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" name="Google Shape;131;p1"/>
            <p:cNvGrpSpPr/>
            <p:nvPr/>
          </p:nvGrpSpPr>
          <p:grpSpPr>
            <a:xfrm>
              <a:off x="7594066" y="4140682"/>
              <a:ext cx="309422" cy="333781"/>
              <a:chOff x="7594066" y="4140682"/>
              <a:chExt cx="309422" cy="333781"/>
            </a:xfrm>
          </p:grpSpPr>
          <p:pic>
            <p:nvPicPr>
              <p:cNvPr id="132" name="Google Shape;132;p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594066" y="4140682"/>
                <a:ext cx="309422" cy="19294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" name="Google Shape;133;p1"/>
              <p:cNvSpPr/>
              <p:nvPr/>
            </p:nvSpPr>
            <p:spPr>
              <a:xfrm>
                <a:off x="7711440" y="4379975"/>
                <a:ext cx="144145" cy="23495"/>
              </a:xfrm>
              <a:custGeom>
                <a:rect b="b" l="l" r="r" t="t"/>
                <a:pathLst>
                  <a:path extrusionOk="0" h="23495" w="144145">
                    <a:moveTo>
                      <a:pt x="0" y="22860"/>
                    </a:moveTo>
                    <a:lnTo>
                      <a:pt x="39969" y="21359"/>
                    </a:lnTo>
                    <a:lnTo>
                      <a:pt x="83724" y="12763"/>
                    </a:lnTo>
                    <a:lnTo>
                      <a:pt x="121300" y="3214"/>
                    </a:lnTo>
                    <a:lnTo>
                      <a:pt x="128778" y="1524"/>
                    </a:lnTo>
                    <a:lnTo>
                      <a:pt x="136255" y="404"/>
                    </a:lnTo>
                    <a:lnTo>
                      <a:pt x="14401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7778496" y="4451603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5" name="Google Shape;135;p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184884" y="4053814"/>
              <a:ext cx="185841" cy="242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504490" y="4099534"/>
              <a:ext cx="224947" cy="1183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7" name="Google Shape;137;p1"/>
            <p:cNvGrpSpPr/>
            <p:nvPr/>
          </p:nvGrpSpPr>
          <p:grpSpPr>
            <a:xfrm>
              <a:off x="5031486" y="4772380"/>
              <a:ext cx="1212367" cy="264440"/>
              <a:chOff x="5031486" y="4772380"/>
              <a:chExt cx="1212367" cy="264440"/>
            </a:xfrm>
          </p:grpSpPr>
          <p:sp>
            <p:nvSpPr>
              <p:cNvPr id="138" name="Google Shape;138;p1"/>
              <p:cNvSpPr/>
              <p:nvPr/>
            </p:nvSpPr>
            <p:spPr>
              <a:xfrm>
                <a:off x="5031486" y="4918710"/>
                <a:ext cx="127635" cy="118110"/>
              </a:xfrm>
              <a:custGeom>
                <a:rect b="b" l="l" r="r" t="t"/>
                <a:pathLst>
                  <a:path extrusionOk="0" h="118110" w="127635">
                    <a:moveTo>
                      <a:pt x="0" y="0"/>
                    </a:moveTo>
                    <a:lnTo>
                      <a:pt x="6965" y="39540"/>
                    </a:lnTo>
                    <a:lnTo>
                      <a:pt x="19145" y="78676"/>
                    </a:lnTo>
                    <a:lnTo>
                      <a:pt x="39147" y="114300"/>
                    </a:lnTo>
                    <a:lnTo>
                      <a:pt x="51816" y="118110"/>
                    </a:lnTo>
                    <a:lnTo>
                      <a:pt x="59257" y="112990"/>
                    </a:lnTo>
                    <a:lnTo>
                      <a:pt x="70901" y="69461"/>
                    </a:lnTo>
                    <a:lnTo>
                      <a:pt x="73152" y="22098"/>
                    </a:lnTo>
                    <a:lnTo>
                      <a:pt x="73152" y="12192"/>
                    </a:lnTo>
                    <a:lnTo>
                      <a:pt x="73152" y="9906"/>
                    </a:lnTo>
                    <a:lnTo>
                      <a:pt x="73152" y="4572"/>
                    </a:lnTo>
                    <a:lnTo>
                      <a:pt x="73163" y="2976"/>
                    </a:lnTo>
                    <a:lnTo>
                      <a:pt x="73247" y="6667"/>
                    </a:lnTo>
                    <a:lnTo>
                      <a:pt x="73473" y="12930"/>
                    </a:lnTo>
                    <a:lnTo>
                      <a:pt x="80236" y="57090"/>
                    </a:lnTo>
                    <a:lnTo>
                      <a:pt x="106680" y="92202"/>
                    </a:lnTo>
                    <a:lnTo>
                      <a:pt x="117348" y="93726"/>
                    </a:lnTo>
                    <a:lnTo>
                      <a:pt x="120396" y="88392"/>
                    </a:lnTo>
                    <a:lnTo>
                      <a:pt x="127254" y="815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"/>
              <p:cNvSpPr/>
              <p:nvPr/>
            </p:nvSpPr>
            <p:spPr>
              <a:xfrm>
                <a:off x="5161788" y="4911221"/>
                <a:ext cx="83820" cy="102870"/>
              </a:xfrm>
              <a:custGeom>
                <a:rect b="b" l="l" r="r" t="t"/>
                <a:pathLst>
                  <a:path extrusionOk="0" h="102870" w="83820">
                    <a:moveTo>
                      <a:pt x="2286" y="9013"/>
                    </a:moveTo>
                    <a:lnTo>
                      <a:pt x="785" y="20990"/>
                    </a:lnTo>
                    <a:lnTo>
                      <a:pt x="0" y="32254"/>
                    </a:lnTo>
                    <a:lnTo>
                      <a:pt x="357" y="43517"/>
                    </a:lnTo>
                    <a:lnTo>
                      <a:pt x="12358" y="88499"/>
                    </a:lnTo>
                    <a:lnTo>
                      <a:pt x="18288" y="101215"/>
                    </a:lnTo>
                    <a:lnTo>
                      <a:pt x="19050" y="102739"/>
                    </a:lnTo>
                    <a:lnTo>
                      <a:pt x="16299" y="96000"/>
                    </a:lnTo>
                    <a:lnTo>
                      <a:pt x="13049" y="89404"/>
                    </a:lnTo>
                    <a:lnTo>
                      <a:pt x="9941" y="82807"/>
                    </a:lnTo>
                    <a:lnTo>
                      <a:pt x="7620" y="76069"/>
                    </a:lnTo>
                    <a:lnTo>
                      <a:pt x="4441" y="64591"/>
                    </a:lnTo>
                    <a:lnTo>
                      <a:pt x="2190" y="51685"/>
                    </a:lnTo>
                    <a:lnTo>
                      <a:pt x="1512" y="38778"/>
                    </a:lnTo>
                    <a:lnTo>
                      <a:pt x="3048" y="27301"/>
                    </a:lnTo>
                    <a:lnTo>
                      <a:pt x="32004" y="1393"/>
                    </a:lnTo>
                    <a:lnTo>
                      <a:pt x="42124" y="0"/>
                    </a:lnTo>
                    <a:lnTo>
                      <a:pt x="51816" y="535"/>
                    </a:lnTo>
                    <a:lnTo>
                      <a:pt x="80486" y="26348"/>
                    </a:lnTo>
                    <a:lnTo>
                      <a:pt x="83367" y="59305"/>
                    </a:lnTo>
                    <a:lnTo>
                      <a:pt x="83248" y="70735"/>
                    </a:lnTo>
                    <a:lnTo>
                      <a:pt x="82843" y="82165"/>
                    </a:lnTo>
                    <a:lnTo>
                      <a:pt x="82296" y="93595"/>
                    </a:lnTo>
                    <a:lnTo>
                      <a:pt x="82296" y="95881"/>
                    </a:lnTo>
                    <a:lnTo>
                      <a:pt x="82296" y="98167"/>
                    </a:lnTo>
                    <a:lnTo>
                      <a:pt x="82296" y="9969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"/>
              <p:cNvSpPr/>
              <p:nvPr/>
            </p:nvSpPr>
            <p:spPr>
              <a:xfrm>
                <a:off x="5271992" y="4898898"/>
                <a:ext cx="85725" cy="128905"/>
              </a:xfrm>
              <a:custGeom>
                <a:rect b="b" l="l" r="r" t="t"/>
                <a:pathLst>
                  <a:path extrusionOk="0" h="128904" w="85725">
                    <a:moveTo>
                      <a:pt x="27717" y="0"/>
                    </a:moveTo>
                    <a:lnTo>
                      <a:pt x="5619" y="40385"/>
                    </a:lnTo>
                    <a:lnTo>
                      <a:pt x="0" y="76771"/>
                    </a:lnTo>
                    <a:lnTo>
                      <a:pt x="797" y="95464"/>
                    </a:lnTo>
                    <a:lnTo>
                      <a:pt x="6381" y="112013"/>
                    </a:lnTo>
                    <a:lnTo>
                      <a:pt x="14216" y="120955"/>
                    </a:lnTo>
                    <a:lnTo>
                      <a:pt x="24479" y="126396"/>
                    </a:lnTo>
                    <a:lnTo>
                      <a:pt x="36171" y="128837"/>
                    </a:lnTo>
                    <a:lnTo>
                      <a:pt x="48291" y="128777"/>
                    </a:lnTo>
                    <a:lnTo>
                      <a:pt x="59483" y="125872"/>
                    </a:lnTo>
                    <a:lnTo>
                      <a:pt x="68675" y="120967"/>
                    </a:lnTo>
                    <a:lnTo>
                      <a:pt x="77009" y="114633"/>
                    </a:lnTo>
                    <a:lnTo>
                      <a:pt x="85629" y="10744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"/>
              <p:cNvSpPr/>
              <p:nvPr/>
            </p:nvSpPr>
            <p:spPr>
              <a:xfrm>
                <a:off x="5348454" y="4909566"/>
                <a:ext cx="74295" cy="97790"/>
              </a:xfrm>
              <a:custGeom>
                <a:rect b="b" l="l" r="r" t="t"/>
                <a:pathLst>
                  <a:path extrusionOk="0" h="97789" w="74295">
                    <a:moveTo>
                      <a:pt x="27455" y="54863"/>
                    </a:moveTo>
                    <a:lnTo>
                      <a:pt x="25038" y="46970"/>
                    </a:lnTo>
                    <a:lnTo>
                      <a:pt x="22407" y="40862"/>
                    </a:lnTo>
                    <a:lnTo>
                      <a:pt x="17918" y="37183"/>
                    </a:lnTo>
                    <a:lnTo>
                      <a:pt x="9929" y="36575"/>
                    </a:lnTo>
                    <a:lnTo>
                      <a:pt x="1547" y="37337"/>
                    </a:lnTo>
                    <a:lnTo>
                      <a:pt x="23" y="48005"/>
                    </a:lnTo>
                    <a:lnTo>
                      <a:pt x="23" y="54863"/>
                    </a:lnTo>
                    <a:lnTo>
                      <a:pt x="0" y="63484"/>
                    </a:lnTo>
                    <a:lnTo>
                      <a:pt x="37076" y="97535"/>
                    </a:lnTo>
                    <a:lnTo>
                      <a:pt x="50684" y="96702"/>
                    </a:lnTo>
                    <a:lnTo>
                      <a:pt x="62507" y="89153"/>
                    </a:lnTo>
                    <a:lnTo>
                      <a:pt x="68901" y="79009"/>
                    </a:lnTo>
                    <a:lnTo>
                      <a:pt x="72509" y="67436"/>
                    </a:lnTo>
                    <a:lnTo>
                      <a:pt x="73973" y="55292"/>
                    </a:lnTo>
                    <a:lnTo>
                      <a:pt x="73937" y="43433"/>
                    </a:lnTo>
                    <a:lnTo>
                      <a:pt x="54887" y="6095"/>
                    </a:lnTo>
                    <a:lnTo>
                      <a:pt x="48029" y="1523"/>
                    </a:lnTo>
                    <a:lnTo>
                      <a:pt x="4421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"/>
              <p:cNvSpPr/>
              <p:nvPr/>
            </p:nvSpPr>
            <p:spPr>
              <a:xfrm>
                <a:off x="5449062" y="4893564"/>
                <a:ext cx="67310" cy="90170"/>
              </a:xfrm>
              <a:custGeom>
                <a:rect b="b" l="l" r="r" t="t"/>
                <a:pathLst>
                  <a:path extrusionOk="0" h="90170" w="67310">
                    <a:moveTo>
                      <a:pt x="0" y="26669"/>
                    </a:moveTo>
                    <a:lnTo>
                      <a:pt x="3048" y="65531"/>
                    </a:lnTo>
                    <a:lnTo>
                      <a:pt x="4572" y="73913"/>
                    </a:lnTo>
                    <a:lnTo>
                      <a:pt x="5334" y="82295"/>
                    </a:lnTo>
                    <a:lnTo>
                      <a:pt x="6096" y="85343"/>
                    </a:lnTo>
                    <a:lnTo>
                      <a:pt x="6096" y="87629"/>
                    </a:lnTo>
                    <a:lnTo>
                      <a:pt x="6096" y="89915"/>
                    </a:lnTo>
                    <a:lnTo>
                      <a:pt x="5286" y="82593"/>
                    </a:lnTo>
                    <a:lnTo>
                      <a:pt x="4191" y="75342"/>
                    </a:lnTo>
                    <a:lnTo>
                      <a:pt x="3095" y="67948"/>
                    </a:lnTo>
                    <a:lnTo>
                      <a:pt x="2286" y="60197"/>
                    </a:lnTo>
                    <a:lnTo>
                      <a:pt x="1964" y="48339"/>
                    </a:lnTo>
                    <a:lnTo>
                      <a:pt x="2571" y="36766"/>
                    </a:lnTo>
                    <a:lnTo>
                      <a:pt x="26074" y="761"/>
                    </a:lnTo>
                    <a:lnTo>
                      <a:pt x="34290" y="0"/>
                    </a:lnTo>
                    <a:lnTo>
                      <a:pt x="41850" y="785"/>
                    </a:lnTo>
                    <a:lnTo>
                      <a:pt x="64770" y="34956"/>
                    </a:lnTo>
                    <a:lnTo>
                      <a:pt x="66294" y="55625"/>
                    </a:lnTo>
                    <a:lnTo>
                      <a:pt x="66198" y="63055"/>
                    </a:lnTo>
                    <a:lnTo>
                      <a:pt x="66103" y="70484"/>
                    </a:lnTo>
                    <a:lnTo>
                      <a:pt x="66294" y="77914"/>
                    </a:lnTo>
                    <a:lnTo>
                      <a:pt x="67056" y="8534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"/>
              <p:cNvSpPr/>
              <p:nvPr/>
            </p:nvSpPr>
            <p:spPr>
              <a:xfrm>
                <a:off x="5557944" y="4858631"/>
                <a:ext cx="67310" cy="127000"/>
              </a:xfrm>
              <a:custGeom>
                <a:rect b="b" l="l" r="r" t="t"/>
                <a:pathLst>
                  <a:path extrusionOk="0" h="127000" w="67310">
                    <a:moveTo>
                      <a:pt x="39707" y="14358"/>
                    </a:moveTo>
                    <a:lnTo>
                      <a:pt x="34706" y="8810"/>
                    </a:lnTo>
                    <a:lnTo>
                      <a:pt x="28848" y="3119"/>
                    </a:lnTo>
                    <a:lnTo>
                      <a:pt x="22133" y="0"/>
                    </a:lnTo>
                    <a:lnTo>
                      <a:pt x="14561" y="2166"/>
                    </a:lnTo>
                    <a:lnTo>
                      <a:pt x="0" y="44993"/>
                    </a:lnTo>
                    <a:lnTo>
                      <a:pt x="2274" y="53887"/>
                    </a:lnTo>
                    <a:lnTo>
                      <a:pt x="34087" y="77795"/>
                    </a:lnTo>
                    <a:lnTo>
                      <a:pt x="43934" y="81534"/>
                    </a:lnTo>
                    <a:lnTo>
                      <a:pt x="53423" y="85986"/>
                    </a:lnTo>
                    <a:lnTo>
                      <a:pt x="58757" y="88272"/>
                    </a:lnTo>
                    <a:lnTo>
                      <a:pt x="67139" y="95130"/>
                    </a:lnTo>
                    <a:lnTo>
                      <a:pt x="63329" y="102750"/>
                    </a:lnTo>
                    <a:lnTo>
                      <a:pt x="25229" y="124848"/>
                    </a:lnTo>
                    <a:lnTo>
                      <a:pt x="16323" y="126599"/>
                    </a:lnTo>
                    <a:lnTo>
                      <a:pt x="10560" y="125706"/>
                    </a:lnTo>
                    <a:lnTo>
                      <a:pt x="6798" y="121527"/>
                    </a:lnTo>
                    <a:lnTo>
                      <a:pt x="3893" y="11341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"/>
              <p:cNvSpPr/>
              <p:nvPr/>
            </p:nvSpPr>
            <p:spPr>
              <a:xfrm>
                <a:off x="5639562" y="4837176"/>
                <a:ext cx="29845" cy="135890"/>
              </a:xfrm>
              <a:custGeom>
                <a:rect b="b" l="l" r="r" t="t"/>
                <a:pathLst>
                  <a:path extrusionOk="0" h="135889" w="29845">
                    <a:moveTo>
                      <a:pt x="0" y="0"/>
                    </a:moveTo>
                    <a:lnTo>
                      <a:pt x="16764" y="45719"/>
                    </a:lnTo>
                    <a:lnTo>
                      <a:pt x="19764" y="89654"/>
                    </a:lnTo>
                    <a:lnTo>
                      <a:pt x="19812" y="104394"/>
                    </a:lnTo>
                    <a:lnTo>
                      <a:pt x="19454" y="111525"/>
                    </a:lnTo>
                    <a:lnTo>
                      <a:pt x="19240" y="120872"/>
                    </a:lnTo>
                    <a:lnTo>
                      <a:pt x="20454" y="129790"/>
                    </a:lnTo>
                    <a:lnTo>
                      <a:pt x="24384" y="135636"/>
                    </a:lnTo>
                    <a:lnTo>
                      <a:pt x="28956" y="135636"/>
                    </a:lnTo>
                    <a:lnTo>
                      <a:pt x="29718" y="134112"/>
                    </a:lnTo>
                    <a:lnTo>
                      <a:pt x="28956" y="12877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"/>
              <p:cNvSpPr/>
              <p:nvPr/>
            </p:nvSpPr>
            <p:spPr>
              <a:xfrm>
                <a:off x="5634990" y="4856988"/>
                <a:ext cx="125730" cy="106680"/>
              </a:xfrm>
              <a:custGeom>
                <a:rect b="b" l="l" r="r" t="t"/>
                <a:pathLst>
                  <a:path extrusionOk="0" h="106679" w="125729">
                    <a:moveTo>
                      <a:pt x="0" y="44195"/>
                    </a:moveTo>
                    <a:lnTo>
                      <a:pt x="41909" y="21335"/>
                    </a:lnTo>
                    <a:lnTo>
                      <a:pt x="49529" y="19049"/>
                    </a:lnTo>
                    <a:lnTo>
                      <a:pt x="56388" y="16763"/>
                    </a:lnTo>
                    <a:lnTo>
                      <a:pt x="64008" y="16001"/>
                    </a:lnTo>
                    <a:lnTo>
                      <a:pt x="67056" y="15239"/>
                    </a:lnTo>
                    <a:lnTo>
                      <a:pt x="70104" y="16001"/>
                    </a:lnTo>
                    <a:lnTo>
                      <a:pt x="73152" y="17525"/>
                    </a:lnTo>
                    <a:lnTo>
                      <a:pt x="81534" y="20573"/>
                    </a:lnTo>
                    <a:lnTo>
                      <a:pt x="87630" y="24383"/>
                    </a:lnTo>
                    <a:lnTo>
                      <a:pt x="109692" y="59733"/>
                    </a:lnTo>
                    <a:lnTo>
                      <a:pt x="110942" y="80057"/>
                    </a:lnTo>
                    <a:lnTo>
                      <a:pt x="110680" y="88201"/>
                    </a:lnTo>
                    <a:lnTo>
                      <a:pt x="108989" y="96059"/>
                    </a:lnTo>
                    <a:lnTo>
                      <a:pt x="105155" y="103631"/>
                    </a:lnTo>
                    <a:lnTo>
                      <a:pt x="102870" y="105917"/>
                    </a:lnTo>
                    <a:lnTo>
                      <a:pt x="102870" y="106679"/>
                    </a:lnTo>
                    <a:lnTo>
                      <a:pt x="95250" y="76961"/>
                    </a:lnTo>
                    <a:lnTo>
                      <a:pt x="95595" y="65579"/>
                    </a:lnTo>
                    <a:lnTo>
                      <a:pt x="108263" y="24967"/>
                    </a:lnTo>
                    <a:lnTo>
                      <a:pt x="119812" y="8036"/>
                    </a:lnTo>
                    <a:lnTo>
                      <a:pt x="12573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"/>
              <p:cNvSpPr/>
              <p:nvPr/>
            </p:nvSpPr>
            <p:spPr>
              <a:xfrm>
                <a:off x="5767613" y="4872228"/>
                <a:ext cx="104775" cy="92710"/>
              </a:xfrm>
              <a:custGeom>
                <a:rect b="b" l="l" r="r" t="t"/>
                <a:pathLst>
                  <a:path extrusionOk="0" h="92710" w="104775">
                    <a:moveTo>
                      <a:pt x="31206" y="50292"/>
                    </a:moveTo>
                    <a:lnTo>
                      <a:pt x="31896" y="42981"/>
                    </a:lnTo>
                    <a:lnTo>
                      <a:pt x="32730" y="35814"/>
                    </a:lnTo>
                    <a:lnTo>
                      <a:pt x="33563" y="28646"/>
                    </a:lnTo>
                    <a:lnTo>
                      <a:pt x="34254" y="21336"/>
                    </a:lnTo>
                    <a:lnTo>
                      <a:pt x="34254" y="13716"/>
                    </a:lnTo>
                    <a:lnTo>
                      <a:pt x="35016" y="8382"/>
                    </a:lnTo>
                    <a:lnTo>
                      <a:pt x="28920" y="3810"/>
                    </a:lnTo>
                    <a:lnTo>
                      <a:pt x="25110" y="0"/>
                    </a:lnTo>
                    <a:lnTo>
                      <a:pt x="17490" y="762"/>
                    </a:lnTo>
                    <a:lnTo>
                      <a:pt x="1690" y="45196"/>
                    </a:lnTo>
                    <a:lnTo>
                      <a:pt x="726" y="58674"/>
                    </a:lnTo>
                    <a:lnTo>
                      <a:pt x="0" y="67425"/>
                    </a:lnTo>
                    <a:lnTo>
                      <a:pt x="59" y="76676"/>
                    </a:lnTo>
                    <a:lnTo>
                      <a:pt x="2547" y="84927"/>
                    </a:lnTo>
                    <a:lnTo>
                      <a:pt x="9108" y="90678"/>
                    </a:lnTo>
                    <a:lnTo>
                      <a:pt x="16740" y="92142"/>
                    </a:lnTo>
                    <a:lnTo>
                      <a:pt x="24443" y="90392"/>
                    </a:lnTo>
                    <a:lnTo>
                      <a:pt x="54566" y="56459"/>
                    </a:lnTo>
                    <a:lnTo>
                      <a:pt x="60162" y="17526"/>
                    </a:lnTo>
                    <a:lnTo>
                      <a:pt x="60162" y="16764"/>
                    </a:lnTo>
                    <a:lnTo>
                      <a:pt x="60162" y="16002"/>
                    </a:lnTo>
                    <a:lnTo>
                      <a:pt x="60162" y="23622"/>
                    </a:lnTo>
                    <a:lnTo>
                      <a:pt x="60162" y="31242"/>
                    </a:lnTo>
                    <a:lnTo>
                      <a:pt x="61686" y="38862"/>
                    </a:lnTo>
                    <a:lnTo>
                      <a:pt x="82498" y="75902"/>
                    </a:lnTo>
                    <a:lnTo>
                      <a:pt x="96309" y="78259"/>
                    </a:lnTo>
                    <a:lnTo>
                      <a:pt x="104358" y="7772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"/>
              <p:cNvSpPr/>
              <p:nvPr/>
            </p:nvSpPr>
            <p:spPr>
              <a:xfrm>
                <a:off x="5894784" y="4883658"/>
                <a:ext cx="10795" cy="55880"/>
              </a:xfrm>
              <a:custGeom>
                <a:rect b="b" l="l" r="r" t="t"/>
                <a:pathLst>
                  <a:path extrusionOk="0" h="55879" w="10795">
                    <a:moveTo>
                      <a:pt x="3857" y="0"/>
                    </a:moveTo>
                    <a:lnTo>
                      <a:pt x="2095" y="8703"/>
                    </a:lnTo>
                    <a:lnTo>
                      <a:pt x="619" y="17621"/>
                    </a:lnTo>
                    <a:lnTo>
                      <a:pt x="0" y="26681"/>
                    </a:lnTo>
                    <a:lnTo>
                      <a:pt x="809" y="35814"/>
                    </a:lnTo>
                    <a:lnTo>
                      <a:pt x="1571" y="41910"/>
                    </a:lnTo>
                    <a:lnTo>
                      <a:pt x="4619" y="54102"/>
                    </a:lnTo>
                    <a:lnTo>
                      <a:pt x="10715" y="556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"/>
              <p:cNvSpPr/>
              <p:nvPr/>
            </p:nvSpPr>
            <p:spPr>
              <a:xfrm>
                <a:off x="5863590" y="4829556"/>
                <a:ext cx="17145" cy="20320"/>
              </a:xfrm>
              <a:custGeom>
                <a:rect b="b" l="l" r="r" t="t"/>
                <a:pathLst>
                  <a:path extrusionOk="0" h="20320" w="17145">
                    <a:moveTo>
                      <a:pt x="16763" y="19812"/>
                    </a:moveTo>
                    <a:lnTo>
                      <a:pt x="13501" y="15644"/>
                    </a:lnTo>
                    <a:lnTo>
                      <a:pt x="8953" y="9906"/>
                    </a:lnTo>
                    <a:lnTo>
                      <a:pt x="4119" y="4167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9" name="Google Shape;149;p1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939383" y="4837912"/>
                <a:ext cx="174929" cy="1128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" name="Google Shape;150;p1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137408" y="4772380"/>
                <a:ext cx="106445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1" name="Google Shape;151;p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618671" y="4751044"/>
              <a:ext cx="258404" cy="2339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"/>
            <p:cNvSpPr/>
            <p:nvPr/>
          </p:nvSpPr>
          <p:spPr>
            <a:xfrm>
              <a:off x="6937247" y="4807458"/>
              <a:ext cx="22860" cy="24130"/>
            </a:xfrm>
            <a:custGeom>
              <a:rect b="b" l="l" r="r" t="t"/>
              <a:pathLst>
                <a:path extrusionOk="0" h="24129" w="22859">
                  <a:moveTo>
                    <a:pt x="0" y="5334"/>
                  </a:moveTo>
                  <a:lnTo>
                    <a:pt x="0" y="18288"/>
                  </a:lnTo>
                  <a:lnTo>
                    <a:pt x="5333" y="23622"/>
                  </a:lnTo>
                  <a:lnTo>
                    <a:pt x="17525" y="23622"/>
                  </a:lnTo>
                  <a:lnTo>
                    <a:pt x="22859" y="18288"/>
                  </a:lnTo>
                  <a:lnTo>
                    <a:pt x="22859" y="12192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" name="Google Shape;153;p1"/>
            <p:cNvGrpSpPr/>
            <p:nvPr/>
          </p:nvGrpSpPr>
          <p:grpSpPr>
            <a:xfrm>
              <a:off x="7133818" y="4677892"/>
              <a:ext cx="663753" cy="297230"/>
              <a:chOff x="7133818" y="4677892"/>
              <a:chExt cx="663753" cy="297230"/>
            </a:xfrm>
          </p:grpSpPr>
          <p:pic>
            <p:nvPicPr>
              <p:cNvPr id="154" name="Google Shape;154;p1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133818" y="4677892"/>
                <a:ext cx="477062" cy="2972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1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633214" y="4717612"/>
                <a:ext cx="164357" cy="1051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1"/>
            <p:cNvSpPr/>
            <p:nvPr/>
          </p:nvSpPr>
          <p:spPr>
            <a:xfrm>
              <a:off x="4399788" y="5621464"/>
              <a:ext cx="24765" cy="33020"/>
            </a:xfrm>
            <a:custGeom>
              <a:rect b="b" l="l" r="r" t="t"/>
              <a:pathLst>
                <a:path extrusionOk="0" h="33020" w="24764">
                  <a:moveTo>
                    <a:pt x="0" y="4381"/>
                  </a:moveTo>
                  <a:lnTo>
                    <a:pt x="8501" y="1476"/>
                  </a:lnTo>
                  <a:lnTo>
                    <a:pt x="15430" y="0"/>
                  </a:lnTo>
                  <a:lnTo>
                    <a:pt x="20359" y="2238"/>
                  </a:lnTo>
                  <a:lnTo>
                    <a:pt x="22860" y="10477"/>
                  </a:lnTo>
                  <a:lnTo>
                    <a:pt x="23622" y="15049"/>
                  </a:lnTo>
                  <a:lnTo>
                    <a:pt x="24384" y="24193"/>
                  </a:lnTo>
                  <a:lnTo>
                    <a:pt x="21336" y="28003"/>
                  </a:lnTo>
                  <a:lnTo>
                    <a:pt x="18288" y="32575"/>
                  </a:lnTo>
                  <a:lnTo>
                    <a:pt x="13716" y="27241"/>
                  </a:lnTo>
                  <a:lnTo>
                    <a:pt x="12192" y="24193"/>
                  </a:lnTo>
                  <a:lnTo>
                    <a:pt x="9144" y="18097"/>
                  </a:lnTo>
                  <a:lnTo>
                    <a:pt x="8382" y="11239"/>
                  </a:lnTo>
                  <a:lnTo>
                    <a:pt x="10668" y="7429"/>
                  </a:lnTo>
                  <a:lnTo>
                    <a:pt x="16002" y="8191"/>
                  </a:lnTo>
                  <a:lnTo>
                    <a:pt x="15240" y="7429"/>
                  </a:lnTo>
                  <a:lnTo>
                    <a:pt x="16764" y="13525"/>
                  </a:lnTo>
                  <a:lnTo>
                    <a:pt x="18288" y="18097"/>
                  </a:lnTo>
                  <a:lnTo>
                    <a:pt x="18288" y="19621"/>
                  </a:lnTo>
                  <a:lnTo>
                    <a:pt x="16764" y="22669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4842079" y="5538571"/>
              <a:ext cx="280871" cy="1840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5438833" y="5496280"/>
              <a:ext cx="475836" cy="3018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" name="Google Shape;159;p1"/>
            <p:cNvGrpSpPr/>
            <p:nvPr/>
          </p:nvGrpSpPr>
          <p:grpSpPr>
            <a:xfrm>
              <a:off x="6240183" y="5458942"/>
              <a:ext cx="891400" cy="224840"/>
              <a:chOff x="6240183" y="5458942"/>
              <a:chExt cx="891400" cy="224840"/>
            </a:xfrm>
          </p:grpSpPr>
          <p:pic>
            <p:nvPicPr>
              <p:cNvPr id="160" name="Google Shape;160;p1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240183" y="5494756"/>
                <a:ext cx="138544" cy="1890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1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6404584" y="5507591"/>
                <a:ext cx="131114" cy="1540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1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557746" y="5494756"/>
                <a:ext cx="259130" cy="1341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3" name="Google Shape;163;p1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6844830" y="5458942"/>
                <a:ext cx="286753" cy="1527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4" name="Google Shape;164;p1"/>
            <p:cNvGrpSpPr/>
            <p:nvPr/>
          </p:nvGrpSpPr>
          <p:grpSpPr>
            <a:xfrm>
              <a:off x="7388326" y="5342356"/>
              <a:ext cx="693470" cy="208838"/>
              <a:chOff x="7388326" y="5342356"/>
              <a:chExt cx="693470" cy="208838"/>
            </a:xfrm>
          </p:grpSpPr>
          <p:pic>
            <p:nvPicPr>
              <p:cNvPr id="165" name="Google Shape;165;p1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7388326" y="5387314"/>
                <a:ext cx="202742" cy="1638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" name="Google Shape;166;p1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7615402" y="5342356"/>
                <a:ext cx="466394" cy="1707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7" name="Google Shape;167;p1"/>
            <p:cNvSpPr/>
            <p:nvPr/>
          </p:nvSpPr>
          <p:spPr>
            <a:xfrm>
              <a:off x="8167878" y="5324855"/>
              <a:ext cx="6350" cy="140335"/>
            </a:xfrm>
            <a:custGeom>
              <a:rect b="b" l="l" r="r" t="t"/>
              <a:pathLst>
                <a:path extrusionOk="0" h="140335" w="6350">
                  <a:moveTo>
                    <a:pt x="3048" y="0"/>
                  </a:moveTo>
                  <a:lnTo>
                    <a:pt x="2940" y="10977"/>
                  </a:lnTo>
                  <a:lnTo>
                    <a:pt x="2762" y="22097"/>
                  </a:lnTo>
                  <a:lnTo>
                    <a:pt x="2726" y="33218"/>
                  </a:lnTo>
                  <a:lnTo>
                    <a:pt x="3048" y="44195"/>
                  </a:lnTo>
                  <a:lnTo>
                    <a:pt x="4679" y="61567"/>
                  </a:lnTo>
                  <a:lnTo>
                    <a:pt x="5810" y="79152"/>
                  </a:lnTo>
                  <a:lnTo>
                    <a:pt x="5941" y="96595"/>
                  </a:lnTo>
                  <a:lnTo>
                    <a:pt x="4572" y="113537"/>
                  </a:lnTo>
                  <a:lnTo>
                    <a:pt x="3000" y="122205"/>
                  </a:lnTo>
                  <a:lnTo>
                    <a:pt x="1714" y="128587"/>
                  </a:lnTo>
                  <a:lnTo>
                    <a:pt x="714" y="134111"/>
                  </a:lnTo>
                  <a:lnTo>
                    <a:pt x="0" y="14020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174735" y="5525261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4571" y="22860"/>
                  </a:lnTo>
                  <a:lnTo>
                    <a:pt x="17525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1"/>
          <p:cNvSpPr txBox="1"/>
          <p:nvPr/>
        </p:nvSpPr>
        <p:spPr>
          <a:xfrm>
            <a:off x="4800600" y="471488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"/>
          <p:cNvGrpSpPr/>
          <p:nvPr/>
        </p:nvGrpSpPr>
        <p:grpSpPr>
          <a:xfrm>
            <a:off x="685800" y="1752600"/>
            <a:ext cx="8524138" cy="4212105"/>
            <a:chOff x="4115561" y="2036038"/>
            <a:chExt cx="5861558" cy="3332276"/>
          </a:xfrm>
        </p:grpSpPr>
        <p:sp>
          <p:nvSpPr>
            <p:cNvPr id="175" name="Google Shape;175;p2"/>
            <p:cNvSpPr/>
            <p:nvPr/>
          </p:nvSpPr>
          <p:spPr>
            <a:xfrm>
              <a:off x="4155947" y="2472689"/>
              <a:ext cx="28575" cy="24130"/>
            </a:xfrm>
            <a:custGeom>
              <a:rect b="b" l="l" r="r" t="t"/>
              <a:pathLst>
                <a:path extrusionOk="0" h="24130" w="28575">
                  <a:moveTo>
                    <a:pt x="18287" y="0"/>
                  </a:moveTo>
                  <a:lnTo>
                    <a:pt x="22907" y="3178"/>
                  </a:lnTo>
                  <a:lnTo>
                    <a:pt x="26669" y="7143"/>
                  </a:lnTo>
                  <a:lnTo>
                    <a:pt x="28146" y="12108"/>
                  </a:lnTo>
                  <a:lnTo>
                    <a:pt x="25907" y="18288"/>
                  </a:lnTo>
                  <a:lnTo>
                    <a:pt x="22859" y="23622"/>
                  </a:lnTo>
                  <a:lnTo>
                    <a:pt x="13715" y="23622"/>
                  </a:lnTo>
                  <a:lnTo>
                    <a:pt x="8381" y="22860"/>
                  </a:lnTo>
                  <a:lnTo>
                    <a:pt x="2285" y="22098"/>
                  </a:lnTo>
                  <a:lnTo>
                    <a:pt x="0" y="17526"/>
                  </a:lnTo>
                  <a:lnTo>
                    <a:pt x="761" y="11430"/>
                  </a:lnTo>
                  <a:lnTo>
                    <a:pt x="761" y="6858"/>
                  </a:lnTo>
                  <a:lnTo>
                    <a:pt x="8381" y="6096"/>
                  </a:lnTo>
                  <a:lnTo>
                    <a:pt x="12191" y="4572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24146" y="2280640"/>
              <a:ext cx="486968" cy="205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2"/>
            <p:cNvGrpSpPr/>
            <p:nvPr/>
          </p:nvGrpSpPr>
          <p:grpSpPr>
            <a:xfrm>
              <a:off x="5135117" y="2298954"/>
              <a:ext cx="35178" cy="124967"/>
              <a:chOff x="5135117" y="2298954"/>
              <a:chExt cx="35178" cy="124967"/>
            </a:xfrm>
          </p:grpSpPr>
          <p:sp>
            <p:nvSpPr>
              <p:cNvPr id="178" name="Google Shape;178;p2"/>
              <p:cNvSpPr/>
              <p:nvPr/>
            </p:nvSpPr>
            <p:spPr>
              <a:xfrm>
                <a:off x="5144261" y="2359152"/>
                <a:ext cx="26034" cy="64769"/>
              </a:xfrm>
              <a:custGeom>
                <a:rect b="b" l="l" r="r" t="t"/>
                <a:pathLst>
                  <a:path extrusionOk="0" h="64769" w="26035">
                    <a:moveTo>
                      <a:pt x="0" y="0"/>
                    </a:moveTo>
                    <a:lnTo>
                      <a:pt x="22098" y="44957"/>
                    </a:lnTo>
                    <a:lnTo>
                      <a:pt x="24384" y="57912"/>
                    </a:lnTo>
                    <a:lnTo>
                      <a:pt x="25908" y="6476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5135117" y="2298954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0" name="Google Shape;18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8022" y="2256256"/>
              <a:ext cx="135686" cy="1646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05196" y="2291308"/>
              <a:ext cx="111302" cy="1204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2"/>
            <p:cNvGrpSpPr/>
            <p:nvPr/>
          </p:nvGrpSpPr>
          <p:grpSpPr>
            <a:xfrm>
              <a:off x="5888710" y="2132075"/>
              <a:ext cx="460781" cy="282251"/>
              <a:chOff x="5888710" y="2132075"/>
              <a:chExt cx="460781" cy="282251"/>
            </a:xfrm>
          </p:grpSpPr>
          <p:pic>
            <p:nvPicPr>
              <p:cNvPr id="183" name="Google Shape;183;p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888710" y="2213584"/>
                <a:ext cx="107492" cy="1836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4" name="Google Shape;184;p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028156" y="2173198"/>
                <a:ext cx="225900" cy="2411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" name="Google Shape;185;p2"/>
              <p:cNvSpPr/>
              <p:nvPr/>
            </p:nvSpPr>
            <p:spPr>
              <a:xfrm>
                <a:off x="6245352" y="2132075"/>
                <a:ext cx="104139" cy="273685"/>
              </a:xfrm>
              <a:custGeom>
                <a:rect b="b" l="l" r="r" t="t"/>
                <a:pathLst>
                  <a:path extrusionOk="0" h="273685" w="104139">
                    <a:moveTo>
                      <a:pt x="12191" y="0"/>
                    </a:moveTo>
                    <a:lnTo>
                      <a:pt x="50232" y="19931"/>
                    </a:lnTo>
                    <a:lnTo>
                      <a:pt x="84962" y="56578"/>
                    </a:lnTo>
                    <a:lnTo>
                      <a:pt x="101893" y="103834"/>
                    </a:lnTo>
                    <a:lnTo>
                      <a:pt x="103560" y="135766"/>
                    </a:lnTo>
                    <a:lnTo>
                      <a:pt x="102107" y="150876"/>
                    </a:lnTo>
                    <a:lnTo>
                      <a:pt x="85927" y="198560"/>
                    </a:lnTo>
                    <a:lnTo>
                      <a:pt x="60483" y="240411"/>
                    </a:lnTo>
                    <a:lnTo>
                      <a:pt x="28074" y="268628"/>
                    </a:lnTo>
                    <a:lnTo>
                      <a:pt x="10120" y="272962"/>
                    </a:lnTo>
                    <a:lnTo>
                      <a:pt x="0" y="27355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" name="Google Shape;186;p2"/>
            <p:cNvSpPr/>
            <p:nvPr/>
          </p:nvSpPr>
          <p:spPr>
            <a:xfrm>
              <a:off x="7187183" y="2198370"/>
              <a:ext cx="12700" cy="20955"/>
            </a:xfrm>
            <a:custGeom>
              <a:rect b="b" l="l" r="r" t="t"/>
              <a:pathLst>
                <a:path extrusionOk="0" h="20955" w="12700">
                  <a:moveTo>
                    <a:pt x="0" y="0"/>
                  </a:moveTo>
                  <a:lnTo>
                    <a:pt x="4572" y="6857"/>
                  </a:lnTo>
                  <a:lnTo>
                    <a:pt x="8382" y="12953"/>
                  </a:lnTo>
                  <a:lnTo>
                    <a:pt x="12192" y="2057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53630" y="2291308"/>
              <a:ext cx="79513" cy="975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47584" y="2125954"/>
              <a:ext cx="421246" cy="2561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9" name="Google Shape;189;p2"/>
            <p:cNvGrpSpPr/>
            <p:nvPr/>
          </p:nvGrpSpPr>
          <p:grpSpPr>
            <a:xfrm>
              <a:off x="8064246" y="2222753"/>
              <a:ext cx="71755" cy="70104"/>
              <a:chOff x="8064246" y="2222753"/>
              <a:chExt cx="71755" cy="70104"/>
            </a:xfrm>
          </p:grpSpPr>
          <p:sp>
            <p:nvSpPr>
              <p:cNvPr id="190" name="Google Shape;190;p2"/>
              <p:cNvSpPr/>
              <p:nvPr/>
            </p:nvSpPr>
            <p:spPr>
              <a:xfrm>
                <a:off x="8064246" y="2222753"/>
                <a:ext cx="60960" cy="8890"/>
              </a:xfrm>
              <a:custGeom>
                <a:rect b="b" l="l" r="r" t="t"/>
                <a:pathLst>
                  <a:path extrusionOk="0" h="8889" w="60959">
                    <a:moveTo>
                      <a:pt x="0" y="2286"/>
                    </a:moveTo>
                    <a:lnTo>
                      <a:pt x="12453" y="2047"/>
                    </a:lnTo>
                    <a:lnTo>
                      <a:pt x="24764" y="1524"/>
                    </a:lnTo>
                    <a:lnTo>
                      <a:pt x="37076" y="1000"/>
                    </a:lnTo>
                    <a:lnTo>
                      <a:pt x="49530" y="762"/>
                    </a:lnTo>
                    <a:lnTo>
                      <a:pt x="57912" y="762"/>
                    </a:lnTo>
                    <a:lnTo>
                      <a:pt x="60198" y="0"/>
                    </a:lnTo>
                    <a:lnTo>
                      <a:pt x="60960" y="838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8079486" y="2281427"/>
                <a:ext cx="56515" cy="11430"/>
              </a:xfrm>
              <a:custGeom>
                <a:rect b="b" l="l" r="r" t="t"/>
                <a:pathLst>
                  <a:path extrusionOk="0" h="11430" w="56515">
                    <a:moveTo>
                      <a:pt x="0" y="11429"/>
                    </a:moveTo>
                    <a:lnTo>
                      <a:pt x="45720" y="6095"/>
                    </a:lnTo>
                    <a:lnTo>
                      <a:pt x="52577" y="3809"/>
                    </a:lnTo>
                    <a:lnTo>
                      <a:pt x="54102" y="3809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2"/>
            <p:cNvGrpSpPr/>
            <p:nvPr/>
          </p:nvGrpSpPr>
          <p:grpSpPr>
            <a:xfrm>
              <a:off x="8342376" y="2137409"/>
              <a:ext cx="100743" cy="294640"/>
              <a:chOff x="8342376" y="2137409"/>
              <a:chExt cx="100743" cy="294640"/>
            </a:xfrm>
          </p:grpSpPr>
          <p:sp>
            <p:nvSpPr>
              <p:cNvPr id="193" name="Google Shape;193;p2"/>
              <p:cNvSpPr/>
              <p:nvPr/>
            </p:nvSpPr>
            <p:spPr>
              <a:xfrm>
                <a:off x="8342376" y="2137409"/>
                <a:ext cx="45085" cy="276225"/>
              </a:xfrm>
              <a:custGeom>
                <a:rect b="b" l="l" r="r" t="t"/>
                <a:pathLst>
                  <a:path extrusionOk="0" h="276225" w="45084">
                    <a:moveTo>
                      <a:pt x="0" y="0"/>
                    </a:moveTo>
                    <a:lnTo>
                      <a:pt x="16097" y="43433"/>
                    </a:lnTo>
                    <a:lnTo>
                      <a:pt x="25908" y="89154"/>
                    </a:lnTo>
                    <a:lnTo>
                      <a:pt x="32670" y="145161"/>
                    </a:lnTo>
                    <a:lnTo>
                      <a:pt x="36576" y="201168"/>
                    </a:lnTo>
                    <a:lnTo>
                      <a:pt x="38397" y="250567"/>
                    </a:lnTo>
                    <a:lnTo>
                      <a:pt x="38862" y="266700"/>
                    </a:lnTo>
                    <a:lnTo>
                      <a:pt x="39624" y="271272"/>
                    </a:lnTo>
                    <a:lnTo>
                      <a:pt x="40386" y="272796"/>
                    </a:lnTo>
                    <a:lnTo>
                      <a:pt x="41148" y="275844"/>
                    </a:lnTo>
                    <a:lnTo>
                      <a:pt x="42160" y="269545"/>
                    </a:lnTo>
                    <a:lnTo>
                      <a:pt x="42957" y="263175"/>
                    </a:lnTo>
                    <a:lnTo>
                      <a:pt x="43612" y="256663"/>
                    </a:lnTo>
                    <a:lnTo>
                      <a:pt x="44196" y="249936"/>
                    </a:lnTo>
                    <a:lnTo>
                      <a:pt x="44196" y="245364"/>
                    </a:lnTo>
                    <a:lnTo>
                      <a:pt x="44958" y="240792"/>
                    </a:lnTo>
                    <a:lnTo>
                      <a:pt x="44958" y="23622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8427244" y="2152649"/>
                <a:ext cx="15875" cy="279400"/>
              </a:xfrm>
              <a:custGeom>
                <a:rect b="b" l="l" r="r" t="t"/>
                <a:pathLst>
                  <a:path extrusionOk="0" h="279400" w="15875">
                    <a:moveTo>
                      <a:pt x="1238" y="0"/>
                    </a:moveTo>
                    <a:lnTo>
                      <a:pt x="0" y="14275"/>
                    </a:lnTo>
                    <a:lnTo>
                      <a:pt x="476" y="27908"/>
                    </a:lnTo>
                    <a:lnTo>
                      <a:pt x="2095" y="41683"/>
                    </a:lnTo>
                    <a:lnTo>
                      <a:pt x="4286" y="56388"/>
                    </a:lnTo>
                    <a:lnTo>
                      <a:pt x="7310" y="80962"/>
                    </a:lnTo>
                    <a:lnTo>
                      <a:pt x="11358" y="130111"/>
                    </a:lnTo>
                    <a:lnTo>
                      <a:pt x="13549" y="176391"/>
                    </a:lnTo>
                    <a:lnTo>
                      <a:pt x="14168" y="219515"/>
                    </a:lnTo>
                    <a:lnTo>
                      <a:pt x="14192" y="240792"/>
                    </a:lnTo>
                    <a:lnTo>
                      <a:pt x="14061" y="249697"/>
                    </a:lnTo>
                    <a:lnTo>
                      <a:pt x="13715" y="258318"/>
                    </a:lnTo>
                    <a:lnTo>
                      <a:pt x="13227" y="266938"/>
                    </a:lnTo>
                    <a:lnTo>
                      <a:pt x="12668" y="275844"/>
                    </a:lnTo>
                    <a:lnTo>
                      <a:pt x="12668" y="277368"/>
                    </a:lnTo>
                    <a:lnTo>
                      <a:pt x="12668" y="278130"/>
                    </a:lnTo>
                    <a:lnTo>
                      <a:pt x="12668" y="278892"/>
                    </a:lnTo>
                    <a:lnTo>
                      <a:pt x="13251" y="271581"/>
                    </a:lnTo>
                    <a:lnTo>
                      <a:pt x="13906" y="264414"/>
                    </a:lnTo>
                    <a:lnTo>
                      <a:pt x="14704" y="257246"/>
                    </a:lnTo>
                    <a:lnTo>
                      <a:pt x="15716" y="24993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5" name="Google Shape;195;p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534374" y="2162530"/>
              <a:ext cx="249224" cy="145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"/>
            <p:cNvSpPr/>
            <p:nvPr/>
          </p:nvSpPr>
          <p:spPr>
            <a:xfrm>
              <a:off x="8847581" y="2201417"/>
              <a:ext cx="49530" cy="2540"/>
            </a:xfrm>
            <a:custGeom>
              <a:rect b="b" l="l" r="r" t="t"/>
              <a:pathLst>
                <a:path extrusionOk="0" h="2539" w="49529">
                  <a:moveTo>
                    <a:pt x="0" y="1524"/>
                  </a:moveTo>
                  <a:lnTo>
                    <a:pt x="9358" y="2262"/>
                  </a:lnTo>
                  <a:lnTo>
                    <a:pt x="18288" y="2286"/>
                  </a:lnTo>
                  <a:lnTo>
                    <a:pt x="27217" y="1738"/>
                  </a:lnTo>
                  <a:lnTo>
                    <a:pt x="36576" y="762"/>
                  </a:lnTo>
                  <a:lnTo>
                    <a:pt x="41910" y="0"/>
                  </a:lnTo>
                  <a:lnTo>
                    <a:pt x="44196" y="0"/>
                  </a:lnTo>
                  <a:lnTo>
                    <a:pt x="4953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" name="Google Shape;197;p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83954" y="2167102"/>
              <a:ext cx="96872" cy="1519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8" name="Google Shape;198;p2"/>
            <p:cNvGrpSpPr/>
            <p:nvPr/>
          </p:nvGrpSpPr>
          <p:grpSpPr>
            <a:xfrm>
              <a:off x="9156668" y="2036038"/>
              <a:ext cx="236530" cy="295300"/>
              <a:chOff x="9156668" y="2036038"/>
              <a:chExt cx="236530" cy="295300"/>
            </a:xfrm>
          </p:grpSpPr>
          <p:sp>
            <p:nvSpPr>
              <p:cNvPr id="199" name="Google Shape;199;p2"/>
              <p:cNvSpPr/>
              <p:nvPr/>
            </p:nvSpPr>
            <p:spPr>
              <a:xfrm>
                <a:off x="9156668" y="2097023"/>
                <a:ext cx="13335" cy="234315"/>
              </a:xfrm>
              <a:custGeom>
                <a:rect b="b" l="l" r="r" t="t"/>
                <a:pathLst>
                  <a:path extrusionOk="0" h="234314" w="13334">
                    <a:moveTo>
                      <a:pt x="1809" y="0"/>
                    </a:moveTo>
                    <a:lnTo>
                      <a:pt x="226" y="15287"/>
                    </a:lnTo>
                    <a:lnTo>
                      <a:pt x="0" y="29718"/>
                    </a:lnTo>
                    <a:lnTo>
                      <a:pt x="1059" y="44148"/>
                    </a:lnTo>
                    <a:lnTo>
                      <a:pt x="3333" y="59436"/>
                    </a:lnTo>
                    <a:lnTo>
                      <a:pt x="6143" y="80010"/>
                    </a:lnTo>
                    <a:lnTo>
                      <a:pt x="10620" y="121157"/>
                    </a:lnTo>
                    <a:lnTo>
                      <a:pt x="12346" y="163234"/>
                    </a:lnTo>
                    <a:lnTo>
                      <a:pt x="12763" y="185166"/>
                    </a:lnTo>
                    <a:lnTo>
                      <a:pt x="12465" y="207097"/>
                    </a:lnTo>
                    <a:lnTo>
                      <a:pt x="10953" y="228600"/>
                    </a:lnTo>
                    <a:lnTo>
                      <a:pt x="10191" y="231647"/>
                    </a:lnTo>
                    <a:lnTo>
                      <a:pt x="10191" y="232410"/>
                    </a:lnTo>
                    <a:lnTo>
                      <a:pt x="10191" y="233934"/>
                    </a:lnTo>
                    <a:lnTo>
                      <a:pt x="10191" y="232410"/>
                    </a:lnTo>
                    <a:lnTo>
                      <a:pt x="9429" y="220218"/>
                    </a:lnTo>
                    <a:lnTo>
                      <a:pt x="9429" y="217932"/>
                    </a:lnTo>
                    <a:lnTo>
                      <a:pt x="9429" y="214122"/>
                    </a:lnTo>
                    <a:lnTo>
                      <a:pt x="10191" y="209550"/>
                    </a:lnTo>
                    <a:lnTo>
                      <a:pt x="10191" y="20497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9196578" y="2097785"/>
                <a:ext cx="10160" cy="218440"/>
              </a:xfrm>
              <a:custGeom>
                <a:rect b="b" l="l" r="r" t="t"/>
                <a:pathLst>
                  <a:path extrusionOk="0" h="218439" w="10159">
                    <a:moveTo>
                      <a:pt x="9905" y="0"/>
                    </a:moveTo>
                    <a:lnTo>
                      <a:pt x="3047" y="43398"/>
                    </a:lnTo>
                    <a:lnTo>
                      <a:pt x="1964" y="76962"/>
                    </a:lnTo>
                    <a:lnTo>
                      <a:pt x="2000" y="95250"/>
                    </a:lnTo>
                    <a:lnTo>
                      <a:pt x="2178" y="113538"/>
                    </a:lnTo>
                    <a:lnTo>
                      <a:pt x="2285" y="131826"/>
                    </a:lnTo>
                    <a:lnTo>
                      <a:pt x="1726" y="147828"/>
                    </a:lnTo>
                    <a:lnTo>
                      <a:pt x="1238" y="163830"/>
                    </a:lnTo>
                    <a:lnTo>
                      <a:pt x="892" y="179832"/>
                    </a:lnTo>
                    <a:lnTo>
                      <a:pt x="761" y="195834"/>
                    </a:lnTo>
                    <a:lnTo>
                      <a:pt x="0" y="203454"/>
                    </a:lnTo>
                    <a:lnTo>
                      <a:pt x="0" y="210311"/>
                    </a:lnTo>
                    <a:lnTo>
                      <a:pt x="0" y="217932"/>
                    </a:lnTo>
                    <a:lnTo>
                      <a:pt x="0" y="213360"/>
                    </a:lnTo>
                    <a:lnTo>
                      <a:pt x="0" y="210311"/>
                    </a:lnTo>
                    <a:lnTo>
                      <a:pt x="0" y="20497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1" name="Google Shape;201;p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250654" y="2036038"/>
                <a:ext cx="142544" cy="78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2" name="Google Shape;202;p2"/>
            <p:cNvGrpSpPr/>
            <p:nvPr/>
          </p:nvGrpSpPr>
          <p:grpSpPr>
            <a:xfrm>
              <a:off x="4405096" y="3173704"/>
              <a:ext cx="594411" cy="297992"/>
              <a:chOff x="4405096" y="3173704"/>
              <a:chExt cx="594411" cy="297992"/>
            </a:xfrm>
          </p:grpSpPr>
          <p:pic>
            <p:nvPicPr>
              <p:cNvPr id="203" name="Google Shape;203;p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405096" y="3277336"/>
                <a:ext cx="154736" cy="1943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4" name="Google Shape;204;p2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588274" y="3248761"/>
                <a:ext cx="110243" cy="1947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5" name="Google Shape;205;p2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723898" y="3173704"/>
                <a:ext cx="275609" cy="2717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6" name="Google Shape;206;p2"/>
            <p:cNvGrpSpPr/>
            <p:nvPr/>
          </p:nvGrpSpPr>
          <p:grpSpPr>
            <a:xfrm>
              <a:off x="5093208" y="3274313"/>
              <a:ext cx="92964" cy="88773"/>
              <a:chOff x="5093208" y="3274313"/>
              <a:chExt cx="92964" cy="88773"/>
            </a:xfrm>
          </p:grpSpPr>
          <p:sp>
            <p:nvSpPr>
              <p:cNvPr id="207" name="Google Shape;207;p2"/>
              <p:cNvSpPr/>
              <p:nvPr/>
            </p:nvSpPr>
            <p:spPr>
              <a:xfrm>
                <a:off x="5093208" y="3274313"/>
                <a:ext cx="60325" cy="10160"/>
              </a:xfrm>
              <a:custGeom>
                <a:rect b="b" l="l" r="r" t="t"/>
                <a:pathLst>
                  <a:path extrusionOk="0" h="10160" w="60325">
                    <a:moveTo>
                      <a:pt x="0" y="9905"/>
                    </a:moveTo>
                    <a:lnTo>
                      <a:pt x="9108" y="9501"/>
                    </a:lnTo>
                    <a:lnTo>
                      <a:pt x="17430" y="8381"/>
                    </a:lnTo>
                    <a:lnTo>
                      <a:pt x="25610" y="6691"/>
                    </a:lnTo>
                    <a:lnTo>
                      <a:pt x="34290" y="4571"/>
                    </a:lnTo>
                    <a:lnTo>
                      <a:pt x="40909" y="3000"/>
                    </a:lnTo>
                    <a:lnTo>
                      <a:pt x="47244" y="1714"/>
                    </a:lnTo>
                    <a:lnTo>
                      <a:pt x="53578" y="714"/>
                    </a:lnTo>
                    <a:lnTo>
                      <a:pt x="6019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106162" y="3349751"/>
                <a:ext cx="80010" cy="13335"/>
              </a:xfrm>
              <a:custGeom>
                <a:rect b="b" l="l" r="r" t="t"/>
                <a:pathLst>
                  <a:path extrusionOk="0" h="13335" w="80010">
                    <a:moveTo>
                      <a:pt x="0" y="11429"/>
                    </a:moveTo>
                    <a:lnTo>
                      <a:pt x="11191" y="12501"/>
                    </a:lnTo>
                    <a:lnTo>
                      <a:pt x="22098" y="13144"/>
                    </a:lnTo>
                    <a:lnTo>
                      <a:pt x="33004" y="12930"/>
                    </a:lnTo>
                    <a:lnTo>
                      <a:pt x="76962" y="3809"/>
                    </a:lnTo>
                    <a:lnTo>
                      <a:pt x="80010" y="1523"/>
                    </a:lnTo>
                    <a:lnTo>
                      <a:pt x="8001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9" name="Google Shape;209;p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630392" y="3213328"/>
              <a:ext cx="141782" cy="165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" name="Google Shape;210;p2"/>
            <p:cNvGrpSpPr/>
            <p:nvPr/>
          </p:nvGrpSpPr>
          <p:grpSpPr>
            <a:xfrm>
              <a:off x="5900809" y="3051047"/>
              <a:ext cx="606041" cy="362204"/>
              <a:chOff x="5900809" y="3051047"/>
              <a:chExt cx="606041" cy="362204"/>
            </a:xfrm>
          </p:grpSpPr>
          <p:pic>
            <p:nvPicPr>
              <p:cNvPr id="211" name="Google Shape;211;p2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951194" y="3093694"/>
                <a:ext cx="261416" cy="2537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2" name="Google Shape;212;p2"/>
              <p:cNvSpPr/>
              <p:nvPr/>
            </p:nvSpPr>
            <p:spPr>
              <a:xfrm>
                <a:off x="6256782" y="3051047"/>
                <a:ext cx="51435" cy="250825"/>
              </a:xfrm>
              <a:custGeom>
                <a:rect b="b" l="l" r="r" t="t"/>
                <a:pathLst>
                  <a:path extrusionOk="0" h="250825" w="51435">
                    <a:moveTo>
                      <a:pt x="0" y="0"/>
                    </a:moveTo>
                    <a:lnTo>
                      <a:pt x="24431" y="37397"/>
                    </a:lnTo>
                    <a:lnTo>
                      <a:pt x="43053" y="84010"/>
                    </a:lnTo>
                    <a:lnTo>
                      <a:pt x="51244" y="135576"/>
                    </a:lnTo>
                    <a:lnTo>
                      <a:pt x="50482" y="152685"/>
                    </a:lnTo>
                    <a:lnTo>
                      <a:pt x="36314" y="200465"/>
                    </a:lnTo>
                    <a:lnTo>
                      <a:pt x="12954" y="238506"/>
                    </a:lnTo>
                    <a:lnTo>
                      <a:pt x="8382" y="245364"/>
                    </a:lnTo>
                    <a:lnTo>
                      <a:pt x="6858" y="248411"/>
                    </a:lnTo>
                    <a:lnTo>
                      <a:pt x="0" y="25069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5900809" y="3094481"/>
                <a:ext cx="145415" cy="318770"/>
              </a:xfrm>
              <a:custGeom>
                <a:rect b="b" l="l" r="r" t="t"/>
                <a:pathLst>
                  <a:path extrusionOk="0" h="318770" w="145414">
                    <a:moveTo>
                      <a:pt x="53459" y="0"/>
                    </a:moveTo>
                    <a:lnTo>
                      <a:pt x="18966" y="37647"/>
                    </a:lnTo>
                    <a:lnTo>
                      <a:pt x="6215" y="91440"/>
                    </a:lnTo>
                    <a:lnTo>
                      <a:pt x="690" y="146018"/>
                    </a:lnTo>
                    <a:lnTo>
                      <a:pt x="0" y="173843"/>
                    </a:lnTo>
                    <a:lnTo>
                      <a:pt x="881" y="201168"/>
                    </a:lnTo>
                    <a:lnTo>
                      <a:pt x="9453" y="243458"/>
                    </a:lnTo>
                    <a:lnTo>
                      <a:pt x="30599" y="281178"/>
                    </a:lnTo>
                    <a:lnTo>
                      <a:pt x="74318" y="310134"/>
                    </a:lnTo>
                    <a:lnTo>
                      <a:pt x="126611" y="318516"/>
                    </a:lnTo>
                    <a:lnTo>
                      <a:pt x="132707" y="317754"/>
                    </a:lnTo>
                    <a:lnTo>
                      <a:pt x="138803" y="317754"/>
                    </a:lnTo>
                    <a:lnTo>
                      <a:pt x="144899" y="31699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4" name="Google Shape;214;p2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362198" y="3115030"/>
                <a:ext cx="144652" cy="1547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5" name="Google Shape;215;p2"/>
            <p:cNvSpPr/>
            <p:nvPr/>
          </p:nvSpPr>
          <p:spPr>
            <a:xfrm>
              <a:off x="6737604" y="3179064"/>
              <a:ext cx="121285" cy="12065"/>
            </a:xfrm>
            <a:custGeom>
              <a:rect b="b" l="l" r="r" t="t"/>
              <a:pathLst>
                <a:path extrusionOk="0" h="12064" w="121284">
                  <a:moveTo>
                    <a:pt x="0" y="9144"/>
                  </a:moveTo>
                  <a:lnTo>
                    <a:pt x="12573" y="10251"/>
                  </a:lnTo>
                  <a:lnTo>
                    <a:pt x="25146" y="11144"/>
                  </a:lnTo>
                  <a:lnTo>
                    <a:pt x="37719" y="11608"/>
                  </a:lnTo>
                  <a:lnTo>
                    <a:pt x="50292" y="11430"/>
                  </a:lnTo>
                  <a:lnTo>
                    <a:pt x="63305" y="10346"/>
                  </a:lnTo>
                  <a:lnTo>
                    <a:pt x="76104" y="8477"/>
                  </a:lnTo>
                  <a:lnTo>
                    <a:pt x="88761" y="6179"/>
                  </a:lnTo>
                  <a:lnTo>
                    <a:pt x="101346" y="3810"/>
                  </a:lnTo>
                  <a:lnTo>
                    <a:pt x="104394" y="3810"/>
                  </a:lnTo>
                  <a:lnTo>
                    <a:pt x="116586" y="3810"/>
                  </a:lnTo>
                  <a:lnTo>
                    <a:pt x="119634" y="762"/>
                  </a:lnTo>
                  <a:lnTo>
                    <a:pt x="121157" y="0"/>
                  </a:lnTo>
                  <a:lnTo>
                    <a:pt x="112776" y="1524"/>
                  </a:lnTo>
                  <a:lnTo>
                    <a:pt x="111252" y="1524"/>
                  </a:lnTo>
                  <a:lnTo>
                    <a:pt x="109728" y="1524"/>
                  </a:lnTo>
                  <a:lnTo>
                    <a:pt x="108966" y="152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" name="Google Shape;216;p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073620" y="3060166"/>
              <a:ext cx="148640" cy="1463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7319746" y="3026638"/>
              <a:ext cx="228650" cy="2100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"/>
            <p:cNvSpPr/>
            <p:nvPr/>
          </p:nvSpPr>
          <p:spPr>
            <a:xfrm>
              <a:off x="8028134" y="2927806"/>
              <a:ext cx="125095" cy="382905"/>
            </a:xfrm>
            <a:custGeom>
              <a:rect b="b" l="l" r="r" t="t"/>
              <a:pathLst>
                <a:path extrusionOk="0" h="382904" w="125095">
                  <a:moveTo>
                    <a:pt x="124503" y="12751"/>
                  </a:moveTo>
                  <a:lnTo>
                    <a:pt x="114597" y="4310"/>
                  </a:lnTo>
                  <a:lnTo>
                    <a:pt x="105263" y="654"/>
                  </a:lnTo>
                  <a:lnTo>
                    <a:pt x="94499" y="0"/>
                  </a:lnTo>
                  <a:lnTo>
                    <a:pt x="80307" y="559"/>
                  </a:lnTo>
                  <a:lnTo>
                    <a:pt x="36802" y="7417"/>
                  </a:lnTo>
                  <a:lnTo>
                    <a:pt x="2583" y="27098"/>
                  </a:lnTo>
                  <a:lnTo>
                    <a:pt x="0" y="50208"/>
                  </a:lnTo>
                  <a:lnTo>
                    <a:pt x="1916" y="64377"/>
                  </a:lnTo>
                  <a:lnTo>
                    <a:pt x="5119" y="78259"/>
                  </a:lnTo>
                  <a:lnTo>
                    <a:pt x="8679" y="91999"/>
                  </a:lnTo>
                  <a:lnTo>
                    <a:pt x="14204" y="116716"/>
                  </a:lnTo>
                  <a:lnTo>
                    <a:pt x="23252" y="167008"/>
                  </a:lnTo>
                  <a:lnTo>
                    <a:pt x="27622" y="217848"/>
                  </a:lnTo>
                  <a:lnTo>
                    <a:pt x="28455" y="268664"/>
                  </a:lnTo>
                  <a:lnTo>
                    <a:pt x="27729" y="293929"/>
                  </a:lnTo>
                  <a:lnTo>
                    <a:pt x="27360" y="309931"/>
                  </a:lnTo>
                  <a:lnTo>
                    <a:pt x="26491" y="325933"/>
                  </a:lnTo>
                  <a:lnTo>
                    <a:pt x="25479" y="341935"/>
                  </a:lnTo>
                  <a:lnTo>
                    <a:pt x="24681" y="357937"/>
                  </a:lnTo>
                  <a:lnTo>
                    <a:pt x="24681" y="362509"/>
                  </a:lnTo>
                  <a:lnTo>
                    <a:pt x="22395" y="374701"/>
                  </a:lnTo>
                  <a:lnTo>
                    <a:pt x="26205" y="377749"/>
                  </a:lnTo>
                  <a:lnTo>
                    <a:pt x="63924" y="382500"/>
                  </a:lnTo>
                  <a:lnTo>
                    <a:pt x="76497" y="382035"/>
                  </a:lnTo>
                  <a:lnTo>
                    <a:pt x="89070" y="381142"/>
                  </a:lnTo>
                  <a:lnTo>
                    <a:pt x="101643" y="380035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" name="Google Shape;219;p2"/>
            <p:cNvGrpSpPr/>
            <p:nvPr/>
          </p:nvGrpSpPr>
          <p:grpSpPr>
            <a:xfrm>
              <a:off x="8216620" y="2968752"/>
              <a:ext cx="507645" cy="247650"/>
              <a:chOff x="8216620" y="2968752"/>
              <a:chExt cx="507645" cy="247650"/>
            </a:xfrm>
          </p:grpSpPr>
          <p:pic>
            <p:nvPicPr>
              <p:cNvPr id="220" name="Google Shape;220;p2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216620" y="3043402"/>
                <a:ext cx="95300" cy="1356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" name="Google Shape;221;p2"/>
              <p:cNvSpPr/>
              <p:nvPr/>
            </p:nvSpPr>
            <p:spPr>
              <a:xfrm>
                <a:off x="8353687" y="3054096"/>
                <a:ext cx="47625" cy="106680"/>
              </a:xfrm>
              <a:custGeom>
                <a:rect b="b" l="l" r="r" t="t"/>
                <a:pathLst>
                  <a:path extrusionOk="0" h="106680" w="47625">
                    <a:moveTo>
                      <a:pt x="6215" y="0"/>
                    </a:moveTo>
                    <a:lnTo>
                      <a:pt x="2619" y="20145"/>
                    </a:lnTo>
                    <a:lnTo>
                      <a:pt x="309" y="41148"/>
                    </a:lnTo>
                    <a:lnTo>
                      <a:pt x="0" y="62150"/>
                    </a:lnTo>
                    <a:lnTo>
                      <a:pt x="2405" y="82296"/>
                    </a:lnTo>
                    <a:lnTo>
                      <a:pt x="28825" y="106346"/>
                    </a:lnTo>
                    <a:lnTo>
                      <a:pt x="35647" y="103632"/>
                    </a:lnTo>
                    <a:lnTo>
                      <a:pt x="41469" y="98631"/>
                    </a:lnTo>
                    <a:lnTo>
                      <a:pt x="47363" y="9220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8359140" y="3054858"/>
                <a:ext cx="42545" cy="59690"/>
              </a:xfrm>
              <a:custGeom>
                <a:rect b="b" l="l" r="r" t="t"/>
                <a:pathLst>
                  <a:path extrusionOk="0" h="59689" w="42545">
                    <a:moveTo>
                      <a:pt x="3809" y="39624"/>
                    </a:moveTo>
                    <a:lnTo>
                      <a:pt x="2988" y="49470"/>
                    </a:lnTo>
                    <a:lnTo>
                      <a:pt x="4095" y="56102"/>
                    </a:lnTo>
                    <a:lnTo>
                      <a:pt x="9060" y="59447"/>
                    </a:lnTo>
                    <a:lnTo>
                      <a:pt x="19811" y="59436"/>
                    </a:lnTo>
                    <a:lnTo>
                      <a:pt x="41993" y="30634"/>
                    </a:lnTo>
                    <a:lnTo>
                      <a:pt x="39147" y="23907"/>
                    </a:lnTo>
                    <a:lnTo>
                      <a:pt x="5988" y="3202"/>
                    </a:lnTo>
                    <a:lnTo>
                      <a:pt x="1523" y="3810"/>
                    </a:lnTo>
                    <a:lnTo>
                      <a:pt x="0" y="6858"/>
                    </a:lnTo>
                    <a:lnTo>
                      <a:pt x="0" y="0"/>
                    </a:lnTo>
                    <a:lnTo>
                      <a:pt x="3809" y="685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8441436" y="3049524"/>
                <a:ext cx="135890" cy="89535"/>
              </a:xfrm>
              <a:custGeom>
                <a:rect b="b" l="l" r="r" t="t"/>
                <a:pathLst>
                  <a:path extrusionOk="0" h="89535" w="135890">
                    <a:moveTo>
                      <a:pt x="0" y="29717"/>
                    </a:moveTo>
                    <a:lnTo>
                      <a:pt x="8239" y="24467"/>
                    </a:lnTo>
                    <a:lnTo>
                      <a:pt x="16192" y="20288"/>
                    </a:lnTo>
                    <a:lnTo>
                      <a:pt x="24431" y="19109"/>
                    </a:lnTo>
                    <a:lnTo>
                      <a:pt x="33528" y="22859"/>
                    </a:lnTo>
                    <a:lnTo>
                      <a:pt x="51732" y="60138"/>
                    </a:lnTo>
                    <a:lnTo>
                      <a:pt x="53340" y="83819"/>
                    </a:lnTo>
                    <a:lnTo>
                      <a:pt x="53340" y="86867"/>
                    </a:lnTo>
                    <a:lnTo>
                      <a:pt x="47660" y="61995"/>
                    </a:lnTo>
                    <a:lnTo>
                      <a:pt x="48101" y="51530"/>
                    </a:lnTo>
                    <a:lnTo>
                      <a:pt x="63912" y="14382"/>
                    </a:lnTo>
                    <a:lnTo>
                      <a:pt x="98298" y="0"/>
                    </a:lnTo>
                    <a:lnTo>
                      <a:pt x="104394" y="1523"/>
                    </a:lnTo>
                    <a:lnTo>
                      <a:pt x="116776" y="37337"/>
                    </a:lnTo>
                    <a:lnTo>
                      <a:pt x="116681" y="45338"/>
                    </a:lnTo>
                    <a:lnTo>
                      <a:pt x="116586" y="53339"/>
                    </a:lnTo>
                    <a:lnTo>
                      <a:pt x="116586" y="58673"/>
                    </a:lnTo>
                    <a:lnTo>
                      <a:pt x="115062" y="70865"/>
                    </a:lnTo>
                    <a:lnTo>
                      <a:pt x="121157" y="75437"/>
                    </a:lnTo>
                    <a:lnTo>
                      <a:pt x="128778" y="80771"/>
                    </a:lnTo>
                    <a:lnTo>
                      <a:pt x="132588" y="70865"/>
                    </a:lnTo>
                    <a:lnTo>
                      <a:pt x="135636" y="6629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8526018" y="297103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8608028" y="2968752"/>
                <a:ext cx="47625" cy="142240"/>
              </a:xfrm>
              <a:custGeom>
                <a:rect b="b" l="l" r="r" t="t"/>
                <a:pathLst>
                  <a:path extrusionOk="0" h="142239" w="47625">
                    <a:moveTo>
                      <a:pt x="25431" y="141732"/>
                    </a:moveTo>
                    <a:lnTo>
                      <a:pt x="3333" y="100584"/>
                    </a:lnTo>
                    <a:lnTo>
                      <a:pt x="762" y="61471"/>
                    </a:lnTo>
                    <a:lnTo>
                      <a:pt x="0" y="27241"/>
                    </a:lnTo>
                    <a:lnTo>
                      <a:pt x="1250" y="17145"/>
                    </a:lnTo>
                    <a:lnTo>
                      <a:pt x="4857" y="7620"/>
                    </a:lnTo>
                    <a:lnTo>
                      <a:pt x="7905" y="0"/>
                    </a:lnTo>
                    <a:lnTo>
                      <a:pt x="17811" y="1524"/>
                    </a:lnTo>
                    <a:lnTo>
                      <a:pt x="24669" y="1524"/>
                    </a:lnTo>
                    <a:lnTo>
                      <a:pt x="34575" y="1524"/>
                    </a:lnTo>
                    <a:lnTo>
                      <a:pt x="40671" y="5334"/>
                    </a:lnTo>
                    <a:lnTo>
                      <a:pt x="47529" y="1219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8606790" y="3037332"/>
                <a:ext cx="117475" cy="179070"/>
              </a:xfrm>
              <a:custGeom>
                <a:rect b="b" l="l" r="r" t="t"/>
                <a:pathLst>
                  <a:path extrusionOk="0" h="179069" w="117475">
                    <a:moveTo>
                      <a:pt x="0" y="30479"/>
                    </a:moveTo>
                    <a:lnTo>
                      <a:pt x="42671" y="9143"/>
                    </a:lnTo>
                    <a:lnTo>
                      <a:pt x="55435" y="5714"/>
                    </a:lnTo>
                    <a:lnTo>
                      <a:pt x="61960" y="5929"/>
                    </a:lnTo>
                    <a:lnTo>
                      <a:pt x="67056" y="9143"/>
                    </a:lnTo>
                    <a:lnTo>
                      <a:pt x="70449" y="14906"/>
                    </a:lnTo>
                    <a:lnTo>
                      <a:pt x="71342" y="21526"/>
                    </a:lnTo>
                    <a:lnTo>
                      <a:pt x="71235" y="28432"/>
                    </a:lnTo>
                    <a:lnTo>
                      <a:pt x="71628" y="35051"/>
                    </a:lnTo>
                    <a:lnTo>
                      <a:pt x="73152" y="42671"/>
                    </a:lnTo>
                    <a:lnTo>
                      <a:pt x="75438" y="49529"/>
                    </a:lnTo>
                    <a:lnTo>
                      <a:pt x="83058" y="50291"/>
                    </a:lnTo>
                    <a:lnTo>
                      <a:pt x="92964" y="51053"/>
                    </a:lnTo>
                    <a:lnTo>
                      <a:pt x="99060" y="45719"/>
                    </a:lnTo>
                    <a:lnTo>
                      <a:pt x="104394" y="38099"/>
                    </a:lnTo>
                    <a:lnTo>
                      <a:pt x="108966" y="29146"/>
                    </a:lnTo>
                    <a:lnTo>
                      <a:pt x="111823" y="19621"/>
                    </a:lnTo>
                    <a:lnTo>
                      <a:pt x="113823" y="9810"/>
                    </a:lnTo>
                    <a:lnTo>
                      <a:pt x="115823" y="0"/>
                    </a:lnTo>
                    <a:lnTo>
                      <a:pt x="115823" y="7619"/>
                    </a:lnTo>
                    <a:lnTo>
                      <a:pt x="116586" y="12191"/>
                    </a:lnTo>
                    <a:lnTo>
                      <a:pt x="116586" y="19811"/>
                    </a:lnTo>
                    <a:lnTo>
                      <a:pt x="116895" y="48494"/>
                    </a:lnTo>
                    <a:lnTo>
                      <a:pt x="117347" y="77247"/>
                    </a:lnTo>
                    <a:lnTo>
                      <a:pt x="117228" y="105858"/>
                    </a:lnTo>
                    <a:lnTo>
                      <a:pt x="114407" y="144708"/>
                    </a:lnTo>
                    <a:lnTo>
                      <a:pt x="92654" y="177712"/>
                    </a:lnTo>
                    <a:lnTo>
                      <a:pt x="83439" y="178498"/>
                    </a:lnTo>
                    <a:lnTo>
                      <a:pt x="74223" y="177284"/>
                    </a:lnTo>
                    <a:lnTo>
                      <a:pt x="66294" y="174497"/>
                    </a:lnTo>
                    <a:lnTo>
                      <a:pt x="55745" y="167235"/>
                    </a:lnTo>
                    <a:lnTo>
                      <a:pt x="49339" y="158114"/>
                    </a:lnTo>
                    <a:lnTo>
                      <a:pt x="45505" y="147280"/>
                    </a:lnTo>
                    <a:lnTo>
                      <a:pt x="42672" y="13487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2"/>
            <p:cNvGrpSpPr/>
            <p:nvPr/>
          </p:nvGrpSpPr>
          <p:grpSpPr>
            <a:xfrm>
              <a:off x="8890990" y="2847975"/>
              <a:ext cx="443764" cy="334010"/>
              <a:chOff x="8890990" y="2847975"/>
              <a:chExt cx="443764" cy="334010"/>
            </a:xfrm>
          </p:grpSpPr>
          <p:pic>
            <p:nvPicPr>
              <p:cNvPr id="228" name="Google Shape;228;p2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890990" y="2936748"/>
                <a:ext cx="297230" cy="1737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2"/>
              <p:cNvSpPr/>
              <p:nvPr/>
            </p:nvSpPr>
            <p:spPr>
              <a:xfrm>
                <a:off x="9172194" y="2847975"/>
                <a:ext cx="162560" cy="334010"/>
              </a:xfrm>
              <a:custGeom>
                <a:rect b="b" l="l" r="r" t="t"/>
                <a:pathLst>
                  <a:path extrusionOk="0" h="334010" w="162559">
                    <a:moveTo>
                      <a:pt x="38861" y="12573"/>
                    </a:moveTo>
                    <a:lnTo>
                      <a:pt x="49601" y="10072"/>
                    </a:lnTo>
                    <a:lnTo>
                      <a:pt x="60197" y="7429"/>
                    </a:lnTo>
                    <a:lnTo>
                      <a:pt x="70794" y="5072"/>
                    </a:lnTo>
                    <a:lnTo>
                      <a:pt x="81533" y="3429"/>
                    </a:lnTo>
                    <a:lnTo>
                      <a:pt x="96773" y="1428"/>
                    </a:lnTo>
                    <a:lnTo>
                      <a:pt x="113728" y="0"/>
                    </a:lnTo>
                    <a:lnTo>
                      <a:pt x="130397" y="857"/>
                    </a:lnTo>
                    <a:lnTo>
                      <a:pt x="160424" y="33039"/>
                    </a:lnTo>
                    <a:lnTo>
                      <a:pt x="162305" y="80867"/>
                    </a:lnTo>
                    <a:lnTo>
                      <a:pt x="161758" y="99643"/>
                    </a:lnTo>
                    <a:lnTo>
                      <a:pt x="160781" y="118491"/>
                    </a:lnTo>
                    <a:lnTo>
                      <a:pt x="159519" y="138041"/>
                    </a:lnTo>
                    <a:lnTo>
                      <a:pt x="158114" y="157734"/>
                    </a:lnTo>
                    <a:lnTo>
                      <a:pt x="156710" y="177426"/>
                    </a:lnTo>
                    <a:lnTo>
                      <a:pt x="151256" y="231552"/>
                    </a:lnTo>
                    <a:lnTo>
                      <a:pt x="141660" y="277939"/>
                    </a:lnTo>
                    <a:lnTo>
                      <a:pt x="114561" y="317182"/>
                    </a:lnTo>
                    <a:lnTo>
                      <a:pt x="83057" y="325755"/>
                    </a:lnTo>
                    <a:lnTo>
                      <a:pt x="68782" y="327898"/>
                    </a:lnTo>
                    <a:lnTo>
                      <a:pt x="26669" y="332613"/>
                    </a:lnTo>
                    <a:lnTo>
                      <a:pt x="13049" y="333470"/>
                    </a:lnTo>
                    <a:lnTo>
                      <a:pt x="6631" y="333363"/>
                    </a:lnTo>
                    <a:lnTo>
                      <a:pt x="0" y="33261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2"/>
            <p:cNvGrpSpPr/>
            <p:nvPr/>
          </p:nvGrpSpPr>
          <p:grpSpPr>
            <a:xfrm>
              <a:off x="4322800" y="4183354"/>
              <a:ext cx="382574" cy="388670"/>
              <a:chOff x="4322800" y="4183354"/>
              <a:chExt cx="382574" cy="388670"/>
            </a:xfrm>
          </p:grpSpPr>
          <p:pic>
            <p:nvPicPr>
              <p:cNvPr id="231" name="Google Shape;231;p2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4322800" y="4369282"/>
                <a:ext cx="195122" cy="2027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2" name="Google Shape;232;p2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4463770" y="4183354"/>
                <a:ext cx="241604" cy="1547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3" name="Google Shape;233;p2"/>
            <p:cNvSpPr/>
            <p:nvPr/>
          </p:nvSpPr>
          <p:spPr>
            <a:xfrm>
              <a:off x="4872990" y="4381500"/>
              <a:ext cx="51435" cy="5080"/>
            </a:xfrm>
            <a:custGeom>
              <a:rect b="b" l="l" r="r" t="t"/>
              <a:pathLst>
                <a:path extrusionOk="0" h="5079" w="51435">
                  <a:moveTo>
                    <a:pt x="0" y="4572"/>
                  </a:moveTo>
                  <a:lnTo>
                    <a:pt x="10156" y="3762"/>
                  </a:lnTo>
                  <a:lnTo>
                    <a:pt x="20097" y="2667"/>
                  </a:lnTo>
                  <a:lnTo>
                    <a:pt x="29896" y="1571"/>
                  </a:lnTo>
                  <a:lnTo>
                    <a:pt x="39624" y="762"/>
                  </a:lnTo>
                  <a:lnTo>
                    <a:pt x="43434" y="0"/>
                  </a:lnTo>
                  <a:lnTo>
                    <a:pt x="47244" y="762"/>
                  </a:lnTo>
                  <a:lnTo>
                    <a:pt x="51053" y="76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874514" y="4457700"/>
              <a:ext cx="90170" cy="1905"/>
            </a:xfrm>
            <a:custGeom>
              <a:rect b="b" l="l" r="r" t="t"/>
              <a:pathLst>
                <a:path extrusionOk="0" h="1904" w="90170">
                  <a:moveTo>
                    <a:pt x="0" y="0"/>
                  </a:moveTo>
                  <a:lnTo>
                    <a:pt x="11894" y="976"/>
                  </a:lnTo>
                  <a:lnTo>
                    <a:pt x="23717" y="1523"/>
                  </a:lnTo>
                  <a:lnTo>
                    <a:pt x="35683" y="1500"/>
                  </a:lnTo>
                  <a:lnTo>
                    <a:pt x="48006" y="761"/>
                  </a:lnTo>
                  <a:lnTo>
                    <a:pt x="58412" y="535"/>
                  </a:lnTo>
                  <a:lnTo>
                    <a:pt x="68961" y="666"/>
                  </a:lnTo>
                  <a:lnTo>
                    <a:pt x="79509" y="654"/>
                  </a:lnTo>
                  <a:lnTo>
                    <a:pt x="8991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5" name="Google Shape;235;p2"/>
            <p:cNvGrpSpPr/>
            <p:nvPr/>
          </p:nvGrpSpPr>
          <p:grpSpPr>
            <a:xfrm>
              <a:off x="5336320" y="4158970"/>
              <a:ext cx="215636" cy="341426"/>
              <a:chOff x="5336320" y="4158970"/>
              <a:chExt cx="215636" cy="341426"/>
            </a:xfrm>
          </p:grpSpPr>
          <p:pic>
            <p:nvPicPr>
              <p:cNvPr id="236" name="Google Shape;236;p2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336320" y="4333468"/>
                <a:ext cx="150867" cy="1669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7" name="Google Shape;237;p2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455132" y="4158970"/>
                <a:ext cx="96824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8" name="Google Shape;238;p2"/>
            <p:cNvSpPr/>
            <p:nvPr/>
          </p:nvSpPr>
          <p:spPr>
            <a:xfrm>
              <a:off x="5761482" y="4384547"/>
              <a:ext cx="77470" cy="10160"/>
            </a:xfrm>
            <a:custGeom>
              <a:rect b="b" l="l" r="r" t="t"/>
              <a:pathLst>
                <a:path extrusionOk="0" h="10160" w="77470">
                  <a:moveTo>
                    <a:pt x="0" y="9905"/>
                  </a:moveTo>
                  <a:lnTo>
                    <a:pt x="762" y="9905"/>
                  </a:lnTo>
                  <a:lnTo>
                    <a:pt x="10668" y="9905"/>
                  </a:lnTo>
                  <a:lnTo>
                    <a:pt x="46482" y="4571"/>
                  </a:lnTo>
                  <a:lnTo>
                    <a:pt x="52899" y="3333"/>
                  </a:lnTo>
                  <a:lnTo>
                    <a:pt x="59531" y="2095"/>
                  </a:lnTo>
                  <a:lnTo>
                    <a:pt x="66305" y="1142"/>
                  </a:lnTo>
                  <a:lnTo>
                    <a:pt x="73152" y="761"/>
                  </a:lnTo>
                  <a:lnTo>
                    <a:pt x="76200" y="0"/>
                  </a:lnTo>
                  <a:lnTo>
                    <a:pt x="75438" y="0"/>
                  </a:lnTo>
                  <a:lnTo>
                    <a:pt x="76962" y="0"/>
                  </a:lnTo>
                  <a:lnTo>
                    <a:pt x="73152" y="0"/>
                  </a:lnTo>
                  <a:lnTo>
                    <a:pt x="70104" y="0"/>
                  </a:lnTo>
                  <a:lnTo>
                    <a:pt x="66294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9" name="Google Shape;239;p2"/>
            <p:cNvGrpSpPr/>
            <p:nvPr/>
          </p:nvGrpSpPr>
          <p:grpSpPr>
            <a:xfrm>
              <a:off x="6032728" y="4152112"/>
              <a:ext cx="208076" cy="342188"/>
              <a:chOff x="6032728" y="4152112"/>
              <a:chExt cx="208076" cy="342188"/>
            </a:xfrm>
          </p:grpSpPr>
          <p:pic>
            <p:nvPicPr>
              <p:cNvPr id="240" name="Google Shape;240;p2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032728" y="4293082"/>
                <a:ext cx="150283" cy="2012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1" name="Google Shape;241;p2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150838" y="4152112"/>
                <a:ext cx="89966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2" name="Google Shape;242;p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406870" y="4270984"/>
              <a:ext cx="108254" cy="1425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3" name="Google Shape;243;p2"/>
            <p:cNvGrpSpPr/>
            <p:nvPr/>
          </p:nvGrpSpPr>
          <p:grpSpPr>
            <a:xfrm>
              <a:off x="6563842" y="4052316"/>
              <a:ext cx="561239" cy="344448"/>
              <a:chOff x="6563842" y="4052316"/>
              <a:chExt cx="561239" cy="344448"/>
            </a:xfrm>
          </p:grpSpPr>
          <p:pic>
            <p:nvPicPr>
              <p:cNvPr id="244" name="Google Shape;244;p2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563842" y="4216120"/>
                <a:ext cx="105968" cy="1806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5" name="Google Shape;245;p2"/>
              <p:cNvSpPr/>
              <p:nvPr/>
            </p:nvSpPr>
            <p:spPr>
              <a:xfrm>
                <a:off x="6721411" y="4142994"/>
                <a:ext cx="82550" cy="247650"/>
              </a:xfrm>
              <a:custGeom>
                <a:rect b="b" l="l" r="r" t="t"/>
                <a:pathLst>
                  <a:path extrusionOk="0" h="247650" w="82550">
                    <a:moveTo>
                      <a:pt x="42100" y="0"/>
                    </a:moveTo>
                    <a:lnTo>
                      <a:pt x="22812" y="41898"/>
                    </a:lnTo>
                    <a:lnTo>
                      <a:pt x="13192" y="79640"/>
                    </a:lnTo>
                    <a:lnTo>
                      <a:pt x="5191" y="123384"/>
                    </a:lnTo>
                    <a:lnTo>
                      <a:pt x="1095" y="162734"/>
                    </a:lnTo>
                    <a:lnTo>
                      <a:pt x="0" y="181356"/>
                    </a:lnTo>
                    <a:lnTo>
                      <a:pt x="333" y="199977"/>
                    </a:lnTo>
                    <a:lnTo>
                      <a:pt x="19847" y="239565"/>
                    </a:lnTo>
                    <a:lnTo>
                      <a:pt x="48196" y="247364"/>
                    </a:lnTo>
                    <a:lnTo>
                      <a:pt x="58816" y="246947"/>
                    </a:lnTo>
                    <a:lnTo>
                      <a:pt x="68008" y="244602"/>
                    </a:lnTo>
                    <a:lnTo>
                      <a:pt x="75628" y="240029"/>
                    </a:lnTo>
                    <a:lnTo>
                      <a:pt x="77914" y="238506"/>
                    </a:lnTo>
                    <a:lnTo>
                      <a:pt x="82486" y="2346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6" name="Google Shape;246;p2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804027" y="4111726"/>
                <a:ext cx="191158" cy="2172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"/>
              <p:cNvSpPr/>
              <p:nvPr/>
            </p:nvSpPr>
            <p:spPr>
              <a:xfrm>
                <a:off x="7039356" y="4052316"/>
                <a:ext cx="85725" cy="299720"/>
              </a:xfrm>
              <a:custGeom>
                <a:rect b="b" l="l" r="r" t="t"/>
                <a:pathLst>
                  <a:path extrusionOk="0" h="299720" w="85725">
                    <a:moveTo>
                      <a:pt x="0" y="0"/>
                    </a:moveTo>
                    <a:lnTo>
                      <a:pt x="41910" y="26669"/>
                    </a:lnTo>
                    <a:lnTo>
                      <a:pt x="69556" y="72318"/>
                    </a:lnTo>
                    <a:lnTo>
                      <a:pt x="80521" y="110323"/>
                    </a:lnTo>
                    <a:lnTo>
                      <a:pt x="84974" y="153233"/>
                    </a:lnTo>
                    <a:lnTo>
                      <a:pt x="85344" y="175260"/>
                    </a:lnTo>
                    <a:lnTo>
                      <a:pt x="84498" y="195333"/>
                    </a:lnTo>
                    <a:lnTo>
                      <a:pt x="77950" y="233767"/>
                    </a:lnTo>
                    <a:lnTo>
                      <a:pt x="64198" y="272415"/>
                    </a:lnTo>
                    <a:lnTo>
                      <a:pt x="40386" y="299466"/>
                    </a:lnTo>
                    <a:lnTo>
                      <a:pt x="33528" y="297180"/>
                    </a:lnTo>
                    <a:lnTo>
                      <a:pt x="32004" y="295656"/>
                    </a:lnTo>
                    <a:lnTo>
                      <a:pt x="29718" y="294894"/>
                    </a:lnTo>
                    <a:lnTo>
                      <a:pt x="28194" y="29413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8" name="Google Shape;248;p2"/>
            <p:cNvSpPr/>
            <p:nvPr/>
          </p:nvSpPr>
          <p:spPr>
            <a:xfrm>
              <a:off x="5546978" y="2789491"/>
              <a:ext cx="2146300" cy="734060"/>
            </a:xfrm>
            <a:custGeom>
              <a:rect b="b" l="l" r="r" t="t"/>
              <a:pathLst>
                <a:path extrusionOk="0" h="734060" w="2146300">
                  <a:moveTo>
                    <a:pt x="22478" y="647890"/>
                  </a:moveTo>
                  <a:lnTo>
                    <a:pt x="24002" y="653224"/>
                  </a:lnTo>
                  <a:lnTo>
                    <a:pt x="25526" y="658558"/>
                  </a:lnTo>
                  <a:lnTo>
                    <a:pt x="27050" y="663892"/>
                  </a:lnTo>
                  <a:lnTo>
                    <a:pt x="22478" y="623708"/>
                  </a:lnTo>
                  <a:lnTo>
                    <a:pt x="15620" y="574738"/>
                  </a:lnTo>
                  <a:lnTo>
                    <a:pt x="10251" y="534721"/>
                  </a:lnTo>
                  <a:lnTo>
                    <a:pt x="5810" y="494633"/>
                  </a:lnTo>
                  <a:lnTo>
                    <a:pt x="2655" y="454402"/>
                  </a:lnTo>
                  <a:lnTo>
                    <a:pt x="1142" y="413956"/>
                  </a:lnTo>
                  <a:lnTo>
                    <a:pt x="0" y="355282"/>
                  </a:lnTo>
                  <a:lnTo>
                    <a:pt x="285" y="325874"/>
                  </a:lnTo>
                  <a:lnTo>
                    <a:pt x="1142" y="296608"/>
                  </a:lnTo>
                  <a:lnTo>
                    <a:pt x="1821" y="275582"/>
                  </a:lnTo>
                  <a:lnTo>
                    <a:pt x="2571" y="254698"/>
                  </a:lnTo>
                  <a:lnTo>
                    <a:pt x="3178" y="233814"/>
                  </a:lnTo>
                  <a:lnTo>
                    <a:pt x="3428" y="212788"/>
                  </a:lnTo>
                  <a:lnTo>
                    <a:pt x="3428" y="208978"/>
                  </a:lnTo>
                  <a:lnTo>
                    <a:pt x="1142" y="196786"/>
                  </a:lnTo>
                  <a:lnTo>
                    <a:pt x="4190" y="193738"/>
                  </a:lnTo>
                  <a:lnTo>
                    <a:pt x="8000" y="189166"/>
                  </a:lnTo>
                  <a:lnTo>
                    <a:pt x="23240" y="189166"/>
                  </a:lnTo>
                  <a:lnTo>
                    <a:pt x="28574" y="188404"/>
                  </a:lnTo>
                  <a:lnTo>
                    <a:pt x="40576" y="187380"/>
                  </a:lnTo>
                  <a:lnTo>
                    <a:pt x="52577" y="186499"/>
                  </a:lnTo>
                  <a:lnTo>
                    <a:pt x="64579" y="185618"/>
                  </a:lnTo>
                  <a:lnTo>
                    <a:pt x="121824" y="179546"/>
                  </a:lnTo>
                  <a:lnTo>
                    <a:pt x="166496" y="173926"/>
                  </a:lnTo>
                  <a:lnTo>
                    <a:pt x="227075" y="165068"/>
                  </a:lnTo>
                  <a:lnTo>
                    <a:pt x="257365" y="160317"/>
                  </a:lnTo>
                  <a:lnTo>
                    <a:pt x="287654" y="155638"/>
                  </a:lnTo>
                  <a:lnTo>
                    <a:pt x="338399" y="148744"/>
                  </a:lnTo>
                  <a:lnTo>
                    <a:pt x="389000" y="142779"/>
                  </a:lnTo>
                  <a:lnTo>
                    <a:pt x="439602" y="137529"/>
                  </a:lnTo>
                  <a:lnTo>
                    <a:pt x="490346" y="132778"/>
                  </a:lnTo>
                  <a:lnTo>
                    <a:pt x="528637" y="129349"/>
                  </a:lnTo>
                  <a:lnTo>
                    <a:pt x="566927" y="125920"/>
                  </a:lnTo>
                  <a:lnTo>
                    <a:pt x="605218" y="122491"/>
                  </a:lnTo>
                  <a:lnTo>
                    <a:pt x="643508" y="119062"/>
                  </a:lnTo>
                  <a:lnTo>
                    <a:pt x="685930" y="115395"/>
                  </a:lnTo>
                  <a:lnTo>
                    <a:pt x="728567" y="111442"/>
                  </a:lnTo>
                  <a:lnTo>
                    <a:pt x="771346" y="107489"/>
                  </a:lnTo>
                  <a:lnTo>
                    <a:pt x="814196" y="103822"/>
                  </a:lnTo>
                  <a:lnTo>
                    <a:pt x="857750" y="99833"/>
                  </a:lnTo>
                  <a:lnTo>
                    <a:pt x="901445" y="95916"/>
                  </a:lnTo>
                  <a:lnTo>
                    <a:pt x="945141" y="92142"/>
                  </a:lnTo>
                  <a:lnTo>
                    <a:pt x="988694" y="88582"/>
                  </a:lnTo>
                  <a:lnTo>
                    <a:pt x="1029842" y="84951"/>
                  </a:lnTo>
                  <a:lnTo>
                    <a:pt x="1070990" y="81819"/>
                  </a:lnTo>
                  <a:lnTo>
                    <a:pt x="1112138" y="78831"/>
                  </a:lnTo>
                  <a:lnTo>
                    <a:pt x="1153286" y="75628"/>
                  </a:lnTo>
                  <a:lnTo>
                    <a:pt x="1194434" y="72187"/>
                  </a:lnTo>
                  <a:lnTo>
                    <a:pt x="1235582" y="68675"/>
                  </a:lnTo>
                  <a:lnTo>
                    <a:pt x="1276730" y="65020"/>
                  </a:lnTo>
                  <a:lnTo>
                    <a:pt x="1317878" y="61150"/>
                  </a:lnTo>
                  <a:lnTo>
                    <a:pt x="1359026" y="56590"/>
                  </a:lnTo>
                  <a:lnTo>
                    <a:pt x="1400174" y="52101"/>
                  </a:lnTo>
                  <a:lnTo>
                    <a:pt x="1441322" y="47755"/>
                  </a:lnTo>
                  <a:lnTo>
                    <a:pt x="1482470" y="43624"/>
                  </a:lnTo>
                  <a:lnTo>
                    <a:pt x="1518916" y="39743"/>
                  </a:lnTo>
                  <a:lnTo>
                    <a:pt x="1555146" y="36004"/>
                  </a:lnTo>
                  <a:lnTo>
                    <a:pt x="1591234" y="32265"/>
                  </a:lnTo>
                  <a:lnTo>
                    <a:pt x="1627250" y="28384"/>
                  </a:lnTo>
                  <a:lnTo>
                    <a:pt x="1657421" y="24979"/>
                  </a:lnTo>
                  <a:lnTo>
                    <a:pt x="1687448" y="21717"/>
                  </a:lnTo>
                  <a:lnTo>
                    <a:pt x="1717476" y="18740"/>
                  </a:lnTo>
                  <a:lnTo>
                    <a:pt x="1747646" y="16192"/>
                  </a:lnTo>
                  <a:lnTo>
                    <a:pt x="1778508" y="13585"/>
                  </a:lnTo>
                  <a:lnTo>
                    <a:pt x="1809369" y="11334"/>
                  </a:lnTo>
                  <a:lnTo>
                    <a:pt x="1840230" y="9227"/>
                  </a:lnTo>
                  <a:lnTo>
                    <a:pt x="1871090" y="7048"/>
                  </a:lnTo>
                  <a:lnTo>
                    <a:pt x="1893510" y="5667"/>
                  </a:lnTo>
                  <a:lnTo>
                    <a:pt x="1916144" y="4000"/>
                  </a:lnTo>
                  <a:lnTo>
                    <a:pt x="1938920" y="2333"/>
                  </a:lnTo>
                  <a:lnTo>
                    <a:pt x="1979033" y="511"/>
                  </a:lnTo>
                  <a:lnTo>
                    <a:pt x="2031110" y="190"/>
                  </a:lnTo>
                  <a:lnTo>
                    <a:pt x="2058542" y="95"/>
                  </a:lnTo>
                  <a:lnTo>
                    <a:pt x="2085974" y="0"/>
                  </a:lnTo>
                  <a:lnTo>
                    <a:pt x="2113406" y="190"/>
                  </a:lnTo>
                  <a:lnTo>
                    <a:pt x="2140839" y="952"/>
                  </a:lnTo>
                  <a:lnTo>
                    <a:pt x="2142362" y="952"/>
                  </a:lnTo>
                  <a:lnTo>
                    <a:pt x="2143886" y="952"/>
                  </a:lnTo>
                  <a:lnTo>
                    <a:pt x="2146172" y="952"/>
                  </a:lnTo>
                  <a:lnTo>
                    <a:pt x="2146172" y="7048"/>
                  </a:lnTo>
                  <a:lnTo>
                    <a:pt x="2145410" y="11620"/>
                  </a:lnTo>
                  <a:lnTo>
                    <a:pt x="2144648" y="17716"/>
                  </a:lnTo>
                  <a:lnTo>
                    <a:pt x="2142172" y="32004"/>
                  </a:lnTo>
                  <a:lnTo>
                    <a:pt x="2140267" y="46291"/>
                  </a:lnTo>
                  <a:lnTo>
                    <a:pt x="2138648" y="60579"/>
                  </a:lnTo>
                  <a:lnTo>
                    <a:pt x="2137029" y="74866"/>
                  </a:lnTo>
                  <a:lnTo>
                    <a:pt x="2130266" y="129349"/>
                  </a:lnTo>
                  <a:lnTo>
                    <a:pt x="2124074" y="183832"/>
                  </a:lnTo>
                  <a:lnTo>
                    <a:pt x="2120169" y="228409"/>
                  </a:lnTo>
                  <a:lnTo>
                    <a:pt x="2117979" y="272986"/>
                  </a:lnTo>
                  <a:lnTo>
                    <a:pt x="2117669" y="315158"/>
                  </a:lnTo>
                  <a:lnTo>
                    <a:pt x="2117788" y="357187"/>
                  </a:lnTo>
                  <a:lnTo>
                    <a:pt x="2118193" y="399216"/>
                  </a:lnTo>
                  <a:lnTo>
                    <a:pt x="2118741" y="441388"/>
                  </a:lnTo>
                  <a:lnTo>
                    <a:pt x="2119074" y="465963"/>
                  </a:lnTo>
                  <a:lnTo>
                    <a:pt x="2119122" y="490537"/>
                  </a:lnTo>
                  <a:lnTo>
                    <a:pt x="2119169" y="515112"/>
                  </a:lnTo>
                  <a:lnTo>
                    <a:pt x="2119503" y="539686"/>
                  </a:lnTo>
                  <a:lnTo>
                    <a:pt x="2119503" y="549282"/>
                  </a:lnTo>
                  <a:lnTo>
                    <a:pt x="2119503" y="558736"/>
                  </a:lnTo>
                  <a:lnTo>
                    <a:pt x="2119503" y="568190"/>
                  </a:lnTo>
                  <a:lnTo>
                    <a:pt x="2119503" y="577786"/>
                  </a:lnTo>
                  <a:lnTo>
                    <a:pt x="2109906" y="577643"/>
                  </a:lnTo>
                  <a:lnTo>
                    <a:pt x="2100453" y="577215"/>
                  </a:lnTo>
                  <a:lnTo>
                    <a:pt x="2090999" y="576500"/>
                  </a:lnTo>
                  <a:lnTo>
                    <a:pt x="2081402" y="575500"/>
                  </a:lnTo>
                  <a:lnTo>
                    <a:pt x="2062995" y="573976"/>
                  </a:lnTo>
                  <a:lnTo>
                    <a:pt x="2044445" y="573595"/>
                  </a:lnTo>
                  <a:lnTo>
                    <a:pt x="2025896" y="573786"/>
                  </a:lnTo>
                  <a:lnTo>
                    <a:pt x="2007489" y="573976"/>
                  </a:lnTo>
                  <a:lnTo>
                    <a:pt x="1982342" y="574619"/>
                  </a:lnTo>
                  <a:lnTo>
                    <a:pt x="1957196" y="576262"/>
                  </a:lnTo>
                  <a:lnTo>
                    <a:pt x="1932051" y="578477"/>
                  </a:lnTo>
                  <a:lnTo>
                    <a:pt x="1906904" y="580834"/>
                  </a:lnTo>
                  <a:lnTo>
                    <a:pt x="1876615" y="583370"/>
                  </a:lnTo>
                  <a:lnTo>
                    <a:pt x="1846326" y="586263"/>
                  </a:lnTo>
                  <a:lnTo>
                    <a:pt x="1816036" y="589299"/>
                  </a:lnTo>
                  <a:lnTo>
                    <a:pt x="1785746" y="592264"/>
                  </a:lnTo>
                  <a:lnTo>
                    <a:pt x="1751016" y="595705"/>
                  </a:lnTo>
                  <a:lnTo>
                    <a:pt x="1716500" y="599217"/>
                  </a:lnTo>
                  <a:lnTo>
                    <a:pt x="1682126" y="602872"/>
                  </a:lnTo>
                  <a:lnTo>
                    <a:pt x="1647825" y="606742"/>
                  </a:lnTo>
                  <a:lnTo>
                    <a:pt x="1610689" y="610862"/>
                  </a:lnTo>
                  <a:lnTo>
                    <a:pt x="1573625" y="615124"/>
                  </a:lnTo>
                  <a:lnTo>
                    <a:pt x="1536703" y="619386"/>
                  </a:lnTo>
                  <a:lnTo>
                    <a:pt x="1499996" y="623506"/>
                  </a:lnTo>
                  <a:lnTo>
                    <a:pt x="1461825" y="627816"/>
                  </a:lnTo>
                  <a:lnTo>
                    <a:pt x="1423796" y="631698"/>
                  </a:lnTo>
                  <a:lnTo>
                    <a:pt x="1385768" y="635293"/>
                  </a:lnTo>
                  <a:lnTo>
                    <a:pt x="1347596" y="638746"/>
                  </a:lnTo>
                  <a:lnTo>
                    <a:pt x="1307711" y="642496"/>
                  </a:lnTo>
                  <a:lnTo>
                    <a:pt x="1267967" y="645890"/>
                  </a:lnTo>
                  <a:lnTo>
                    <a:pt x="1228224" y="649140"/>
                  </a:lnTo>
                  <a:lnTo>
                    <a:pt x="1188338" y="652462"/>
                  </a:lnTo>
                  <a:lnTo>
                    <a:pt x="1139418" y="656949"/>
                  </a:lnTo>
                  <a:lnTo>
                    <a:pt x="1090498" y="661289"/>
                  </a:lnTo>
                  <a:lnTo>
                    <a:pt x="1041577" y="665520"/>
                  </a:lnTo>
                  <a:lnTo>
                    <a:pt x="992657" y="669677"/>
                  </a:lnTo>
                  <a:lnTo>
                    <a:pt x="943736" y="673798"/>
                  </a:lnTo>
                  <a:lnTo>
                    <a:pt x="893007" y="677672"/>
                  </a:lnTo>
                  <a:lnTo>
                    <a:pt x="842193" y="681672"/>
                  </a:lnTo>
                  <a:lnTo>
                    <a:pt x="791336" y="685800"/>
                  </a:lnTo>
                  <a:lnTo>
                    <a:pt x="740480" y="690054"/>
                  </a:lnTo>
                  <a:lnTo>
                    <a:pt x="689666" y="694436"/>
                  </a:lnTo>
                  <a:lnTo>
                    <a:pt x="638936" y="698944"/>
                  </a:lnTo>
                  <a:lnTo>
                    <a:pt x="605670" y="702242"/>
                  </a:lnTo>
                  <a:lnTo>
                    <a:pt x="572261" y="705326"/>
                  </a:lnTo>
                  <a:lnTo>
                    <a:pt x="538853" y="708267"/>
                  </a:lnTo>
                  <a:lnTo>
                    <a:pt x="505586" y="711136"/>
                  </a:lnTo>
                  <a:lnTo>
                    <a:pt x="476440" y="713851"/>
                  </a:lnTo>
                  <a:lnTo>
                    <a:pt x="418147" y="718423"/>
                  </a:lnTo>
                  <a:lnTo>
                    <a:pt x="363854" y="721852"/>
                  </a:lnTo>
                  <a:lnTo>
                    <a:pt x="313562" y="724138"/>
                  </a:lnTo>
                  <a:lnTo>
                    <a:pt x="288416" y="724852"/>
                  </a:lnTo>
                  <a:lnTo>
                    <a:pt x="250126" y="724638"/>
                  </a:lnTo>
                  <a:lnTo>
                    <a:pt x="211835" y="724281"/>
                  </a:lnTo>
                  <a:lnTo>
                    <a:pt x="173545" y="724209"/>
                  </a:lnTo>
                  <a:lnTo>
                    <a:pt x="135254" y="724852"/>
                  </a:lnTo>
                  <a:lnTo>
                    <a:pt x="123824" y="725543"/>
                  </a:lnTo>
                  <a:lnTo>
                    <a:pt x="112394" y="726376"/>
                  </a:lnTo>
                  <a:lnTo>
                    <a:pt x="100964" y="727209"/>
                  </a:lnTo>
                  <a:lnTo>
                    <a:pt x="89534" y="727900"/>
                  </a:lnTo>
                  <a:lnTo>
                    <a:pt x="80390" y="728698"/>
                  </a:lnTo>
                  <a:lnTo>
                    <a:pt x="71246" y="729710"/>
                  </a:lnTo>
                  <a:lnTo>
                    <a:pt x="62102" y="730579"/>
                  </a:lnTo>
                  <a:lnTo>
                    <a:pt x="52958" y="730948"/>
                  </a:lnTo>
                  <a:lnTo>
                    <a:pt x="46862" y="731710"/>
                  </a:lnTo>
                  <a:lnTo>
                    <a:pt x="40004" y="731710"/>
                  </a:lnTo>
                  <a:lnTo>
                    <a:pt x="33908" y="731710"/>
                  </a:lnTo>
                  <a:lnTo>
                    <a:pt x="30098" y="731710"/>
                  </a:lnTo>
                  <a:lnTo>
                    <a:pt x="27050" y="731710"/>
                  </a:lnTo>
                  <a:lnTo>
                    <a:pt x="23240" y="732472"/>
                  </a:lnTo>
                  <a:lnTo>
                    <a:pt x="20954" y="732472"/>
                  </a:lnTo>
                  <a:lnTo>
                    <a:pt x="18668" y="733234"/>
                  </a:lnTo>
                  <a:lnTo>
                    <a:pt x="16382" y="733996"/>
                  </a:lnTo>
                  <a:lnTo>
                    <a:pt x="14858" y="733996"/>
                  </a:lnTo>
                  <a:lnTo>
                    <a:pt x="14096" y="733996"/>
                  </a:lnTo>
                  <a:lnTo>
                    <a:pt x="14477" y="726817"/>
                  </a:lnTo>
                  <a:lnTo>
                    <a:pt x="15430" y="719994"/>
                  </a:lnTo>
                  <a:lnTo>
                    <a:pt x="16668" y="713315"/>
                  </a:lnTo>
                  <a:lnTo>
                    <a:pt x="17906" y="706564"/>
                  </a:lnTo>
                  <a:lnTo>
                    <a:pt x="20026" y="692407"/>
                  </a:lnTo>
                  <a:lnTo>
                    <a:pt x="21716" y="678465"/>
                  </a:lnTo>
                  <a:lnTo>
                    <a:pt x="22836" y="664666"/>
                  </a:lnTo>
                  <a:lnTo>
                    <a:pt x="23240" y="650938"/>
                  </a:lnTo>
                  <a:lnTo>
                    <a:pt x="22871" y="641794"/>
                  </a:lnTo>
                  <a:lnTo>
                    <a:pt x="21431" y="634936"/>
                  </a:lnTo>
                  <a:lnTo>
                    <a:pt x="18418" y="628650"/>
                  </a:lnTo>
                  <a:lnTo>
                    <a:pt x="13334" y="62122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4115561" y="5260085"/>
              <a:ext cx="32384" cy="29845"/>
            </a:xfrm>
            <a:custGeom>
              <a:rect b="b" l="l" r="r" t="t"/>
              <a:pathLst>
                <a:path extrusionOk="0" h="29845" w="32385">
                  <a:moveTo>
                    <a:pt x="1524" y="18287"/>
                  </a:moveTo>
                  <a:lnTo>
                    <a:pt x="5334" y="6857"/>
                  </a:lnTo>
                  <a:lnTo>
                    <a:pt x="5334" y="3047"/>
                  </a:lnTo>
                  <a:lnTo>
                    <a:pt x="18288" y="761"/>
                  </a:lnTo>
                  <a:lnTo>
                    <a:pt x="22098" y="0"/>
                  </a:lnTo>
                  <a:lnTo>
                    <a:pt x="25146" y="761"/>
                  </a:lnTo>
                  <a:lnTo>
                    <a:pt x="28956" y="761"/>
                  </a:lnTo>
                  <a:lnTo>
                    <a:pt x="29718" y="9143"/>
                  </a:lnTo>
                  <a:lnTo>
                    <a:pt x="29718" y="13715"/>
                  </a:lnTo>
                  <a:lnTo>
                    <a:pt x="24384" y="20573"/>
                  </a:lnTo>
                  <a:lnTo>
                    <a:pt x="19050" y="26669"/>
                  </a:lnTo>
                  <a:lnTo>
                    <a:pt x="14478" y="28955"/>
                  </a:lnTo>
                  <a:lnTo>
                    <a:pt x="6096" y="28955"/>
                  </a:lnTo>
                  <a:lnTo>
                    <a:pt x="762" y="28955"/>
                  </a:lnTo>
                  <a:lnTo>
                    <a:pt x="0" y="22859"/>
                  </a:lnTo>
                  <a:lnTo>
                    <a:pt x="762" y="18287"/>
                  </a:lnTo>
                  <a:lnTo>
                    <a:pt x="1524" y="11429"/>
                  </a:lnTo>
                  <a:lnTo>
                    <a:pt x="9906" y="12953"/>
                  </a:lnTo>
                  <a:lnTo>
                    <a:pt x="14478" y="12953"/>
                  </a:lnTo>
                  <a:lnTo>
                    <a:pt x="21336" y="12953"/>
                  </a:lnTo>
                  <a:lnTo>
                    <a:pt x="25908" y="12191"/>
                  </a:lnTo>
                  <a:lnTo>
                    <a:pt x="28956" y="19049"/>
                  </a:lnTo>
                  <a:lnTo>
                    <a:pt x="32004" y="23621"/>
                  </a:lnTo>
                  <a:lnTo>
                    <a:pt x="29718" y="27431"/>
                  </a:lnTo>
                  <a:lnTo>
                    <a:pt x="25908" y="29717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0" name="Google Shape;250;p2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4411192" y="5197576"/>
              <a:ext cx="256082" cy="157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5120614" y="5240248"/>
              <a:ext cx="113588" cy="11511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2" name="Google Shape;252;p2"/>
            <p:cNvGrpSpPr/>
            <p:nvPr/>
          </p:nvGrpSpPr>
          <p:grpSpPr>
            <a:xfrm>
              <a:off x="5409437" y="5161025"/>
              <a:ext cx="170713" cy="160807"/>
              <a:chOff x="5409437" y="5161025"/>
              <a:chExt cx="170713" cy="160807"/>
            </a:xfrm>
          </p:grpSpPr>
          <p:sp>
            <p:nvSpPr>
              <p:cNvPr id="253" name="Google Shape;253;p2"/>
              <p:cNvSpPr/>
              <p:nvPr/>
            </p:nvSpPr>
            <p:spPr>
              <a:xfrm>
                <a:off x="5409437" y="5161025"/>
                <a:ext cx="8890" cy="12700"/>
              </a:xfrm>
              <a:custGeom>
                <a:rect b="b" l="l" r="r" t="t"/>
                <a:pathLst>
                  <a:path extrusionOk="0" h="12700" w="8889">
                    <a:moveTo>
                      <a:pt x="0" y="0"/>
                    </a:moveTo>
                    <a:lnTo>
                      <a:pt x="3048" y="4571"/>
                    </a:lnTo>
                    <a:lnTo>
                      <a:pt x="5334" y="8381"/>
                    </a:lnTo>
                    <a:lnTo>
                      <a:pt x="8382" y="1219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4" name="Google Shape;254;p2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5431510" y="5183860"/>
                <a:ext cx="148640" cy="1379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5" name="Google Shape;255;p2"/>
            <p:cNvGrpSpPr/>
            <p:nvPr/>
          </p:nvGrpSpPr>
          <p:grpSpPr>
            <a:xfrm>
              <a:off x="5706592" y="5122138"/>
              <a:ext cx="491134" cy="246176"/>
              <a:chOff x="5706592" y="5122138"/>
              <a:chExt cx="491134" cy="246176"/>
            </a:xfrm>
          </p:grpSpPr>
          <p:pic>
            <p:nvPicPr>
              <p:cNvPr id="256" name="Google Shape;256;p2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706592" y="5122138"/>
                <a:ext cx="224840" cy="1760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p2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955004" y="5159476"/>
                <a:ext cx="173560" cy="208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8" name="Google Shape;258;p2"/>
              <p:cNvSpPr/>
              <p:nvPr/>
            </p:nvSpPr>
            <p:spPr>
              <a:xfrm>
                <a:off x="6165342" y="5269229"/>
                <a:ext cx="32384" cy="48895"/>
              </a:xfrm>
              <a:custGeom>
                <a:rect b="b" l="l" r="r" t="t"/>
                <a:pathLst>
                  <a:path extrusionOk="0" h="48895" w="32385">
                    <a:moveTo>
                      <a:pt x="32003" y="0"/>
                    </a:moveTo>
                    <a:lnTo>
                      <a:pt x="18002" y="39231"/>
                    </a:lnTo>
                    <a:lnTo>
                      <a:pt x="7429" y="47017"/>
                    </a:lnTo>
                    <a:lnTo>
                      <a:pt x="0" y="4876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9" name="Google Shape;259;p2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448852" y="5109946"/>
              <a:ext cx="348499" cy="1955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7021804" y="5016220"/>
              <a:ext cx="464870" cy="1897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1" name="Google Shape;261;p2"/>
            <p:cNvGrpSpPr/>
            <p:nvPr/>
          </p:nvGrpSpPr>
          <p:grpSpPr>
            <a:xfrm>
              <a:off x="7630667" y="4985766"/>
              <a:ext cx="135890" cy="131445"/>
              <a:chOff x="7630667" y="4985766"/>
              <a:chExt cx="135890" cy="131445"/>
            </a:xfrm>
          </p:grpSpPr>
          <p:sp>
            <p:nvSpPr>
              <p:cNvPr id="262" name="Google Shape;262;p2"/>
              <p:cNvSpPr/>
              <p:nvPr/>
            </p:nvSpPr>
            <p:spPr>
              <a:xfrm>
                <a:off x="7657337" y="4985766"/>
                <a:ext cx="2540" cy="131445"/>
              </a:xfrm>
              <a:custGeom>
                <a:rect b="b" l="l" r="r" t="t"/>
                <a:pathLst>
                  <a:path extrusionOk="0" h="131445" w="2540">
                    <a:moveTo>
                      <a:pt x="2285" y="0"/>
                    </a:moveTo>
                    <a:lnTo>
                      <a:pt x="1714" y="12584"/>
                    </a:lnTo>
                    <a:lnTo>
                      <a:pt x="1142" y="25241"/>
                    </a:lnTo>
                    <a:lnTo>
                      <a:pt x="571" y="38040"/>
                    </a:lnTo>
                    <a:lnTo>
                      <a:pt x="0" y="51053"/>
                    </a:lnTo>
                    <a:lnTo>
                      <a:pt x="119" y="65472"/>
                    </a:lnTo>
                    <a:lnTo>
                      <a:pt x="380" y="80105"/>
                    </a:lnTo>
                    <a:lnTo>
                      <a:pt x="642" y="94880"/>
                    </a:lnTo>
                    <a:lnTo>
                      <a:pt x="761" y="109727"/>
                    </a:lnTo>
                    <a:lnTo>
                      <a:pt x="761" y="116585"/>
                    </a:lnTo>
                    <a:lnTo>
                      <a:pt x="761" y="123443"/>
                    </a:lnTo>
                    <a:lnTo>
                      <a:pt x="1523" y="13106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7630667" y="5026152"/>
                <a:ext cx="135890" cy="73660"/>
              </a:xfrm>
              <a:custGeom>
                <a:rect b="b" l="l" r="r" t="t"/>
                <a:pathLst>
                  <a:path extrusionOk="0" h="73660" w="135890">
                    <a:moveTo>
                      <a:pt x="0" y="31242"/>
                    </a:moveTo>
                    <a:lnTo>
                      <a:pt x="32765" y="7620"/>
                    </a:lnTo>
                    <a:lnTo>
                      <a:pt x="60388" y="2190"/>
                    </a:lnTo>
                    <a:lnTo>
                      <a:pt x="74771" y="2797"/>
                    </a:lnTo>
                    <a:lnTo>
                      <a:pt x="86868" y="7620"/>
                    </a:lnTo>
                    <a:lnTo>
                      <a:pt x="91916" y="13882"/>
                    </a:lnTo>
                    <a:lnTo>
                      <a:pt x="94107" y="21717"/>
                    </a:lnTo>
                    <a:lnTo>
                      <a:pt x="94583" y="30122"/>
                    </a:lnTo>
                    <a:lnTo>
                      <a:pt x="94488" y="38100"/>
                    </a:lnTo>
                    <a:lnTo>
                      <a:pt x="94023" y="45541"/>
                    </a:lnTo>
                    <a:lnTo>
                      <a:pt x="93059" y="53054"/>
                    </a:lnTo>
                    <a:lnTo>
                      <a:pt x="92237" y="60709"/>
                    </a:lnTo>
                    <a:lnTo>
                      <a:pt x="92202" y="68580"/>
                    </a:lnTo>
                    <a:lnTo>
                      <a:pt x="92202" y="69342"/>
                    </a:lnTo>
                    <a:lnTo>
                      <a:pt x="92202" y="70866"/>
                    </a:lnTo>
                    <a:lnTo>
                      <a:pt x="92964" y="71628"/>
                    </a:lnTo>
                    <a:lnTo>
                      <a:pt x="99893" y="73163"/>
                    </a:lnTo>
                    <a:lnTo>
                      <a:pt x="106108" y="73056"/>
                    </a:lnTo>
                    <a:lnTo>
                      <a:pt x="134076" y="44660"/>
                    </a:lnTo>
                    <a:lnTo>
                      <a:pt x="135636" y="35052"/>
                    </a:lnTo>
                    <a:lnTo>
                      <a:pt x="134171" y="25026"/>
                    </a:lnTo>
                    <a:lnTo>
                      <a:pt x="99762" y="8251"/>
                    </a:lnTo>
                    <a:lnTo>
                      <a:pt x="89249" y="6191"/>
                    </a:lnTo>
                    <a:lnTo>
                      <a:pt x="78878" y="3702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2"/>
            <p:cNvGrpSpPr/>
            <p:nvPr/>
          </p:nvGrpSpPr>
          <p:grpSpPr>
            <a:xfrm>
              <a:off x="7989318" y="4908803"/>
              <a:ext cx="447570" cy="188954"/>
              <a:chOff x="7989318" y="4908803"/>
              <a:chExt cx="447570" cy="188954"/>
            </a:xfrm>
          </p:grpSpPr>
          <p:pic>
            <p:nvPicPr>
              <p:cNvPr id="265" name="Google Shape;265;p2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989318" y="4957546"/>
                <a:ext cx="183919" cy="14021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6" name="Google Shape;266;p2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198332" y="4975072"/>
                <a:ext cx="67154" cy="1013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"/>
              <p:cNvSpPr/>
              <p:nvPr/>
            </p:nvSpPr>
            <p:spPr>
              <a:xfrm>
                <a:off x="8298942" y="4978145"/>
                <a:ext cx="11430" cy="77470"/>
              </a:xfrm>
              <a:custGeom>
                <a:rect b="b" l="l" r="r" t="t"/>
                <a:pathLst>
                  <a:path extrusionOk="0" h="77470" w="11429">
                    <a:moveTo>
                      <a:pt x="0" y="0"/>
                    </a:moveTo>
                    <a:lnTo>
                      <a:pt x="11430" y="44958"/>
                    </a:lnTo>
                    <a:lnTo>
                      <a:pt x="11430" y="52959"/>
                    </a:lnTo>
                    <a:lnTo>
                      <a:pt x="11430" y="60960"/>
                    </a:lnTo>
                    <a:lnTo>
                      <a:pt x="11430" y="68961"/>
                    </a:lnTo>
                    <a:lnTo>
                      <a:pt x="11430" y="7696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8284464" y="4908803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8288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8288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9" name="Google Shape;269;p2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8356959" y="4913350"/>
                <a:ext cx="79929" cy="14810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0" name="Google Shape;270;p2"/>
            <p:cNvGrpSpPr/>
            <p:nvPr/>
          </p:nvGrpSpPr>
          <p:grpSpPr>
            <a:xfrm>
              <a:off x="8627780" y="4756404"/>
              <a:ext cx="406490" cy="328041"/>
              <a:chOff x="8627780" y="4756404"/>
              <a:chExt cx="406490" cy="328041"/>
            </a:xfrm>
          </p:grpSpPr>
          <p:pic>
            <p:nvPicPr>
              <p:cNvPr id="271" name="Google Shape;271;p2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645626" y="4880584"/>
                <a:ext cx="115112" cy="141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2"/>
              <p:cNvSpPr/>
              <p:nvPr/>
            </p:nvSpPr>
            <p:spPr>
              <a:xfrm>
                <a:off x="8627780" y="4823460"/>
                <a:ext cx="95885" cy="260985"/>
              </a:xfrm>
              <a:custGeom>
                <a:rect b="b" l="l" r="r" t="t"/>
                <a:pathLst>
                  <a:path extrusionOk="0" h="260985" w="95884">
                    <a:moveTo>
                      <a:pt x="66639" y="0"/>
                    </a:moveTo>
                    <a:lnTo>
                      <a:pt x="41207" y="32099"/>
                    </a:lnTo>
                    <a:lnTo>
                      <a:pt x="23205" y="69342"/>
                    </a:lnTo>
                    <a:lnTo>
                      <a:pt x="8060" y="118110"/>
                    </a:lnTo>
                    <a:lnTo>
                      <a:pt x="345" y="169164"/>
                    </a:lnTo>
                    <a:lnTo>
                      <a:pt x="0" y="188380"/>
                    </a:lnTo>
                    <a:lnTo>
                      <a:pt x="2155" y="206883"/>
                    </a:lnTo>
                    <a:lnTo>
                      <a:pt x="36123" y="252138"/>
                    </a:lnTo>
                    <a:lnTo>
                      <a:pt x="75009" y="260068"/>
                    </a:lnTo>
                    <a:lnTo>
                      <a:pt x="95595" y="26060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3" name="Google Shape;273;p2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769070" y="4783810"/>
                <a:ext cx="147878" cy="2057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" name="Google Shape;274;p2"/>
              <p:cNvSpPr/>
              <p:nvPr/>
            </p:nvSpPr>
            <p:spPr>
              <a:xfrm>
                <a:off x="8969501" y="4756404"/>
                <a:ext cx="64769" cy="234950"/>
              </a:xfrm>
              <a:custGeom>
                <a:rect b="b" l="l" r="r" t="t"/>
                <a:pathLst>
                  <a:path extrusionOk="0" h="234950" w="64770">
                    <a:moveTo>
                      <a:pt x="22859" y="0"/>
                    </a:moveTo>
                    <a:lnTo>
                      <a:pt x="48767" y="40386"/>
                    </a:lnTo>
                    <a:lnTo>
                      <a:pt x="63341" y="83248"/>
                    </a:lnTo>
                    <a:lnTo>
                      <a:pt x="64769" y="99060"/>
                    </a:lnTo>
                    <a:lnTo>
                      <a:pt x="64162" y="117848"/>
                    </a:lnTo>
                    <a:lnTo>
                      <a:pt x="46481" y="169926"/>
                    </a:lnTo>
                    <a:lnTo>
                      <a:pt x="18299" y="214503"/>
                    </a:lnTo>
                    <a:lnTo>
                      <a:pt x="2285" y="232410"/>
                    </a:lnTo>
                    <a:lnTo>
                      <a:pt x="0" y="23469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p2"/>
            <p:cNvGrpSpPr/>
            <p:nvPr/>
          </p:nvGrpSpPr>
          <p:grpSpPr>
            <a:xfrm>
              <a:off x="9212579" y="4761737"/>
              <a:ext cx="764540" cy="246634"/>
              <a:chOff x="9212579" y="4761737"/>
              <a:chExt cx="764540" cy="246634"/>
            </a:xfrm>
          </p:grpSpPr>
          <p:sp>
            <p:nvSpPr>
              <p:cNvPr id="276" name="Google Shape;276;p2"/>
              <p:cNvSpPr/>
              <p:nvPr/>
            </p:nvSpPr>
            <p:spPr>
              <a:xfrm>
                <a:off x="9212579" y="4816066"/>
                <a:ext cx="44450" cy="127000"/>
              </a:xfrm>
              <a:custGeom>
                <a:rect b="b" l="l" r="r" t="t"/>
                <a:pathLst>
                  <a:path extrusionOk="0" h="127000" w="44450">
                    <a:moveTo>
                      <a:pt x="43433" y="535"/>
                    </a:moveTo>
                    <a:lnTo>
                      <a:pt x="5572" y="29039"/>
                    </a:lnTo>
                    <a:lnTo>
                      <a:pt x="0" y="75973"/>
                    </a:lnTo>
                    <a:lnTo>
                      <a:pt x="23" y="88939"/>
                    </a:lnTo>
                    <a:lnTo>
                      <a:pt x="1333" y="102548"/>
                    </a:lnTo>
                    <a:lnTo>
                      <a:pt x="5786" y="114871"/>
                    </a:lnTo>
                    <a:lnTo>
                      <a:pt x="15239" y="123979"/>
                    </a:lnTo>
                    <a:lnTo>
                      <a:pt x="22550" y="126622"/>
                    </a:lnTo>
                    <a:lnTo>
                      <a:pt x="29717" y="126265"/>
                    </a:lnTo>
                    <a:lnTo>
                      <a:pt x="36885" y="124194"/>
                    </a:lnTo>
                    <a:lnTo>
                      <a:pt x="44195" y="12169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9275063" y="4857749"/>
                <a:ext cx="45085" cy="66675"/>
              </a:xfrm>
              <a:custGeom>
                <a:rect b="b" l="l" r="r" t="t"/>
                <a:pathLst>
                  <a:path extrusionOk="0" h="66675" w="45084">
                    <a:moveTo>
                      <a:pt x="6857" y="18288"/>
                    </a:moveTo>
                    <a:lnTo>
                      <a:pt x="6095" y="7620"/>
                    </a:lnTo>
                    <a:lnTo>
                      <a:pt x="8381" y="4572"/>
                    </a:lnTo>
                    <a:lnTo>
                      <a:pt x="1523" y="0"/>
                    </a:lnTo>
                    <a:lnTo>
                      <a:pt x="964" y="7441"/>
                    </a:lnTo>
                    <a:lnTo>
                      <a:pt x="476" y="14954"/>
                    </a:lnTo>
                    <a:lnTo>
                      <a:pt x="130" y="22609"/>
                    </a:lnTo>
                    <a:lnTo>
                      <a:pt x="0" y="30480"/>
                    </a:lnTo>
                    <a:lnTo>
                      <a:pt x="857" y="39576"/>
                    </a:lnTo>
                    <a:lnTo>
                      <a:pt x="2857" y="48958"/>
                    </a:lnTo>
                    <a:lnTo>
                      <a:pt x="6857" y="57483"/>
                    </a:lnTo>
                    <a:lnTo>
                      <a:pt x="13715" y="64008"/>
                    </a:lnTo>
                    <a:lnTo>
                      <a:pt x="20907" y="66270"/>
                    </a:lnTo>
                    <a:lnTo>
                      <a:pt x="28955" y="66103"/>
                    </a:lnTo>
                    <a:lnTo>
                      <a:pt x="36433" y="63365"/>
                    </a:lnTo>
                    <a:lnTo>
                      <a:pt x="41909" y="57912"/>
                    </a:lnTo>
                    <a:lnTo>
                      <a:pt x="44493" y="49708"/>
                    </a:lnTo>
                    <a:lnTo>
                      <a:pt x="43719" y="41433"/>
                    </a:lnTo>
                    <a:lnTo>
                      <a:pt x="12953" y="8382"/>
                    </a:lnTo>
                    <a:lnTo>
                      <a:pt x="11429" y="6858"/>
                    </a:lnTo>
                    <a:lnTo>
                      <a:pt x="10667" y="6858"/>
                    </a:lnTo>
                    <a:lnTo>
                      <a:pt x="9905" y="609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9333737" y="4858511"/>
                <a:ext cx="117475" cy="75565"/>
              </a:xfrm>
              <a:custGeom>
                <a:rect b="b" l="l" r="r" t="t"/>
                <a:pathLst>
                  <a:path extrusionOk="0" h="75564" w="117475">
                    <a:moveTo>
                      <a:pt x="0" y="3810"/>
                    </a:moveTo>
                    <a:lnTo>
                      <a:pt x="19812" y="40386"/>
                    </a:lnTo>
                    <a:lnTo>
                      <a:pt x="20133" y="47244"/>
                    </a:lnTo>
                    <a:lnTo>
                      <a:pt x="20097" y="54102"/>
                    </a:lnTo>
                    <a:lnTo>
                      <a:pt x="19919" y="60960"/>
                    </a:lnTo>
                    <a:lnTo>
                      <a:pt x="19812" y="67818"/>
                    </a:lnTo>
                    <a:lnTo>
                      <a:pt x="19812" y="70104"/>
                    </a:lnTo>
                    <a:lnTo>
                      <a:pt x="19812" y="72390"/>
                    </a:lnTo>
                    <a:lnTo>
                      <a:pt x="19812" y="75438"/>
                    </a:lnTo>
                    <a:lnTo>
                      <a:pt x="19812" y="67056"/>
                    </a:lnTo>
                    <a:lnTo>
                      <a:pt x="19050" y="58674"/>
                    </a:lnTo>
                    <a:lnTo>
                      <a:pt x="18288" y="50292"/>
                    </a:lnTo>
                    <a:lnTo>
                      <a:pt x="18014" y="41481"/>
                    </a:lnTo>
                    <a:lnTo>
                      <a:pt x="17811" y="31813"/>
                    </a:lnTo>
                    <a:lnTo>
                      <a:pt x="18609" y="22431"/>
                    </a:lnTo>
                    <a:lnTo>
                      <a:pt x="21336" y="14478"/>
                    </a:lnTo>
                    <a:lnTo>
                      <a:pt x="25908" y="6858"/>
                    </a:lnTo>
                    <a:lnTo>
                      <a:pt x="34290" y="7620"/>
                    </a:lnTo>
                    <a:lnTo>
                      <a:pt x="57912" y="41910"/>
                    </a:lnTo>
                    <a:lnTo>
                      <a:pt x="58674" y="44958"/>
                    </a:lnTo>
                    <a:lnTo>
                      <a:pt x="60960" y="48006"/>
                    </a:lnTo>
                    <a:lnTo>
                      <a:pt x="67246" y="25479"/>
                    </a:lnTo>
                    <a:lnTo>
                      <a:pt x="68199" y="18478"/>
                    </a:lnTo>
                    <a:lnTo>
                      <a:pt x="69723" y="11763"/>
                    </a:lnTo>
                    <a:lnTo>
                      <a:pt x="72390" y="5334"/>
                    </a:lnTo>
                    <a:lnTo>
                      <a:pt x="74676" y="1524"/>
                    </a:lnTo>
                    <a:lnTo>
                      <a:pt x="79248" y="0"/>
                    </a:lnTo>
                    <a:lnTo>
                      <a:pt x="82296" y="3810"/>
                    </a:lnTo>
                    <a:lnTo>
                      <a:pt x="86903" y="9013"/>
                    </a:lnTo>
                    <a:lnTo>
                      <a:pt x="90582" y="15144"/>
                    </a:lnTo>
                    <a:lnTo>
                      <a:pt x="93547" y="21705"/>
                    </a:lnTo>
                    <a:lnTo>
                      <a:pt x="96012" y="28194"/>
                    </a:lnTo>
                    <a:lnTo>
                      <a:pt x="99024" y="34575"/>
                    </a:lnTo>
                    <a:lnTo>
                      <a:pt x="102393" y="40957"/>
                    </a:lnTo>
                    <a:lnTo>
                      <a:pt x="106191" y="47053"/>
                    </a:lnTo>
                    <a:lnTo>
                      <a:pt x="110489" y="52578"/>
                    </a:lnTo>
                    <a:lnTo>
                      <a:pt x="113538" y="54864"/>
                    </a:lnTo>
                    <a:lnTo>
                      <a:pt x="114300" y="55626"/>
                    </a:lnTo>
                    <a:lnTo>
                      <a:pt x="117348" y="5562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9458705" y="4808981"/>
                <a:ext cx="71755" cy="199390"/>
              </a:xfrm>
              <a:custGeom>
                <a:rect b="b" l="l" r="r" t="t"/>
                <a:pathLst>
                  <a:path extrusionOk="0" h="199389" w="71754">
                    <a:moveTo>
                      <a:pt x="0" y="0"/>
                    </a:moveTo>
                    <a:lnTo>
                      <a:pt x="4226" y="15311"/>
                    </a:lnTo>
                    <a:lnTo>
                      <a:pt x="8667" y="30480"/>
                    </a:lnTo>
                    <a:lnTo>
                      <a:pt x="12965" y="45648"/>
                    </a:lnTo>
                    <a:lnTo>
                      <a:pt x="23907" y="98774"/>
                    </a:lnTo>
                    <a:lnTo>
                      <a:pt x="28194" y="137160"/>
                    </a:lnTo>
                    <a:lnTo>
                      <a:pt x="28491" y="150899"/>
                    </a:lnTo>
                    <a:lnTo>
                      <a:pt x="28860" y="165354"/>
                    </a:lnTo>
                    <a:lnTo>
                      <a:pt x="28515" y="179808"/>
                    </a:lnTo>
                    <a:lnTo>
                      <a:pt x="26670" y="193548"/>
                    </a:lnTo>
                    <a:lnTo>
                      <a:pt x="25908" y="195072"/>
                    </a:lnTo>
                    <a:lnTo>
                      <a:pt x="25146" y="197358"/>
                    </a:lnTo>
                    <a:lnTo>
                      <a:pt x="24384" y="198882"/>
                    </a:lnTo>
                    <a:lnTo>
                      <a:pt x="18288" y="194310"/>
                    </a:lnTo>
                    <a:lnTo>
                      <a:pt x="17526" y="188214"/>
                    </a:lnTo>
                    <a:lnTo>
                      <a:pt x="16002" y="177546"/>
                    </a:lnTo>
                    <a:lnTo>
                      <a:pt x="14120" y="158805"/>
                    </a:lnTo>
                    <a:lnTo>
                      <a:pt x="12954" y="140208"/>
                    </a:lnTo>
                    <a:lnTo>
                      <a:pt x="12358" y="121610"/>
                    </a:lnTo>
                    <a:lnTo>
                      <a:pt x="12192" y="102870"/>
                    </a:lnTo>
                    <a:lnTo>
                      <a:pt x="12287" y="91225"/>
                    </a:lnTo>
                    <a:lnTo>
                      <a:pt x="31682" y="54613"/>
                    </a:lnTo>
                    <a:lnTo>
                      <a:pt x="39147" y="54578"/>
                    </a:lnTo>
                    <a:lnTo>
                      <a:pt x="46470" y="56399"/>
                    </a:lnTo>
                    <a:lnTo>
                      <a:pt x="71735" y="88808"/>
                    </a:lnTo>
                    <a:lnTo>
                      <a:pt x="70961" y="95726"/>
                    </a:lnTo>
                    <a:lnTo>
                      <a:pt x="54102" y="11582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9545573" y="4835651"/>
                <a:ext cx="76200" cy="70485"/>
              </a:xfrm>
              <a:custGeom>
                <a:rect b="b" l="l" r="r" t="t"/>
                <a:pathLst>
                  <a:path extrusionOk="0" h="70485" w="76200">
                    <a:moveTo>
                      <a:pt x="0" y="7620"/>
                    </a:moveTo>
                    <a:lnTo>
                      <a:pt x="12192" y="46482"/>
                    </a:lnTo>
                    <a:lnTo>
                      <a:pt x="14478" y="54102"/>
                    </a:lnTo>
                    <a:lnTo>
                      <a:pt x="22098" y="55626"/>
                    </a:lnTo>
                    <a:lnTo>
                      <a:pt x="30480" y="57150"/>
                    </a:lnTo>
                    <a:lnTo>
                      <a:pt x="33528" y="50292"/>
                    </a:lnTo>
                    <a:lnTo>
                      <a:pt x="36576" y="43434"/>
                    </a:lnTo>
                    <a:lnTo>
                      <a:pt x="39373" y="35754"/>
                    </a:lnTo>
                    <a:lnTo>
                      <a:pt x="41243" y="27717"/>
                    </a:lnTo>
                    <a:lnTo>
                      <a:pt x="42683" y="19538"/>
                    </a:lnTo>
                    <a:lnTo>
                      <a:pt x="44196" y="11430"/>
                    </a:lnTo>
                    <a:lnTo>
                      <a:pt x="44958" y="6858"/>
                    </a:lnTo>
                    <a:lnTo>
                      <a:pt x="45720" y="3810"/>
                    </a:lnTo>
                    <a:lnTo>
                      <a:pt x="47244" y="0"/>
                    </a:lnTo>
                    <a:lnTo>
                      <a:pt x="48768" y="3048"/>
                    </a:lnTo>
                    <a:lnTo>
                      <a:pt x="50292" y="10668"/>
                    </a:lnTo>
                    <a:lnTo>
                      <a:pt x="51053" y="15240"/>
                    </a:lnTo>
                    <a:lnTo>
                      <a:pt x="52554" y="24931"/>
                    </a:lnTo>
                    <a:lnTo>
                      <a:pt x="53911" y="34480"/>
                    </a:lnTo>
                    <a:lnTo>
                      <a:pt x="55554" y="43743"/>
                    </a:lnTo>
                    <a:lnTo>
                      <a:pt x="57912" y="52578"/>
                    </a:lnTo>
                    <a:lnTo>
                      <a:pt x="61722" y="63246"/>
                    </a:lnTo>
                    <a:lnTo>
                      <a:pt x="65532" y="67818"/>
                    </a:lnTo>
                    <a:lnTo>
                      <a:pt x="76200" y="7010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9637299" y="4789931"/>
                <a:ext cx="10795" cy="104775"/>
              </a:xfrm>
              <a:custGeom>
                <a:rect b="b" l="l" r="r" t="t"/>
                <a:pathLst>
                  <a:path extrusionOk="0" h="104775" w="10795">
                    <a:moveTo>
                      <a:pt x="4286" y="0"/>
                    </a:moveTo>
                    <a:lnTo>
                      <a:pt x="2190" y="13037"/>
                    </a:lnTo>
                    <a:lnTo>
                      <a:pt x="666" y="26003"/>
                    </a:lnTo>
                    <a:lnTo>
                      <a:pt x="0" y="39112"/>
                    </a:lnTo>
                    <a:lnTo>
                      <a:pt x="476" y="52577"/>
                    </a:lnTo>
                    <a:lnTo>
                      <a:pt x="8096" y="95250"/>
                    </a:lnTo>
                    <a:lnTo>
                      <a:pt x="10382" y="101346"/>
                    </a:lnTo>
                    <a:lnTo>
                      <a:pt x="10382" y="10439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9645395" y="4820411"/>
                <a:ext cx="99060" cy="76200"/>
              </a:xfrm>
              <a:custGeom>
                <a:rect b="b" l="l" r="r" t="t"/>
                <a:pathLst>
                  <a:path extrusionOk="0" h="76200" w="99059">
                    <a:moveTo>
                      <a:pt x="0" y="38861"/>
                    </a:moveTo>
                    <a:lnTo>
                      <a:pt x="10858" y="37552"/>
                    </a:lnTo>
                    <a:lnTo>
                      <a:pt x="21717" y="35813"/>
                    </a:lnTo>
                    <a:lnTo>
                      <a:pt x="32575" y="33504"/>
                    </a:lnTo>
                    <a:lnTo>
                      <a:pt x="43434" y="30479"/>
                    </a:lnTo>
                    <a:lnTo>
                      <a:pt x="53113" y="28110"/>
                    </a:lnTo>
                    <a:lnTo>
                      <a:pt x="64293" y="24098"/>
                    </a:lnTo>
                    <a:lnTo>
                      <a:pt x="74187" y="17942"/>
                    </a:lnTo>
                    <a:lnTo>
                      <a:pt x="80010" y="9143"/>
                    </a:lnTo>
                    <a:lnTo>
                      <a:pt x="82296" y="0"/>
                    </a:lnTo>
                    <a:lnTo>
                      <a:pt x="73151" y="0"/>
                    </a:lnTo>
                    <a:lnTo>
                      <a:pt x="67055" y="0"/>
                    </a:lnTo>
                    <a:lnTo>
                      <a:pt x="33420" y="26729"/>
                    </a:lnTo>
                    <a:lnTo>
                      <a:pt x="31111" y="43707"/>
                    </a:lnTo>
                    <a:lnTo>
                      <a:pt x="33528" y="51053"/>
                    </a:lnTo>
                    <a:lnTo>
                      <a:pt x="38778" y="54983"/>
                    </a:lnTo>
                    <a:lnTo>
                      <a:pt x="46386" y="56768"/>
                    </a:lnTo>
                    <a:lnTo>
                      <a:pt x="54423" y="56840"/>
                    </a:lnTo>
                    <a:lnTo>
                      <a:pt x="60960" y="55625"/>
                    </a:lnTo>
                    <a:lnTo>
                      <a:pt x="83058" y="25907"/>
                    </a:lnTo>
                    <a:lnTo>
                      <a:pt x="83058" y="19049"/>
                    </a:lnTo>
                    <a:lnTo>
                      <a:pt x="84582" y="12191"/>
                    </a:lnTo>
                    <a:lnTo>
                      <a:pt x="84582" y="11429"/>
                    </a:lnTo>
                    <a:lnTo>
                      <a:pt x="84582" y="10667"/>
                    </a:lnTo>
                    <a:lnTo>
                      <a:pt x="86106" y="19049"/>
                    </a:lnTo>
                    <a:lnTo>
                      <a:pt x="86106" y="27431"/>
                    </a:lnTo>
                    <a:lnTo>
                      <a:pt x="86868" y="35813"/>
                    </a:lnTo>
                    <a:lnTo>
                      <a:pt x="87177" y="44493"/>
                    </a:lnTo>
                    <a:lnTo>
                      <a:pt x="88201" y="53244"/>
                    </a:lnTo>
                    <a:lnTo>
                      <a:pt x="90082" y="61852"/>
                    </a:lnTo>
                    <a:lnTo>
                      <a:pt x="92964" y="70103"/>
                    </a:lnTo>
                    <a:lnTo>
                      <a:pt x="95250" y="73913"/>
                    </a:lnTo>
                    <a:lnTo>
                      <a:pt x="95250" y="75437"/>
                    </a:lnTo>
                    <a:lnTo>
                      <a:pt x="99060" y="7619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9755123" y="4773167"/>
                <a:ext cx="19050" cy="112395"/>
              </a:xfrm>
              <a:custGeom>
                <a:rect b="b" l="l" r="r" t="t"/>
                <a:pathLst>
                  <a:path extrusionOk="0" h="112395" w="19050">
                    <a:moveTo>
                      <a:pt x="10668" y="0"/>
                    </a:moveTo>
                    <a:lnTo>
                      <a:pt x="5143" y="14275"/>
                    </a:lnTo>
                    <a:lnTo>
                      <a:pt x="1905" y="27336"/>
                    </a:lnTo>
                    <a:lnTo>
                      <a:pt x="381" y="40826"/>
                    </a:lnTo>
                    <a:lnTo>
                      <a:pt x="0" y="56388"/>
                    </a:lnTo>
                    <a:lnTo>
                      <a:pt x="607" y="68568"/>
                    </a:lnTo>
                    <a:lnTo>
                      <a:pt x="2571" y="80105"/>
                    </a:lnTo>
                    <a:lnTo>
                      <a:pt x="6107" y="91213"/>
                    </a:lnTo>
                    <a:lnTo>
                      <a:pt x="11430" y="102107"/>
                    </a:lnTo>
                    <a:lnTo>
                      <a:pt x="15240" y="107442"/>
                    </a:lnTo>
                    <a:lnTo>
                      <a:pt x="16002" y="108966"/>
                    </a:lnTo>
                    <a:lnTo>
                      <a:pt x="19050" y="11201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9766541" y="4819649"/>
                <a:ext cx="65405" cy="64135"/>
              </a:xfrm>
              <a:custGeom>
                <a:rect b="b" l="l" r="r" t="t"/>
                <a:pathLst>
                  <a:path extrusionOk="0" h="64135" w="65404">
                    <a:moveTo>
                      <a:pt x="773" y="31242"/>
                    </a:moveTo>
                    <a:lnTo>
                      <a:pt x="30491" y="4953"/>
                    </a:lnTo>
                    <a:lnTo>
                      <a:pt x="48017" y="2286"/>
                    </a:lnTo>
                    <a:lnTo>
                      <a:pt x="54113" y="1524"/>
                    </a:lnTo>
                    <a:lnTo>
                      <a:pt x="62495" y="0"/>
                    </a:lnTo>
                    <a:lnTo>
                      <a:pt x="64019" y="7620"/>
                    </a:lnTo>
                    <a:lnTo>
                      <a:pt x="65067" y="16894"/>
                    </a:lnTo>
                    <a:lnTo>
                      <a:pt x="64972" y="26955"/>
                    </a:lnTo>
                    <a:lnTo>
                      <a:pt x="64019" y="36873"/>
                    </a:lnTo>
                    <a:lnTo>
                      <a:pt x="62495" y="45720"/>
                    </a:lnTo>
                    <a:lnTo>
                      <a:pt x="60209" y="52578"/>
                    </a:lnTo>
                    <a:lnTo>
                      <a:pt x="57161" y="58674"/>
                    </a:lnTo>
                    <a:lnTo>
                      <a:pt x="53351" y="6400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9809237" y="4761737"/>
                <a:ext cx="18415" cy="29209"/>
              </a:xfrm>
              <a:custGeom>
                <a:rect b="b" l="l" r="r" t="t"/>
                <a:pathLst>
                  <a:path extrusionOk="0" h="29210" w="18415">
                    <a:moveTo>
                      <a:pt x="18276" y="23621"/>
                    </a:moveTo>
                    <a:lnTo>
                      <a:pt x="0" y="95"/>
                    </a:lnTo>
                    <a:lnTo>
                      <a:pt x="6596" y="9048"/>
                    </a:lnTo>
                    <a:lnTo>
                      <a:pt x="7608" y="12953"/>
                    </a:lnTo>
                    <a:lnTo>
                      <a:pt x="10656" y="19049"/>
                    </a:lnTo>
                    <a:lnTo>
                      <a:pt x="13704" y="23621"/>
                    </a:lnTo>
                    <a:lnTo>
                      <a:pt x="18276" y="2895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9854183" y="4832603"/>
                <a:ext cx="21590" cy="50800"/>
              </a:xfrm>
              <a:custGeom>
                <a:rect b="b" l="l" r="r" t="t"/>
                <a:pathLst>
                  <a:path extrusionOk="0" h="50800" w="21590">
                    <a:moveTo>
                      <a:pt x="761" y="19050"/>
                    </a:moveTo>
                    <a:lnTo>
                      <a:pt x="321" y="25348"/>
                    </a:lnTo>
                    <a:lnTo>
                      <a:pt x="95" y="31718"/>
                    </a:lnTo>
                    <a:lnTo>
                      <a:pt x="11" y="38230"/>
                    </a:lnTo>
                    <a:lnTo>
                      <a:pt x="0" y="44958"/>
                    </a:lnTo>
                    <a:lnTo>
                      <a:pt x="0" y="45720"/>
                    </a:lnTo>
                    <a:lnTo>
                      <a:pt x="0" y="46482"/>
                    </a:lnTo>
                    <a:lnTo>
                      <a:pt x="0" y="48006"/>
                    </a:lnTo>
                    <a:lnTo>
                      <a:pt x="4571" y="48768"/>
                    </a:lnTo>
                    <a:lnTo>
                      <a:pt x="7619" y="50292"/>
                    </a:lnTo>
                    <a:lnTo>
                      <a:pt x="21335" y="18287"/>
                    </a:lnTo>
                    <a:lnTo>
                      <a:pt x="21335" y="11429"/>
                    </a:lnTo>
                    <a:lnTo>
                      <a:pt x="19049" y="7619"/>
                    </a:lnTo>
                    <a:lnTo>
                      <a:pt x="12953" y="3047"/>
                    </a:lnTo>
                    <a:lnTo>
                      <a:pt x="10667" y="2285"/>
                    </a:lnTo>
                    <a:lnTo>
                      <a:pt x="9905" y="1523"/>
                    </a:lnTo>
                    <a:lnTo>
                      <a:pt x="9143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9891521" y="4813553"/>
                <a:ext cx="45720" cy="60960"/>
              </a:xfrm>
              <a:custGeom>
                <a:rect b="b" l="l" r="r" t="t"/>
                <a:pathLst>
                  <a:path extrusionOk="0" h="60960" w="45720">
                    <a:moveTo>
                      <a:pt x="0" y="14477"/>
                    </a:moveTo>
                    <a:lnTo>
                      <a:pt x="345" y="22014"/>
                    </a:lnTo>
                    <a:lnTo>
                      <a:pt x="476" y="29622"/>
                    </a:lnTo>
                    <a:lnTo>
                      <a:pt x="750" y="37087"/>
                    </a:lnTo>
                    <a:lnTo>
                      <a:pt x="1524" y="44195"/>
                    </a:lnTo>
                    <a:lnTo>
                      <a:pt x="2286" y="49529"/>
                    </a:lnTo>
                    <a:lnTo>
                      <a:pt x="3048" y="54863"/>
                    </a:lnTo>
                    <a:lnTo>
                      <a:pt x="3048" y="59435"/>
                    </a:lnTo>
                    <a:lnTo>
                      <a:pt x="3048" y="60959"/>
                    </a:lnTo>
                    <a:lnTo>
                      <a:pt x="3048" y="59435"/>
                    </a:lnTo>
                    <a:lnTo>
                      <a:pt x="3512" y="53030"/>
                    </a:lnTo>
                    <a:lnTo>
                      <a:pt x="13049" y="12203"/>
                    </a:lnTo>
                    <a:lnTo>
                      <a:pt x="32766" y="0"/>
                    </a:lnTo>
                    <a:lnTo>
                      <a:pt x="38100" y="6095"/>
                    </a:lnTo>
                    <a:lnTo>
                      <a:pt x="43434" y="12191"/>
                    </a:lnTo>
                    <a:lnTo>
                      <a:pt x="44958" y="20573"/>
                    </a:lnTo>
                    <a:lnTo>
                      <a:pt x="44958" y="28193"/>
                    </a:lnTo>
                    <a:lnTo>
                      <a:pt x="45720" y="36575"/>
                    </a:lnTo>
                    <a:lnTo>
                      <a:pt x="44958" y="42671"/>
                    </a:lnTo>
                    <a:lnTo>
                      <a:pt x="41910" y="5029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9963149" y="4863083"/>
                <a:ext cx="13970" cy="2540"/>
              </a:xfrm>
              <a:custGeom>
                <a:rect b="b" l="l" r="r" t="t"/>
                <a:pathLst>
                  <a:path extrusionOk="0" h="2539" w="13970">
                    <a:moveTo>
                      <a:pt x="13716" y="2286"/>
                    </a:moveTo>
                    <a:lnTo>
                      <a:pt x="9144" y="1524"/>
                    </a:lnTo>
                    <a:lnTo>
                      <a:pt x="4572" y="76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"/>
          <p:cNvGrpSpPr/>
          <p:nvPr/>
        </p:nvGrpSpPr>
        <p:grpSpPr>
          <a:xfrm>
            <a:off x="685800" y="550285"/>
            <a:ext cx="8729295" cy="6307715"/>
            <a:chOff x="3513556" y="2047493"/>
            <a:chExt cx="5907049" cy="4279227"/>
          </a:xfrm>
        </p:grpSpPr>
        <p:grpSp>
          <p:nvGrpSpPr>
            <p:cNvPr id="294" name="Google Shape;294;p3"/>
            <p:cNvGrpSpPr/>
            <p:nvPr/>
          </p:nvGrpSpPr>
          <p:grpSpPr>
            <a:xfrm>
              <a:off x="4491202" y="2157196"/>
              <a:ext cx="387813" cy="234365"/>
              <a:chOff x="4491202" y="2157196"/>
              <a:chExt cx="387813" cy="234365"/>
            </a:xfrm>
          </p:grpSpPr>
          <p:pic>
            <p:nvPicPr>
              <p:cNvPr id="295" name="Google Shape;295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91202" y="2157196"/>
                <a:ext cx="168452" cy="23436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" name="Google Shape;296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679416" y="2176246"/>
                <a:ext cx="199599" cy="1852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7" name="Google Shape;297;p3"/>
            <p:cNvGrpSpPr/>
            <p:nvPr/>
          </p:nvGrpSpPr>
          <p:grpSpPr>
            <a:xfrm>
              <a:off x="4943474" y="2159508"/>
              <a:ext cx="686689" cy="160781"/>
              <a:chOff x="4943474" y="2159508"/>
              <a:chExt cx="686689" cy="160781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4943474" y="2190750"/>
                <a:ext cx="60960" cy="129539"/>
              </a:xfrm>
              <a:custGeom>
                <a:rect b="b" l="l" r="r" t="t"/>
                <a:pathLst>
                  <a:path extrusionOk="0" h="129539" w="60960">
                    <a:moveTo>
                      <a:pt x="41528" y="19812"/>
                    </a:moveTo>
                    <a:lnTo>
                      <a:pt x="37849" y="13287"/>
                    </a:lnTo>
                    <a:lnTo>
                      <a:pt x="33242" y="5905"/>
                    </a:lnTo>
                    <a:lnTo>
                      <a:pt x="27062" y="523"/>
                    </a:lnTo>
                    <a:lnTo>
                      <a:pt x="18668" y="0"/>
                    </a:lnTo>
                    <a:lnTo>
                      <a:pt x="11239" y="5572"/>
                    </a:lnTo>
                    <a:lnTo>
                      <a:pt x="833" y="48482"/>
                    </a:lnTo>
                    <a:lnTo>
                      <a:pt x="0" y="63246"/>
                    </a:lnTo>
                    <a:lnTo>
                      <a:pt x="309" y="78009"/>
                    </a:lnTo>
                    <a:lnTo>
                      <a:pt x="18299" y="122848"/>
                    </a:lnTo>
                    <a:lnTo>
                      <a:pt x="37969" y="129254"/>
                    </a:lnTo>
                    <a:lnTo>
                      <a:pt x="46005" y="127635"/>
                    </a:lnTo>
                    <a:lnTo>
                      <a:pt x="53328" y="123729"/>
                    </a:lnTo>
                    <a:lnTo>
                      <a:pt x="60578" y="11811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5033009" y="2202942"/>
                <a:ext cx="34290" cy="106045"/>
              </a:xfrm>
              <a:custGeom>
                <a:rect b="b" l="l" r="r" t="t"/>
                <a:pathLst>
                  <a:path extrusionOk="0" h="106044" w="34289">
                    <a:moveTo>
                      <a:pt x="0" y="0"/>
                    </a:moveTo>
                    <a:lnTo>
                      <a:pt x="4941" y="16466"/>
                    </a:lnTo>
                    <a:lnTo>
                      <a:pt x="10382" y="32861"/>
                    </a:lnTo>
                    <a:lnTo>
                      <a:pt x="15966" y="49399"/>
                    </a:lnTo>
                    <a:lnTo>
                      <a:pt x="21336" y="66294"/>
                    </a:lnTo>
                    <a:lnTo>
                      <a:pt x="23895" y="76235"/>
                    </a:lnTo>
                    <a:lnTo>
                      <a:pt x="26384" y="86391"/>
                    </a:lnTo>
                    <a:lnTo>
                      <a:pt x="29587" y="96404"/>
                    </a:lnTo>
                    <a:lnTo>
                      <a:pt x="34290" y="10591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097779" y="2186178"/>
                <a:ext cx="14604" cy="125730"/>
              </a:xfrm>
              <a:custGeom>
                <a:rect b="b" l="l" r="r" t="t"/>
                <a:pathLst>
                  <a:path extrusionOk="0" h="125730" w="14604">
                    <a:moveTo>
                      <a:pt x="0" y="0"/>
                    </a:moveTo>
                    <a:lnTo>
                      <a:pt x="1154" y="11310"/>
                    </a:lnTo>
                    <a:lnTo>
                      <a:pt x="2381" y="22478"/>
                    </a:lnTo>
                    <a:lnTo>
                      <a:pt x="3750" y="33647"/>
                    </a:lnTo>
                    <a:lnTo>
                      <a:pt x="5334" y="44958"/>
                    </a:lnTo>
                    <a:lnTo>
                      <a:pt x="6477" y="57078"/>
                    </a:lnTo>
                    <a:lnTo>
                      <a:pt x="7620" y="69342"/>
                    </a:lnTo>
                    <a:lnTo>
                      <a:pt x="8763" y="81605"/>
                    </a:lnTo>
                    <a:lnTo>
                      <a:pt x="9906" y="93726"/>
                    </a:lnTo>
                    <a:lnTo>
                      <a:pt x="10834" y="101393"/>
                    </a:lnTo>
                    <a:lnTo>
                      <a:pt x="11620" y="109347"/>
                    </a:lnTo>
                    <a:lnTo>
                      <a:pt x="12692" y="117300"/>
                    </a:lnTo>
                    <a:lnTo>
                      <a:pt x="14478" y="124968"/>
                    </a:lnTo>
                    <a:lnTo>
                      <a:pt x="14478" y="12573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054345" y="2231136"/>
                <a:ext cx="96520" cy="28575"/>
              </a:xfrm>
              <a:custGeom>
                <a:rect b="b" l="l" r="r" t="t"/>
                <a:pathLst>
                  <a:path extrusionOk="0" h="28575" w="96520">
                    <a:moveTo>
                      <a:pt x="0" y="28194"/>
                    </a:moveTo>
                    <a:lnTo>
                      <a:pt x="39969" y="21014"/>
                    </a:lnTo>
                    <a:lnTo>
                      <a:pt x="85701" y="4548"/>
                    </a:lnTo>
                    <a:lnTo>
                      <a:pt x="96012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176265" y="2181606"/>
                <a:ext cx="22225" cy="123189"/>
              </a:xfrm>
              <a:custGeom>
                <a:rect b="b" l="l" r="r" t="t"/>
                <a:pathLst>
                  <a:path extrusionOk="0" h="123189" w="22225">
                    <a:moveTo>
                      <a:pt x="22098" y="0"/>
                    </a:moveTo>
                    <a:lnTo>
                      <a:pt x="16764" y="46482"/>
                    </a:lnTo>
                    <a:lnTo>
                      <a:pt x="8298" y="85915"/>
                    </a:lnTo>
                    <a:lnTo>
                      <a:pt x="5334" y="99060"/>
                    </a:lnTo>
                    <a:lnTo>
                      <a:pt x="3810" y="107442"/>
                    </a:lnTo>
                    <a:lnTo>
                      <a:pt x="1524" y="115062"/>
                    </a:lnTo>
                    <a:lnTo>
                      <a:pt x="0" y="12268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5202935" y="2178558"/>
                <a:ext cx="48895" cy="120650"/>
              </a:xfrm>
              <a:custGeom>
                <a:rect b="b" l="l" r="r" t="t"/>
                <a:pathLst>
                  <a:path extrusionOk="0" h="120650" w="48895">
                    <a:moveTo>
                      <a:pt x="0" y="0"/>
                    </a:moveTo>
                    <a:lnTo>
                      <a:pt x="25717" y="29253"/>
                    </a:lnTo>
                    <a:lnTo>
                      <a:pt x="40576" y="65246"/>
                    </a:lnTo>
                    <a:lnTo>
                      <a:pt x="45720" y="89153"/>
                    </a:lnTo>
                    <a:lnTo>
                      <a:pt x="47160" y="97035"/>
                    </a:lnTo>
                    <a:lnTo>
                      <a:pt x="48101" y="104775"/>
                    </a:lnTo>
                    <a:lnTo>
                      <a:pt x="48613" y="112514"/>
                    </a:lnTo>
                    <a:lnTo>
                      <a:pt x="48768" y="12039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5189981" y="2247138"/>
                <a:ext cx="73660" cy="24130"/>
              </a:xfrm>
              <a:custGeom>
                <a:rect b="b" l="l" r="r" t="t"/>
                <a:pathLst>
                  <a:path extrusionOk="0" h="24130" w="73660">
                    <a:moveTo>
                      <a:pt x="0" y="23622"/>
                    </a:moveTo>
                    <a:lnTo>
                      <a:pt x="44255" y="12370"/>
                    </a:lnTo>
                    <a:lnTo>
                      <a:pt x="63246" y="4572"/>
                    </a:lnTo>
                    <a:lnTo>
                      <a:pt x="68580" y="2286"/>
                    </a:lnTo>
                    <a:lnTo>
                      <a:pt x="73152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5283136" y="2167128"/>
                <a:ext cx="68580" cy="128270"/>
              </a:xfrm>
              <a:custGeom>
                <a:rect b="b" l="l" r="r" t="t"/>
                <a:pathLst>
                  <a:path extrusionOk="0" h="128269" w="68579">
                    <a:moveTo>
                      <a:pt x="43243" y="5334"/>
                    </a:moveTo>
                    <a:lnTo>
                      <a:pt x="36052" y="3536"/>
                    </a:lnTo>
                    <a:lnTo>
                      <a:pt x="29146" y="1809"/>
                    </a:lnTo>
                    <a:lnTo>
                      <a:pt x="22240" y="511"/>
                    </a:lnTo>
                    <a:lnTo>
                      <a:pt x="15049" y="0"/>
                    </a:lnTo>
                    <a:lnTo>
                      <a:pt x="6667" y="0"/>
                    </a:lnTo>
                    <a:lnTo>
                      <a:pt x="3619" y="6096"/>
                    </a:lnTo>
                    <a:lnTo>
                      <a:pt x="2095" y="13716"/>
                    </a:lnTo>
                    <a:lnTo>
                      <a:pt x="404" y="22550"/>
                    </a:lnTo>
                    <a:lnTo>
                      <a:pt x="0" y="32385"/>
                    </a:lnTo>
                    <a:lnTo>
                      <a:pt x="1023" y="42219"/>
                    </a:lnTo>
                    <a:lnTo>
                      <a:pt x="27622" y="76985"/>
                    </a:lnTo>
                    <a:lnTo>
                      <a:pt x="50387" y="89439"/>
                    </a:lnTo>
                    <a:lnTo>
                      <a:pt x="56447" y="93023"/>
                    </a:lnTo>
                    <a:lnTo>
                      <a:pt x="62293" y="97536"/>
                    </a:lnTo>
                    <a:lnTo>
                      <a:pt x="66103" y="100584"/>
                    </a:lnTo>
                    <a:lnTo>
                      <a:pt x="68389" y="105918"/>
                    </a:lnTo>
                    <a:lnTo>
                      <a:pt x="63817" y="110490"/>
                    </a:lnTo>
                    <a:lnTo>
                      <a:pt x="22669" y="128016"/>
                    </a:lnTo>
                    <a:lnTo>
                      <a:pt x="14513" y="128266"/>
                    </a:lnTo>
                    <a:lnTo>
                      <a:pt x="9429" y="126587"/>
                    </a:lnTo>
                    <a:lnTo>
                      <a:pt x="5631" y="122765"/>
                    </a:lnTo>
                    <a:lnTo>
                      <a:pt x="1333" y="11658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5369813" y="2159508"/>
                <a:ext cx="77470" cy="133350"/>
              </a:xfrm>
              <a:custGeom>
                <a:rect b="b" l="l" r="r" t="t"/>
                <a:pathLst>
                  <a:path extrusionOk="0" h="133350" w="77470">
                    <a:moveTo>
                      <a:pt x="0" y="6858"/>
                    </a:moveTo>
                    <a:lnTo>
                      <a:pt x="10263" y="7703"/>
                    </a:lnTo>
                    <a:lnTo>
                      <a:pt x="19812" y="7905"/>
                    </a:lnTo>
                    <a:lnTo>
                      <a:pt x="29360" y="7393"/>
                    </a:lnTo>
                    <a:lnTo>
                      <a:pt x="39624" y="6096"/>
                    </a:lnTo>
                    <a:lnTo>
                      <a:pt x="48315" y="4833"/>
                    </a:lnTo>
                    <a:lnTo>
                      <a:pt x="57150" y="3429"/>
                    </a:lnTo>
                    <a:lnTo>
                      <a:pt x="65984" y="2024"/>
                    </a:lnTo>
                    <a:lnTo>
                      <a:pt x="74676" y="762"/>
                    </a:lnTo>
                    <a:lnTo>
                      <a:pt x="75438" y="0"/>
                    </a:lnTo>
                    <a:lnTo>
                      <a:pt x="76200" y="0"/>
                    </a:lnTo>
                    <a:lnTo>
                      <a:pt x="76962" y="0"/>
                    </a:lnTo>
                    <a:lnTo>
                      <a:pt x="70866" y="762"/>
                    </a:lnTo>
                    <a:lnTo>
                      <a:pt x="64769" y="1524"/>
                    </a:lnTo>
                    <a:lnTo>
                      <a:pt x="58674" y="3810"/>
                    </a:lnTo>
                    <a:lnTo>
                      <a:pt x="38671" y="38957"/>
                    </a:lnTo>
                    <a:lnTo>
                      <a:pt x="39004" y="48756"/>
                    </a:lnTo>
                    <a:lnTo>
                      <a:pt x="39624" y="57912"/>
                    </a:lnTo>
                    <a:lnTo>
                      <a:pt x="40683" y="68901"/>
                    </a:lnTo>
                    <a:lnTo>
                      <a:pt x="42386" y="80105"/>
                    </a:lnTo>
                    <a:lnTo>
                      <a:pt x="44231" y="91451"/>
                    </a:lnTo>
                    <a:lnTo>
                      <a:pt x="45720" y="102870"/>
                    </a:lnTo>
                    <a:lnTo>
                      <a:pt x="46101" y="109227"/>
                    </a:lnTo>
                    <a:lnTo>
                      <a:pt x="46482" y="118300"/>
                    </a:lnTo>
                    <a:lnTo>
                      <a:pt x="47434" y="127087"/>
                    </a:lnTo>
                    <a:lnTo>
                      <a:pt x="49530" y="132588"/>
                    </a:lnTo>
                    <a:lnTo>
                      <a:pt x="51816" y="133350"/>
                    </a:lnTo>
                    <a:lnTo>
                      <a:pt x="52578" y="133350"/>
                    </a:lnTo>
                    <a:lnTo>
                      <a:pt x="54102" y="13335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5481065" y="2177034"/>
                <a:ext cx="17145" cy="100330"/>
              </a:xfrm>
              <a:custGeom>
                <a:rect b="b" l="l" r="r" t="t"/>
                <a:pathLst>
                  <a:path extrusionOk="0" h="100330" w="17145">
                    <a:moveTo>
                      <a:pt x="0" y="0"/>
                    </a:moveTo>
                    <a:lnTo>
                      <a:pt x="2643" y="10858"/>
                    </a:lnTo>
                    <a:lnTo>
                      <a:pt x="5715" y="21717"/>
                    </a:lnTo>
                    <a:lnTo>
                      <a:pt x="8786" y="32575"/>
                    </a:lnTo>
                    <a:lnTo>
                      <a:pt x="14751" y="76759"/>
                    </a:lnTo>
                    <a:lnTo>
                      <a:pt x="15240" y="87630"/>
                    </a:lnTo>
                    <a:lnTo>
                      <a:pt x="16002" y="94488"/>
                    </a:lnTo>
                    <a:lnTo>
                      <a:pt x="16002" y="96012"/>
                    </a:lnTo>
                    <a:lnTo>
                      <a:pt x="16764" y="9982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5537453" y="2170616"/>
                <a:ext cx="92710" cy="105410"/>
              </a:xfrm>
              <a:custGeom>
                <a:rect b="b" l="l" r="r" t="t"/>
                <a:pathLst>
                  <a:path extrusionOk="0" h="105410" w="92710">
                    <a:moveTo>
                      <a:pt x="51815" y="7179"/>
                    </a:moveTo>
                    <a:lnTo>
                      <a:pt x="45481" y="4500"/>
                    </a:lnTo>
                    <a:lnTo>
                      <a:pt x="38290" y="1750"/>
                    </a:lnTo>
                    <a:lnTo>
                      <a:pt x="30813" y="0"/>
                    </a:lnTo>
                    <a:lnTo>
                      <a:pt x="23621" y="321"/>
                    </a:lnTo>
                    <a:lnTo>
                      <a:pt x="1047" y="39647"/>
                    </a:lnTo>
                    <a:lnTo>
                      <a:pt x="0" y="52042"/>
                    </a:lnTo>
                    <a:lnTo>
                      <a:pt x="1238" y="64293"/>
                    </a:lnTo>
                    <a:lnTo>
                      <a:pt x="28694" y="97833"/>
                    </a:lnTo>
                    <a:lnTo>
                      <a:pt x="69294" y="105203"/>
                    </a:lnTo>
                    <a:lnTo>
                      <a:pt x="78485" y="103953"/>
                    </a:lnTo>
                    <a:lnTo>
                      <a:pt x="86105" y="99381"/>
                    </a:lnTo>
                    <a:lnTo>
                      <a:pt x="88391" y="97857"/>
                    </a:lnTo>
                    <a:lnTo>
                      <a:pt x="92201" y="94047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" name="Google Shape;309;p3"/>
            <p:cNvGrpSpPr/>
            <p:nvPr/>
          </p:nvGrpSpPr>
          <p:grpSpPr>
            <a:xfrm>
              <a:off x="5911619" y="2082520"/>
              <a:ext cx="851917" cy="175031"/>
              <a:chOff x="5911619" y="2082520"/>
              <a:chExt cx="851917" cy="175031"/>
            </a:xfrm>
          </p:grpSpPr>
          <p:sp>
            <p:nvSpPr>
              <p:cNvPr id="310" name="Google Shape;310;p3"/>
              <p:cNvSpPr/>
              <p:nvPr/>
            </p:nvSpPr>
            <p:spPr>
              <a:xfrm>
                <a:off x="5911619" y="2100262"/>
                <a:ext cx="119380" cy="149860"/>
              </a:xfrm>
              <a:custGeom>
                <a:rect b="b" l="l" r="r" t="t"/>
                <a:pathLst>
                  <a:path extrusionOk="0" h="149860" w="119379">
                    <a:moveTo>
                      <a:pt x="59412" y="4381"/>
                    </a:moveTo>
                    <a:lnTo>
                      <a:pt x="48756" y="1547"/>
                    </a:lnTo>
                    <a:lnTo>
                      <a:pt x="39314" y="0"/>
                    </a:lnTo>
                    <a:lnTo>
                      <a:pt x="30587" y="1595"/>
                    </a:lnTo>
                    <a:lnTo>
                      <a:pt x="22074" y="8191"/>
                    </a:lnTo>
                    <a:lnTo>
                      <a:pt x="9953" y="28372"/>
                    </a:lnTo>
                    <a:lnTo>
                      <a:pt x="2833" y="51911"/>
                    </a:lnTo>
                    <a:lnTo>
                      <a:pt x="0" y="76450"/>
                    </a:lnTo>
                    <a:lnTo>
                      <a:pt x="738" y="99631"/>
                    </a:lnTo>
                    <a:lnTo>
                      <a:pt x="15847" y="136064"/>
                    </a:lnTo>
                    <a:lnTo>
                      <a:pt x="39123" y="149828"/>
                    </a:lnTo>
                    <a:lnTo>
                      <a:pt x="46446" y="148459"/>
                    </a:lnTo>
                    <a:lnTo>
                      <a:pt x="64746" y="109537"/>
                    </a:lnTo>
                    <a:lnTo>
                      <a:pt x="64996" y="102262"/>
                    </a:lnTo>
                    <a:lnTo>
                      <a:pt x="64460" y="95916"/>
                    </a:lnTo>
                    <a:lnTo>
                      <a:pt x="62924" y="89713"/>
                    </a:lnTo>
                    <a:lnTo>
                      <a:pt x="60174" y="82867"/>
                    </a:lnTo>
                    <a:lnTo>
                      <a:pt x="59412" y="81343"/>
                    </a:lnTo>
                    <a:lnTo>
                      <a:pt x="59412" y="79819"/>
                    </a:lnTo>
                    <a:lnTo>
                      <a:pt x="68222" y="80129"/>
                    </a:lnTo>
                    <a:lnTo>
                      <a:pt x="77319" y="80581"/>
                    </a:lnTo>
                    <a:lnTo>
                      <a:pt x="86415" y="80462"/>
                    </a:lnTo>
                    <a:lnTo>
                      <a:pt x="95226" y="79057"/>
                    </a:lnTo>
                    <a:lnTo>
                      <a:pt x="98274" y="78295"/>
                    </a:lnTo>
                    <a:lnTo>
                      <a:pt x="98274" y="77533"/>
                    </a:lnTo>
                    <a:lnTo>
                      <a:pt x="100560" y="76771"/>
                    </a:lnTo>
                    <a:lnTo>
                      <a:pt x="102810" y="115883"/>
                    </a:lnTo>
                    <a:lnTo>
                      <a:pt x="111990" y="144589"/>
                    </a:lnTo>
                    <a:lnTo>
                      <a:pt x="118848" y="149161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6065519" y="2141981"/>
                <a:ext cx="10795" cy="115570"/>
              </a:xfrm>
              <a:custGeom>
                <a:rect b="b" l="l" r="r" t="t"/>
                <a:pathLst>
                  <a:path extrusionOk="0" h="115569" w="10795">
                    <a:moveTo>
                      <a:pt x="0" y="0"/>
                    </a:moveTo>
                    <a:lnTo>
                      <a:pt x="8679" y="41790"/>
                    </a:lnTo>
                    <a:lnTo>
                      <a:pt x="10013" y="69080"/>
                    </a:lnTo>
                    <a:lnTo>
                      <a:pt x="10191" y="81915"/>
                    </a:lnTo>
                    <a:lnTo>
                      <a:pt x="10227" y="94749"/>
                    </a:lnTo>
                    <a:lnTo>
                      <a:pt x="9906" y="107442"/>
                    </a:lnTo>
                    <a:lnTo>
                      <a:pt x="9906" y="110489"/>
                    </a:lnTo>
                    <a:lnTo>
                      <a:pt x="9144" y="112776"/>
                    </a:lnTo>
                    <a:lnTo>
                      <a:pt x="9144" y="11506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6049517" y="2126825"/>
                <a:ext cx="113664" cy="123825"/>
              </a:xfrm>
              <a:custGeom>
                <a:rect b="b" l="l" r="r" t="t"/>
                <a:pathLst>
                  <a:path extrusionOk="0" h="123825" w="113664">
                    <a:moveTo>
                      <a:pt x="0" y="12108"/>
                    </a:moveTo>
                    <a:lnTo>
                      <a:pt x="4524" y="3690"/>
                    </a:lnTo>
                    <a:lnTo>
                      <a:pt x="9905" y="202"/>
                    </a:lnTo>
                    <a:lnTo>
                      <a:pt x="17573" y="0"/>
                    </a:lnTo>
                    <a:lnTo>
                      <a:pt x="28956" y="1440"/>
                    </a:lnTo>
                    <a:lnTo>
                      <a:pt x="41159" y="2583"/>
                    </a:lnTo>
                    <a:lnTo>
                      <a:pt x="82855" y="16680"/>
                    </a:lnTo>
                    <a:lnTo>
                      <a:pt x="91309" y="29158"/>
                    </a:lnTo>
                    <a:lnTo>
                      <a:pt x="90678" y="37254"/>
                    </a:lnTo>
                    <a:lnTo>
                      <a:pt x="85498" y="45600"/>
                    </a:lnTo>
                    <a:lnTo>
                      <a:pt x="77819" y="52589"/>
                    </a:lnTo>
                    <a:lnTo>
                      <a:pt x="69139" y="58578"/>
                    </a:lnTo>
                    <a:lnTo>
                      <a:pt x="60960" y="63924"/>
                    </a:lnTo>
                    <a:lnTo>
                      <a:pt x="56388" y="66972"/>
                    </a:lnTo>
                    <a:lnTo>
                      <a:pt x="50292" y="70782"/>
                    </a:lnTo>
                    <a:lnTo>
                      <a:pt x="45720" y="73830"/>
                    </a:lnTo>
                    <a:lnTo>
                      <a:pt x="49530" y="79926"/>
                    </a:lnTo>
                    <a:lnTo>
                      <a:pt x="51816" y="80688"/>
                    </a:lnTo>
                    <a:lnTo>
                      <a:pt x="57912" y="84498"/>
                    </a:lnTo>
                    <a:lnTo>
                      <a:pt x="91666" y="107751"/>
                    </a:lnTo>
                    <a:lnTo>
                      <a:pt x="108966" y="122598"/>
                    </a:lnTo>
                    <a:lnTo>
                      <a:pt x="113538" y="12336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6197345" y="2122169"/>
                <a:ext cx="28575" cy="118110"/>
              </a:xfrm>
              <a:custGeom>
                <a:rect b="b" l="l" r="r" t="t"/>
                <a:pathLst>
                  <a:path extrusionOk="0" h="118110" w="28575">
                    <a:moveTo>
                      <a:pt x="28193" y="0"/>
                    </a:moveTo>
                    <a:lnTo>
                      <a:pt x="25336" y="12692"/>
                    </a:lnTo>
                    <a:lnTo>
                      <a:pt x="22478" y="25526"/>
                    </a:lnTo>
                    <a:lnTo>
                      <a:pt x="19621" y="38361"/>
                    </a:lnTo>
                    <a:lnTo>
                      <a:pt x="16763" y="51053"/>
                    </a:lnTo>
                    <a:lnTo>
                      <a:pt x="12430" y="67508"/>
                    </a:lnTo>
                    <a:lnTo>
                      <a:pt x="7810" y="83820"/>
                    </a:lnTo>
                    <a:lnTo>
                      <a:pt x="3476" y="100131"/>
                    </a:lnTo>
                    <a:lnTo>
                      <a:pt x="0" y="116586"/>
                    </a:lnTo>
                    <a:lnTo>
                      <a:pt x="0" y="117348"/>
                    </a:lnTo>
                    <a:lnTo>
                      <a:pt x="0" y="11811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6218681" y="2129027"/>
                <a:ext cx="52705" cy="121285"/>
              </a:xfrm>
              <a:custGeom>
                <a:rect b="b" l="l" r="r" t="t"/>
                <a:pathLst>
                  <a:path extrusionOk="0" h="121285" w="52704">
                    <a:moveTo>
                      <a:pt x="0" y="0"/>
                    </a:moveTo>
                    <a:lnTo>
                      <a:pt x="26670" y="36575"/>
                    </a:lnTo>
                    <a:lnTo>
                      <a:pt x="46493" y="75473"/>
                    </a:lnTo>
                    <a:lnTo>
                      <a:pt x="52220" y="113168"/>
                    </a:lnTo>
                    <a:lnTo>
                      <a:pt x="51816" y="121157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207251" y="2183891"/>
                <a:ext cx="73660" cy="25400"/>
              </a:xfrm>
              <a:custGeom>
                <a:rect b="b" l="l" r="r" t="t"/>
                <a:pathLst>
                  <a:path extrusionOk="0" h="25400" w="73660">
                    <a:moveTo>
                      <a:pt x="0" y="25146"/>
                    </a:moveTo>
                    <a:lnTo>
                      <a:pt x="12001" y="21693"/>
                    </a:lnTo>
                    <a:lnTo>
                      <a:pt x="24003" y="18097"/>
                    </a:lnTo>
                    <a:lnTo>
                      <a:pt x="36004" y="14216"/>
                    </a:lnTo>
                    <a:lnTo>
                      <a:pt x="48006" y="9906"/>
                    </a:lnTo>
                    <a:lnTo>
                      <a:pt x="56221" y="6965"/>
                    </a:lnTo>
                    <a:lnTo>
                      <a:pt x="62293" y="4667"/>
                    </a:lnTo>
                    <a:lnTo>
                      <a:pt x="67508" y="2512"/>
                    </a:lnTo>
                    <a:lnTo>
                      <a:pt x="73152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6323837" y="2128265"/>
                <a:ext cx="7620" cy="123189"/>
              </a:xfrm>
              <a:custGeom>
                <a:rect b="b" l="l" r="r" t="t"/>
                <a:pathLst>
                  <a:path extrusionOk="0" h="123189" w="7620">
                    <a:moveTo>
                      <a:pt x="0" y="0"/>
                    </a:moveTo>
                    <a:lnTo>
                      <a:pt x="1809" y="14859"/>
                    </a:lnTo>
                    <a:lnTo>
                      <a:pt x="3619" y="29718"/>
                    </a:lnTo>
                    <a:lnTo>
                      <a:pt x="5143" y="44577"/>
                    </a:lnTo>
                    <a:lnTo>
                      <a:pt x="6096" y="59436"/>
                    </a:lnTo>
                    <a:lnTo>
                      <a:pt x="6429" y="74295"/>
                    </a:lnTo>
                    <a:lnTo>
                      <a:pt x="6477" y="89154"/>
                    </a:lnTo>
                    <a:lnTo>
                      <a:pt x="6524" y="104013"/>
                    </a:lnTo>
                    <a:lnTo>
                      <a:pt x="6858" y="118872"/>
                    </a:lnTo>
                    <a:lnTo>
                      <a:pt x="6858" y="119634"/>
                    </a:lnTo>
                    <a:lnTo>
                      <a:pt x="6858" y="121157"/>
                    </a:lnTo>
                    <a:lnTo>
                      <a:pt x="7620" y="12268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6288023" y="2130075"/>
                <a:ext cx="120650" cy="125730"/>
              </a:xfrm>
              <a:custGeom>
                <a:rect b="b" l="l" r="r" t="t"/>
                <a:pathLst>
                  <a:path extrusionOk="0" h="125730" w="120650">
                    <a:moveTo>
                      <a:pt x="0" y="5810"/>
                    </a:moveTo>
                    <a:lnTo>
                      <a:pt x="15847" y="1726"/>
                    </a:lnTo>
                    <a:lnTo>
                      <a:pt x="30194" y="0"/>
                    </a:lnTo>
                    <a:lnTo>
                      <a:pt x="44684" y="988"/>
                    </a:lnTo>
                    <a:lnTo>
                      <a:pt x="89344" y="17430"/>
                    </a:lnTo>
                    <a:lnTo>
                      <a:pt x="117550" y="47601"/>
                    </a:lnTo>
                    <a:lnTo>
                      <a:pt x="120300" y="58959"/>
                    </a:lnTo>
                    <a:lnTo>
                      <a:pt x="120050" y="70604"/>
                    </a:lnTo>
                    <a:lnTo>
                      <a:pt x="91618" y="109966"/>
                    </a:lnTo>
                    <a:lnTo>
                      <a:pt x="73914" y="121634"/>
                    </a:lnTo>
                    <a:lnTo>
                      <a:pt x="67818" y="125444"/>
                    </a:lnTo>
                    <a:lnTo>
                      <a:pt x="59436" y="12315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8" name="Google Shape;318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443446" y="2082520"/>
                <a:ext cx="320090" cy="1646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9" name="Google Shape;319;p3"/>
            <p:cNvGrpSpPr/>
            <p:nvPr/>
          </p:nvGrpSpPr>
          <p:grpSpPr>
            <a:xfrm>
              <a:off x="6966203" y="2047493"/>
              <a:ext cx="738505" cy="216091"/>
              <a:chOff x="6966203" y="2047493"/>
              <a:chExt cx="738505" cy="216091"/>
            </a:xfrm>
          </p:grpSpPr>
          <p:sp>
            <p:nvSpPr>
              <p:cNvPr id="320" name="Google Shape;320;p3"/>
              <p:cNvSpPr/>
              <p:nvPr/>
            </p:nvSpPr>
            <p:spPr>
              <a:xfrm>
                <a:off x="7004303" y="2126741"/>
                <a:ext cx="15240" cy="109220"/>
              </a:xfrm>
              <a:custGeom>
                <a:rect b="b" l="l" r="r" t="t"/>
                <a:pathLst>
                  <a:path extrusionOk="0" h="109219" w="15240">
                    <a:moveTo>
                      <a:pt x="0" y="0"/>
                    </a:moveTo>
                    <a:lnTo>
                      <a:pt x="11894" y="45327"/>
                    </a:lnTo>
                    <a:lnTo>
                      <a:pt x="14859" y="84963"/>
                    </a:lnTo>
                    <a:lnTo>
                      <a:pt x="14573" y="96964"/>
                    </a:lnTo>
                    <a:lnTo>
                      <a:pt x="13716" y="10896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6966203" y="2093404"/>
                <a:ext cx="137160" cy="170180"/>
              </a:xfrm>
              <a:custGeom>
                <a:rect b="b" l="l" r="r" t="t"/>
                <a:pathLst>
                  <a:path extrusionOk="0" h="170180" w="137159">
                    <a:moveTo>
                      <a:pt x="0" y="3619"/>
                    </a:moveTo>
                    <a:lnTo>
                      <a:pt x="17740" y="166"/>
                    </a:lnTo>
                    <a:lnTo>
                      <a:pt x="32766" y="0"/>
                    </a:lnTo>
                    <a:lnTo>
                      <a:pt x="47791" y="2976"/>
                    </a:lnTo>
                    <a:lnTo>
                      <a:pt x="84808" y="16918"/>
                    </a:lnTo>
                    <a:lnTo>
                      <a:pt x="121360" y="41421"/>
                    </a:lnTo>
                    <a:lnTo>
                      <a:pt x="137064" y="74330"/>
                    </a:lnTo>
                    <a:lnTo>
                      <a:pt x="134493" y="87915"/>
                    </a:lnTo>
                    <a:lnTo>
                      <a:pt x="102989" y="125968"/>
                    </a:lnTo>
                    <a:lnTo>
                      <a:pt x="71699" y="149018"/>
                    </a:lnTo>
                    <a:lnTo>
                      <a:pt x="55626" y="159829"/>
                    </a:lnTo>
                    <a:lnTo>
                      <a:pt x="49541" y="164008"/>
                    </a:lnTo>
                    <a:lnTo>
                      <a:pt x="42957" y="168116"/>
                    </a:lnTo>
                    <a:lnTo>
                      <a:pt x="37945" y="169795"/>
                    </a:lnTo>
                    <a:lnTo>
                      <a:pt x="36576" y="166687"/>
                    </a:lnTo>
                    <a:lnTo>
                      <a:pt x="38100" y="163639"/>
                    </a:lnTo>
                    <a:lnTo>
                      <a:pt x="39624" y="159829"/>
                    </a:lnTo>
                    <a:lnTo>
                      <a:pt x="41148" y="156781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7125461" y="2119121"/>
                <a:ext cx="64769" cy="109220"/>
              </a:xfrm>
              <a:custGeom>
                <a:rect b="b" l="l" r="r" t="t"/>
                <a:pathLst>
                  <a:path extrusionOk="0" h="109219" w="64770">
                    <a:moveTo>
                      <a:pt x="0" y="0"/>
                    </a:moveTo>
                    <a:lnTo>
                      <a:pt x="7822" y="44362"/>
                    </a:lnTo>
                    <a:lnTo>
                      <a:pt x="9727" y="68008"/>
                    </a:lnTo>
                    <a:lnTo>
                      <a:pt x="10382" y="76581"/>
                    </a:lnTo>
                    <a:lnTo>
                      <a:pt x="11179" y="85153"/>
                    </a:lnTo>
                    <a:lnTo>
                      <a:pt x="12192" y="93726"/>
                    </a:lnTo>
                    <a:lnTo>
                      <a:pt x="12192" y="99060"/>
                    </a:lnTo>
                    <a:lnTo>
                      <a:pt x="12954" y="105918"/>
                    </a:lnTo>
                    <a:lnTo>
                      <a:pt x="19050" y="107442"/>
                    </a:lnTo>
                    <a:lnTo>
                      <a:pt x="24384" y="108966"/>
                    </a:lnTo>
                    <a:lnTo>
                      <a:pt x="61722" y="89153"/>
                    </a:lnTo>
                    <a:lnTo>
                      <a:pt x="62484" y="87630"/>
                    </a:lnTo>
                    <a:lnTo>
                      <a:pt x="64008" y="86105"/>
                    </a:lnTo>
                    <a:lnTo>
                      <a:pt x="64770" y="83819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40701" y="2150363"/>
                <a:ext cx="45085" cy="24765"/>
              </a:xfrm>
              <a:custGeom>
                <a:rect b="b" l="l" r="r" t="t"/>
                <a:pathLst>
                  <a:path extrusionOk="0" h="24764" w="45084">
                    <a:moveTo>
                      <a:pt x="0" y="24384"/>
                    </a:moveTo>
                    <a:lnTo>
                      <a:pt x="11203" y="18752"/>
                    </a:lnTo>
                    <a:lnTo>
                      <a:pt x="22764" y="13049"/>
                    </a:lnTo>
                    <a:lnTo>
                      <a:pt x="34182" y="6917"/>
                    </a:lnTo>
                    <a:lnTo>
                      <a:pt x="44957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7128509" y="2104643"/>
                <a:ext cx="43815" cy="26034"/>
              </a:xfrm>
              <a:custGeom>
                <a:rect b="b" l="l" r="r" t="t"/>
                <a:pathLst>
                  <a:path extrusionOk="0" h="26035" w="43815">
                    <a:moveTo>
                      <a:pt x="0" y="25908"/>
                    </a:moveTo>
                    <a:lnTo>
                      <a:pt x="32003" y="2286"/>
                    </a:lnTo>
                    <a:lnTo>
                      <a:pt x="35813" y="1524"/>
                    </a:lnTo>
                    <a:lnTo>
                      <a:pt x="39623" y="762"/>
                    </a:lnTo>
                    <a:lnTo>
                      <a:pt x="43433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7198613" y="2086355"/>
                <a:ext cx="86360" cy="129539"/>
              </a:xfrm>
              <a:custGeom>
                <a:rect b="b" l="l" r="r" t="t"/>
                <a:pathLst>
                  <a:path extrusionOk="0" h="129539" w="86359">
                    <a:moveTo>
                      <a:pt x="86105" y="23622"/>
                    </a:moveTo>
                    <a:lnTo>
                      <a:pt x="80093" y="16073"/>
                    </a:lnTo>
                    <a:lnTo>
                      <a:pt x="74009" y="8953"/>
                    </a:lnTo>
                    <a:lnTo>
                      <a:pt x="66925" y="3262"/>
                    </a:lnTo>
                    <a:lnTo>
                      <a:pt x="57911" y="0"/>
                    </a:lnTo>
                    <a:lnTo>
                      <a:pt x="50827" y="309"/>
                    </a:lnTo>
                    <a:lnTo>
                      <a:pt x="29503" y="42207"/>
                    </a:lnTo>
                    <a:lnTo>
                      <a:pt x="29717" y="52578"/>
                    </a:lnTo>
                    <a:lnTo>
                      <a:pt x="53578" y="90737"/>
                    </a:lnTo>
                    <a:lnTo>
                      <a:pt x="68341" y="98000"/>
                    </a:lnTo>
                    <a:lnTo>
                      <a:pt x="75437" y="101346"/>
                    </a:lnTo>
                    <a:lnTo>
                      <a:pt x="80009" y="103632"/>
                    </a:lnTo>
                    <a:lnTo>
                      <a:pt x="80771" y="103632"/>
                    </a:lnTo>
                    <a:lnTo>
                      <a:pt x="83057" y="105918"/>
                    </a:lnTo>
                    <a:lnTo>
                      <a:pt x="80771" y="112776"/>
                    </a:lnTo>
                    <a:lnTo>
                      <a:pt x="77723" y="112776"/>
                    </a:lnTo>
                    <a:lnTo>
                      <a:pt x="68579" y="115062"/>
                    </a:lnTo>
                    <a:lnTo>
                      <a:pt x="29575" y="126206"/>
                    </a:lnTo>
                    <a:lnTo>
                      <a:pt x="3809" y="129540"/>
                    </a:lnTo>
                    <a:lnTo>
                      <a:pt x="0" y="11963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7319009" y="2095023"/>
                <a:ext cx="62865" cy="96520"/>
              </a:xfrm>
              <a:custGeom>
                <a:rect b="b" l="l" r="r" t="t"/>
                <a:pathLst>
                  <a:path extrusionOk="0" h="96519" w="62865">
                    <a:moveTo>
                      <a:pt x="42672" y="5810"/>
                    </a:moveTo>
                    <a:lnTo>
                      <a:pt x="32575" y="83"/>
                    </a:lnTo>
                    <a:lnTo>
                      <a:pt x="25908" y="0"/>
                    </a:lnTo>
                    <a:lnTo>
                      <a:pt x="20383" y="5488"/>
                    </a:lnTo>
                    <a:lnTo>
                      <a:pt x="1071" y="51089"/>
                    </a:lnTo>
                    <a:lnTo>
                      <a:pt x="0" y="63722"/>
                    </a:lnTo>
                    <a:lnTo>
                      <a:pt x="1035" y="72723"/>
                    </a:lnTo>
                    <a:lnTo>
                      <a:pt x="35909" y="95630"/>
                    </a:lnTo>
                    <a:lnTo>
                      <a:pt x="45612" y="95976"/>
                    </a:lnTo>
                    <a:lnTo>
                      <a:pt x="54102" y="94964"/>
                    </a:lnTo>
                    <a:lnTo>
                      <a:pt x="57150" y="93440"/>
                    </a:lnTo>
                    <a:lnTo>
                      <a:pt x="59436" y="92678"/>
                    </a:lnTo>
                    <a:lnTo>
                      <a:pt x="62484" y="9115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413497" y="2092451"/>
                <a:ext cx="81280" cy="95250"/>
              </a:xfrm>
              <a:custGeom>
                <a:rect b="b" l="l" r="r" t="t"/>
                <a:pathLst>
                  <a:path extrusionOk="0" h="95250" w="81279">
                    <a:moveTo>
                      <a:pt x="0" y="0"/>
                    </a:moveTo>
                    <a:lnTo>
                      <a:pt x="690" y="8001"/>
                    </a:lnTo>
                    <a:lnTo>
                      <a:pt x="1524" y="16002"/>
                    </a:lnTo>
                    <a:lnTo>
                      <a:pt x="2357" y="24003"/>
                    </a:lnTo>
                    <a:lnTo>
                      <a:pt x="3048" y="32004"/>
                    </a:lnTo>
                    <a:lnTo>
                      <a:pt x="4191" y="40457"/>
                    </a:lnTo>
                    <a:lnTo>
                      <a:pt x="5334" y="48768"/>
                    </a:lnTo>
                    <a:lnTo>
                      <a:pt x="6477" y="57078"/>
                    </a:lnTo>
                    <a:lnTo>
                      <a:pt x="7620" y="65532"/>
                    </a:lnTo>
                    <a:lnTo>
                      <a:pt x="9144" y="73152"/>
                    </a:lnTo>
                    <a:lnTo>
                      <a:pt x="8382" y="81534"/>
                    </a:lnTo>
                    <a:lnTo>
                      <a:pt x="12192" y="88392"/>
                    </a:lnTo>
                    <a:lnTo>
                      <a:pt x="16002" y="94488"/>
                    </a:lnTo>
                    <a:lnTo>
                      <a:pt x="22098" y="94488"/>
                    </a:lnTo>
                    <a:lnTo>
                      <a:pt x="28194" y="95250"/>
                    </a:lnTo>
                    <a:lnTo>
                      <a:pt x="37528" y="95130"/>
                    </a:lnTo>
                    <a:lnTo>
                      <a:pt x="46291" y="93726"/>
                    </a:lnTo>
                    <a:lnTo>
                      <a:pt x="54768" y="91178"/>
                    </a:lnTo>
                    <a:lnTo>
                      <a:pt x="63246" y="87630"/>
                    </a:lnTo>
                    <a:lnTo>
                      <a:pt x="72390" y="83819"/>
                    </a:lnTo>
                    <a:lnTo>
                      <a:pt x="75438" y="81533"/>
                    </a:lnTo>
                    <a:lnTo>
                      <a:pt x="80772" y="73913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7434071" y="2118359"/>
                <a:ext cx="44450" cy="18415"/>
              </a:xfrm>
              <a:custGeom>
                <a:rect b="b" l="l" r="r" t="t"/>
                <a:pathLst>
                  <a:path extrusionOk="0" h="18414" w="44450">
                    <a:moveTo>
                      <a:pt x="0" y="18287"/>
                    </a:moveTo>
                    <a:lnTo>
                      <a:pt x="9251" y="14954"/>
                    </a:lnTo>
                    <a:lnTo>
                      <a:pt x="18573" y="11620"/>
                    </a:lnTo>
                    <a:lnTo>
                      <a:pt x="27753" y="8000"/>
                    </a:lnTo>
                    <a:lnTo>
                      <a:pt x="36576" y="3809"/>
                    </a:lnTo>
                    <a:lnTo>
                      <a:pt x="38861" y="2285"/>
                    </a:lnTo>
                    <a:lnTo>
                      <a:pt x="41909" y="1523"/>
                    </a:lnTo>
                    <a:lnTo>
                      <a:pt x="44195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7427213" y="2084831"/>
                <a:ext cx="52705" cy="5715"/>
              </a:xfrm>
              <a:custGeom>
                <a:rect b="b" l="l" r="r" t="t"/>
                <a:pathLst>
                  <a:path extrusionOk="0" h="5714" w="52704">
                    <a:moveTo>
                      <a:pt x="0" y="5334"/>
                    </a:moveTo>
                    <a:lnTo>
                      <a:pt x="13251" y="2893"/>
                    </a:lnTo>
                    <a:lnTo>
                      <a:pt x="26003" y="1238"/>
                    </a:lnTo>
                    <a:lnTo>
                      <a:pt x="38897" y="297"/>
                    </a:lnTo>
                    <a:lnTo>
                      <a:pt x="52577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9415" y="2132837"/>
                <a:ext cx="7620" cy="45720"/>
              </a:xfrm>
              <a:custGeom>
                <a:rect b="b" l="l" r="r" t="t"/>
                <a:pathLst>
                  <a:path extrusionOk="0" h="45719" w="7620">
                    <a:moveTo>
                      <a:pt x="7620" y="0"/>
                    </a:moveTo>
                    <a:lnTo>
                      <a:pt x="2286" y="39624"/>
                    </a:lnTo>
                    <a:lnTo>
                      <a:pt x="762" y="42672"/>
                    </a:lnTo>
                    <a:lnTo>
                      <a:pt x="0" y="4572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7519415" y="2066543"/>
                <a:ext cx="83820" cy="109220"/>
              </a:xfrm>
              <a:custGeom>
                <a:rect b="b" l="l" r="r" t="t"/>
                <a:pathLst>
                  <a:path extrusionOk="0" h="109219" w="83820">
                    <a:moveTo>
                      <a:pt x="0" y="46482"/>
                    </a:moveTo>
                    <a:lnTo>
                      <a:pt x="39624" y="65532"/>
                    </a:lnTo>
                    <a:lnTo>
                      <a:pt x="67818" y="95250"/>
                    </a:lnTo>
                    <a:lnTo>
                      <a:pt x="76200" y="105156"/>
                    </a:lnTo>
                    <a:lnTo>
                      <a:pt x="81534" y="108966"/>
                    </a:lnTo>
                    <a:lnTo>
                      <a:pt x="82296" y="108966"/>
                    </a:lnTo>
                    <a:lnTo>
                      <a:pt x="83058" y="108966"/>
                    </a:lnTo>
                    <a:lnTo>
                      <a:pt x="83820" y="102870"/>
                    </a:lnTo>
                    <a:lnTo>
                      <a:pt x="83820" y="96012"/>
                    </a:lnTo>
                    <a:lnTo>
                      <a:pt x="83820" y="89916"/>
                    </a:lnTo>
                    <a:lnTo>
                      <a:pt x="83165" y="77140"/>
                    </a:lnTo>
                    <a:lnTo>
                      <a:pt x="81438" y="64865"/>
                    </a:lnTo>
                    <a:lnTo>
                      <a:pt x="78997" y="52732"/>
                    </a:lnTo>
                    <a:lnTo>
                      <a:pt x="76200" y="40386"/>
                    </a:lnTo>
                    <a:lnTo>
                      <a:pt x="74199" y="30218"/>
                    </a:lnTo>
                    <a:lnTo>
                      <a:pt x="72771" y="20193"/>
                    </a:lnTo>
                    <a:lnTo>
                      <a:pt x="71913" y="10167"/>
                    </a:lnTo>
                    <a:lnTo>
                      <a:pt x="71627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7640573" y="2047493"/>
                <a:ext cx="64135" cy="115570"/>
              </a:xfrm>
              <a:custGeom>
                <a:rect b="b" l="l" r="r" t="t"/>
                <a:pathLst>
                  <a:path extrusionOk="0" h="115569" w="64134">
                    <a:moveTo>
                      <a:pt x="0" y="9905"/>
                    </a:moveTo>
                    <a:lnTo>
                      <a:pt x="43434" y="6095"/>
                    </a:lnTo>
                    <a:lnTo>
                      <a:pt x="48768" y="5333"/>
                    </a:lnTo>
                    <a:lnTo>
                      <a:pt x="59436" y="4571"/>
                    </a:lnTo>
                    <a:lnTo>
                      <a:pt x="64008" y="1523"/>
                    </a:lnTo>
                    <a:lnTo>
                      <a:pt x="64008" y="761"/>
                    </a:lnTo>
                    <a:lnTo>
                      <a:pt x="58674" y="761"/>
                    </a:lnTo>
                    <a:lnTo>
                      <a:pt x="54102" y="0"/>
                    </a:lnTo>
                    <a:lnTo>
                      <a:pt x="38100" y="37337"/>
                    </a:lnTo>
                    <a:lnTo>
                      <a:pt x="36480" y="65150"/>
                    </a:lnTo>
                    <a:lnTo>
                      <a:pt x="36492" y="79128"/>
                    </a:lnTo>
                    <a:lnTo>
                      <a:pt x="36576" y="92963"/>
                    </a:lnTo>
                    <a:lnTo>
                      <a:pt x="37338" y="100583"/>
                    </a:lnTo>
                    <a:lnTo>
                      <a:pt x="38100" y="107441"/>
                    </a:lnTo>
                    <a:lnTo>
                      <a:pt x="38100" y="115061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" name="Google Shape;333;p3"/>
            <p:cNvSpPr/>
            <p:nvPr/>
          </p:nvSpPr>
          <p:spPr>
            <a:xfrm>
              <a:off x="4475988" y="2346198"/>
              <a:ext cx="2926080" cy="193040"/>
            </a:xfrm>
            <a:custGeom>
              <a:rect b="b" l="l" r="r" t="t"/>
              <a:pathLst>
                <a:path extrusionOk="0" h="193039" w="2926079">
                  <a:moveTo>
                    <a:pt x="0" y="184404"/>
                  </a:moveTo>
                  <a:lnTo>
                    <a:pt x="56257" y="191262"/>
                  </a:lnTo>
                  <a:lnTo>
                    <a:pt x="122872" y="192512"/>
                  </a:lnTo>
                  <a:lnTo>
                    <a:pt x="170307" y="191928"/>
                  </a:lnTo>
                  <a:lnTo>
                    <a:pt x="217741" y="190630"/>
                  </a:lnTo>
                  <a:lnTo>
                    <a:pt x="265176" y="188976"/>
                  </a:lnTo>
                  <a:lnTo>
                    <a:pt x="305181" y="187571"/>
                  </a:lnTo>
                  <a:lnTo>
                    <a:pt x="345186" y="185737"/>
                  </a:lnTo>
                  <a:lnTo>
                    <a:pt x="385191" y="183618"/>
                  </a:lnTo>
                  <a:lnTo>
                    <a:pt x="425195" y="181356"/>
                  </a:lnTo>
                  <a:lnTo>
                    <a:pt x="469320" y="178819"/>
                  </a:lnTo>
                  <a:lnTo>
                    <a:pt x="513588" y="175926"/>
                  </a:lnTo>
                  <a:lnTo>
                    <a:pt x="557855" y="172890"/>
                  </a:lnTo>
                  <a:lnTo>
                    <a:pt x="601980" y="169926"/>
                  </a:lnTo>
                  <a:lnTo>
                    <a:pt x="649866" y="166937"/>
                  </a:lnTo>
                  <a:lnTo>
                    <a:pt x="697611" y="163734"/>
                  </a:lnTo>
                  <a:lnTo>
                    <a:pt x="745355" y="160389"/>
                  </a:lnTo>
                  <a:lnTo>
                    <a:pt x="793242" y="156972"/>
                  </a:lnTo>
                  <a:lnTo>
                    <a:pt x="841327" y="153698"/>
                  </a:lnTo>
                  <a:lnTo>
                    <a:pt x="889522" y="150351"/>
                  </a:lnTo>
                  <a:lnTo>
                    <a:pt x="937753" y="147041"/>
                  </a:lnTo>
                  <a:lnTo>
                    <a:pt x="985948" y="143877"/>
                  </a:lnTo>
                  <a:lnTo>
                    <a:pt x="1034034" y="140970"/>
                  </a:lnTo>
                  <a:lnTo>
                    <a:pt x="1080885" y="137802"/>
                  </a:lnTo>
                  <a:lnTo>
                    <a:pt x="1127664" y="135064"/>
                  </a:lnTo>
                  <a:lnTo>
                    <a:pt x="1174301" y="132611"/>
                  </a:lnTo>
                  <a:lnTo>
                    <a:pt x="1220724" y="130302"/>
                  </a:lnTo>
                  <a:lnTo>
                    <a:pt x="1267456" y="127444"/>
                  </a:lnTo>
                  <a:lnTo>
                    <a:pt x="1313973" y="124587"/>
                  </a:lnTo>
                  <a:lnTo>
                    <a:pt x="1360348" y="121729"/>
                  </a:lnTo>
                  <a:lnTo>
                    <a:pt x="1406652" y="118872"/>
                  </a:lnTo>
                  <a:lnTo>
                    <a:pt x="1463099" y="115645"/>
                  </a:lnTo>
                  <a:lnTo>
                    <a:pt x="1519332" y="111918"/>
                  </a:lnTo>
                  <a:lnTo>
                    <a:pt x="1575423" y="108049"/>
                  </a:lnTo>
                  <a:lnTo>
                    <a:pt x="1631442" y="104394"/>
                  </a:lnTo>
                  <a:lnTo>
                    <a:pt x="1676590" y="101405"/>
                  </a:lnTo>
                  <a:lnTo>
                    <a:pt x="1721739" y="98202"/>
                  </a:lnTo>
                  <a:lnTo>
                    <a:pt x="1766887" y="94857"/>
                  </a:lnTo>
                  <a:lnTo>
                    <a:pt x="1812036" y="91440"/>
                  </a:lnTo>
                  <a:lnTo>
                    <a:pt x="1858315" y="88439"/>
                  </a:lnTo>
                  <a:lnTo>
                    <a:pt x="1904523" y="85153"/>
                  </a:lnTo>
                  <a:lnTo>
                    <a:pt x="1950589" y="81581"/>
                  </a:lnTo>
                  <a:lnTo>
                    <a:pt x="1996439" y="77724"/>
                  </a:lnTo>
                  <a:lnTo>
                    <a:pt x="2043743" y="73735"/>
                  </a:lnTo>
                  <a:lnTo>
                    <a:pt x="2090832" y="69818"/>
                  </a:lnTo>
                  <a:lnTo>
                    <a:pt x="2137779" y="66043"/>
                  </a:lnTo>
                  <a:lnTo>
                    <a:pt x="2184654" y="62484"/>
                  </a:lnTo>
                  <a:lnTo>
                    <a:pt x="2232202" y="58741"/>
                  </a:lnTo>
                  <a:lnTo>
                    <a:pt x="2279751" y="54851"/>
                  </a:lnTo>
                  <a:lnTo>
                    <a:pt x="2327300" y="50852"/>
                  </a:lnTo>
                  <a:lnTo>
                    <a:pt x="2374849" y="46780"/>
                  </a:lnTo>
                  <a:lnTo>
                    <a:pt x="2422398" y="42672"/>
                  </a:lnTo>
                  <a:lnTo>
                    <a:pt x="2474214" y="38364"/>
                  </a:lnTo>
                  <a:lnTo>
                    <a:pt x="2526029" y="33866"/>
                  </a:lnTo>
                  <a:lnTo>
                    <a:pt x="2577845" y="29241"/>
                  </a:lnTo>
                  <a:lnTo>
                    <a:pt x="2629661" y="24553"/>
                  </a:lnTo>
                  <a:lnTo>
                    <a:pt x="2681477" y="19864"/>
                  </a:lnTo>
                  <a:lnTo>
                    <a:pt x="2733294" y="15239"/>
                  </a:lnTo>
                  <a:lnTo>
                    <a:pt x="2800350" y="8858"/>
                  </a:lnTo>
                  <a:lnTo>
                    <a:pt x="2867406" y="3047"/>
                  </a:lnTo>
                  <a:lnTo>
                    <a:pt x="2896266" y="2190"/>
                  </a:lnTo>
                  <a:lnTo>
                    <a:pt x="2910804" y="1869"/>
                  </a:lnTo>
                  <a:lnTo>
                    <a:pt x="2924556" y="761"/>
                  </a:lnTo>
                  <a:lnTo>
                    <a:pt x="2926080" y="761"/>
                  </a:lnTo>
                  <a:lnTo>
                    <a:pt x="2923794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4" name="Google Shape;334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22700" y="3048415"/>
              <a:ext cx="331520" cy="235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7654" y="3059404"/>
              <a:ext cx="109778" cy="1925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" name="Google Shape;336;p3"/>
            <p:cNvGrpSpPr/>
            <p:nvPr/>
          </p:nvGrpSpPr>
          <p:grpSpPr>
            <a:xfrm>
              <a:off x="4484369" y="3062452"/>
              <a:ext cx="255307" cy="198932"/>
              <a:chOff x="4484369" y="3062452"/>
              <a:chExt cx="255307" cy="198932"/>
            </a:xfrm>
          </p:grpSpPr>
          <p:sp>
            <p:nvSpPr>
              <p:cNvPr id="337" name="Google Shape;337;p3"/>
              <p:cNvSpPr/>
              <p:nvPr/>
            </p:nvSpPr>
            <p:spPr>
              <a:xfrm>
                <a:off x="4484369" y="3120390"/>
                <a:ext cx="58419" cy="6350"/>
              </a:xfrm>
              <a:custGeom>
                <a:rect b="b" l="l" r="r" t="t"/>
                <a:pathLst>
                  <a:path extrusionOk="0" h="6350" w="58420">
                    <a:moveTo>
                      <a:pt x="0" y="0"/>
                    </a:moveTo>
                    <a:lnTo>
                      <a:pt x="8905" y="1440"/>
                    </a:lnTo>
                    <a:lnTo>
                      <a:pt x="17526" y="2381"/>
                    </a:lnTo>
                    <a:lnTo>
                      <a:pt x="26146" y="2893"/>
                    </a:lnTo>
                    <a:lnTo>
                      <a:pt x="35052" y="3047"/>
                    </a:lnTo>
                    <a:lnTo>
                      <a:pt x="43434" y="3047"/>
                    </a:lnTo>
                    <a:lnTo>
                      <a:pt x="50292" y="1523"/>
                    </a:lnTo>
                    <a:lnTo>
                      <a:pt x="57912" y="609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4520945" y="3175254"/>
                <a:ext cx="58419" cy="18415"/>
              </a:xfrm>
              <a:custGeom>
                <a:rect b="b" l="l" r="r" t="t"/>
                <a:pathLst>
                  <a:path extrusionOk="0" h="18414" w="58420">
                    <a:moveTo>
                      <a:pt x="0" y="18287"/>
                    </a:moveTo>
                    <a:lnTo>
                      <a:pt x="48768" y="6095"/>
                    </a:lnTo>
                    <a:lnTo>
                      <a:pt x="54864" y="2285"/>
                    </a:lnTo>
                    <a:lnTo>
                      <a:pt x="5791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9" name="Google Shape;339;p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624838" y="3062452"/>
                <a:ext cx="114838" cy="1989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0" name="Google Shape;340;p3"/>
            <p:cNvSpPr/>
            <p:nvPr/>
          </p:nvSpPr>
          <p:spPr>
            <a:xfrm>
              <a:off x="4962144" y="3137154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5093208" y="3127248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5209032" y="3119627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5346953" y="3154679"/>
              <a:ext cx="31750" cy="68580"/>
            </a:xfrm>
            <a:custGeom>
              <a:rect b="b" l="l" r="r" t="t"/>
              <a:pathLst>
                <a:path extrusionOk="0" h="68580" w="31750">
                  <a:moveTo>
                    <a:pt x="15239" y="0"/>
                  </a:moveTo>
                  <a:lnTo>
                    <a:pt x="23098" y="4179"/>
                  </a:lnTo>
                  <a:lnTo>
                    <a:pt x="27812" y="7715"/>
                  </a:lnTo>
                  <a:lnTo>
                    <a:pt x="30241" y="12537"/>
                  </a:lnTo>
                  <a:lnTo>
                    <a:pt x="31241" y="20574"/>
                  </a:lnTo>
                  <a:lnTo>
                    <a:pt x="31218" y="28967"/>
                  </a:lnTo>
                  <a:lnTo>
                    <a:pt x="8393" y="65722"/>
                  </a:lnTo>
                  <a:lnTo>
                    <a:pt x="2285" y="68580"/>
                  </a:lnTo>
                  <a:lnTo>
                    <a:pt x="1523" y="68580"/>
                  </a:lnTo>
                  <a:lnTo>
                    <a:pt x="761" y="68580"/>
                  </a:lnTo>
                  <a:lnTo>
                    <a:pt x="0" y="6858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4" name="Google Shape;344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415508" y="2963392"/>
              <a:ext cx="131114" cy="128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924387" y="3332962"/>
              <a:ext cx="183823" cy="18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895646" y="4777714"/>
              <a:ext cx="292075" cy="196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"/>
            <p:cNvSpPr/>
            <p:nvPr/>
          </p:nvSpPr>
          <p:spPr>
            <a:xfrm>
              <a:off x="5400294" y="4754879"/>
              <a:ext cx="132080" cy="231775"/>
            </a:xfrm>
            <a:custGeom>
              <a:rect b="b" l="l" r="r" t="t"/>
              <a:pathLst>
                <a:path extrusionOk="0" h="231775" w="132079">
                  <a:moveTo>
                    <a:pt x="14477" y="72389"/>
                  </a:moveTo>
                  <a:lnTo>
                    <a:pt x="5464" y="76557"/>
                  </a:lnTo>
                  <a:lnTo>
                    <a:pt x="1238" y="81152"/>
                  </a:lnTo>
                  <a:lnTo>
                    <a:pt x="11" y="88034"/>
                  </a:lnTo>
                  <a:lnTo>
                    <a:pt x="0" y="99059"/>
                  </a:lnTo>
                  <a:lnTo>
                    <a:pt x="107" y="109489"/>
                  </a:lnTo>
                  <a:lnTo>
                    <a:pt x="24169" y="141077"/>
                  </a:lnTo>
                  <a:lnTo>
                    <a:pt x="36194" y="142589"/>
                  </a:lnTo>
                  <a:lnTo>
                    <a:pt x="48220" y="140243"/>
                  </a:lnTo>
                  <a:lnTo>
                    <a:pt x="58673" y="134111"/>
                  </a:lnTo>
                  <a:lnTo>
                    <a:pt x="64305" y="126468"/>
                  </a:lnTo>
                  <a:lnTo>
                    <a:pt x="68294" y="116966"/>
                  </a:lnTo>
                  <a:lnTo>
                    <a:pt x="70139" y="106894"/>
                  </a:lnTo>
                  <a:lnTo>
                    <a:pt x="69341" y="97535"/>
                  </a:lnTo>
                  <a:lnTo>
                    <a:pt x="37337" y="71627"/>
                  </a:lnTo>
                  <a:lnTo>
                    <a:pt x="23812" y="68865"/>
                  </a:lnTo>
                  <a:lnTo>
                    <a:pt x="16763" y="69377"/>
                  </a:lnTo>
                  <a:lnTo>
                    <a:pt x="11429" y="72389"/>
                  </a:lnTo>
                  <a:lnTo>
                    <a:pt x="10667" y="75437"/>
                  </a:lnTo>
                  <a:lnTo>
                    <a:pt x="9905" y="76199"/>
                  </a:lnTo>
                  <a:lnTo>
                    <a:pt x="10667" y="78485"/>
                  </a:lnTo>
                  <a:lnTo>
                    <a:pt x="17002" y="80771"/>
                  </a:lnTo>
                  <a:lnTo>
                    <a:pt x="24193" y="81914"/>
                  </a:lnTo>
                  <a:lnTo>
                    <a:pt x="31670" y="81914"/>
                  </a:lnTo>
                  <a:lnTo>
                    <a:pt x="69615" y="62126"/>
                  </a:lnTo>
                  <a:lnTo>
                    <a:pt x="85975" y="31265"/>
                  </a:lnTo>
                  <a:lnTo>
                    <a:pt x="84581" y="23621"/>
                  </a:lnTo>
                  <a:lnTo>
                    <a:pt x="64769" y="761"/>
                  </a:lnTo>
                  <a:lnTo>
                    <a:pt x="64007" y="0"/>
                  </a:lnTo>
                  <a:lnTo>
                    <a:pt x="62483" y="0"/>
                  </a:lnTo>
                  <a:lnTo>
                    <a:pt x="61424" y="10406"/>
                  </a:lnTo>
                  <a:lnTo>
                    <a:pt x="66698" y="63174"/>
                  </a:lnTo>
                  <a:lnTo>
                    <a:pt x="74175" y="105989"/>
                  </a:lnTo>
                  <a:lnTo>
                    <a:pt x="78485" y="127253"/>
                  </a:lnTo>
                  <a:lnTo>
                    <a:pt x="81974" y="146339"/>
                  </a:lnTo>
                  <a:lnTo>
                    <a:pt x="90380" y="184796"/>
                  </a:lnTo>
                  <a:lnTo>
                    <a:pt x="108656" y="227992"/>
                  </a:lnTo>
                  <a:lnTo>
                    <a:pt x="116585" y="231647"/>
                  </a:lnTo>
                  <a:lnTo>
                    <a:pt x="124325" y="228266"/>
                  </a:lnTo>
                  <a:lnTo>
                    <a:pt x="128777" y="219455"/>
                  </a:lnTo>
                  <a:lnTo>
                    <a:pt x="130944" y="208930"/>
                  </a:lnTo>
                  <a:lnTo>
                    <a:pt x="131825" y="200405"/>
                  </a:lnTo>
                  <a:lnTo>
                    <a:pt x="131754" y="186475"/>
                  </a:lnTo>
                  <a:lnTo>
                    <a:pt x="113537" y="152399"/>
                  </a:lnTo>
                  <a:lnTo>
                    <a:pt x="88999" y="141148"/>
                  </a:lnTo>
                  <a:lnTo>
                    <a:pt x="80771" y="137159"/>
                  </a:lnTo>
                  <a:lnTo>
                    <a:pt x="78485" y="134111"/>
                  </a:lnTo>
                  <a:lnTo>
                    <a:pt x="77723" y="132587"/>
                  </a:lnTo>
                  <a:lnTo>
                    <a:pt x="78485" y="130301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8" name="Google Shape;348;p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787459" y="4699990"/>
              <a:ext cx="201885" cy="16921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9" name="Google Shape;349;p3"/>
            <p:cNvGrpSpPr/>
            <p:nvPr/>
          </p:nvGrpSpPr>
          <p:grpSpPr>
            <a:xfrm>
              <a:off x="6320764" y="4604740"/>
              <a:ext cx="570255" cy="292761"/>
              <a:chOff x="6320764" y="4604740"/>
              <a:chExt cx="570255" cy="292761"/>
            </a:xfrm>
          </p:grpSpPr>
          <p:sp>
            <p:nvSpPr>
              <p:cNvPr id="350" name="Google Shape;350;p3"/>
              <p:cNvSpPr/>
              <p:nvPr/>
            </p:nvSpPr>
            <p:spPr>
              <a:xfrm>
                <a:off x="6322313" y="4642866"/>
                <a:ext cx="33020" cy="254635"/>
              </a:xfrm>
              <a:custGeom>
                <a:rect b="b" l="l" r="r" t="t"/>
                <a:pathLst>
                  <a:path extrusionOk="0" h="254635" w="33020">
                    <a:moveTo>
                      <a:pt x="0" y="0"/>
                    </a:moveTo>
                    <a:lnTo>
                      <a:pt x="4107" y="19871"/>
                    </a:lnTo>
                    <a:lnTo>
                      <a:pt x="8286" y="39528"/>
                    </a:lnTo>
                    <a:lnTo>
                      <a:pt x="12322" y="59043"/>
                    </a:lnTo>
                    <a:lnTo>
                      <a:pt x="20788" y="112335"/>
                    </a:lnTo>
                    <a:lnTo>
                      <a:pt x="26074" y="180605"/>
                    </a:lnTo>
                    <a:lnTo>
                      <a:pt x="27432" y="214884"/>
                    </a:lnTo>
                    <a:lnTo>
                      <a:pt x="27289" y="224397"/>
                    </a:lnTo>
                    <a:lnTo>
                      <a:pt x="27432" y="234981"/>
                    </a:lnTo>
                    <a:lnTo>
                      <a:pt x="28717" y="245423"/>
                    </a:lnTo>
                    <a:lnTo>
                      <a:pt x="32004" y="254508"/>
                    </a:lnTo>
                    <a:lnTo>
                      <a:pt x="32766" y="25450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1" name="Google Shape;351;p3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6320764" y="4667986"/>
                <a:ext cx="179406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2" name="Google Shape;352;p3"/>
              <p:cNvSpPr/>
              <p:nvPr/>
            </p:nvSpPr>
            <p:spPr>
              <a:xfrm>
                <a:off x="6552437" y="4699254"/>
                <a:ext cx="5080" cy="74930"/>
              </a:xfrm>
              <a:custGeom>
                <a:rect b="b" l="l" r="r" t="t"/>
                <a:pathLst>
                  <a:path extrusionOk="0" h="74929" w="5079">
                    <a:moveTo>
                      <a:pt x="0" y="0"/>
                    </a:moveTo>
                    <a:lnTo>
                      <a:pt x="2000" y="9691"/>
                    </a:lnTo>
                    <a:lnTo>
                      <a:pt x="3429" y="18668"/>
                    </a:lnTo>
                    <a:lnTo>
                      <a:pt x="4286" y="27646"/>
                    </a:lnTo>
                    <a:lnTo>
                      <a:pt x="4572" y="37337"/>
                    </a:lnTo>
                    <a:lnTo>
                      <a:pt x="4560" y="45779"/>
                    </a:lnTo>
                    <a:lnTo>
                      <a:pt x="4476" y="54006"/>
                    </a:lnTo>
                    <a:lnTo>
                      <a:pt x="4250" y="62091"/>
                    </a:lnTo>
                    <a:lnTo>
                      <a:pt x="3810" y="70103"/>
                    </a:lnTo>
                    <a:lnTo>
                      <a:pt x="3810" y="73151"/>
                    </a:lnTo>
                    <a:lnTo>
                      <a:pt x="3810" y="74675"/>
                    </a:lnTo>
                    <a:lnTo>
                      <a:pt x="3810" y="7086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6499097" y="4623816"/>
                <a:ext cx="22860" cy="24130"/>
              </a:xfrm>
              <a:custGeom>
                <a:rect b="b" l="l" r="r" t="t"/>
                <a:pathLst>
                  <a:path extrusionOk="0" h="24129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3621"/>
                    </a:lnTo>
                    <a:lnTo>
                      <a:pt x="17526" y="23621"/>
                    </a:lnTo>
                    <a:lnTo>
                      <a:pt x="22860" y="18287"/>
                    </a:lnTo>
                    <a:lnTo>
                      <a:pt x="22860" y="12191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4" name="Google Shape;354;p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595739" y="4604740"/>
                <a:ext cx="244867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5" name="Google Shape;355;p3"/>
              <p:cNvSpPr/>
              <p:nvPr/>
            </p:nvSpPr>
            <p:spPr>
              <a:xfrm>
                <a:off x="6888479" y="4654296"/>
                <a:ext cx="2540" cy="19050"/>
              </a:xfrm>
              <a:custGeom>
                <a:rect b="b" l="l" r="r" t="t"/>
                <a:pathLst>
                  <a:path extrusionOk="0" h="19050" w="2540">
                    <a:moveTo>
                      <a:pt x="0" y="19050"/>
                    </a:moveTo>
                    <a:lnTo>
                      <a:pt x="761" y="12192"/>
                    </a:lnTo>
                    <a:lnTo>
                      <a:pt x="1523" y="6096"/>
                    </a:lnTo>
                    <a:lnTo>
                      <a:pt x="2285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6" name="Google Shape;356;p3"/>
            <p:cNvSpPr/>
            <p:nvPr/>
          </p:nvSpPr>
          <p:spPr>
            <a:xfrm>
              <a:off x="4144517" y="5593079"/>
              <a:ext cx="29845" cy="38100"/>
            </a:xfrm>
            <a:custGeom>
              <a:rect b="b" l="l" r="r" t="t"/>
              <a:pathLst>
                <a:path extrusionOk="0" h="38100" w="29845">
                  <a:moveTo>
                    <a:pt x="10667" y="22098"/>
                  </a:moveTo>
                  <a:lnTo>
                    <a:pt x="9143" y="12954"/>
                  </a:lnTo>
                  <a:lnTo>
                    <a:pt x="8762" y="10096"/>
                  </a:lnTo>
                  <a:lnTo>
                    <a:pt x="8953" y="9239"/>
                  </a:lnTo>
                  <a:lnTo>
                    <a:pt x="9143" y="6096"/>
                  </a:lnTo>
                  <a:lnTo>
                    <a:pt x="11429" y="5334"/>
                  </a:lnTo>
                  <a:lnTo>
                    <a:pt x="16763" y="3810"/>
                  </a:lnTo>
                  <a:lnTo>
                    <a:pt x="19049" y="6096"/>
                  </a:lnTo>
                  <a:lnTo>
                    <a:pt x="23621" y="9906"/>
                  </a:lnTo>
                  <a:lnTo>
                    <a:pt x="22097" y="17526"/>
                  </a:lnTo>
                  <a:lnTo>
                    <a:pt x="22859" y="22860"/>
                  </a:lnTo>
                  <a:lnTo>
                    <a:pt x="22859" y="29718"/>
                  </a:lnTo>
                  <a:lnTo>
                    <a:pt x="21335" y="35814"/>
                  </a:lnTo>
                  <a:lnTo>
                    <a:pt x="13715" y="37338"/>
                  </a:lnTo>
                  <a:lnTo>
                    <a:pt x="6095" y="38100"/>
                  </a:lnTo>
                  <a:lnTo>
                    <a:pt x="4571" y="34290"/>
                  </a:lnTo>
                  <a:lnTo>
                    <a:pt x="3047" y="28194"/>
                  </a:lnTo>
                  <a:lnTo>
                    <a:pt x="761" y="21336"/>
                  </a:lnTo>
                  <a:lnTo>
                    <a:pt x="0" y="10668"/>
                  </a:lnTo>
                  <a:lnTo>
                    <a:pt x="4571" y="5334"/>
                  </a:lnTo>
                  <a:lnTo>
                    <a:pt x="9905" y="0"/>
                  </a:lnTo>
                  <a:lnTo>
                    <a:pt x="19811" y="762"/>
                  </a:lnTo>
                  <a:lnTo>
                    <a:pt x="24383" y="6096"/>
                  </a:lnTo>
                  <a:lnTo>
                    <a:pt x="28193" y="12192"/>
                  </a:lnTo>
                  <a:lnTo>
                    <a:pt x="29717" y="19812"/>
                  </a:lnTo>
                  <a:lnTo>
                    <a:pt x="28193" y="26670"/>
                  </a:lnTo>
                  <a:lnTo>
                    <a:pt x="27431" y="32766"/>
                  </a:lnTo>
                  <a:lnTo>
                    <a:pt x="24383" y="36576"/>
                  </a:lnTo>
                  <a:lnTo>
                    <a:pt x="19049" y="37338"/>
                  </a:lnTo>
                  <a:lnTo>
                    <a:pt x="13715" y="37338"/>
                  </a:lnTo>
                  <a:lnTo>
                    <a:pt x="11429" y="31242"/>
                  </a:lnTo>
                  <a:lnTo>
                    <a:pt x="10667" y="26670"/>
                  </a:lnTo>
                  <a:lnTo>
                    <a:pt x="10667" y="23622"/>
                  </a:lnTo>
                  <a:lnTo>
                    <a:pt x="10667" y="22860"/>
                  </a:lnTo>
                  <a:lnTo>
                    <a:pt x="10667" y="20574"/>
                  </a:lnTo>
                  <a:lnTo>
                    <a:pt x="16001" y="20574"/>
                  </a:lnTo>
                  <a:lnTo>
                    <a:pt x="17525" y="19812"/>
                  </a:lnTo>
                  <a:lnTo>
                    <a:pt x="22097" y="22860"/>
                  </a:lnTo>
                  <a:lnTo>
                    <a:pt x="25145" y="25146"/>
                  </a:lnTo>
                  <a:lnTo>
                    <a:pt x="25907" y="26670"/>
                  </a:lnTo>
                  <a:lnTo>
                    <a:pt x="28955" y="2743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7" name="Google Shape;357;p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694650" y="5032222"/>
              <a:ext cx="444296" cy="1756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8" name="Google Shape;358;p3"/>
            <p:cNvGrpSpPr/>
            <p:nvPr/>
          </p:nvGrpSpPr>
          <p:grpSpPr>
            <a:xfrm>
              <a:off x="4766665" y="5449798"/>
              <a:ext cx="849299" cy="251510"/>
              <a:chOff x="4766665" y="5449798"/>
              <a:chExt cx="849299" cy="251510"/>
            </a:xfrm>
          </p:grpSpPr>
          <p:pic>
            <p:nvPicPr>
              <p:cNvPr id="359" name="Google Shape;359;p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766665" y="5459466"/>
                <a:ext cx="109397" cy="2418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0" name="Google Shape;360;p3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896586" y="5503138"/>
                <a:ext cx="319328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" name="Google Shape;361;p3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244630" y="5493994"/>
                <a:ext cx="89395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2" name="Google Shape;362;p3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353786" y="5449798"/>
                <a:ext cx="262178" cy="16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3" name="Google Shape;363;p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969482" y="5369026"/>
              <a:ext cx="354380" cy="1806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492240" y="5354573"/>
              <a:ext cx="165379" cy="126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945604" y="5339308"/>
              <a:ext cx="374954" cy="1974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6" name="Google Shape;366;p3"/>
            <p:cNvGrpSpPr/>
            <p:nvPr/>
          </p:nvGrpSpPr>
          <p:grpSpPr>
            <a:xfrm>
              <a:off x="7537632" y="5257799"/>
              <a:ext cx="648152" cy="188468"/>
              <a:chOff x="7537632" y="5257799"/>
              <a:chExt cx="648152" cy="188468"/>
            </a:xfrm>
          </p:grpSpPr>
          <p:sp>
            <p:nvSpPr>
              <p:cNvPr id="367" name="Google Shape;367;p3"/>
              <p:cNvSpPr/>
              <p:nvPr/>
            </p:nvSpPr>
            <p:spPr>
              <a:xfrm>
                <a:off x="7537632" y="5276087"/>
                <a:ext cx="191770" cy="170180"/>
              </a:xfrm>
              <a:custGeom>
                <a:rect b="b" l="l" r="r" t="t"/>
                <a:pathLst>
                  <a:path extrusionOk="0" h="170179" w="191770">
                    <a:moveTo>
                      <a:pt x="51125" y="0"/>
                    </a:moveTo>
                    <a:lnTo>
                      <a:pt x="50934" y="21967"/>
                    </a:lnTo>
                    <a:lnTo>
                      <a:pt x="50744" y="44291"/>
                    </a:lnTo>
                    <a:lnTo>
                      <a:pt x="51125" y="66758"/>
                    </a:lnTo>
                    <a:lnTo>
                      <a:pt x="55602" y="112871"/>
                    </a:lnTo>
                    <a:lnTo>
                      <a:pt x="60269" y="137159"/>
                    </a:lnTo>
                    <a:lnTo>
                      <a:pt x="61031" y="141731"/>
                    </a:lnTo>
                    <a:lnTo>
                      <a:pt x="62555" y="146303"/>
                    </a:lnTo>
                    <a:lnTo>
                      <a:pt x="63317" y="150875"/>
                    </a:lnTo>
                    <a:lnTo>
                      <a:pt x="58173" y="143315"/>
                    </a:lnTo>
                    <a:lnTo>
                      <a:pt x="53030" y="135540"/>
                    </a:lnTo>
                    <a:lnTo>
                      <a:pt x="47886" y="127623"/>
                    </a:lnTo>
                    <a:lnTo>
                      <a:pt x="42743" y="119633"/>
                    </a:lnTo>
                    <a:lnTo>
                      <a:pt x="37028" y="111204"/>
                    </a:lnTo>
                    <a:lnTo>
                      <a:pt x="0" y="123741"/>
                    </a:lnTo>
                    <a:lnTo>
                      <a:pt x="452" y="135540"/>
                    </a:lnTo>
                    <a:lnTo>
                      <a:pt x="31503" y="168401"/>
                    </a:lnTo>
                    <a:lnTo>
                      <a:pt x="44791" y="169925"/>
                    </a:lnTo>
                    <a:lnTo>
                      <a:pt x="57221" y="169163"/>
                    </a:lnTo>
                    <a:lnTo>
                      <a:pt x="105441" y="147839"/>
                    </a:lnTo>
                    <a:lnTo>
                      <a:pt x="139993" y="114204"/>
                    </a:lnTo>
                    <a:lnTo>
                      <a:pt x="153697" y="77116"/>
                    </a:lnTo>
                    <a:lnTo>
                      <a:pt x="153138" y="69056"/>
                    </a:lnTo>
                    <a:lnTo>
                      <a:pt x="149578" y="62853"/>
                    </a:lnTo>
                    <a:lnTo>
                      <a:pt x="141803" y="59435"/>
                    </a:lnTo>
                    <a:lnTo>
                      <a:pt x="130754" y="60686"/>
                    </a:lnTo>
                    <a:lnTo>
                      <a:pt x="101655" y="93487"/>
                    </a:lnTo>
                    <a:lnTo>
                      <a:pt x="100607" y="132873"/>
                    </a:lnTo>
                    <a:lnTo>
                      <a:pt x="143708" y="127253"/>
                    </a:lnTo>
                    <a:lnTo>
                      <a:pt x="153340" y="88058"/>
                    </a:lnTo>
                    <a:lnTo>
                      <a:pt x="153233" y="81533"/>
                    </a:lnTo>
                    <a:lnTo>
                      <a:pt x="153995" y="89915"/>
                    </a:lnTo>
                    <a:lnTo>
                      <a:pt x="157043" y="96773"/>
                    </a:lnTo>
                    <a:lnTo>
                      <a:pt x="160091" y="104393"/>
                    </a:lnTo>
                    <a:lnTo>
                      <a:pt x="164580" y="114264"/>
                    </a:lnTo>
                    <a:lnTo>
                      <a:pt x="170283" y="125063"/>
                    </a:lnTo>
                    <a:lnTo>
                      <a:pt x="177557" y="134290"/>
                    </a:lnTo>
                    <a:lnTo>
                      <a:pt x="186761" y="139445"/>
                    </a:lnTo>
                    <a:lnTo>
                      <a:pt x="188285" y="139445"/>
                    </a:lnTo>
                    <a:lnTo>
                      <a:pt x="189809" y="139445"/>
                    </a:lnTo>
                    <a:lnTo>
                      <a:pt x="191333" y="13944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7742681" y="5288279"/>
                <a:ext cx="24765" cy="121920"/>
              </a:xfrm>
              <a:custGeom>
                <a:rect b="b" l="l" r="r" t="t"/>
                <a:pathLst>
                  <a:path extrusionOk="0" h="121920" w="24765">
                    <a:moveTo>
                      <a:pt x="6096" y="12954"/>
                    </a:moveTo>
                    <a:lnTo>
                      <a:pt x="2286" y="3810"/>
                    </a:lnTo>
                    <a:lnTo>
                      <a:pt x="4572" y="1524"/>
                    </a:lnTo>
                    <a:lnTo>
                      <a:pt x="0" y="0"/>
                    </a:lnTo>
                    <a:lnTo>
                      <a:pt x="3500" y="42672"/>
                    </a:lnTo>
                    <a:lnTo>
                      <a:pt x="11430" y="83820"/>
                    </a:lnTo>
                    <a:lnTo>
                      <a:pt x="20216" y="112752"/>
                    </a:lnTo>
                    <a:lnTo>
                      <a:pt x="24384" y="12192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7742491" y="5334761"/>
                <a:ext cx="62865" cy="26034"/>
              </a:xfrm>
              <a:custGeom>
                <a:rect b="b" l="l" r="r" t="t"/>
                <a:pathLst>
                  <a:path extrusionOk="0" h="26035" w="62865">
                    <a:moveTo>
                      <a:pt x="952" y="25907"/>
                    </a:moveTo>
                    <a:lnTo>
                      <a:pt x="32456" y="1607"/>
                    </a:lnTo>
                    <a:lnTo>
                      <a:pt x="52506" y="154"/>
                    </a:lnTo>
                    <a:lnTo>
                      <a:pt x="6267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7808106" y="5312663"/>
                <a:ext cx="85725" cy="100330"/>
              </a:xfrm>
              <a:custGeom>
                <a:rect b="b" l="l" r="r" t="t"/>
                <a:pathLst>
                  <a:path extrusionOk="0" h="100329" w="85725">
                    <a:moveTo>
                      <a:pt x="58019" y="39623"/>
                    </a:moveTo>
                    <a:lnTo>
                      <a:pt x="35921" y="6857"/>
                    </a:lnTo>
                    <a:lnTo>
                      <a:pt x="32111" y="0"/>
                    </a:lnTo>
                    <a:lnTo>
                      <a:pt x="5679" y="39695"/>
                    </a:lnTo>
                    <a:lnTo>
                      <a:pt x="107" y="78485"/>
                    </a:lnTo>
                    <a:lnTo>
                      <a:pt x="0" y="86748"/>
                    </a:lnTo>
                    <a:lnTo>
                      <a:pt x="1535" y="93154"/>
                    </a:lnTo>
                    <a:lnTo>
                      <a:pt x="5786" y="97559"/>
                    </a:lnTo>
                    <a:lnTo>
                      <a:pt x="13823" y="99821"/>
                    </a:lnTo>
                    <a:lnTo>
                      <a:pt x="22717" y="98309"/>
                    </a:lnTo>
                    <a:lnTo>
                      <a:pt x="46589" y="60578"/>
                    </a:lnTo>
                    <a:lnTo>
                      <a:pt x="47351" y="42671"/>
                    </a:lnTo>
                    <a:lnTo>
                      <a:pt x="47351" y="38099"/>
                    </a:lnTo>
                    <a:lnTo>
                      <a:pt x="47351" y="34289"/>
                    </a:lnTo>
                    <a:lnTo>
                      <a:pt x="47351" y="30479"/>
                    </a:lnTo>
                    <a:lnTo>
                      <a:pt x="46589" y="34289"/>
                    </a:lnTo>
                    <a:lnTo>
                      <a:pt x="45827" y="41909"/>
                    </a:lnTo>
                    <a:lnTo>
                      <a:pt x="73259" y="73151"/>
                    </a:lnTo>
                    <a:lnTo>
                      <a:pt x="77069" y="73913"/>
                    </a:lnTo>
                    <a:lnTo>
                      <a:pt x="80879" y="75437"/>
                    </a:lnTo>
                    <a:lnTo>
                      <a:pt x="85451" y="7696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7935467" y="5289803"/>
                <a:ext cx="55880" cy="97155"/>
              </a:xfrm>
              <a:custGeom>
                <a:rect b="b" l="l" r="r" t="t"/>
                <a:pathLst>
                  <a:path extrusionOk="0" h="97154" w="55879">
                    <a:moveTo>
                      <a:pt x="36575" y="19812"/>
                    </a:moveTo>
                    <a:lnTo>
                      <a:pt x="33349" y="13716"/>
                    </a:lnTo>
                    <a:lnTo>
                      <a:pt x="29051" y="6477"/>
                    </a:lnTo>
                    <a:lnTo>
                      <a:pt x="23181" y="952"/>
                    </a:lnTo>
                    <a:lnTo>
                      <a:pt x="15239" y="0"/>
                    </a:lnTo>
                    <a:lnTo>
                      <a:pt x="6095" y="2286"/>
                    </a:lnTo>
                    <a:lnTo>
                      <a:pt x="6857" y="15240"/>
                    </a:lnTo>
                    <a:lnTo>
                      <a:pt x="6095" y="22860"/>
                    </a:lnTo>
                    <a:lnTo>
                      <a:pt x="33004" y="58459"/>
                    </a:lnTo>
                    <a:lnTo>
                      <a:pt x="40957" y="62674"/>
                    </a:lnTo>
                    <a:lnTo>
                      <a:pt x="48625" y="67175"/>
                    </a:lnTo>
                    <a:lnTo>
                      <a:pt x="54863" y="72390"/>
                    </a:lnTo>
                    <a:lnTo>
                      <a:pt x="54863" y="73914"/>
                    </a:lnTo>
                    <a:lnTo>
                      <a:pt x="55625" y="74676"/>
                    </a:lnTo>
                    <a:lnTo>
                      <a:pt x="55625" y="75438"/>
                    </a:lnTo>
                    <a:lnTo>
                      <a:pt x="51482" y="81248"/>
                    </a:lnTo>
                    <a:lnTo>
                      <a:pt x="45338" y="85344"/>
                    </a:lnTo>
                    <a:lnTo>
                      <a:pt x="38052" y="88296"/>
                    </a:lnTo>
                    <a:lnTo>
                      <a:pt x="30479" y="90678"/>
                    </a:lnTo>
                    <a:lnTo>
                      <a:pt x="24110" y="92975"/>
                    </a:lnTo>
                    <a:lnTo>
                      <a:pt x="13239" y="95916"/>
                    </a:lnTo>
                    <a:lnTo>
                      <a:pt x="3369" y="97000"/>
                    </a:lnTo>
                    <a:lnTo>
                      <a:pt x="0" y="93726"/>
                    </a:lnTo>
                    <a:lnTo>
                      <a:pt x="761" y="91440"/>
                    </a:lnTo>
                    <a:lnTo>
                      <a:pt x="1523" y="89154"/>
                    </a:lnTo>
                    <a:lnTo>
                      <a:pt x="2285" y="8686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8029955" y="5301995"/>
                <a:ext cx="53340" cy="81280"/>
              </a:xfrm>
              <a:custGeom>
                <a:rect b="b" l="l" r="r" t="t"/>
                <a:pathLst>
                  <a:path extrusionOk="0" h="81279" w="53340">
                    <a:moveTo>
                      <a:pt x="0" y="0"/>
                    </a:moveTo>
                    <a:lnTo>
                      <a:pt x="2881" y="10477"/>
                    </a:lnTo>
                    <a:lnTo>
                      <a:pt x="4762" y="19812"/>
                    </a:lnTo>
                    <a:lnTo>
                      <a:pt x="5786" y="29146"/>
                    </a:lnTo>
                    <a:lnTo>
                      <a:pt x="6096" y="39624"/>
                    </a:lnTo>
                    <a:lnTo>
                      <a:pt x="5214" y="47291"/>
                    </a:lnTo>
                    <a:lnTo>
                      <a:pt x="4191" y="55244"/>
                    </a:lnTo>
                    <a:lnTo>
                      <a:pt x="3738" y="63198"/>
                    </a:lnTo>
                    <a:lnTo>
                      <a:pt x="4572" y="70866"/>
                    </a:lnTo>
                    <a:lnTo>
                      <a:pt x="6096" y="80772"/>
                    </a:lnTo>
                    <a:lnTo>
                      <a:pt x="15240" y="80772"/>
                    </a:lnTo>
                    <a:lnTo>
                      <a:pt x="22860" y="80010"/>
                    </a:lnTo>
                    <a:lnTo>
                      <a:pt x="32551" y="77664"/>
                    </a:lnTo>
                    <a:lnTo>
                      <a:pt x="40386" y="73247"/>
                    </a:lnTo>
                    <a:lnTo>
                      <a:pt x="47077" y="67258"/>
                    </a:lnTo>
                    <a:lnTo>
                      <a:pt x="53340" y="6019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8042147" y="5289803"/>
                <a:ext cx="53340" cy="52705"/>
              </a:xfrm>
              <a:custGeom>
                <a:rect b="b" l="l" r="r" t="t"/>
                <a:pathLst>
                  <a:path extrusionOk="0" h="52704" w="53340">
                    <a:moveTo>
                      <a:pt x="0" y="42672"/>
                    </a:moveTo>
                    <a:lnTo>
                      <a:pt x="10001" y="49351"/>
                    </a:lnTo>
                    <a:lnTo>
                      <a:pt x="17716" y="52101"/>
                    </a:lnTo>
                    <a:lnTo>
                      <a:pt x="25717" y="50708"/>
                    </a:lnTo>
                    <a:lnTo>
                      <a:pt x="53340" y="22860"/>
                    </a:lnTo>
                    <a:lnTo>
                      <a:pt x="51506" y="15609"/>
                    </a:lnTo>
                    <a:lnTo>
                      <a:pt x="10679" y="178"/>
                    </a:lnTo>
                    <a:lnTo>
                      <a:pt x="3047" y="0"/>
                    </a:lnTo>
                    <a:lnTo>
                      <a:pt x="2285" y="0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8150351" y="5257799"/>
                <a:ext cx="12700" cy="106045"/>
              </a:xfrm>
              <a:custGeom>
                <a:rect b="b" l="l" r="r" t="t"/>
                <a:pathLst>
                  <a:path extrusionOk="0" h="106045" w="12700">
                    <a:moveTo>
                      <a:pt x="0" y="0"/>
                    </a:moveTo>
                    <a:lnTo>
                      <a:pt x="2274" y="10870"/>
                    </a:lnTo>
                    <a:lnTo>
                      <a:pt x="4476" y="21812"/>
                    </a:lnTo>
                    <a:lnTo>
                      <a:pt x="6536" y="32896"/>
                    </a:lnTo>
                    <a:lnTo>
                      <a:pt x="8382" y="44196"/>
                    </a:lnTo>
                    <a:lnTo>
                      <a:pt x="10144" y="53911"/>
                    </a:lnTo>
                    <a:lnTo>
                      <a:pt x="11049" y="63627"/>
                    </a:lnTo>
                    <a:lnTo>
                      <a:pt x="11382" y="73342"/>
                    </a:lnTo>
                    <a:lnTo>
                      <a:pt x="11430" y="83058"/>
                    </a:lnTo>
                    <a:lnTo>
                      <a:pt x="12192" y="91440"/>
                    </a:lnTo>
                    <a:lnTo>
                      <a:pt x="11430" y="98298"/>
                    </a:lnTo>
                    <a:lnTo>
                      <a:pt x="9906" y="1059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8122919" y="5303519"/>
                <a:ext cx="62865" cy="13970"/>
              </a:xfrm>
              <a:custGeom>
                <a:rect b="b" l="l" r="r" t="t"/>
                <a:pathLst>
                  <a:path extrusionOk="0" h="13970" w="62865">
                    <a:moveTo>
                      <a:pt x="0" y="13716"/>
                    </a:moveTo>
                    <a:lnTo>
                      <a:pt x="13704" y="10548"/>
                    </a:lnTo>
                    <a:lnTo>
                      <a:pt x="27336" y="8382"/>
                    </a:lnTo>
                    <a:lnTo>
                      <a:pt x="40826" y="6215"/>
                    </a:lnTo>
                    <a:lnTo>
                      <a:pt x="54102" y="3048"/>
                    </a:lnTo>
                    <a:lnTo>
                      <a:pt x="57150" y="2286"/>
                    </a:lnTo>
                    <a:lnTo>
                      <a:pt x="59436" y="1524"/>
                    </a:lnTo>
                    <a:lnTo>
                      <a:pt x="6248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76" name="Google Shape;376;p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479927" y="5172430"/>
              <a:ext cx="280812" cy="163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935186" y="5116804"/>
              <a:ext cx="410006" cy="157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" name="Google Shape;378;p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954212" y="5916714"/>
              <a:ext cx="122256" cy="1242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" name="Google Shape;379;p3"/>
            <p:cNvGrpSpPr/>
            <p:nvPr/>
          </p:nvGrpSpPr>
          <p:grpSpPr>
            <a:xfrm>
              <a:off x="5221198" y="5855182"/>
              <a:ext cx="670610" cy="235508"/>
              <a:chOff x="5221198" y="5855182"/>
              <a:chExt cx="670610" cy="235508"/>
            </a:xfrm>
          </p:grpSpPr>
          <p:pic>
            <p:nvPicPr>
              <p:cNvPr id="380" name="Google Shape;380;p3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221198" y="5876875"/>
                <a:ext cx="284276" cy="21381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" name="Google Shape;381;p3"/>
              <p:cNvSpPr/>
              <p:nvPr/>
            </p:nvSpPr>
            <p:spPr>
              <a:xfrm>
                <a:off x="5489829" y="5859779"/>
                <a:ext cx="313055" cy="143510"/>
              </a:xfrm>
              <a:custGeom>
                <a:rect b="b" l="l" r="r" t="t"/>
                <a:pathLst>
                  <a:path extrusionOk="0" h="143510" w="313054">
                    <a:moveTo>
                      <a:pt x="37718" y="0"/>
                    </a:moveTo>
                    <a:lnTo>
                      <a:pt x="45862" y="42326"/>
                    </a:lnTo>
                    <a:lnTo>
                      <a:pt x="53780" y="68949"/>
                    </a:lnTo>
                    <a:lnTo>
                      <a:pt x="57435" y="81438"/>
                    </a:lnTo>
                    <a:lnTo>
                      <a:pt x="60948" y="93785"/>
                    </a:lnTo>
                    <a:lnTo>
                      <a:pt x="64388" y="105917"/>
                    </a:lnTo>
                    <a:lnTo>
                      <a:pt x="65912" y="115061"/>
                    </a:lnTo>
                    <a:lnTo>
                      <a:pt x="67436" y="121919"/>
                    </a:lnTo>
                    <a:lnTo>
                      <a:pt x="73532" y="128015"/>
                    </a:lnTo>
                    <a:lnTo>
                      <a:pt x="74294" y="128015"/>
                    </a:lnTo>
                    <a:lnTo>
                      <a:pt x="75056" y="128015"/>
                    </a:lnTo>
                    <a:lnTo>
                      <a:pt x="75997" y="118550"/>
                    </a:lnTo>
                    <a:lnTo>
                      <a:pt x="76295" y="109442"/>
                    </a:lnTo>
                    <a:lnTo>
                      <a:pt x="62388" y="73342"/>
                    </a:lnTo>
                    <a:lnTo>
                      <a:pt x="43814" y="63245"/>
                    </a:lnTo>
                    <a:lnTo>
                      <a:pt x="32206" y="63924"/>
                    </a:lnTo>
                    <a:lnTo>
                      <a:pt x="2690" y="96000"/>
                    </a:lnTo>
                    <a:lnTo>
                      <a:pt x="0" y="107537"/>
                    </a:lnTo>
                    <a:lnTo>
                      <a:pt x="166" y="119217"/>
                    </a:lnTo>
                    <a:lnTo>
                      <a:pt x="4190" y="129539"/>
                    </a:lnTo>
                    <a:lnTo>
                      <a:pt x="12834" y="137564"/>
                    </a:lnTo>
                    <a:lnTo>
                      <a:pt x="24764" y="141731"/>
                    </a:lnTo>
                    <a:lnTo>
                      <a:pt x="37838" y="143041"/>
                    </a:lnTo>
                    <a:lnTo>
                      <a:pt x="49910" y="142493"/>
                    </a:lnTo>
                    <a:lnTo>
                      <a:pt x="91380" y="123741"/>
                    </a:lnTo>
                    <a:lnTo>
                      <a:pt x="118395" y="93344"/>
                    </a:lnTo>
                    <a:lnTo>
                      <a:pt x="123824" y="68579"/>
                    </a:lnTo>
                    <a:lnTo>
                      <a:pt x="124586" y="64769"/>
                    </a:lnTo>
                    <a:lnTo>
                      <a:pt x="123824" y="61721"/>
                    </a:lnTo>
                    <a:lnTo>
                      <a:pt x="123824" y="57911"/>
                    </a:lnTo>
                    <a:lnTo>
                      <a:pt x="123824" y="65531"/>
                    </a:lnTo>
                    <a:lnTo>
                      <a:pt x="123824" y="73913"/>
                    </a:lnTo>
                    <a:lnTo>
                      <a:pt x="124586" y="81533"/>
                    </a:lnTo>
                    <a:lnTo>
                      <a:pt x="142136" y="123193"/>
                    </a:lnTo>
                    <a:lnTo>
                      <a:pt x="156281" y="128599"/>
                    </a:lnTo>
                    <a:lnTo>
                      <a:pt x="164210" y="128015"/>
                    </a:lnTo>
                    <a:lnTo>
                      <a:pt x="200024" y="95249"/>
                    </a:lnTo>
                    <a:lnTo>
                      <a:pt x="209168" y="54101"/>
                    </a:lnTo>
                    <a:lnTo>
                      <a:pt x="196738" y="41028"/>
                    </a:lnTo>
                    <a:lnTo>
                      <a:pt x="190118" y="41909"/>
                    </a:lnTo>
                    <a:lnTo>
                      <a:pt x="178808" y="79998"/>
                    </a:lnTo>
                    <a:lnTo>
                      <a:pt x="213740" y="103155"/>
                    </a:lnTo>
                    <a:lnTo>
                      <a:pt x="250697" y="90392"/>
                    </a:lnTo>
                    <a:lnTo>
                      <a:pt x="261746" y="68579"/>
                    </a:lnTo>
                    <a:lnTo>
                      <a:pt x="260984" y="61721"/>
                    </a:lnTo>
                    <a:lnTo>
                      <a:pt x="257174" y="55625"/>
                    </a:lnTo>
                    <a:lnTo>
                      <a:pt x="254888" y="51815"/>
                    </a:lnTo>
                    <a:lnTo>
                      <a:pt x="256412" y="55625"/>
                    </a:lnTo>
                    <a:lnTo>
                      <a:pt x="254126" y="54101"/>
                    </a:lnTo>
                    <a:lnTo>
                      <a:pt x="253686" y="60959"/>
                    </a:lnTo>
                    <a:lnTo>
                      <a:pt x="253460" y="67817"/>
                    </a:lnTo>
                    <a:lnTo>
                      <a:pt x="253376" y="74675"/>
                    </a:lnTo>
                    <a:lnTo>
                      <a:pt x="253364" y="81533"/>
                    </a:lnTo>
                    <a:lnTo>
                      <a:pt x="253638" y="89534"/>
                    </a:lnTo>
                    <a:lnTo>
                      <a:pt x="254412" y="97535"/>
                    </a:lnTo>
                    <a:lnTo>
                      <a:pt x="255615" y="105536"/>
                    </a:lnTo>
                    <a:lnTo>
                      <a:pt x="257174" y="113537"/>
                    </a:lnTo>
                    <a:lnTo>
                      <a:pt x="258698" y="116585"/>
                    </a:lnTo>
                    <a:lnTo>
                      <a:pt x="258698" y="117347"/>
                    </a:lnTo>
                    <a:lnTo>
                      <a:pt x="259460" y="118871"/>
                    </a:lnTo>
                    <a:lnTo>
                      <a:pt x="259460" y="113537"/>
                    </a:lnTo>
                    <a:lnTo>
                      <a:pt x="258698" y="108203"/>
                    </a:lnTo>
                    <a:lnTo>
                      <a:pt x="257174" y="101345"/>
                    </a:lnTo>
                    <a:lnTo>
                      <a:pt x="254936" y="91166"/>
                    </a:lnTo>
                    <a:lnTo>
                      <a:pt x="252983" y="81057"/>
                    </a:lnTo>
                    <a:lnTo>
                      <a:pt x="251602" y="70806"/>
                    </a:lnTo>
                    <a:lnTo>
                      <a:pt x="251078" y="60197"/>
                    </a:lnTo>
                    <a:lnTo>
                      <a:pt x="251078" y="52196"/>
                    </a:lnTo>
                    <a:lnTo>
                      <a:pt x="252793" y="44767"/>
                    </a:lnTo>
                    <a:lnTo>
                      <a:pt x="257079" y="38766"/>
                    </a:lnTo>
                    <a:lnTo>
                      <a:pt x="264794" y="35051"/>
                    </a:lnTo>
                    <a:lnTo>
                      <a:pt x="272510" y="33992"/>
                    </a:lnTo>
                    <a:lnTo>
                      <a:pt x="279653" y="35147"/>
                    </a:lnTo>
                    <a:lnTo>
                      <a:pt x="306050" y="64317"/>
                    </a:lnTo>
                    <a:lnTo>
                      <a:pt x="309181" y="86391"/>
                    </a:lnTo>
                    <a:lnTo>
                      <a:pt x="309514" y="93499"/>
                    </a:lnTo>
                    <a:lnTo>
                      <a:pt x="311276" y="99821"/>
                    </a:lnTo>
                    <a:lnTo>
                      <a:pt x="312038" y="99821"/>
                    </a:lnTo>
                    <a:lnTo>
                      <a:pt x="312800" y="9982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2" name="Google Shape;382;p3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5806414" y="5855182"/>
                <a:ext cx="85394" cy="1166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3" name="Google Shape;383;p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993866" y="5790412"/>
              <a:ext cx="324519" cy="2073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507454" y="5769076"/>
              <a:ext cx="393242" cy="1524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5" name="Google Shape;385;p3"/>
            <p:cNvGrpSpPr/>
            <p:nvPr/>
          </p:nvGrpSpPr>
          <p:grpSpPr>
            <a:xfrm>
              <a:off x="7096506" y="5726429"/>
              <a:ext cx="149479" cy="136906"/>
              <a:chOff x="7096506" y="5726429"/>
              <a:chExt cx="149479" cy="136906"/>
            </a:xfrm>
          </p:grpSpPr>
          <p:sp>
            <p:nvSpPr>
              <p:cNvPr id="386" name="Google Shape;386;p3"/>
              <p:cNvSpPr/>
              <p:nvPr/>
            </p:nvSpPr>
            <p:spPr>
              <a:xfrm>
                <a:off x="7107174" y="5782055"/>
                <a:ext cx="44450" cy="81280"/>
              </a:xfrm>
              <a:custGeom>
                <a:rect b="b" l="l" r="r" t="t"/>
                <a:pathLst>
                  <a:path extrusionOk="0" h="81279" w="44450">
                    <a:moveTo>
                      <a:pt x="0" y="0"/>
                    </a:moveTo>
                    <a:lnTo>
                      <a:pt x="2321" y="11644"/>
                    </a:lnTo>
                    <a:lnTo>
                      <a:pt x="3714" y="22860"/>
                    </a:lnTo>
                    <a:lnTo>
                      <a:pt x="4393" y="34075"/>
                    </a:lnTo>
                    <a:lnTo>
                      <a:pt x="4572" y="45720"/>
                    </a:lnTo>
                    <a:lnTo>
                      <a:pt x="4298" y="53506"/>
                    </a:lnTo>
                    <a:lnTo>
                      <a:pt x="4095" y="62293"/>
                    </a:lnTo>
                    <a:lnTo>
                      <a:pt x="4893" y="70794"/>
                    </a:lnTo>
                    <a:lnTo>
                      <a:pt x="7620" y="77724"/>
                    </a:lnTo>
                    <a:lnTo>
                      <a:pt x="12477" y="81200"/>
                    </a:lnTo>
                    <a:lnTo>
                      <a:pt x="19050" y="80391"/>
                    </a:lnTo>
                    <a:lnTo>
                      <a:pt x="25622" y="77295"/>
                    </a:lnTo>
                    <a:lnTo>
                      <a:pt x="30480" y="73914"/>
                    </a:lnTo>
                    <a:lnTo>
                      <a:pt x="38100" y="66293"/>
                    </a:lnTo>
                    <a:lnTo>
                      <a:pt x="41148" y="63245"/>
                    </a:lnTo>
                    <a:lnTo>
                      <a:pt x="44196" y="5638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7096506" y="5726429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3" y="22860"/>
                    </a:lnTo>
                    <a:lnTo>
                      <a:pt x="18287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7184136" y="5759195"/>
                <a:ext cx="36195" cy="98425"/>
              </a:xfrm>
              <a:custGeom>
                <a:rect b="b" l="l" r="r" t="t"/>
                <a:pathLst>
                  <a:path extrusionOk="0" h="98425" w="36195">
                    <a:moveTo>
                      <a:pt x="3048" y="0"/>
                    </a:moveTo>
                    <a:lnTo>
                      <a:pt x="1726" y="9917"/>
                    </a:lnTo>
                    <a:lnTo>
                      <a:pt x="1047" y="19335"/>
                    </a:lnTo>
                    <a:lnTo>
                      <a:pt x="797" y="28610"/>
                    </a:lnTo>
                    <a:lnTo>
                      <a:pt x="762" y="38099"/>
                    </a:lnTo>
                    <a:lnTo>
                      <a:pt x="452" y="49184"/>
                    </a:lnTo>
                    <a:lnTo>
                      <a:pt x="0" y="60483"/>
                    </a:lnTo>
                    <a:lnTo>
                      <a:pt x="119" y="71639"/>
                    </a:lnTo>
                    <a:lnTo>
                      <a:pt x="1524" y="82295"/>
                    </a:lnTo>
                    <a:lnTo>
                      <a:pt x="3810" y="89915"/>
                    </a:lnTo>
                    <a:lnTo>
                      <a:pt x="6096" y="97535"/>
                    </a:lnTo>
                    <a:lnTo>
                      <a:pt x="14478" y="98297"/>
                    </a:lnTo>
                    <a:lnTo>
                      <a:pt x="21883" y="97738"/>
                    </a:lnTo>
                    <a:lnTo>
                      <a:pt x="27432" y="94392"/>
                    </a:lnTo>
                    <a:lnTo>
                      <a:pt x="31837" y="89189"/>
                    </a:lnTo>
                    <a:lnTo>
                      <a:pt x="35814" y="8305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7162800" y="5795771"/>
                <a:ext cx="83185" cy="13970"/>
              </a:xfrm>
              <a:custGeom>
                <a:rect b="b" l="l" r="r" t="t"/>
                <a:pathLst>
                  <a:path extrusionOk="0" h="13970" w="83184">
                    <a:moveTo>
                      <a:pt x="0" y="13715"/>
                    </a:moveTo>
                    <a:lnTo>
                      <a:pt x="16871" y="13168"/>
                    </a:lnTo>
                    <a:lnTo>
                      <a:pt x="32670" y="11620"/>
                    </a:lnTo>
                    <a:lnTo>
                      <a:pt x="48327" y="9215"/>
                    </a:lnTo>
                    <a:lnTo>
                      <a:pt x="64769" y="6095"/>
                    </a:lnTo>
                    <a:lnTo>
                      <a:pt x="73152" y="4571"/>
                    </a:lnTo>
                    <a:lnTo>
                      <a:pt x="78486" y="5333"/>
                    </a:lnTo>
                    <a:lnTo>
                      <a:pt x="8305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3"/>
            <p:cNvGrpSpPr/>
            <p:nvPr/>
          </p:nvGrpSpPr>
          <p:grpSpPr>
            <a:xfrm>
              <a:off x="7510367" y="5710832"/>
              <a:ext cx="294823" cy="499745"/>
              <a:chOff x="7510367" y="5710832"/>
              <a:chExt cx="294823" cy="499745"/>
            </a:xfrm>
          </p:grpSpPr>
          <p:sp>
            <p:nvSpPr>
              <p:cNvPr id="391" name="Google Shape;391;p3"/>
              <p:cNvSpPr/>
              <p:nvPr/>
            </p:nvSpPr>
            <p:spPr>
              <a:xfrm>
                <a:off x="7510367" y="5710832"/>
                <a:ext cx="201295" cy="499745"/>
              </a:xfrm>
              <a:custGeom>
                <a:rect b="b" l="l" r="r" t="t"/>
                <a:pathLst>
                  <a:path extrusionOk="0" h="499745" w="201295">
                    <a:moveTo>
                      <a:pt x="201072" y="7215"/>
                    </a:moveTo>
                    <a:lnTo>
                      <a:pt x="163246" y="678"/>
                    </a:lnTo>
                    <a:lnTo>
                      <a:pt x="130016" y="0"/>
                    </a:lnTo>
                    <a:lnTo>
                      <a:pt x="110013" y="357"/>
                    </a:lnTo>
                    <a:lnTo>
                      <a:pt x="70008" y="4929"/>
                    </a:lnTo>
                    <a:lnTo>
                      <a:pt x="25646" y="18323"/>
                    </a:lnTo>
                    <a:lnTo>
                      <a:pt x="0" y="59269"/>
                    </a:lnTo>
                    <a:lnTo>
                      <a:pt x="666" y="71223"/>
                    </a:lnTo>
                    <a:lnTo>
                      <a:pt x="4833" y="99655"/>
                    </a:lnTo>
                    <a:lnTo>
                      <a:pt x="11715" y="127801"/>
                    </a:lnTo>
                    <a:lnTo>
                      <a:pt x="19740" y="155662"/>
                    </a:lnTo>
                    <a:lnTo>
                      <a:pt x="27336" y="183237"/>
                    </a:lnTo>
                    <a:lnTo>
                      <a:pt x="36290" y="220849"/>
                    </a:lnTo>
                    <a:lnTo>
                      <a:pt x="44672" y="258389"/>
                    </a:lnTo>
                    <a:lnTo>
                      <a:pt x="52196" y="296072"/>
                    </a:lnTo>
                    <a:lnTo>
                      <a:pt x="58578" y="334113"/>
                    </a:lnTo>
                    <a:lnTo>
                      <a:pt x="64960" y="392882"/>
                    </a:lnTo>
                    <a:lnTo>
                      <a:pt x="68484" y="452223"/>
                    </a:lnTo>
                    <a:lnTo>
                      <a:pt x="69341" y="474321"/>
                    </a:lnTo>
                    <a:lnTo>
                      <a:pt x="69877" y="485441"/>
                    </a:lnTo>
                    <a:lnTo>
                      <a:pt x="70770" y="496419"/>
                    </a:lnTo>
                    <a:lnTo>
                      <a:pt x="70770" y="498705"/>
                    </a:lnTo>
                    <a:lnTo>
                      <a:pt x="70008" y="498705"/>
                    </a:lnTo>
                    <a:lnTo>
                      <a:pt x="70770" y="499467"/>
                    </a:lnTo>
                    <a:lnTo>
                      <a:pt x="78390" y="498705"/>
                    </a:lnTo>
                    <a:lnTo>
                      <a:pt x="84486" y="497181"/>
                    </a:lnTo>
                    <a:lnTo>
                      <a:pt x="91344" y="495657"/>
                    </a:lnTo>
                    <a:lnTo>
                      <a:pt x="105751" y="493037"/>
                    </a:lnTo>
                    <a:lnTo>
                      <a:pt x="120300" y="490704"/>
                    </a:lnTo>
                    <a:lnTo>
                      <a:pt x="134850" y="488370"/>
                    </a:lnTo>
                    <a:lnTo>
                      <a:pt x="149256" y="485751"/>
                    </a:lnTo>
                    <a:lnTo>
                      <a:pt x="158591" y="483881"/>
                    </a:lnTo>
                    <a:lnTo>
                      <a:pt x="167354" y="481655"/>
                    </a:lnTo>
                    <a:lnTo>
                      <a:pt x="175831" y="479000"/>
                    </a:lnTo>
                    <a:lnTo>
                      <a:pt x="184308" y="47584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2" name="Google Shape;392;p3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700746" y="5864326"/>
                <a:ext cx="104444" cy="13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3" name="Google Shape;393;p3"/>
            <p:cNvGrpSpPr/>
            <p:nvPr/>
          </p:nvGrpSpPr>
          <p:grpSpPr>
            <a:xfrm>
              <a:off x="7891938" y="5670016"/>
              <a:ext cx="638676" cy="359308"/>
              <a:chOff x="7891938" y="5670016"/>
              <a:chExt cx="638676" cy="359308"/>
            </a:xfrm>
          </p:grpSpPr>
          <p:sp>
            <p:nvSpPr>
              <p:cNvPr id="394" name="Google Shape;394;p3"/>
              <p:cNvSpPr/>
              <p:nvPr/>
            </p:nvSpPr>
            <p:spPr>
              <a:xfrm>
                <a:off x="7891938" y="5798820"/>
                <a:ext cx="77470" cy="230504"/>
              </a:xfrm>
              <a:custGeom>
                <a:rect b="b" l="l" r="r" t="t"/>
                <a:pathLst>
                  <a:path extrusionOk="0" h="230504" w="77470">
                    <a:moveTo>
                      <a:pt x="32099" y="0"/>
                    </a:moveTo>
                    <a:lnTo>
                      <a:pt x="21586" y="9179"/>
                    </a:lnTo>
                    <a:lnTo>
                      <a:pt x="16002" y="19145"/>
                    </a:lnTo>
                    <a:lnTo>
                      <a:pt x="13132" y="30968"/>
                    </a:lnTo>
                    <a:lnTo>
                      <a:pt x="10763" y="45719"/>
                    </a:lnTo>
                    <a:lnTo>
                      <a:pt x="7072" y="67675"/>
                    </a:lnTo>
                    <a:lnTo>
                      <a:pt x="1976" y="112156"/>
                    </a:lnTo>
                    <a:lnTo>
                      <a:pt x="178" y="151256"/>
                    </a:lnTo>
                    <a:lnTo>
                      <a:pt x="0" y="168973"/>
                    </a:lnTo>
                    <a:lnTo>
                      <a:pt x="1393" y="186404"/>
                    </a:lnTo>
                    <a:lnTo>
                      <a:pt x="23752" y="225087"/>
                    </a:lnTo>
                    <a:lnTo>
                      <a:pt x="45017" y="230409"/>
                    </a:lnTo>
                    <a:lnTo>
                      <a:pt x="55816" y="229361"/>
                    </a:lnTo>
                    <a:lnTo>
                      <a:pt x="66186" y="226028"/>
                    </a:lnTo>
                    <a:lnTo>
                      <a:pt x="77057" y="220979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5" name="Google Shape;395;p3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024596" y="5850610"/>
                <a:ext cx="89966" cy="1250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6" name="Google Shape;396;p3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138134" y="5853658"/>
                <a:ext cx="89966" cy="960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7" name="Google Shape;397;p3"/>
              <p:cNvSpPr/>
              <p:nvPr/>
            </p:nvSpPr>
            <p:spPr>
              <a:xfrm>
                <a:off x="8010905" y="5780532"/>
                <a:ext cx="62865" cy="33655"/>
              </a:xfrm>
              <a:custGeom>
                <a:rect b="b" l="l" r="r" t="t"/>
                <a:pathLst>
                  <a:path extrusionOk="0" h="33654" w="62865">
                    <a:moveTo>
                      <a:pt x="0" y="33528"/>
                    </a:moveTo>
                    <a:lnTo>
                      <a:pt x="18287" y="9906"/>
                    </a:lnTo>
                    <a:lnTo>
                      <a:pt x="21336" y="10668"/>
                    </a:lnTo>
                    <a:lnTo>
                      <a:pt x="25145" y="13716"/>
                    </a:lnTo>
                    <a:lnTo>
                      <a:pt x="30479" y="16764"/>
                    </a:lnTo>
                    <a:lnTo>
                      <a:pt x="34290" y="22098"/>
                    </a:lnTo>
                    <a:lnTo>
                      <a:pt x="38862" y="25908"/>
                    </a:lnTo>
                    <a:lnTo>
                      <a:pt x="41910" y="27432"/>
                    </a:lnTo>
                    <a:lnTo>
                      <a:pt x="45720" y="29718"/>
                    </a:lnTo>
                    <a:lnTo>
                      <a:pt x="48768" y="28956"/>
                    </a:lnTo>
                    <a:lnTo>
                      <a:pt x="52577" y="28956"/>
                    </a:lnTo>
                    <a:lnTo>
                      <a:pt x="53340" y="25908"/>
                    </a:lnTo>
                    <a:lnTo>
                      <a:pt x="54102" y="22098"/>
                    </a:lnTo>
                    <a:lnTo>
                      <a:pt x="55626" y="16002"/>
                    </a:lnTo>
                    <a:lnTo>
                      <a:pt x="55626" y="9906"/>
                    </a:lnTo>
                    <a:lnTo>
                      <a:pt x="59436" y="4572"/>
                    </a:lnTo>
                    <a:lnTo>
                      <a:pt x="60198" y="3048"/>
                    </a:lnTo>
                    <a:lnTo>
                      <a:pt x="60959" y="1524"/>
                    </a:lnTo>
                    <a:lnTo>
                      <a:pt x="62483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8126729" y="5766816"/>
                <a:ext cx="60960" cy="36195"/>
              </a:xfrm>
              <a:custGeom>
                <a:rect b="b" l="l" r="r" t="t"/>
                <a:pathLst>
                  <a:path extrusionOk="0" h="36195" w="60959">
                    <a:moveTo>
                      <a:pt x="0" y="30480"/>
                    </a:moveTo>
                    <a:lnTo>
                      <a:pt x="7619" y="18288"/>
                    </a:lnTo>
                    <a:lnTo>
                      <a:pt x="4571" y="18288"/>
                    </a:lnTo>
                    <a:lnTo>
                      <a:pt x="15239" y="18288"/>
                    </a:lnTo>
                    <a:lnTo>
                      <a:pt x="21336" y="19050"/>
                    </a:lnTo>
                    <a:lnTo>
                      <a:pt x="25145" y="19812"/>
                    </a:lnTo>
                    <a:lnTo>
                      <a:pt x="30480" y="22860"/>
                    </a:lnTo>
                    <a:lnTo>
                      <a:pt x="35052" y="25908"/>
                    </a:lnTo>
                    <a:lnTo>
                      <a:pt x="39624" y="28956"/>
                    </a:lnTo>
                    <a:lnTo>
                      <a:pt x="44196" y="32004"/>
                    </a:lnTo>
                    <a:lnTo>
                      <a:pt x="45720" y="32766"/>
                    </a:lnTo>
                    <a:lnTo>
                      <a:pt x="48768" y="35814"/>
                    </a:lnTo>
                    <a:lnTo>
                      <a:pt x="50292" y="34290"/>
                    </a:lnTo>
                    <a:lnTo>
                      <a:pt x="53340" y="32766"/>
                    </a:lnTo>
                    <a:lnTo>
                      <a:pt x="54864" y="29718"/>
                    </a:lnTo>
                    <a:lnTo>
                      <a:pt x="56388" y="25908"/>
                    </a:lnTo>
                    <a:lnTo>
                      <a:pt x="58674" y="20574"/>
                    </a:lnTo>
                    <a:lnTo>
                      <a:pt x="60198" y="13716"/>
                    </a:lnTo>
                    <a:lnTo>
                      <a:pt x="60198" y="7620"/>
                    </a:lnTo>
                    <a:lnTo>
                      <a:pt x="60198" y="3810"/>
                    </a:lnTo>
                    <a:lnTo>
                      <a:pt x="60198" y="2286"/>
                    </a:lnTo>
                    <a:lnTo>
                      <a:pt x="60960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99" name="Google Shape;399;p3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210524" y="5670016"/>
                <a:ext cx="320090" cy="2507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00" name="Google Shape;400;p3"/>
            <p:cNvSpPr/>
            <p:nvPr/>
          </p:nvSpPr>
          <p:spPr>
            <a:xfrm>
              <a:off x="8673845" y="5812535"/>
              <a:ext cx="77470" cy="20320"/>
            </a:xfrm>
            <a:custGeom>
              <a:rect b="b" l="l" r="r" t="t"/>
              <a:pathLst>
                <a:path extrusionOk="0" h="20320" w="77470">
                  <a:moveTo>
                    <a:pt x="0" y="19812"/>
                  </a:moveTo>
                  <a:lnTo>
                    <a:pt x="11072" y="18966"/>
                  </a:lnTo>
                  <a:lnTo>
                    <a:pt x="21717" y="17621"/>
                  </a:lnTo>
                  <a:lnTo>
                    <a:pt x="32361" y="15847"/>
                  </a:lnTo>
                  <a:lnTo>
                    <a:pt x="43434" y="13716"/>
                  </a:lnTo>
                  <a:lnTo>
                    <a:pt x="49851" y="12584"/>
                  </a:lnTo>
                  <a:lnTo>
                    <a:pt x="56483" y="11525"/>
                  </a:lnTo>
                  <a:lnTo>
                    <a:pt x="63257" y="10608"/>
                  </a:lnTo>
                  <a:lnTo>
                    <a:pt x="70104" y="9906"/>
                  </a:lnTo>
                  <a:lnTo>
                    <a:pt x="72390" y="9906"/>
                  </a:lnTo>
                  <a:lnTo>
                    <a:pt x="74676" y="9906"/>
                  </a:lnTo>
                  <a:lnTo>
                    <a:pt x="76962" y="9906"/>
                  </a:lnTo>
                  <a:lnTo>
                    <a:pt x="76200" y="9144"/>
                  </a:lnTo>
                  <a:lnTo>
                    <a:pt x="71628" y="8382"/>
                  </a:lnTo>
                  <a:lnTo>
                    <a:pt x="70866" y="7620"/>
                  </a:lnTo>
                  <a:lnTo>
                    <a:pt x="67056" y="5334"/>
                  </a:lnTo>
                  <a:lnTo>
                    <a:pt x="67056" y="3810"/>
                  </a:lnTo>
                  <a:lnTo>
                    <a:pt x="66294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" name="Google Shape;401;p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915374" y="5721832"/>
              <a:ext cx="96062" cy="106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902420" y="5607532"/>
              <a:ext cx="96824" cy="64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055201" y="5699734"/>
              <a:ext cx="73583" cy="148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"/>
            <p:cNvSpPr/>
            <p:nvPr/>
          </p:nvSpPr>
          <p:spPr>
            <a:xfrm>
              <a:off x="9061037" y="5603747"/>
              <a:ext cx="71120" cy="37465"/>
            </a:xfrm>
            <a:custGeom>
              <a:rect b="b" l="l" r="r" t="t"/>
              <a:pathLst>
                <a:path extrusionOk="0" h="37464" w="71120">
                  <a:moveTo>
                    <a:pt x="2190" y="37337"/>
                  </a:moveTo>
                  <a:lnTo>
                    <a:pt x="988" y="29622"/>
                  </a:lnTo>
                  <a:lnTo>
                    <a:pt x="0" y="21907"/>
                  </a:lnTo>
                  <a:lnTo>
                    <a:pt x="1440" y="15049"/>
                  </a:lnTo>
                  <a:lnTo>
                    <a:pt x="7524" y="9905"/>
                  </a:lnTo>
                  <a:lnTo>
                    <a:pt x="13596" y="8000"/>
                  </a:lnTo>
                  <a:lnTo>
                    <a:pt x="20097" y="7810"/>
                  </a:lnTo>
                  <a:lnTo>
                    <a:pt x="26598" y="9048"/>
                  </a:lnTo>
                  <a:lnTo>
                    <a:pt x="32670" y="11429"/>
                  </a:lnTo>
                  <a:lnTo>
                    <a:pt x="38707" y="15239"/>
                  </a:lnTo>
                  <a:lnTo>
                    <a:pt x="44386" y="19621"/>
                  </a:lnTo>
                  <a:lnTo>
                    <a:pt x="49922" y="24288"/>
                  </a:lnTo>
                  <a:lnTo>
                    <a:pt x="55530" y="28955"/>
                  </a:lnTo>
                  <a:lnTo>
                    <a:pt x="60102" y="32003"/>
                  </a:lnTo>
                  <a:lnTo>
                    <a:pt x="63150" y="34289"/>
                  </a:lnTo>
                  <a:lnTo>
                    <a:pt x="67722" y="35813"/>
                  </a:lnTo>
                  <a:lnTo>
                    <a:pt x="70770" y="32765"/>
                  </a:lnTo>
                  <a:lnTo>
                    <a:pt x="70008" y="31241"/>
                  </a:lnTo>
                  <a:lnTo>
                    <a:pt x="70008" y="25907"/>
                  </a:lnTo>
                  <a:lnTo>
                    <a:pt x="70008" y="17525"/>
                  </a:lnTo>
                  <a:lnTo>
                    <a:pt x="67722" y="13715"/>
                  </a:lnTo>
                  <a:lnTo>
                    <a:pt x="63912" y="7619"/>
                  </a:lnTo>
                  <a:lnTo>
                    <a:pt x="62388" y="5333"/>
                  </a:lnTo>
                  <a:lnTo>
                    <a:pt x="62388" y="3047"/>
                  </a:lnTo>
                  <a:lnTo>
                    <a:pt x="62388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3"/>
            <p:cNvGrpSpPr/>
            <p:nvPr/>
          </p:nvGrpSpPr>
          <p:grpSpPr>
            <a:xfrm>
              <a:off x="9227058" y="5532119"/>
              <a:ext cx="193547" cy="419734"/>
              <a:chOff x="9227058" y="5532119"/>
              <a:chExt cx="193547" cy="419734"/>
            </a:xfrm>
          </p:grpSpPr>
          <p:sp>
            <p:nvSpPr>
              <p:cNvPr id="406" name="Google Shape;406;p3"/>
              <p:cNvSpPr/>
              <p:nvPr/>
            </p:nvSpPr>
            <p:spPr>
              <a:xfrm>
                <a:off x="9227058" y="5586221"/>
                <a:ext cx="53340" cy="262255"/>
              </a:xfrm>
              <a:custGeom>
                <a:rect b="b" l="l" r="r" t="t"/>
                <a:pathLst>
                  <a:path extrusionOk="0" h="262254" w="53340">
                    <a:moveTo>
                      <a:pt x="1524" y="2286"/>
                    </a:moveTo>
                    <a:lnTo>
                      <a:pt x="1524" y="3048"/>
                    </a:lnTo>
                    <a:lnTo>
                      <a:pt x="0" y="0"/>
                    </a:lnTo>
                    <a:lnTo>
                      <a:pt x="762" y="762"/>
                    </a:lnTo>
                    <a:lnTo>
                      <a:pt x="3810" y="6096"/>
                    </a:lnTo>
                    <a:lnTo>
                      <a:pt x="7620" y="11430"/>
                    </a:lnTo>
                    <a:lnTo>
                      <a:pt x="27932" y="43755"/>
                    </a:lnTo>
                    <a:lnTo>
                      <a:pt x="46386" y="90201"/>
                    </a:lnTo>
                    <a:lnTo>
                      <a:pt x="52578" y="128778"/>
                    </a:lnTo>
                    <a:lnTo>
                      <a:pt x="52780" y="146244"/>
                    </a:lnTo>
                    <a:lnTo>
                      <a:pt x="51911" y="163353"/>
                    </a:lnTo>
                    <a:lnTo>
                      <a:pt x="40993" y="209204"/>
                    </a:lnTo>
                    <a:lnTo>
                      <a:pt x="24384" y="242316"/>
                    </a:lnTo>
                    <a:lnTo>
                      <a:pt x="21336" y="247650"/>
                    </a:lnTo>
                    <a:lnTo>
                      <a:pt x="16764" y="254508"/>
                    </a:lnTo>
                    <a:lnTo>
                      <a:pt x="12192" y="258318"/>
                    </a:lnTo>
                    <a:lnTo>
                      <a:pt x="9144" y="262128"/>
                    </a:lnTo>
                    <a:lnTo>
                      <a:pt x="8382" y="259842"/>
                    </a:lnTo>
                    <a:lnTo>
                      <a:pt x="5334" y="25755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9310116" y="5532119"/>
                <a:ext cx="110489" cy="419734"/>
              </a:xfrm>
              <a:custGeom>
                <a:rect b="b" l="l" r="r" t="t"/>
                <a:pathLst>
                  <a:path extrusionOk="0" h="419735" w="110490">
                    <a:moveTo>
                      <a:pt x="21335" y="3048"/>
                    </a:moveTo>
                    <a:lnTo>
                      <a:pt x="60769" y="2405"/>
                    </a:lnTo>
                    <a:lnTo>
                      <a:pt x="81224" y="964"/>
                    </a:lnTo>
                    <a:lnTo>
                      <a:pt x="88391" y="476"/>
                    </a:lnTo>
                    <a:lnTo>
                      <a:pt x="95559" y="130"/>
                    </a:lnTo>
                    <a:lnTo>
                      <a:pt x="102869" y="0"/>
                    </a:lnTo>
                    <a:lnTo>
                      <a:pt x="110489" y="0"/>
                    </a:lnTo>
                    <a:lnTo>
                      <a:pt x="110489" y="2286"/>
                    </a:lnTo>
                    <a:lnTo>
                      <a:pt x="110489" y="9144"/>
                    </a:lnTo>
                    <a:lnTo>
                      <a:pt x="110489" y="21157"/>
                    </a:lnTo>
                    <a:lnTo>
                      <a:pt x="110489" y="33242"/>
                    </a:lnTo>
                    <a:lnTo>
                      <a:pt x="110489" y="45469"/>
                    </a:lnTo>
                    <a:lnTo>
                      <a:pt x="110489" y="57912"/>
                    </a:lnTo>
                    <a:lnTo>
                      <a:pt x="109799" y="82034"/>
                    </a:lnTo>
                    <a:lnTo>
                      <a:pt x="108965" y="106299"/>
                    </a:lnTo>
                    <a:lnTo>
                      <a:pt x="108132" y="130563"/>
                    </a:lnTo>
                    <a:lnTo>
                      <a:pt x="107441" y="154686"/>
                    </a:lnTo>
                    <a:lnTo>
                      <a:pt x="107549" y="181998"/>
                    </a:lnTo>
                    <a:lnTo>
                      <a:pt x="107727" y="209169"/>
                    </a:lnTo>
                    <a:lnTo>
                      <a:pt x="107763" y="236339"/>
                    </a:lnTo>
                    <a:lnTo>
                      <a:pt x="107441" y="263652"/>
                    </a:lnTo>
                    <a:lnTo>
                      <a:pt x="106989" y="285940"/>
                    </a:lnTo>
                    <a:lnTo>
                      <a:pt x="106679" y="308229"/>
                    </a:lnTo>
                    <a:lnTo>
                      <a:pt x="105917" y="352806"/>
                    </a:lnTo>
                    <a:lnTo>
                      <a:pt x="102869" y="398526"/>
                    </a:lnTo>
                    <a:lnTo>
                      <a:pt x="102107" y="403098"/>
                    </a:lnTo>
                    <a:lnTo>
                      <a:pt x="102107" y="406908"/>
                    </a:lnTo>
                    <a:lnTo>
                      <a:pt x="99821" y="410718"/>
                    </a:lnTo>
                    <a:lnTo>
                      <a:pt x="99059" y="413766"/>
                    </a:lnTo>
                    <a:lnTo>
                      <a:pt x="98297" y="413004"/>
                    </a:lnTo>
                    <a:lnTo>
                      <a:pt x="96011" y="413766"/>
                    </a:lnTo>
                    <a:lnTo>
                      <a:pt x="90677" y="416814"/>
                    </a:lnTo>
                    <a:lnTo>
                      <a:pt x="84581" y="417576"/>
                    </a:lnTo>
                    <a:lnTo>
                      <a:pt x="41838" y="419088"/>
                    </a:lnTo>
                    <a:lnTo>
                      <a:pt x="29717" y="419100"/>
                    </a:lnTo>
                    <a:lnTo>
                      <a:pt x="21478" y="419266"/>
                    </a:lnTo>
                    <a:lnTo>
                      <a:pt x="14096" y="418719"/>
                    </a:lnTo>
                    <a:lnTo>
                      <a:pt x="7858" y="415885"/>
                    </a:lnTo>
                    <a:lnTo>
                      <a:pt x="3047" y="409194"/>
                    </a:lnTo>
                    <a:lnTo>
                      <a:pt x="2285" y="405384"/>
                    </a:lnTo>
                    <a:lnTo>
                      <a:pt x="1523" y="402336"/>
                    </a:lnTo>
                    <a:lnTo>
                      <a:pt x="0" y="3992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8" name="Google Shape;408;p3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3513556" y="6115786"/>
              <a:ext cx="358165" cy="2109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3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153600" y="3626332"/>
              <a:ext cx="322722" cy="307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011142" y="3873220"/>
              <a:ext cx="68630" cy="739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4442434" y="3809212"/>
              <a:ext cx="218744" cy="211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3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4970441" y="3757396"/>
              <a:ext cx="375776" cy="2006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3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563896" y="3698722"/>
              <a:ext cx="366013" cy="2484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5985484" y="3832072"/>
              <a:ext cx="67297" cy="770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597692" y="4265650"/>
              <a:ext cx="466585" cy="2426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6" name="Google Shape;416;p3"/>
            <p:cNvGrpSpPr/>
            <p:nvPr/>
          </p:nvGrpSpPr>
          <p:grpSpPr>
            <a:xfrm>
              <a:off x="5129758" y="4280890"/>
              <a:ext cx="485444" cy="281585"/>
              <a:chOff x="5129758" y="4280890"/>
              <a:chExt cx="485444" cy="281585"/>
            </a:xfrm>
          </p:grpSpPr>
          <p:sp>
            <p:nvSpPr>
              <p:cNvPr id="417" name="Google Shape;417;p3"/>
              <p:cNvSpPr/>
              <p:nvPr/>
            </p:nvSpPr>
            <p:spPr>
              <a:xfrm>
                <a:off x="5132069" y="4305300"/>
                <a:ext cx="44450" cy="257175"/>
              </a:xfrm>
              <a:custGeom>
                <a:rect b="b" l="l" r="r" t="t"/>
                <a:pathLst>
                  <a:path extrusionOk="0" h="257175" w="44450">
                    <a:moveTo>
                      <a:pt x="0" y="0"/>
                    </a:moveTo>
                    <a:lnTo>
                      <a:pt x="18859" y="45719"/>
                    </a:lnTo>
                    <a:lnTo>
                      <a:pt x="32004" y="93725"/>
                    </a:lnTo>
                    <a:lnTo>
                      <a:pt x="40005" y="143065"/>
                    </a:lnTo>
                    <a:lnTo>
                      <a:pt x="43434" y="193548"/>
                    </a:lnTo>
                    <a:lnTo>
                      <a:pt x="44184" y="240803"/>
                    </a:lnTo>
                    <a:lnTo>
                      <a:pt x="44196" y="2567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8" name="Google Shape;418;p3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129758" y="4350994"/>
                <a:ext cx="228972" cy="12882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9" name="Google Shape;419;p3"/>
              <p:cNvSpPr/>
              <p:nvPr/>
            </p:nvSpPr>
            <p:spPr>
              <a:xfrm>
                <a:off x="5308091" y="4296156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0" name="Google Shape;420;p3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387159" y="4280890"/>
                <a:ext cx="228043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1" name="Google Shape;421;p3"/>
            <p:cNvGrpSpPr/>
            <p:nvPr/>
          </p:nvGrpSpPr>
          <p:grpSpPr>
            <a:xfrm>
              <a:off x="6816826" y="3504412"/>
              <a:ext cx="630225" cy="268249"/>
              <a:chOff x="6816826" y="3504412"/>
              <a:chExt cx="630225" cy="268249"/>
            </a:xfrm>
          </p:grpSpPr>
          <p:pic>
            <p:nvPicPr>
              <p:cNvPr id="422" name="Google Shape;422;p3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816826" y="3583660"/>
                <a:ext cx="392480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3" name="Google Shape;423;p3"/>
              <p:cNvSpPr/>
              <p:nvPr/>
            </p:nvSpPr>
            <p:spPr>
              <a:xfrm>
                <a:off x="7205471" y="3540251"/>
                <a:ext cx="24765" cy="232410"/>
              </a:xfrm>
              <a:custGeom>
                <a:rect b="b" l="l" r="r" t="t"/>
                <a:pathLst>
                  <a:path extrusionOk="0" h="232410" w="24765">
                    <a:moveTo>
                      <a:pt x="0" y="0"/>
                    </a:moveTo>
                    <a:lnTo>
                      <a:pt x="11037" y="47684"/>
                    </a:lnTo>
                    <a:lnTo>
                      <a:pt x="20193" y="101060"/>
                    </a:lnTo>
                    <a:lnTo>
                      <a:pt x="24479" y="158805"/>
                    </a:lnTo>
                    <a:lnTo>
                      <a:pt x="24765" y="179070"/>
                    </a:lnTo>
                    <a:lnTo>
                      <a:pt x="24479" y="199334"/>
                    </a:lnTo>
                    <a:lnTo>
                      <a:pt x="23622" y="219456"/>
                    </a:lnTo>
                    <a:lnTo>
                      <a:pt x="22860" y="227076"/>
                    </a:lnTo>
                    <a:lnTo>
                      <a:pt x="22860" y="227838"/>
                    </a:lnTo>
                    <a:lnTo>
                      <a:pt x="22860" y="2324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4" name="Google Shape;424;p3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7195826" y="3504412"/>
                <a:ext cx="251225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5" name="Google Shape;425;p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676077" y="3512258"/>
              <a:ext cx="139782" cy="11823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" name="Google Shape;426;p3"/>
            <p:cNvGrpSpPr/>
            <p:nvPr/>
          </p:nvGrpSpPr>
          <p:grpSpPr>
            <a:xfrm>
              <a:off x="8050720" y="3391661"/>
              <a:ext cx="508190" cy="192913"/>
              <a:chOff x="8050720" y="3391661"/>
              <a:chExt cx="508190" cy="192913"/>
            </a:xfrm>
          </p:grpSpPr>
          <p:sp>
            <p:nvSpPr>
              <p:cNvPr id="427" name="Google Shape;427;p3"/>
              <p:cNvSpPr/>
              <p:nvPr/>
            </p:nvSpPr>
            <p:spPr>
              <a:xfrm>
                <a:off x="8050720" y="3425189"/>
                <a:ext cx="82550" cy="159385"/>
              </a:xfrm>
              <a:custGeom>
                <a:rect b="b" l="l" r="r" t="t"/>
                <a:pathLst>
                  <a:path extrusionOk="0" h="159385" w="82550">
                    <a:moveTo>
                      <a:pt x="3619" y="0"/>
                    </a:moveTo>
                    <a:lnTo>
                      <a:pt x="2619" y="16442"/>
                    </a:lnTo>
                    <a:lnTo>
                      <a:pt x="1904" y="32670"/>
                    </a:lnTo>
                    <a:lnTo>
                      <a:pt x="1476" y="48756"/>
                    </a:lnTo>
                    <a:lnTo>
                      <a:pt x="1333" y="64769"/>
                    </a:lnTo>
                    <a:lnTo>
                      <a:pt x="809" y="84570"/>
                    </a:lnTo>
                    <a:lnTo>
                      <a:pt x="0" y="105441"/>
                    </a:lnTo>
                    <a:lnTo>
                      <a:pt x="47" y="126170"/>
                    </a:lnTo>
                    <a:lnTo>
                      <a:pt x="2095" y="145542"/>
                    </a:lnTo>
                    <a:lnTo>
                      <a:pt x="2095" y="144780"/>
                    </a:lnTo>
                    <a:lnTo>
                      <a:pt x="3298" y="137481"/>
                    </a:lnTo>
                    <a:lnTo>
                      <a:pt x="23145" y="103346"/>
                    </a:lnTo>
                    <a:lnTo>
                      <a:pt x="49720" y="97000"/>
                    </a:lnTo>
                    <a:lnTo>
                      <a:pt x="57911" y="97821"/>
                    </a:lnTo>
                    <a:lnTo>
                      <a:pt x="65817" y="100214"/>
                    </a:lnTo>
                    <a:lnTo>
                      <a:pt x="73723" y="104393"/>
                    </a:lnTo>
                    <a:lnTo>
                      <a:pt x="81343" y="108965"/>
                    </a:lnTo>
                    <a:lnTo>
                      <a:pt x="82105" y="117347"/>
                    </a:lnTo>
                    <a:lnTo>
                      <a:pt x="76009" y="124205"/>
                    </a:lnTo>
                    <a:lnTo>
                      <a:pt x="67341" y="132468"/>
                    </a:lnTo>
                    <a:lnTo>
                      <a:pt x="56959" y="140017"/>
                    </a:lnTo>
                    <a:lnTo>
                      <a:pt x="46005" y="146708"/>
                    </a:lnTo>
                    <a:lnTo>
                      <a:pt x="35623" y="152400"/>
                    </a:lnTo>
                    <a:lnTo>
                      <a:pt x="30479" y="155221"/>
                    </a:lnTo>
                    <a:lnTo>
                      <a:pt x="23621" y="158400"/>
                    </a:lnTo>
                    <a:lnTo>
                      <a:pt x="17621" y="159150"/>
                    </a:lnTo>
                    <a:lnTo>
                      <a:pt x="15049" y="154686"/>
                    </a:lnTo>
                    <a:lnTo>
                      <a:pt x="15811" y="152400"/>
                    </a:lnTo>
                    <a:lnTo>
                      <a:pt x="15811" y="149352"/>
                    </a:lnTo>
                    <a:lnTo>
                      <a:pt x="16573" y="14630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8170926" y="3489959"/>
                <a:ext cx="86995" cy="66675"/>
              </a:xfrm>
              <a:custGeom>
                <a:rect b="b" l="l" r="r" t="t"/>
                <a:pathLst>
                  <a:path extrusionOk="0" h="66675" w="86995">
                    <a:moveTo>
                      <a:pt x="0" y="1524"/>
                    </a:moveTo>
                    <a:lnTo>
                      <a:pt x="4572" y="45720"/>
                    </a:lnTo>
                    <a:lnTo>
                      <a:pt x="24288" y="66198"/>
                    </a:lnTo>
                    <a:lnTo>
                      <a:pt x="30515" y="64067"/>
                    </a:lnTo>
                    <a:lnTo>
                      <a:pt x="51053" y="22098"/>
                    </a:lnTo>
                    <a:lnTo>
                      <a:pt x="51816" y="14478"/>
                    </a:lnTo>
                    <a:lnTo>
                      <a:pt x="52577" y="7620"/>
                    </a:lnTo>
                    <a:lnTo>
                      <a:pt x="52577" y="0"/>
                    </a:lnTo>
                    <a:lnTo>
                      <a:pt x="52577" y="1524"/>
                    </a:lnTo>
                    <a:lnTo>
                      <a:pt x="53340" y="8382"/>
                    </a:lnTo>
                    <a:lnTo>
                      <a:pt x="54102" y="12192"/>
                    </a:lnTo>
                    <a:lnTo>
                      <a:pt x="55173" y="19038"/>
                    </a:lnTo>
                    <a:lnTo>
                      <a:pt x="56388" y="25812"/>
                    </a:lnTo>
                    <a:lnTo>
                      <a:pt x="58173" y="32444"/>
                    </a:lnTo>
                    <a:lnTo>
                      <a:pt x="60960" y="38862"/>
                    </a:lnTo>
                    <a:lnTo>
                      <a:pt x="65532" y="47244"/>
                    </a:lnTo>
                    <a:lnTo>
                      <a:pt x="71628" y="50292"/>
                    </a:lnTo>
                    <a:lnTo>
                      <a:pt x="81534" y="50292"/>
                    </a:lnTo>
                    <a:lnTo>
                      <a:pt x="83058" y="50292"/>
                    </a:lnTo>
                    <a:lnTo>
                      <a:pt x="85344" y="50292"/>
                    </a:lnTo>
                    <a:lnTo>
                      <a:pt x="86868" y="502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8274177" y="3463289"/>
                <a:ext cx="74930" cy="83820"/>
              </a:xfrm>
              <a:custGeom>
                <a:rect b="b" l="l" r="r" t="t"/>
                <a:pathLst>
                  <a:path extrusionOk="0" h="83820" w="74929">
                    <a:moveTo>
                      <a:pt x="380" y="25146"/>
                    </a:moveTo>
                    <a:lnTo>
                      <a:pt x="190" y="36242"/>
                    </a:lnTo>
                    <a:lnTo>
                      <a:pt x="0" y="47625"/>
                    </a:lnTo>
                    <a:lnTo>
                      <a:pt x="380" y="59007"/>
                    </a:lnTo>
                    <a:lnTo>
                      <a:pt x="1904" y="70104"/>
                    </a:lnTo>
                    <a:lnTo>
                      <a:pt x="3428" y="74676"/>
                    </a:lnTo>
                    <a:lnTo>
                      <a:pt x="4190" y="79248"/>
                    </a:lnTo>
                    <a:lnTo>
                      <a:pt x="5714" y="83820"/>
                    </a:lnTo>
                    <a:lnTo>
                      <a:pt x="5476" y="76950"/>
                    </a:lnTo>
                    <a:lnTo>
                      <a:pt x="4952" y="70008"/>
                    </a:lnTo>
                    <a:lnTo>
                      <a:pt x="4429" y="62924"/>
                    </a:lnTo>
                    <a:lnTo>
                      <a:pt x="4190" y="55626"/>
                    </a:lnTo>
                    <a:lnTo>
                      <a:pt x="4250" y="44588"/>
                    </a:lnTo>
                    <a:lnTo>
                      <a:pt x="5810" y="34194"/>
                    </a:lnTo>
                    <a:lnTo>
                      <a:pt x="28479" y="3238"/>
                    </a:lnTo>
                    <a:lnTo>
                      <a:pt x="46100" y="0"/>
                    </a:lnTo>
                    <a:lnTo>
                      <a:pt x="53459" y="869"/>
                    </a:lnTo>
                    <a:lnTo>
                      <a:pt x="74783" y="38802"/>
                    </a:lnTo>
                    <a:lnTo>
                      <a:pt x="74294" y="46482"/>
                    </a:lnTo>
                    <a:lnTo>
                      <a:pt x="73532" y="54102"/>
                    </a:lnTo>
                    <a:lnTo>
                      <a:pt x="70484" y="61722"/>
                    </a:lnTo>
                    <a:lnTo>
                      <a:pt x="68960" y="6934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8375142" y="3445382"/>
                <a:ext cx="83820" cy="83820"/>
              </a:xfrm>
              <a:custGeom>
                <a:rect b="b" l="l" r="r" t="t"/>
                <a:pathLst>
                  <a:path extrusionOk="0" h="83820" w="83820">
                    <a:moveTo>
                      <a:pt x="38100" y="10287"/>
                    </a:moveTo>
                    <a:lnTo>
                      <a:pt x="30075" y="2500"/>
                    </a:lnTo>
                    <a:lnTo>
                      <a:pt x="24193" y="0"/>
                    </a:lnTo>
                    <a:lnTo>
                      <a:pt x="18597" y="3214"/>
                    </a:lnTo>
                    <a:lnTo>
                      <a:pt x="500" y="42362"/>
                    </a:lnTo>
                    <a:lnTo>
                      <a:pt x="0" y="53721"/>
                    </a:lnTo>
                    <a:lnTo>
                      <a:pt x="1202" y="63472"/>
                    </a:lnTo>
                    <a:lnTo>
                      <a:pt x="5619" y="71151"/>
                    </a:lnTo>
                    <a:lnTo>
                      <a:pt x="12751" y="76973"/>
                    </a:lnTo>
                    <a:lnTo>
                      <a:pt x="22098" y="81153"/>
                    </a:lnTo>
                    <a:lnTo>
                      <a:pt x="34563" y="83331"/>
                    </a:lnTo>
                    <a:lnTo>
                      <a:pt x="47529" y="83153"/>
                    </a:lnTo>
                    <a:lnTo>
                      <a:pt x="60352" y="80831"/>
                    </a:lnTo>
                    <a:lnTo>
                      <a:pt x="72390" y="76581"/>
                    </a:lnTo>
                    <a:lnTo>
                      <a:pt x="76200" y="74295"/>
                    </a:lnTo>
                    <a:lnTo>
                      <a:pt x="80010" y="72771"/>
                    </a:lnTo>
                    <a:lnTo>
                      <a:pt x="83820" y="704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8468105" y="3391661"/>
                <a:ext cx="90805" cy="119380"/>
              </a:xfrm>
              <a:custGeom>
                <a:rect b="b" l="l" r="r" t="t"/>
                <a:pathLst>
                  <a:path extrusionOk="0" h="119379" w="90804">
                    <a:moveTo>
                      <a:pt x="12953" y="39624"/>
                    </a:moveTo>
                    <a:lnTo>
                      <a:pt x="10644" y="29467"/>
                    </a:lnTo>
                    <a:lnTo>
                      <a:pt x="8191" y="19526"/>
                    </a:lnTo>
                    <a:lnTo>
                      <a:pt x="5453" y="9727"/>
                    </a:lnTo>
                    <a:lnTo>
                      <a:pt x="2285" y="0"/>
                    </a:lnTo>
                    <a:lnTo>
                      <a:pt x="0" y="3810"/>
                    </a:lnTo>
                    <a:lnTo>
                      <a:pt x="1523" y="11430"/>
                    </a:lnTo>
                    <a:lnTo>
                      <a:pt x="1523" y="18288"/>
                    </a:lnTo>
                    <a:lnTo>
                      <a:pt x="1785" y="32563"/>
                    </a:lnTo>
                    <a:lnTo>
                      <a:pt x="1904" y="46767"/>
                    </a:lnTo>
                    <a:lnTo>
                      <a:pt x="2595" y="60829"/>
                    </a:lnTo>
                    <a:lnTo>
                      <a:pt x="13573" y="104679"/>
                    </a:lnTo>
                    <a:lnTo>
                      <a:pt x="20573" y="118872"/>
                    </a:lnTo>
                    <a:lnTo>
                      <a:pt x="20573" y="117348"/>
                    </a:lnTo>
                    <a:lnTo>
                      <a:pt x="24383" y="118872"/>
                    </a:lnTo>
                    <a:lnTo>
                      <a:pt x="24824" y="112466"/>
                    </a:lnTo>
                    <a:lnTo>
                      <a:pt x="25050" y="105918"/>
                    </a:lnTo>
                    <a:lnTo>
                      <a:pt x="25134" y="99369"/>
                    </a:lnTo>
                    <a:lnTo>
                      <a:pt x="25145" y="92964"/>
                    </a:lnTo>
                    <a:lnTo>
                      <a:pt x="25253" y="83284"/>
                    </a:lnTo>
                    <a:lnTo>
                      <a:pt x="43243" y="47053"/>
                    </a:lnTo>
                    <a:lnTo>
                      <a:pt x="50220" y="45672"/>
                    </a:lnTo>
                    <a:lnTo>
                      <a:pt x="57911" y="45720"/>
                    </a:lnTo>
                    <a:lnTo>
                      <a:pt x="89725" y="77152"/>
                    </a:lnTo>
                    <a:lnTo>
                      <a:pt x="90463" y="85201"/>
                    </a:lnTo>
                    <a:lnTo>
                      <a:pt x="89915" y="92964"/>
                    </a:lnTo>
                    <a:lnTo>
                      <a:pt x="89153" y="102870"/>
                    </a:lnTo>
                    <a:lnTo>
                      <a:pt x="85343" y="107442"/>
                    </a:lnTo>
                    <a:lnTo>
                      <a:pt x="79247" y="1143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" name="Google Shape;432;p3"/>
            <p:cNvGrpSpPr/>
            <p:nvPr/>
          </p:nvGrpSpPr>
          <p:grpSpPr>
            <a:xfrm>
              <a:off x="6059398" y="4172686"/>
              <a:ext cx="515924" cy="215696"/>
              <a:chOff x="6059398" y="4172686"/>
              <a:chExt cx="515924" cy="215696"/>
            </a:xfrm>
          </p:grpSpPr>
          <p:pic>
            <p:nvPicPr>
              <p:cNvPr id="433" name="Google Shape;433;p3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6059398" y="4188688"/>
                <a:ext cx="277418" cy="1996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4" name="Google Shape;434;p3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361912" y="4172686"/>
                <a:ext cx="213410" cy="1623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5" name="Google Shape;435;p3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6632232" y="4152874"/>
              <a:ext cx="293611" cy="237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3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153761" y="4155922"/>
              <a:ext cx="168321" cy="1447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7" name="Google Shape;437;p3"/>
            <p:cNvGrpSpPr/>
            <p:nvPr/>
          </p:nvGrpSpPr>
          <p:grpSpPr>
            <a:xfrm>
              <a:off x="7466050" y="4068292"/>
              <a:ext cx="645143" cy="191408"/>
              <a:chOff x="7466050" y="4068292"/>
              <a:chExt cx="645143" cy="191408"/>
            </a:xfrm>
          </p:grpSpPr>
          <p:pic>
            <p:nvPicPr>
              <p:cNvPr id="438" name="Google Shape;438;p3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7466050" y="4068292"/>
                <a:ext cx="476348" cy="1914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9" name="Google Shape;439;p3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7974304" y="4106392"/>
                <a:ext cx="136889" cy="922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0" name="Google Shape;440;p3"/>
            <p:cNvGrpSpPr/>
            <p:nvPr/>
          </p:nvGrpSpPr>
          <p:grpSpPr>
            <a:xfrm>
              <a:off x="8389594" y="4008856"/>
              <a:ext cx="429818" cy="165404"/>
              <a:chOff x="8389594" y="4008856"/>
              <a:chExt cx="429818" cy="165404"/>
            </a:xfrm>
          </p:grpSpPr>
          <p:pic>
            <p:nvPicPr>
              <p:cNvPr id="441" name="Google Shape;441;p3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8389594" y="4028894"/>
                <a:ext cx="237794" cy="1453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" name="Google Shape;442;p3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8648674" y="4008856"/>
                <a:ext cx="170738" cy="1166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3" name="Google Shape;443;p3"/>
            <p:cNvGrpSpPr/>
            <p:nvPr/>
          </p:nvGrpSpPr>
          <p:grpSpPr>
            <a:xfrm>
              <a:off x="8917686" y="3941825"/>
              <a:ext cx="250190" cy="132080"/>
              <a:chOff x="8917686" y="3941825"/>
              <a:chExt cx="250190" cy="132080"/>
            </a:xfrm>
          </p:grpSpPr>
          <p:sp>
            <p:nvSpPr>
              <p:cNvPr id="444" name="Google Shape;444;p3"/>
              <p:cNvSpPr/>
              <p:nvPr/>
            </p:nvSpPr>
            <p:spPr>
              <a:xfrm>
                <a:off x="8939784" y="3941825"/>
                <a:ext cx="10160" cy="132080"/>
              </a:xfrm>
              <a:custGeom>
                <a:rect b="b" l="l" r="r" t="t"/>
                <a:pathLst>
                  <a:path extrusionOk="0" h="132079" w="10159">
                    <a:moveTo>
                      <a:pt x="0" y="0"/>
                    </a:moveTo>
                    <a:lnTo>
                      <a:pt x="8465" y="39219"/>
                    </a:lnTo>
                    <a:lnTo>
                      <a:pt x="9620" y="84582"/>
                    </a:lnTo>
                    <a:lnTo>
                      <a:pt x="9251" y="100274"/>
                    </a:lnTo>
                    <a:lnTo>
                      <a:pt x="8382" y="115823"/>
                    </a:lnTo>
                    <a:lnTo>
                      <a:pt x="7620" y="121157"/>
                    </a:lnTo>
                    <a:lnTo>
                      <a:pt x="7620" y="126492"/>
                    </a:lnTo>
                    <a:lnTo>
                      <a:pt x="6858" y="1318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3"/>
              <p:cNvSpPr/>
              <p:nvPr/>
            </p:nvSpPr>
            <p:spPr>
              <a:xfrm>
                <a:off x="8917686" y="3963923"/>
                <a:ext cx="250190" cy="88265"/>
              </a:xfrm>
              <a:custGeom>
                <a:rect b="b" l="l" r="r" t="t"/>
                <a:pathLst>
                  <a:path extrusionOk="0" h="88264" w="250190">
                    <a:moveTo>
                      <a:pt x="0" y="36575"/>
                    </a:moveTo>
                    <a:lnTo>
                      <a:pt x="26669" y="8381"/>
                    </a:lnTo>
                    <a:lnTo>
                      <a:pt x="64769" y="761"/>
                    </a:lnTo>
                    <a:lnTo>
                      <a:pt x="73913" y="0"/>
                    </a:lnTo>
                    <a:lnTo>
                      <a:pt x="76961" y="761"/>
                    </a:lnTo>
                    <a:lnTo>
                      <a:pt x="78486" y="10667"/>
                    </a:lnTo>
                    <a:lnTo>
                      <a:pt x="79462" y="22336"/>
                    </a:lnTo>
                    <a:lnTo>
                      <a:pt x="79438" y="34289"/>
                    </a:lnTo>
                    <a:lnTo>
                      <a:pt x="79128" y="46243"/>
                    </a:lnTo>
                    <a:lnTo>
                      <a:pt x="79248" y="57911"/>
                    </a:lnTo>
                    <a:lnTo>
                      <a:pt x="79486" y="64650"/>
                    </a:lnTo>
                    <a:lnTo>
                      <a:pt x="80010" y="71246"/>
                    </a:lnTo>
                    <a:lnTo>
                      <a:pt x="80533" y="77843"/>
                    </a:lnTo>
                    <a:lnTo>
                      <a:pt x="80772" y="84581"/>
                    </a:lnTo>
                    <a:lnTo>
                      <a:pt x="80772" y="85343"/>
                    </a:lnTo>
                    <a:lnTo>
                      <a:pt x="80772" y="86105"/>
                    </a:lnTo>
                    <a:lnTo>
                      <a:pt x="79248" y="80771"/>
                    </a:lnTo>
                    <a:lnTo>
                      <a:pt x="77724" y="75437"/>
                    </a:lnTo>
                    <a:lnTo>
                      <a:pt x="76962" y="69341"/>
                    </a:lnTo>
                    <a:lnTo>
                      <a:pt x="76735" y="60912"/>
                    </a:lnTo>
                    <a:lnTo>
                      <a:pt x="77438" y="52768"/>
                    </a:lnTo>
                    <a:lnTo>
                      <a:pt x="104394" y="22859"/>
                    </a:lnTo>
                    <a:lnTo>
                      <a:pt x="113538" y="22097"/>
                    </a:lnTo>
                    <a:lnTo>
                      <a:pt x="120396" y="25145"/>
                    </a:lnTo>
                    <a:lnTo>
                      <a:pt x="134874" y="59435"/>
                    </a:lnTo>
                    <a:lnTo>
                      <a:pt x="134385" y="65746"/>
                    </a:lnTo>
                    <a:lnTo>
                      <a:pt x="133826" y="73913"/>
                    </a:lnTo>
                    <a:lnTo>
                      <a:pt x="134552" y="81510"/>
                    </a:lnTo>
                    <a:lnTo>
                      <a:pt x="137922" y="86105"/>
                    </a:lnTo>
                    <a:lnTo>
                      <a:pt x="144946" y="87915"/>
                    </a:lnTo>
                    <a:lnTo>
                      <a:pt x="153543" y="88010"/>
                    </a:lnTo>
                    <a:lnTo>
                      <a:pt x="162139" y="86963"/>
                    </a:lnTo>
                    <a:lnTo>
                      <a:pt x="198310" y="69270"/>
                    </a:lnTo>
                    <a:lnTo>
                      <a:pt x="219456" y="28193"/>
                    </a:lnTo>
                    <a:lnTo>
                      <a:pt x="219456" y="19811"/>
                    </a:lnTo>
                    <a:lnTo>
                      <a:pt x="219456" y="10667"/>
                    </a:lnTo>
                    <a:lnTo>
                      <a:pt x="210311" y="7619"/>
                    </a:lnTo>
                    <a:lnTo>
                      <a:pt x="203263" y="7739"/>
                    </a:lnTo>
                    <a:lnTo>
                      <a:pt x="197929" y="10858"/>
                    </a:lnTo>
                    <a:lnTo>
                      <a:pt x="194024" y="15978"/>
                    </a:lnTo>
                    <a:lnTo>
                      <a:pt x="191262" y="22097"/>
                    </a:lnTo>
                    <a:lnTo>
                      <a:pt x="188190" y="31837"/>
                    </a:lnTo>
                    <a:lnTo>
                      <a:pt x="186690" y="42862"/>
                    </a:lnTo>
                    <a:lnTo>
                      <a:pt x="188047" y="53601"/>
                    </a:lnTo>
                    <a:lnTo>
                      <a:pt x="225373" y="71270"/>
                    </a:lnTo>
                    <a:lnTo>
                      <a:pt x="236220" y="71627"/>
                    </a:lnTo>
                    <a:lnTo>
                      <a:pt x="240792" y="71627"/>
                    </a:lnTo>
                    <a:lnTo>
                      <a:pt x="245364" y="71627"/>
                    </a:lnTo>
                    <a:lnTo>
                      <a:pt x="249936" y="7162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6" name="Google Shape;446;p3"/>
            <p:cNvSpPr/>
            <p:nvPr/>
          </p:nvSpPr>
          <p:spPr>
            <a:xfrm>
              <a:off x="7859268" y="6045708"/>
              <a:ext cx="1483360" cy="174625"/>
            </a:xfrm>
            <a:custGeom>
              <a:rect b="b" l="l" r="r" t="t"/>
              <a:pathLst>
                <a:path extrusionOk="0" h="174625" w="1483359">
                  <a:moveTo>
                    <a:pt x="0" y="131064"/>
                  </a:moveTo>
                  <a:lnTo>
                    <a:pt x="22860" y="163068"/>
                  </a:lnTo>
                  <a:lnTo>
                    <a:pt x="72901" y="173997"/>
                  </a:lnTo>
                  <a:lnTo>
                    <a:pt x="89916" y="173736"/>
                  </a:lnTo>
                  <a:lnTo>
                    <a:pt x="145732" y="166116"/>
                  </a:lnTo>
                  <a:lnTo>
                    <a:pt x="200406" y="151638"/>
                  </a:lnTo>
                  <a:lnTo>
                    <a:pt x="235160" y="141434"/>
                  </a:lnTo>
                  <a:lnTo>
                    <a:pt x="269843" y="131730"/>
                  </a:lnTo>
                  <a:lnTo>
                    <a:pt x="339852" y="115824"/>
                  </a:lnTo>
                  <a:lnTo>
                    <a:pt x="392144" y="107942"/>
                  </a:lnTo>
                  <a:lnTo>
                    <a:pt x="445579" y="103632"/>
                  </a:lnTo>
                  <a:lnTo>
                    <a:pt x="499300" y="102750"/>
                  </a:lnTo>
                  <a:lnTo>
                    <a:pt x="552450" y="105156"/>
                  </a:lnTo>
                  <a:lnTo>
                    <a:pt x="612076" y="112966"/>
                  </a:lnTo>
                  <a:lnTo>
                    <a:pt x="670560" y="126492"/>
                  </a:lnTo>
                  <a:lnTo>
                    <a:pt x="719959" y="145351"/>
                  </a:lnTo>
                  <a:lnTo>
                    <a:pt x="749808" y="169926"/>
                  </a:lnTo>
                  <a:lnTo>
                    <a:pt x="749808" y="171450"/>
                  </a:lnTo>
                  <a:lnTo>
                    <a:pt x="749808" y="172212"/>
                  </a:lnTo>
                  <a:lnTo>
                    <a:pt x="750570" y="171450"/>
                  </a:lnTo>
                  <a:lnTo>
                    <a:pt x="752856" y="165354"/>
                  </a:lnTo>
                  <a:lnTo>
                    <a:pt x="755904" y="160020"/>
                  </a:lnTo>
                  <a:lnTo>
                    <a:pt x="795730" y="125313"/>
                  </a:lnTo>
                  <a:lnTo>
                    <a:pt x="843283" y="103120"/>
                  </a:lnTo>
                  <a:lnTo>
                    <a:pt x="914792" y="83712"/>
                  </a:lnTo>
                  <a:lnTo>
                    <a:pt x="981717" y="74402"/>
                  </a:lnTo>
                  <a:lnTo>
                    <a:pt x="1042916" y="71187"/>
                  </a:lnTo>
                  <a:lnTo>
                    <a:pt x="1111948" y="70544"/>
                  </a:lnTo>
                  <a:lnTo>
                    <a:pt x="1150239" y="70580"/>
                  </a:lnTo>
                  <a:lnTo>
                    <a:pt x="1188529" y="70758"/>
                  </a:lnTo>
                  <a:lnTo>
                    <a:pt x="1226820" y="70866"/>
                  </a:lnTo>
                  <a:lnTo>
                    <a:pt x="1284732" y="70675"/>
                  </a:lnTo>
                  <a:lnTo>
                    <a:pt x="1342644" y="67056"/>
                  </a:lnTo>
                  <a:lnTo>
                    <a:pt x="1389411" y="59626"/>
                  </a:lnTo>
                  <a:lnTo>
                    <a:pt x="1435608" y="48768"/>
                  </a:lnTo>
                  <a:lnTo>
                    <a:pt x="1446740" y="45993"/>
                  </a:lnTo>
                  <a:lnTo>
                    <a:pt x="1460658" y="42005"/>
                  </a:lnTo>
                  <a:lnTo>
                    <a:pt x="1473862" y="36445"/>
                  </a:lnTo>
                  <a:lnTo>
                    <a:pt x="1482852" y="28956"/>
                  </a:lnTo>
                  <a:lnTo>
                    <a:pt x="1480339" y="19823"/>
                  </a:lnTo>
                  <a:lnTo>
                    <a:pt x="1467897" y="10763"/>
                  </a:lnTo>
                  <a:lnTo>
                    <a:pt x="1453598" y="3559"/>
                  </a:lnTo>
                  <a:lnTo>
                    <a:pt x="144551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4"/>
          <p:cNvGrpSpPr/>
          <p:nvPr/>
        </p:nvGrpSpPr>
        <p:grpSpPr>
          <a:xfrm>
            <a:off x="1297805" y="2127478"/>
            <a:ext cx="8362856" cy="3877043"/>
            <a:chOff x="3281171" y="2127478"/>
            <a:chExt cx="6379489" cy="2900324"/>
          </a:xfrm>
        </p:grpSpPr>
        <p:grpSp>
          <p:nvGrpSpPr>
            <p:cNvPr id="452" name="Google Shape;452;p4"/>
            <p:cNvGrpSpPr/>
            <p:nvPr/>
          </p:nvGrpSpPr>
          <p:grpSpPr>
            <a:xfrm>
              <a:off x="4030585" y="2127478"/>
              <a:ext cx="525723" cy="245521"/>
              <a:chOff x="4030585" y="2127478"/>
              <a:chExt cx="525723" cy="245521"/>
            </a:xfrm>
          </p:grpSpPr>
          <p:pic>
            <p:nvPicPr>
              <p:cNvPr id="453" name="Google Shape;453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030585" y="2127478"/>
                <a:ext cx="149771" cy="2455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4" name="Google Shape;454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01642" y="2151862"/>
                <a:ext cx="354666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55" name="Google Shape;45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24780" y="2146528"/>
              <a:ext cx="151688" cy="1737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6" name="Google Shape;456;p4"/>
            <p:cNvGrpSpPr/>
            <p:nvPr/>
          </p:nvGrpSpPr>
          <p:grpSpPr>
            <a:xfrm>
              <a:off x="5337022" y="2136622"/>
              <a:ext cx="608126" cy="191312"/>
              <a:chOff x="5337022" y="2136622"/>
              <a:chExt cx="608126" cy="191312"/>
            </a:xfrm>
          </p:grpSpPr>
          <p:pic>
            <p:nvPicPr>
              <p:cNvPr id="457" name="Google Shape;457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337022" y="2209012"/>
                <a:ext cx="189753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8" name="Google Shape;458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550382" y="2136622"/>
                <a:ext cx="394766" cy="1814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9" name="Google Shape;459;p4"/>
            <p:cNvGrpSpPr/>
            <p:nvPr/>
          </p:nvGrpSpPr>
          <p:grpSpPr>
            <a:xfrm>
              <a:off x="3290792" y="2868930"/>
              <a:ext cx="746125" cy="206883"/>
              <a:chOff x="3290792" y="2868930"/>
              <a:chExt cx="746125" cy="206883"/>
            </a:xfrm>
          </p:grpSpPr>
          <p:sp>
            <p:nvSpPr>
              <p:cNvPr id="460" name="Google Shape;460;p4"/>
              <p:cNvSpPr/>
              <p:nvPr/>
            </p:nvSpPr>
            <p:spPr>
              <a:xfrm>
                <a:off x="3290792" y="2902458"/>
                <a:ext cx="136525" cy="173355"/>
              </a:xfrm>
              <a:custGeom>
                <a:rect b="b" l="l" r="r" t="t"/>
                <a:pathLst>
                  <a:path extrusionOk="0" h="173355" w="136525">
                    <a:moveTo>
                      <a:pt x="100107" y="16001"/>
                    </a:moveTo>
                    <a:lnTo>
                      <a:pt x="93833" y="10179"/>
                    </a:lnTo>
                    <a:lnTo>
                      <a:pt x="86486" y="4286"/>
                    </a:lnTo>
                    <a:lnTo>
                      <a:pt x="78140" y="250"/>
                    </a:lnTo>
                    <a:lnTo>
                      <a:pt x="68865" y="0"/>
                    </a:lnTo>
                    <a:lnTo>
                      <a:pt x="59864" y="5107"/>
                    </a:lnTo>
                    <a:lnTo>
                      <a:pt x="36837" y="43386"/>
                    </a:lnTo>
                    <a:lnTo>
                      <a:pt x="33075" y="69294"/>
                    </a:lnTo>
                    <a:lnTo>
                      <a:pt x="35337" y="81533"/>
                    </a:lnTo>
                    <a:lnTo>
                      <a:pt x="73437" y="105917"/>
                    </a:lnTo>
                    <a:lnTo>
                      <a:pt x="96678" y="110204"/>
                    </a:lnTo>
                    <a:lnTo>
                      <a:pt x="108370" y="112240"/>
                    </a:lnTo>
                    <a:lnTo>
                      <a:pt x="119919" y="115061"/>
                    </a:lnTo>
                    <a:lnTo>
                      <a:pt x="127539" y="117347"/>
                    </a:lnTo>
                    <a:lnTo>
                      <a:pt x="135921" y="120395"/>
                    </a:lnTo>
                    <a:lnTo>
                      <a:pt x="135921" y="129539"/>
                    </a:lnTo>
                    <a:lnTo>
                      <a:pt x="132135" y="137636"/>
                    </a:lnTo>
                    <a:lnTo>
                      <a:pt x="92094" y="160198"/>
                    </a:lnTo>
                    <a:lnTo>
                      <a:pt x="46767" y="171449"/>
                    </a:lnTo>
                    <a:lnTo>
                      <a:pt x="24955" y="172878"/>
                    </a:lnTo>
                    <a:lnTo>
                      <a:pt x="13870" y="171342"/>
                    </a:lnTo>
                    <a:lnTo>
                      <a:pt x="4857" y="166877"/>
                    </a:lnTo>
                    <a:lnTo>
                      <a:pt x="464" y="161258"/>
                    </a:lnTo>
                    <a:lnTo>
                      <a:pt x="0" y="155066"/>
                    </a:lnTo>
                    <a:lnTo>
                      <a:pt x="1964" y="148875"/>
                    </a:lnTo>
                    <a:lnTo>
                      <a:pt x="4857" y="14325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"/>
              <p:cNvSpPr/>
              <p:nvPr/>
            </p:nvSpPr>
            <p:spPr>
              <a:xfrm>
                <a:off x="3435096" y="2930652"/>
                <a:ext cx="33020" cy="120650"/>
              </a:xfrm>
              <a:custGeom>
                <a:rect b="b" l="l" r="r" t="t"/>
                <a:pathLst>
                  <a:path extrusionOk="0" h="120650" w="33020">
                    <a:moveTo>
                      <a:pt x="0" y="0"/>
                    </a:moveTo>
                    <a:lnTo>
                      <a:pt x="2964" y="14168"/>
                    </a:lnTo>
                    <a:lnTo>
                      <a:pt x="6000" y="28194"/>
                    </a:lnTo>
                    <a:lnTo>
                      <a:pt x="8893" y="42219"/>
                    </a:lnTo>
                    <a:lnTo>
                      <a:pt x="11430" y="56388"/>
                    </a:lnTo>
                    <a:lnTo>
                      <a:pt x="13513" y="69639"/>
                    </a:lnTo>
                    <a:lnTo>
                      <a:pt x="15525" y="82962"/>
                    </a:lnTo>
                    <a:lnTo>
                      <a:pt x="17966" y="96142"/>
                    </a:lnTo>
                    <a:lnTo>
                      <a:pt x="21336" y="108966"/>
                    </a:lnTo>
                    <a:lnTo>
                      <a:pt x="23622" y="115062"/>
                    </a:lnTo>
                    <a:lnTo>
                      <a:pt x="26670" y="120396"/>
                    </a:lnTo>
                    <a:lnTo>
                      <a:pt x="32766" y="11734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"/>
              <p:cNvSpPr/>
              <p:nvPr/>
            </p:nvSpPr>
            <p:spPr>
              <a:xfrm>
                <a:off x="3438144" y="2973324"/>
                <a:ext cx="90170" cy="10795"/>
              </a:xfrm>
              <a:custGeom>
                <a:rect b="b" l="l" r="r" t="t"/>
                <a:pathLst>
                  <a:path extrusionOk="0" h="10794" w="90170">
                    <a:moveTo>
                      <a:pt x="0" y="10667"/>
                    </a:moveTo>
                    <a:lnTo>
                      <a:pt x="15644" y="9691"/>
                    </a:lnTo>
                    <a:lnTo>
                      <a:pt x="30861" y="8000"/>
                    </a:lnTo>
                    <a:lnTo>
                      <a:pt x="46077" y="5738"/>
                    </a:lnTo>
                    <a:lnTo>
                      <a:pt x="61722" y="3047"/>
                    </a:lnTo>
                    <a:lnTo>
                      <a:pt x="70949" y="2035"/>
                    </a:lnTo>
                    <a:lnTo>
                      <a:pt x="77819" y="1238"/>
                    </a:lnTo>
                    <a:lnTo>
                      <a:pt x="83689" y="583"/>
                    </a:lnTo>
                    <a:lnTo>
                      <a:pt x="8991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4"/>
              <p:cNvSpPr/>
              <p:nvPr/>
            </p:nvSpPr>
            <p:spPr>
              <a:xfrm>
                <a:off x="3517963" y="2951988"/>
                <a:ext cx="63500" cy="102235"/>
              </a:xfrm>
              <a:custGeom>
                <a:rect b="b" l="l" r="r" t="t"/>
                <a:pathLst>
                  <a:path extrusionOk="0" h="102235" w="63500">
                    <a:moveTo>
                      <a:pt x="45148" y="51053"/>
                    </a:moveTo>
                    <a:lnTo>
                      <a:pt x="23050" y="18287"/>
                    </a:lnTo>
                    <a:lnTo>
                      <a:pt x="19240" y="6095"/>
                    </a:lnTo>
                    <a:lnTo>
                      <a:pt x="15430" y="0"/>
                    </a:lnTo>
                    <a:lnTo>
                      <a:pt x="2190" y="44005"/>
                    </a:lnTo>
                    <a:lnTo>
                      <a:pt x="0" y="78640"/>
                    </a:lnTo>
                    <a:lnTo>
                      <a:pt x="381" y="87915"/>
                    </a:lnTo>
                    <a:lnTo>
                      <a:pt x="2762" y="96476"/>
                    </a:lnTo>
                    <a:lnTo>
                      <a:pt x="8572" y="102107"/>
                    </a:lnTo>
                    <a:lnTo>
                      <a:pt x="16549" y="102167"/>
                    </a:lnTo>
                    <a:lnTo>
                      <a:pt x="23241" y="98012"/>
                    </a:lnTo>
                    <a:lnTo>
                      <a:pt x="40862" y="56578"/>
                    </a:lnTo>
                    <a:lnTo>
                      <a:pt x="42100" y="26669"/>
                    </a:lnTo>
                    <a:lnTo>
                      <a:pt x="42100" y="23621"/>
                    </a:lnTo>
                    <a:lnTo>
                      <a:pt x="42862" y="22859"/>
                    </a:lnTo>
                    <a:lnTo>
                      <a:pt x="41338" y="21335"/>
                    </a:lnTo>
                    <a:lnTo>
                      <a:pt x="39052" y="27431"/>
                    </a:lnTo>
                    <a:lnTo>
                      <a:pt x="39052" y="33527"/>
                    </a:lnTo>
                    <a:lnTo>
                      <a:pt x="48958" y="77723"/>
                    </a:lnTo>
                    <a:lnTo>
                      <a:pt x="58102" y="84581"/>
                    </a:lnTo>
                    <a:lnTo>
                      <a:pt x="63436" y="8686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4"/>
              <p:cNvSpPr/>
              <p:nvPr/>
            </p:nvSpPr>
            <p:spPr>
              <a:xfrm>
                <a:off x="3608070" y="2948940"/>
                <a:ext cx="66675" cy="97790"/>
              </a:xfrm>
              <a:custGeom>
                <a:rect b="b" l="l" r="r" t="t"/>
                <a:pathLst>
                  <a:path extrusionOk="0" h="97789" w="66675">
                    <a:moveTo>
                      <a:pt x="7620" y="12953"/>
                    </a:moveTo>
                    <a:lnTo>
                      <a:pt x="4500" y="25967"/>
                    </a:lnTo>
                    <a:lnTo>
                      <a:pt x="2095" y="38195"/>
                    </a:lnTo>
                    <a:lnTo>
                      <a:pt x="547" y="50565"/>
                    </a:lnTo>
                    <a:lnTo>
                      <a:pt x="0" y="64007"/>
                    </a:lnTo>
                    <a:lnTo>
                      <a:pt x="523" y="71747"/>
                    </a:lnTo>
                    <a:lnTo>
                      <a:pt x="1333" y="79057"/>
                    </a:lnTo>
                    <a:lnTo>
                      <a:pt x="3000" y="86082"/>
                    </a:lnTo>
                    <a:lnTo>
                      <a:pt x="6096" y="92963"/>
                    </a:lnTo>
                    <a:lnTo>
                      <a:pt x="9144" y="97535"/>
                    </a:lnTo>
                    <a:lnTo>
                      <a:pt x="8382" y="95249"/>
                    </a:lnTo>
                    <a:lnTo>
                      <a:pt x="12192" y="96011"/>
                    </a:lnTo>
                    <a:lnTo>
                      <a:pt x="11179" y="74926"/>
                    </a:lnTo>
                    <a:lnTo>
                      <a:pt x="9810" y="51339"/>
                    </a:lnTo>
                    <a:lnTo>
                      <a:pt x="10584" y="28182"/>
                    </a:lnTo>
                    <a:lnTo>
                      <a:pt x="16002" y="8381"/>
                    </a:lnTo>
                    <a:lnTo>
                      <a:pt x="19812" y="1523"/>
                    </a:lnTo>
                    <a:lnTo>
                      <a:pt x="28956" y="0"/>
                    </a:lnTo>
                    <a:lnTo>
                      <a:pt x="35052" y="3809"/>
                    </a:lnTo>
                    <a:lnTo>
                      <a:pt x="55626" y="36575"/>
                    </a:lnTo>
                    <a:lnTo>
                      <a:pt x="63246" y="83057"/>
                    </a:lnTo>
                    <a:lnTo>
                      <a:pt x="64008" y="90677"/>
                    </a:lnTo>
                    <a:lnTo>
                      <a:pt x="64008" y="92963"/>
                    </a:lnTo>
                    <a:lnTo>
                      <a:pt x="66294" y="975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4"/>
              <p:cNvSpPr/>
              <p:nvPr/>
            </p:nvSpPr>
            <p:spPr>
              <a:xfrm>
                <a:off x="3703117" y="2901696"/>
                <a:ext cx="179705" cy="137795"/>
              </a:xfrm>
              <a:custGeom>
                <a:rect b="b" l="l" r="r" t="t"/>
                <a:pathLst>
                  <a:path extrusionOk="0" h="137794" w="179704">
                    <a:moveTo>
                      <a:pt x="26110" y="0"/>
                    </a:moveTo>
                    <a:lnTo>
                      <a:pt x="30527" y="13025"/>
                    </a:lnTo>
                    <a:lnTo>
                      <a:pt x="34587" y="25908"/>
                    </a:lnTo>
                    <a:lnTo>
                      <a:pt x="38219" y="38790"/>
                    </a:lnTo>
                    <a:lnTo>
                      <a:pt x="41350" y="51816"/>
                    </a:lnTo>
                    <a:lnTo>
                      <a:pt x="44969" y="66222"/>
                    </a:lnTo>
                    <a:lnTo>
                      <a:pt x="48017" y="80772"/>
                    </a:lnTo>
                    <a:lnTo>
                      <a:pt x="50780" y="95321"/>
                    </a:lnTo>
                    <a:lnTo>
                      <a:pt x="53542" y="109728"/>
                    </a:lnTo>
                    <a:lnTo>
                      <a:pt x="38873" y="69342"/>
                    </a:lnTo>
                    <a:lnTo>
                      <a:pt x="4762" y="94202"/>
                    </a:lnTo>
                    <a:lnTo>
                      <a:pt x="0" y="113859"/>
                    </a:lnTo>
                    <a:lnTo>
                      <a:pt x="1059" y="122586"/>
                    </a:lnTo>
                    <a:lnTo>
                      <a:pt x="5691" y="129456"/>
                    </a:lnTo>
                    <a:lnTo>
                      <a:pt x="14680" y="134112"/>
                    </a:lnTo>
                    <a:lnTo>
                      <a:pt x="29872" y="137362"/>
                    </a:lnTo>
                    <a:lnTo>
                      <a:pt x="45350" y="137255"/>
                    </a:lnTo>
                    <a:lnTo>
                      <a:pt x="90832" y="121681"/>
                    </a:lnTo>
                    <a:lnTo>
                      <a:pt x="128980" y="86105"/>
                    </a:lnTo>
                    <a:lnTo>
                      <a:pt x="137362" y="44957"/>
                    </a:lnTo>
                    <a:lnTo>
                      <a:pt x="124408" y="32765"/>
                    </a:lnTo>
                    <a:lnTo>
                      <a:pt x="116788" y="35051"/>
                    </a:lnTo>
                    <a:lnTo>
                      <a:pt x="100214" y="73866"/>
                    </a:lnTo>
                    <a:lnTo>
                      <a:pt x="115931" y="114585"/>
                    </a:lnTo>
                    <a:lnTo>
                      <a:pt x="148339" y="84486"/>
                    </a:lnTo>
                    <a:lnTo>
                      <a:pt x="172414" y="112013"/>
                    </a:lnTo>
                    <a:lnTo>
                      <a:pt x="173938" y="113537"/>
                    </a:lnTo>
                    <a:lnTo>
                      <a:pt x="179272" y="1142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4"/>
              <p:cNvSpPr/>
              <p:nvPr/>
            </p:nvSpPr>
            <p:spPr>
              <a:xfrm>
                <a:off x="3897630" y="2957905"/>
                <a:ext cx="41275" cy="61594"/>
              </a:xfrm>
              <a:custGeom>
                <a:rect b="b" l="l" r="r" t="t"/>
                <a:pathLst>
                  <a:path extrusionOk="0" h="61594" w="41275">
                    <a:moveTo>
                      <a:pt x="0" y="940"/>
                    </a:moveTo>
                    <a:lnTo>
                      <a:pt x="37171" y="25348"/>
                    </a:lnTo>
                    <a:lnTo>
                      <a:pt x="40386" y="54280"/>
                    </a:lnTo>
                    <a:lnTo>
                      <a:pt x="40386" y="58090"/>
                    </a:lnTo>
                    <a:lnTo>
                      <a:pt x="41148" y="58852"/>
                    </a:lnTo>
                    <a:lnTo>
                      <a:pt x="31813" y="23038"/>
                    </a:lnTo>
                    <a:lnTo>
                      <a:pt x="31908" y="13061"/>
                    </a:lnTo>
                    <a:lnTo>
                      <a:pt x="32004" y="32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3970877" y="2868930"/>
                <a:ext cx="66040" cy="166370"/>
              </a:xfrm>
              <a:custGeom>
                <a:rect b="b" l="l" r="r" t="t"/>
                <a:pathLst>
                  <a:path extrusionOk="0" h="166369" w="66039">
                    <a:moveTo>
                      <a:pt x="33432" y="0"/>
                    </a:moveTo>
                    <a:lnTo>
                      <a:pt x="41052" y="40386"/>
                    </a:lnTo>
                    <a:lnTo>
                      <a:pt x="45243" y="67722"/>
                    </a:lnTo>
                    <a:lnTo>
                      <a:pt x="47267" y="81212"/>
                    </a:lnTo>
                    <a:lnTo>
                      <a:pt x="56935" y="128456"/>
                    </a:lnTo>
                    <a:lnTo>
                      <a:pt x="63912" y="145542"/>
                    </a:lnTo>
                    <a:lnTo>
                      <a:pt x="65436" y="147828"/>
                    </a:lnTo>
                    <a:lnTo>
                      <a:pt x="55697" y="110894"/>
                    </a:lnTo>
                    <a:lnTo>
                      <a:pt x="33158" y="86189"/>
                    </a:lnTo>
                    <a:lnTo>
                      <a:pt x="27050" y="86201"/>
                    </a:lnTo>
                    <a:lnTo>
                      <a:pt x="1869" y="117371"/>
                    </a:lnTo>
                    <a:lnTo>
                      <a:pt x="0" y="137100"/>
                    </a:lnTo>
                    <a:lnTo>
                      <a:pt x="1047" y="146018"/>
                    </a:lnTo>
                    <a:lnTo>
                      <a:pt x="4952" y="153935"/>
                    </a:lnTo>
                    <a:lnTo>
                      <a:pt x="12858" y="160782"/>
                    </a:lnTo>
                    <a:lnTo>
                      <a:pt x="24979" y="165484"/>
                    </a:lnTo>
                    <a:lnTo>
                      <a:pt x="37242" y="165830"/>
                    </a:lnTo>
                    <a:lnTo>
                      <a:pt x="49506" y="163460"/>
                    </a:lnTo>
                    <a:lnTo>
                      <a:pt x="61626" y="1600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68" name="Google Shape;468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43552" y="2825470"/>
              <a:ext cx="407720" cy="214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4"/>
            <p:cNvSpPr/>
            <p:nvPr/>
          </p:nvSpPr>
          <p:spPr>
            <a:xfrm>
              <a:off x="4708397" y="2946654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0" name="Google Shape;470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808956" y="2840591"/>
              <a:ext cx="425246" cy="168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4"/>
            <p:cNvSpPr/>
            <p:nvPr/>
          </p:nvSpPr>
          <p:spPr>
            <a:xfrm>
              <a:off x="3281171" y="3111245"/>
              <a:ext cx="1788160" cy="123825"/>
            </a:xfrm>
            <a:custGeom>
              <a:rect b="b" l="l" r="r" t="t"/>
              <a:pathLst>
                <a:path extrusionOk="0" h="123825" w="1788160">
                  <a:moveTo>
                    <a:pt x="0" y="123444"/>
                  </a:moveTo>
                  <a:lnTo>
                    <a:pt x="36111" y="99012"/>
                  </a:lnTo>
                  <a:lnTo>
                    <a:pt x="88403" y="91666"/>
                  </a:lnTo>
                  <a:lnTo>
                    <a:pt x="157293" y="86689"/>
                  </a:lnTo>
                  <a:lnTo>
                    <a:pt x="236731" y="83855"/>
                  </a:lnTo>
                  <a:lnTo>
                    <a:pt x="281654" y="82581"/>
                  </a:lnTo>
                  <a:lnTo>
                    <a:pt x="326719" y="81164"/>
                  </a:lnTo>
                  <a:lnTo>
                    <a:pt x="371856" y="79248"/>
                  </a:lnTo>
                  <a:lnTo>
                    <a:pt x="425005" y="75580"/>
                  </a:lnTo>
                  <a:lnTo>
                    <a:pt x="478155" y="71628"/>
                  </a:lnTo>
                  <a:lnTo>
                    <a:pt x="531304" y="67675"/>
                  </a:lnTo>
                  <a:lnTo>
                    <a:pt x="584454" y="64008"/>
                  </a:lnTo>
                  <a:lnTo>
                    <a:pt x="632380" y="60521"/>
                  </a:lnTo>
                  <a:lnTo>
                    <a:pt x="680197" y="57326"/>
                  </a:lnTo>
                  <a:lnTo>
                    <a:pt x="727978" y="54351"/>
                  </a:lnTo>
                  <a:lnTo>
                    <a:pt x="775795" y="51523"/>
                  </a:lnTo>
                  <a:lnTo>
                    <a:pt x="823722" y="48768"/>
                  </a:lnTo>
                  <a:lnTo>
                    <a:pt x="873636" y="46110"/>
                  </a:lnTo>
                  <a:lnTo>
                    <a:pt x="923659" y="43598"/>
                  </a:lnTo>
                  <a:lnTo>
                    <a:pt x="973720" y="41196"/>
                  </a:lnTo>
                  <a:lnTo>
                    <a:pt x="1023743" y="38868"/>
                  </a:lnTo>
                  <a:lnTo>
                    <a:pt x="1073658" y="36576"/>
                  </a:lnTo>
                  <a:lnTo>
                    <a:pt x="1122041" y="33838"/>
                  </a:lnTo>
                  <a:lnTo>
                    <a:pt x="1170316" y="31138"/>
                  </a:lnTo>
                  <a:lnTo>
                    <a:pt x="1218553" y="28510"/>
                  </a:lnTo>
                  <a:lnTo>
                    <a:pt x="1266828" y="25993"/>
                  </a:lnTo>
                  <a:lnTo>
                    <a:pt x="1315212" y="23622"/>
                  </a:lnTo>
                  <a:lnTo>
                    <a:pt x="1369385" y="20919"/>
                  </a:lnTo>
                  <a:lnTo>
                    <a:pt x="1423416" y="18573"/>
                  </a:lnTo>
                  <a:lnTo>
                    <a:pt x="1477446" y="16656"/>
                  </a:lnTo>
                  <a:lnTo>
                    <a:pt x="1531620" y="15240"/>
                  </a:lnTo>
                  <a:lnTo>
                    <a:pt x="1579626" y="13799"/>
                  </a:lnTo>
                  <a:lnTo>
                    <a:pt x="1627632" y="12858"/>
                  </a:lnTo>
                  <a:lnTo>
                    <a:pt x="1675638" y="12346"/>
                  </a:lnTo>
                  <a:lnTo>
                    <a:pt x="1723644" y="12192"/>
                  </a:lnTo>
                  <a:lnTo>
                    <a:pt x="1739645" y="12192"/>
                  </a:lnTo>
                  <a:lnTo>
                    <a:pt x="1755647" y="12192"/>
                  </a:lnTo>
                  <a:lnTo>
                    <a:pt x="1771649" y="12192"/>
                  </a:lnTo>
                  <a:lnTo>
                    <a:pt x="1787652" y="12192"/>
                  </a:lnTo>
                  <a:lnTo>
                    <a:pt x="1778793" y="10179"/>
                  </a:lnTo>
                  <a:lnTo>
                    <a:pt x="1771078" y="7524"/>
                  </a:lnTo>
                  <a:lnTo>
                    <a:pt x="1763649" y="4155"/>
                  </a:lnTo>
                  <a:lnTo>
                    <a:pt x="175564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2" name="Google Shape;472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214596" y="3351250"/>
              <a:ext cx="210362" cy="2835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633696" y="3445738"/>
              <a:ext cx="164642" cy="1204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4" name="Google Shape;474;p4"/>
            <p:cNvGrpSpPr/>
            <p:nvPr/>
          </p:nvGrpSpPr>
          <p:grpSpPr>
            <a:xfrm>
              <a:off x="4929352" y="3381730"/>
              <a:ext cx="618914" cy="191312"/>
              <a:chOff x="4929352" y="3381730"/>
              <a:chExt cx="618914" cy="191312"/>
            </a:xfrm>
          </p:grpSpPr>
          <p:pic>
            <p:nvPicPr>
              <p:cNvPr id="475" name="Google Shape;475;p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929352" y="3381730"/>
                <a:ext cx="494588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6" name="Google Shape;476;p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455323" y="3400459"/>
                <a:ext cx="92943" cy="1146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77" name="Google Shape;477;p4"/>
            <p:cNvSpPr/>
            <p:nvPr/>
          </p:nvSpPr>
          <p:spPr>
            <a:xfrm>
              <a:off x="6291834" y="2758439"/>
              <a:ext cx="49530" cy="1400175"/>
            </a:xfrm>
            <a:custGeom>
              <a:rect b="b" l="l" r="r" t="t"/>
              <a:pathLst>
                <a:path extrusionOk="0" h="1400175" w="49529">
                  <a:moveTo>
                    <a:pt x="0" y="0"/>
                  </a:moveTo>
                  <a:lnTo>
                    <a:pt x="452" y="17597"/>
                  </a:lnTo>
                  <a:lnTo>
                    <a:pt x="762" y="35052"/>
                  </a:lnTo>
                  <a:lnTo>
                    <a:pt x="1071" y="52506"/>
                  </a:lnTo>
                  <a:lnTo>
                    <a:pt x="2226" y="90678"/>
                  </a:lnTo>
                  <a:lnTo>
                    <a:pt x="4202" y="131826"/>
                  </a:lnTo>
                  <a:lnTo>
                    <a:pt x="7500" y="178689"/>
                  </a:lnTo>
                  <a:lnTo>
                    <a:pt x="9525" y="204978"/>
                  </a:lnTo>
                  <a:lnTo>
                    <a:pt x="11549" y="231267"/>
                  </a:lnTo>
                  <a:lnTo>
                    <a:pt x="13716" y="257556"/>
                  </a:lnTo>
                  <a:lnTo>
                    <a:pt x="16049" y="296989"/>
                  </a:lnTo>
                  <a:lnTo>
                    <a:pt x="17526" y="336423"/>
                  </a:lnTo>
                  <a:lnTo>
                    <a:pt x="18430" y="375856"/>
                  </a:lnTo>
                  <a:lnTo>
                    <a:pt x="19050" y="415290"/>
                  </a:lnTo>
                  <a:lnTo>
                    <a:pt x="19716" y="482727"/>
                  </a:lnTo>
                  <a:lnTo>
                    <a:pt x="19812" y="550164"/>
                  </a:lnTo>
                  <a:lnTo>
                    <a:pt x="19704" y="583299"/>
                  </a:lnTo>
                  <a:lnTo>
                    <a:pt x="19526" y="616362"/>
                  </a:lnTo>
                  <a:lnTo>
                    <a:pt x="19490" y="649283"/>
                  </a:lnTo>
                  <a:lnTo>
                    <a:pt x="19812" y="681990"/>
                  </a:lnTo>
                  <a:lnTo>
                    <a:pt x="21014" y="714565"/>
                  </a:lnTo>
                  <a:lnTo>
                    <a:pt x="23145" y="747141"/>
                  </a:lnTo>
                  <a:lnTo>
                    <a:pt x="25705" y="779716"/>
                  </a:lnTo>
                  <a:lnTo>
                    <a:pt x="28194" y="812292"/>
                  </a:lnTo>
                  <a:lnTo>
                    <a:pt x="31370" y="858018"/>
                  </a:lnTo>
                  <a:lnTo>
                    <a:pt x="34399" y="903780"/>
                  </a:lnTo>
                  <a:lnTo>
                    <a:pt x="37136" y="949616"/>
                  </a:lnTo>
                  <a:lnTo>
                    <a:pt x="39435" y="995562"/>
                  </a:lnTo>
                  <a:lnTo>
                    <a:pt x="41148" y="1041654"/>
                  </a:lnTo>
                  <a:lnTo>
                    <a:pt x="42160" y="1068062"/>
                  </a:lnTo>
                  <a:lnTo>
                    <a:pt x="42957" y="1094613"/>
                  </a:lnTo>
                  <a:lnTo>
                    <a:pt x="43612" y="1121163"/>
                  </a:lnTo>
                  <a:lnTo>
                    <a:pt x="44196" y="1147572"/>
                  </a:lnTo>
                  <a:lnTo>
                    <a:pt x="44196" y="1170432"/>
                  </a:lnTo>
                  <a:lnTo>
                    <a:pt x="44196" y="1193292"/>
                  </a:lnTo>
                  <a:lnTo>
                    <a:pt x="44196" y="1216152"/>
                  </a:lnTo>
                  <a:lnTo>
                    <a:pt x="44196" y="1239012"/>
                  </a:lnTo>
                  <a:lnTo>
                    <a:pt x="44196" y="1258883"/>
                  </a:lnTo>
                  <a:lnTo>
                    <a:pt x="44196" y="1278540"/>
                  </a:lnTo>
                  <a:lnTo>
                    <a:pt x="44196" y="1298055"/>
                  </a:lnTo>
                  <a:lnTo>
                    <a:pt x="44196" y="1317498"/>
                  </a:lnTo>
                  <a:lnTo>
                    <a:pt x="44112" y="1331785"/>
                  </a:lnTo>
                  <a:lnTo>
                    <a:pt x="44100" y="1346073"/>
                  </a:lnTo>
                  <a:lnTo>
                    <a:pt x="44517" y="1360360"/>
                  </a:lnTo>
                  <a:lnTo>
                    <a:pt x="45720" y="1374648"/>
                  </a:lnTo>
                  <a:lnTo>
                    <a:pt x="46482" y="1381506"/>
                  </a:lnTo>
                  <a:lnTo>
                    <a:pt x="45720" y="1390650"/>
                  </a:lnTo>
                  <a:lnTo>
                    <a:pt x="48768" y="1398270"/>
                  </a:lnTo>
                  <a:lnTo>
                    <a:pt x="49530" y="1399032"/>
                  </a:lnTo>
                  <a:lnTo>
                    <a:pt x="49530" y="1399794"/>
                  </a:lnTo>
                  <a:lnTo>
                    <a:pt x="46101" y="1394198"/>
                  </a:lnTo>
                  <a:lnTo>
                    <a:pt x="42672" y="1388745"/>
                  </a:lnTo>
                  <a:lnTo>
                    <a:pt x="39243" y="1383291"/>
                  </a:lnTo>
                  <a:lnTo>
                    <a:pt x="35814" y="137769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8" name="Google Shape;478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129246" y="2610586"/>
              <a:ext cx="2344724" cy="9520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79" name="Google Shape;479;p4"/>
            <p:cNvGrpSpPr/>
            <p:nvPr/>
          </p:nvGrpSpPr>
          <p:grpSpPr>
            <a:xfrm>
              <a:off x="8688298" y="3640810"/>
              <a:ext cx="235508" cy="125018"/>
              <a:chOff x="8688298" y="3640810"/>
              <a:chExt cx="235508" cy="125018"/>
            </a:xfrm>
          </p:grpSpPr>
          <p:pic>
            <p:nvPicPr>
              <p:cNvPr id="480" name="Google Shape;480;p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688298" y="3681958"/>
                <a:ext cx="70916" cy="8387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1" name="Google Shape;481;p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8791930" y="3640810"/>
                <a:ext cx="131876" cy="1059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2" name="Google Shape;482;p4"/>
            <p:cNvGrpSpPr/>
            <p:nvPr/>
          </p:nvGrpSpPr>
          <p:grpSpPr>
            <a:xfrm>
              <a:off x="7331201" y="3350488"/>
              <a:ext cx="427863" cy="402488"/>
              <a:chOff x="7331201" y="3350488"/>
              <a:chExt cx="427863" cy="402488"/>
            </a:xfrm>
          </p:grpSpPr>
          <p:sp>
            <p:nvSpPr>
              <p:cNvPr id="483" name="Google Shape;483;p4"/>
              <p:cNvSpPr/>
              <p:nvPr/>
            </p:nvSpPr>
            <p:spPr>
              <a:xfrm>
                <a:off x="7331201" y="3500627"/>
                <a:ext cx="129539" cy="131445"/>
              </a:xfrm>
              <a:custGeom>
                <a:rect b="b" l="l" r="r" t="t"/>
                <a:pathLst>
                  <a:path extrusionOk="0" h="131445" w="129540">
                    <a:moveTo>
                      <a:pt x="0" y="18287"/>
                    </a:moveTo>
                    <a:lnTo>
                      <a:pt x="4572" y="67817"/>
                    </a:lnTo>
                    <a:lnTo>
                      <a:pt x="17526" y="110489"/>
                    </a:lnTo>
                    <a:lnTo>
                      <a:pt x="33528" y="131063"/>
                    </a:lnTo>
                    <a:lnTo>
                      <a:pt x="40802" y="129539"/>
                    </a:lnTo>
                    <a:lnTo>
                      <a:pt x="60198" y="82105"/>
                    </a:lnTo>
                    <a:lnTo>
                      <a:pt x="62484" y="54101"/>
                    </a:lnTo>
                    <a:lnTo>
                      <a:pt x="62484" y="50291"/>
                    </a:lnTo>
                    <a:lnTo>
                      <a:pt x="62484" y="46481"/>
                    </a:lnTo>
                    <a:lnTo>
                      <a:pt x="62484" y="42671"/>
                    </a:lnTo>
                    <a:lnTo>
                      <a:pt x="75057" y="81438"/>
                    </a:lnTo>
                    <a:lnTo>
                      <a:pt x="107442" y="100381"/>
                    </a:lnTo>
                    <a:lnTo>
                      <a:pt x="114300" y="98297"/>
                    </a:lnTo>
                    <a:lnTo>
                      <a:pt x="129337" y="59769"/>
                    </a:lnTo>
                    <a:lnTo>
                      <a:pt x="128682" y="50482"/>
                    </a:lnTo>
                    <a:lnTo>
                      <a:pt x="112621" y="16478"/>
                    </a:lnTo>
                    <a:lnTo>
                      <a:pt x="108966" y="11429"/>
                    </a:lnTo>
                    <a:lnTo>
                      <a:pt x="105918" y="7619"/>
                    </a:lnTo>
                    <a:lnTo>
                      <a:pt x="106680" y="4571"/>
                    </a:lnTo>
                    <a:lnTo>
                      <a:pt x="10591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84" name="Google Shape;484;p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418806" y="3350488"/>
                <a:ext cx="95300" cy="1090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85" name="Google Shape;485;p4"/>
              <p:cNvSpPr/>
              <p:nvPr/>
            </p:nvSpPr>
            <p:spPr>
              <a:xfrm>
                <a:off x="7472171" y="3643121"/>
                <a:ext cx="67945" cy="109855"/>
              </a:xfrm>
              <a:custGeom>
                <a:rect b="b" l="l" r="r" t="t"/>
                <a:pathLst>
                  <a:path extrusionOk="0" h="109854" w="67945">
                    <a:moveTo>
                      <a:pt x="65531" y="25146"/>
                    </a:moveTo>
                    <a:lnTo>
                      <a:pt x="46481" y="0"/>
                    </a:lnTo>
                    <a:lnTo>
                      <a:pt x="38861" y="1524"/>
                    </a:lnTo>
                    <a:lnTo>
                      <a:pt x="22859" y="38862"/>
                    </a:lnTo>
                    <a:lnTo>
                      <a:pt x="23110" y="47017"/>
                    </a:lnTo>
                    <a:lnTo>
                      <a:pt x="45719" y="73914"/>
                    </a:lnTo>
                    <a:lnTo>
                      <a:pt x="53339" y="74676"/>
                    </a:lnTo>
                    <a:lnTo>
                      <a:pt x="57149" y="76200"/>
                    </a:lnTo>
                    <a:lnTo>
                      <a:pt x="63245" y="76200"/>
                    </a:lnTo>
                    <a:lnTo>
                      <a:pt x="65531" y="79248"/>
                    </a:lnTo>
                    <a:lnTo>
                      <a:pt x="67817" y="83820"/>
                    </a:lnTo>
                    <a:lnTo>
                      <a:pt x="60959" y="89916"/>
                    </a:lnTo>
                    <a:lnTo>
                      <a:pt x="57911" y="91440"/>
                    </a:lnTo>
                    <a:lnTo>
                      <a:pt x="47101" y="98250"/>
                    </a:lnTo>
                    <a:lnTo>
                      <a:pt x="35432" y="103632"/>
                    </a:lnTo>
                    <a:lnTo>
                      <a:pt x="23193" y="107299"/>
                    </a:lnTo>
                    <a:lnTo>
                      <a:pt x="10667" y="108966"/>
                    </a:lnTo>
                    <a:lnTo>
                      <a:pt x="1523" y="109728"/>
                    </a:lnTo>
                    <a:lnTo>
                      <a:pt x="761" y="108966"/>
                    </a:lnTo>
                    <a:lnTo>
                      <a:pt x="0" y="10058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4"/>
              <p:cNvSpPr/>
              <p:nvPr/>
            </p:nvSpPr>
            <p:spPr>
              <a:xfrm>
                <a:off x="7578887" y="3653027"/>
                <a:ext cx="77470" cy="93345"/>
              </a:xfrm>
              <a:custGeom>
                <a:rect b="b" l="l" r="r" t="t"/>
                <a:pathLst>
                  <a:path extrusionOk="0" h="93345" w="77470">
                    <a:moveTo>
                      <a:pt x="23586" y="5334"/>
                    </a:moveTo>
                    <a:lnTo>
                      <a:pt x="19014" y="3048"/>
                    </a:lnTo>
                    <a:lnTo>
                      <a:pt x="15204" y="1524"/>
                    </a:lnTo>
                    <a:lnTo>
                      <a:pt x="11394" y="0"/>
                    </a:lnTo>
                    <a:lnTo>
                      <a:pt x="833" y="39481"/>
                    </a:lnTo>
                    <a:lnTo>
                      <a:pt x="0" y="61102"/>
                    </a:lnTo>
                    <a:lnTo>
                      <a:pt x="726" y="71628"/>
                    </a:lnTo>
                    <a:lnTo>
                      <a:pt x="1488" y="79248"/>
                    </a:lnTo>
                    <a:lnTo>
                      <a:pt x="5298" y="89154"/>
                    </a:lnTo>
                    <a:lnTo>
                      <a:pt x="14442" y="91440"/>
                    </a:lnTo>
                    <a:lnTo>
                      <a:pt x="21300" y="92964"/>
                    </a:lnTo>
                    <a:lnTo>
                      <a:pt x="29682" y="90678"/>
                    </a:lnTo>
                    <a:lnTo>
                      <a:pt x="33492" y="84582"/>
                    </a:lnTo>
                    <a:lnTo>
                      <a:pt x="38064" y="78486"/>
                    </a:lnTo>
                    <a:lnTo>
                      <a:pt x="37302" y="70866"/>
                    </a:lnTo>
                    <a:lnTo>
                      <a:pt x="37302" y="63246"/>
                    </a:lnTo>
                    <a:lnTo>
                      <a:pt x="37302" y="59436"/>
                    </a:lnTo>
                    <a:lnTo>
                      <a:pt x="37302" y="57150"/>
                    </a:lnTo>
                    <a:lnTo>
                      <a:pt x="35016" y="52578"/>
                    </a:lnTo>
                    <a:lnTo>
                      <a:pt x="34254" y="51816"/>
                    </a:lnTo>
                    <a:lnTo>
                      <a:pt x="33492" y="51816"/>
                    </a:lnTo>
                    <a:lnTo>
                      <a:pt x="34254" y="51054"/>
                    </a:lnTo>
                    <a:lnTo>
                      <a:pt x="38064" y="51054"/>
                    </a:lnTo>
                    <a:lnTo>
                      <a:pt x="42636" y="50292"/>
                    </a:lnTo>
                    <a:lnTo>
                      <a:pt x="46446" y="48768"/>
                    </a:lnTo>
                    <a:lnTo>
                      <a:pt x="51780" y="47244"/>
                    </a:lnTo>
                    <a:lnTo>
                      <a:pt x="57114" y="44958"/>
                    </a:lnTo>
                    <a:lnTo>
                      <a:pt x="61686" y="42672"/>
                    </a:lnTo>
                    <a:lnTo>
                      <a:pt x="63210" y="41910"/>
                    </a:lnTo>
                    <a:lnTo>
                      <a:pt x="64734" y="41910"/>
                    </a:lnTo>
                    <a:lnTo>
                      <a:pt x="64543" y="50946"/>
                    </a:lnTo>
                    <a:lnTo>
                      <a:pt x="64353" y="60483"/>
                    </a:lnTo>
                    <a:lnTo>
                      <a:pt x="64734" y="69877"/>
                    </a:lnTo>
                    <a:lnTo>
                      <a:pt x="66258" y="78486"/>
                    </a:lnTo>
                    <a:lnTo>
                      <a:pt x="68544" y="84582"/>
                    </a:lnTo>
                    <a:lnTo>
                      <a:pt x="72354" y="83820"/>
                    </a:lnTo>
                    <a:lnTo>
                      <a:pt x="76926" y="838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4"/>
              <p:cNvSpPr/>
              <p:nvPr/>
            </p:nvSpPr>
            <p:spPr>
              <a:xfrm>
                <a:off x="7692389" y="3657599"/>
                <a:ext cx="8890" cy="70485"/>
              </a:xfrm>
              <a:custGeom>
                <a:rect b="b" l="l" r="r" t="t"/>
                <a:pathLst>
                  <a:path extrusionOk="0" h="70485" w="8890">
                    <a:moveTo>
                      <a:pt x="761" y="0"/>
                    </a:moveTo>
                    <a:lnTo>
                      <a:pt x="238" y="9929"/>
                    </a:lnTo>
                    <a:lnTo>
                      <a:pt x="0" y="19430"/>
                    </a:lnTo>
                    <a:lnTo>
                      <a:pt x="333" y="28932"/>
                    </a:lnTo>
                    <a:lnTo>
                      <a:pt x="1523" y="38862"/>
                    </a:lnTo>
                    <a:lnTo>
                      <a:pt x="2440" y="45708"/>
                    </a:lnTo>
                    <a:lnTo>
                      <a:pt x="3143" y="52482"/>
                    </a:lnTo>
                    <a:lnTo>
                      <a:pt x="3988" y="59114"/>
                    </a:lnTo>
                    <a:lnTo>
                      <a:pt x="5333" y="65532"/>
                    </a:lnTo>
                    <a:lnTo>
                      <a:pt x="6857" y="70104"/>
                    </a:lnTo>
                    <a:lnTo>
                      <a:pt x="7619" y="67818"/>
                    </a:lnTo>
                    <a:lnTo>
                      <a:pt x="8381" y="7010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4"/>
              <p:cNvSpPr/>
              <p:nvPr/>
            </p:nvSpPr>
            <p:spPr>
              <a:xfrm>
                <a:off x="7688579" y="3654849"/>
                <a:ext cx="70485" cy="92075"/>
              </a:xfrm>
              <a:custGeom>
                <a:rect b="b" l="l" r="r" t="t"/>
                <a:pathLst>
                  <a:path extrusionOk="0" h="92075" w="70484">
                    <a:moveTo>
                      <a:pt x="0" y="464"/>
                    </a:moveTo>
                    <a:lnTo>
                      <a:pt x="9917" y="0"/>
                    </a:lnTo>
                    <a:lnTo>
                      <a:pt x="19335" y="178"/>
                    </a:lnTo>
                    <a:lnTo>
                      <a:pt x="28610" y="1643"/>
                    </a:lnTo>
                    <a:lnTo>
                      <a:pt x="60281" y="22931"/>
                    </a:lnTo>
                    <a:lnTo>
                      <a:pt x="69913" y="46184"/>
                    </a:lnTo>
                    <a:lnTo>
                      <a:pt x="69175" y="54304"/>
                    </a:lnTo>
                    <a:lnTo>
                      <a:pt x="35052" y="86570"/>
                    </a:lnTo>
                    <a:lnTo>
                      <a:pt x="23622" y="91618"/>
                    </a:lnTo>
                    <a:lnTo>
                      <a:pt x="18764" y="91392"/>
                    </a:lnTo>
                    <a:lnTo>
                      <a:pt x="14478" y="880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4"/>
            <p:cNvGrpSpPr/>
            <p:nvPr/>
          </p:nvGrpSpPr>
          <p:grpSpPr>
            <a:xfrm>
              <a:off x="7883651" y="3485387"/>
              <a:ext cx="74930" cy="72390"/>
              <a:chOff x="7883651" y="3485387"/>
              <a:chExt cx="74930" cy="72390"/>
            </a:xfrm>
          </p:grpSpPr>
          <p:sp>
            <p:nvSpPr>
              <p:cNvPr id="490" name="Google Shape;490;p4"/>
              <p:cNvSpPr/>
              <p:nvPr/>
            </p:nvSpPr>
            <p:spPr>
              <a:xfrm>
                <a:off x="7883651" y="3485387"/>
                <a:ext cx="74930" cy="5080"/>
              </a:xfrm>
              <a:custGeom>
                <a:rect b="b" l="l" r="r" t="t"/>
                <a:pathLst>
                  <a:path extrusionOk="0" h="5079" w="74929">
                    <a:moveTo>
                      <a:pt x="0" y="4572"/>
                    </a:moveTo>
                    <a:lnTo>
                      <a:pt x="48768" y="1524"/>
                    </a:lnTo>
                    <a:lnTo>
                      <a:pt x="55066" y="642"/>
                    </a:lnTo>
                    <a:lnTo>
                      <a:pt x="61436" y="190"/>
                    </a:lnTo>
                    <a:lnTo>
                      <a:pt x="67948" y="23"/>
                    </a:lnTo>
                    <a:lnTo>
                      <a:pt x="7467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7904225" y="3553967"/>
                <a:ext cx="52069" cy="3810"/>
              </a:xfrm>
              <a:custGeom>
                <a:rect b="b" l="l" r="r" t="t"/>
                <a:pathLst>
                  <a:path extrusionOk="0" h="3810" w="52070">
                    <a:moveTo>
                      <a:pt x="0" y="0"/>
                    </a:moveTo>
                    <a:lnTo>
                      <a:pt x="12620" y="2512"/>
                    </a:lnTo>
                    <a:lnTo>
                      <a:pt x="23241" y="3524"/>
                    </a:lnTo>
                    <a:lnTo>
                      <a:pt x="33861" y="3536"/>
                    </a:lnTo>
                    <a:lnTo>
                      <a:pt x="46482" y="3047"/>
                    </a:lnTo>
                    <a:lnTo>
                      <a:pt x="51053" y="3047"/>
                    </a:lnTo>
                    <a:lnTo>
                      <a:pt x="51816" y="3047"/>
                    </a:lnTo>
                    <a:lnTo>
                      <a:pt x="44958" y="30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" name="Google Shape;492;p4"/>
            <p:cNvSpPr/>
            <p:nvPr/>
          </p:nvSpPr>
          <p:spPr>
            <a:xfrm>
              <a:off x="8323326" y="3445002"/>
              <a:ext cx="12700" cy="88900"/>
            </a:xfrm>
            <a:custGeom>
              <a:rect b="b" l="l" r="r" t="t"/>
              <a:pathLst>
                <a:path extrusionOk="0" h="88900" w="12700">
                  <a:moveTo>
                    <a:pt x="0" y="0"/>
                  </a:moveTo>
                  <a:lnTo>
                    <a:pt x="6096" y="48006"/>
                  </a:lnTo>
                  <a:lnTo>
                    <a:pt x="7798" y="56137"/>
                  </a:lnTo>
                  <a:lnTo>
                    <a:pt x="9429" y="64484"/>
                  </a:lnTo>
                  <a:lnTo>
                    <a:pt x="10918" y="72973"/>
                  </a:lnTo>
                  <a:lnTo>
                    <a:pt x="12192" y="81534"/>
                  </a:lnTo>
                  <a:lnTo>
                    <a:pt x="12192" y="84582"/>
                  </a:lnTo>
                  <a:lnTo>
                    <a:pt x="12192" y="85344"/>
                  </a:lnTo>
                  <a:lnTo>
                    <a:pt x="12192" y="8839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8253983" y="3624834"/>
              <a:ext cx="162560" cy="29209"/>
            </a:xfrm>
            <a:custGeom>
              <a:rect b="b" l="l" r="r" t="t"/>
              <a:pathLst>
                <a:path extrusionOk="0" h="29210" w="162559">
                  <a:moveTo>
                    <a:pt x="0" y="28956"/>
                  </a:moveTo>
                  <a:lnTo>
                    <a:pt x="16335" y="25824"/>
                  </a:lnTo>
                  <a:lnTo>
                    <a:pt x="32384" y="22193"/>
                  </a:lnTo>
                  <a:lnTo>
                    <a:pt x="48434" y="18133"/>
                  </a:lnTo>
                  <a:lnTo>
                    <a:pt x="64769" y="13716"/>
                  </a:lnTo>
                  <a:lnTo>
                    <a:pt x="80902" y="9775"/>
                  </a:lnTo>
                  <a:lnTo>
                    <a:pt x="97250" y="6191"/>
                  </a:lnTo>
                  <a:lnTo>
                    <a:pt x="113740" y="3321"/>
                  </a:lnTo>
                  <a:lnTo>
                    <a:pt x="130302" y="1524"/>
                  </a:lnTo>
                  <a:lnTo>
                    <a:pt x="137160" y="654"/>
                  </a:lnTo>
                  <a:lnTo>
                    <a:pt x="144018" y="285"/>
                  </a:lnTo>
                  <a:lnTo>
                    <a:pt x="150876" y="345"/>
                  </a:lnTo>
                  <a:lnTo>
                    <a:pt x="157734" y="762"/>
                  </a:lnTo>
                  <a:lnTo>
                    <a:pt x="162306" y="762"/>
                  </a:lnTo>
                  <a:lnTo>
                    <a:pt x="156972" y="0"/>
                  </a:lnTo>
                  <a:lnTo>
                    <a:pt x="15621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4" name="Google Shape;494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277580" y="3757396"/>
              <a:ext cx="113588" cy="14787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95" name="Google Shape;495;p4"/>
            <p:cNvGrpSpPr/>
            <p:nvPr/>
          </p:nvGrpSpPr>
          <p:grpSpPr>
            <a:xfrm>
              <a:off x="4270984" y="4703825"/>
              <a:ext cx="1101497" cy="212171"/>
              <a:chOff x="4270984" y="4703825"/>
              <a:chExt cx="1101497" cy="212171"/>
            </a:xfrm>
          </p:grpSpPr>
          <p:pic>
            <p:nvPicPr>
              <p:cNvPr id="496" name="Google Shape;496;p4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270984" y="4715230"/>
                <a:ext cx="314756" cy="2007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7" name="Google Shape;497;p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606705" y="4744948"/>
                <a:ext cx="165726" cy="1405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8" name="Google Shape;498;p4"/>
              <p:cNvSpPr/>
              <p:nvPr/>
            </p:nvSpPr>
            <p:spPr>
              <a:xfrm>
                <a:off x="4820316" y="4771643"/>
                <a:ext cx="86360" cy="110489"/>
              </a:xfrm>
              <a:custGeom>
                <a:rect b="b" l="l" r="r" t="t"/>
                <a:pathLst>
                  <a:path extrusionOk="0" h="110489" w="86360">
                    <a:moveTo>
                      <a:pt x="49625" y="48768"/>
                    </a:moveTo>
                    <a:lnTo>
                      <a:pt x="38195" y="9906"/>
                    </a:lnTo>
                    <a:lnTo>
                      <a:pt x="25241" y="0"/>
                    </a:lnTo>
                    <a:lnTo>
                      <a:pt x="18002" y="714"/>
                    </a:lnTo>
                    <a:lnTo>
                      <a:pt x="857" y="53435"/>
                    </a:lnTo>
                    <a:lnTo>
                      <a:pt x="0" y="71544"/>
                    </a:lnTo>
                    <a:lnTo>
                      <a:pt x="857" y="89154"/>
                    </a:lnTo>
                    <a:lnTo>
                      <a:pt x="1857" y="97095"/>
                    </a:lnTo>
                    <a:lnTo>
                      <a:pt x="4286" y="104108"/>
                    </a:lnTo>
                    <a:lnTo>
                      <a:pt x="9001" y="108977"/>
                    </a:lnTo>
                    <a:lnTo>
                      <a:pt x="16859" y="110490"/>
                    </a:lnTo>
                    <a:lnTo>
                      <a:pt x="25967" y="106810"/>
                    </a:lnTo>
                    <a:lnTo>
                      <a:pt x="48696" y="68389"/>
                    </a:lnTo>
                    <a:lnTo>
                      <a:pt x="51911" y="28956"/>
                    </a:lnTo>
                    <a:lnTo>
                      <a:pt x="51911" y="26670"/>
                    </a:lnTo>
                    <a:lnTo>
                      <a:pt x="51911" y="25146"/>
                    </a:lnTo>
                    <a:lnTo>
                      <a:pt x="51911" y="22860"/>
                    </a:lnTo>
                    <a:lnTo>
                      <a:pt x="51911" y="17526"/>
                    </a:lnTo>
                    <a:lnTo>
                      <a:pt x="51911" y="28956"/>
                    </a:lnTo>
                    <a:lnTo>
                      <a:pt x="52673" y="34290"/>
                    </a:lnTo>
                    <a:lnTo>
                      <a:pt x="64865" y="79248"/>
                    </a:lnTo>
                    <a:lnTo>
                      <a:pt x="78474" y="99286"/>
                    </a:lnTo>
                    <a:lnTo>
                      <a:pt x="86201" y="10287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4"/>
              <p:cNvSpPr/>
              <p:nvPr/>
            </p:nvSpPr>
            <p:spPr>
              <a:xfrm>
                <a:off x="4932807" y="4763261"/>
                <a:ext cx="83820" cy="98425"/>
              </a:xfrm>
              <a:custGeom>
                <a:rect b="b" l="l" r="r" t="t"/>
                <a:pathLst>
                  <a:path extrusionOk="0" h="98425" w="83820">
                    <a:moveTo>
                      <a:pt x="380" y="28193"/>
                    </a:moveTo>
                    <a:lnTo>
                      <a:pt x="190" y="38028"/>
                    </a:lnTo>
                    <a:lnTo>
                      <a:pt x="0" y="48005"/>
                    </a:lnTo>
                    <a:lnTo>
                      <a:pt x="380" y="57983"/>
                    </a:lnTo>
                    <a:lnTo>
                      <a:pt x="11810" y="97535"/>
                    </a:lnTo>
                    <a:lnTo>
                      <a:pt x="11810" y="98297"/>
                    </a:lnTo>
                    <a:lnTo>
                      <a:pt x="12572" y="98297"/>
                    </a:lnTo>
                    <a:lnTo>
                      <a:pt x="11739" y="77819"/>
                    </a:lnTo>
                    <a:lnTo>
                      <a:pt x="10477" y="56197"/>
                    </a:lnTo>
                    <a:lnTo>
                      <a:pt x="10644" y="34861"/>
                    </a:lnTo>
                    <a:lnTo>
                      <a:pt x="14096" y="15239"/>
                    </a:lnTo>
                    <a:lnTo>
                      <a:pt x="17216" y="8036"/>
                    </a:lnTo>
                    <a:lnTo>
                      <a:pt x="21907" y="3333"/>
                    </a:lnTo>
                    <a:lnTo>
                      <a:pt x="28027" y="773"/>
                    </a:lnTo>
                    <a:lnTo>
                      <a:pt x="35432" y="0"/>
                    </a:lnTo>
                    <a:lnTo>
                      <a:pt x="44600" y="535"/>
                    </a:lnTo>
                    <a:lnTo>
                      <a:pt x="74652" y="23979"/>
                    </a:lnTo>
                    <a:lnTo>
                      <a:pt x="83700" y="66734"/>
                    </a:lnTo>
                    <a:lnTo>
                      <a:pt x="83819" y="74199"/>
                    </a:lnTo>
                    <a:lnTo>
                      <a:pt x="82796" y="81522"/>
                    </a:lnTo>
                    <a:lnTo>
                      <a:pt x="79628" y="87629"/>
                    </a:lnTo>
                    <a:lnTo>
                      <a:pt x="78866" y="87629"/>
                    </a:lnTo>
                    <a:lnTo>
                      <a:pt x="78104" y="8762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5047488" y="4711445"/>
                <a:ext cx="19050" cy="170180"/>
              </a:xfrm>
              <a:custGeom>
                <a:rect b="b" l="l" r="r" t="t"/>
                <a:pathLst>
                  <a:path extrusionOk="0" h="170179" w="19050">
                    <a:moveTo>
                      <a:pt x="0" y="0"/>
                    </a:moveTo>
                    <a:lnTo>
                      <a:pt x="9429" y="40505"/>
                    </a:lnTo>
                    <a:lnTo>
                      <a:pt x="14859" y="84582"/>
                    </a:lnTo>
                    <a:lnTo>
                      <a:pt x="16002" y="115062"/>
                    </a:lnTo>
                    <a:lnTo>
                      <a:pt x="15930" y="128135"/>
                    </a:lnTo>
                    <a:lnTo>
                      <a:pt x="15430" y="142494"/>
                    </a:lnTo>
                    <a:lnTo>
                      <a:pt x="15787" y="156852"/>
                    </a:lnTo>
                    <a:lnTo>
                      <a:pt x="18288" y="169926"/>
                    </a:lnTo>
                    <a:lnTo>
                      <a:pt x="19050" y="1699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5055870" y="4777739"/>
                <a:ext cx="116205" cy="95250"/>
              </a:xfrm>
              <a:custGeom>
                <a:rect b="b" l="l" r="r" t="t"/>
                <a:pathLst>
                  <a:path extrusionOk="0" h="95250" w="116204">
                    <a:moveTo>
                      <a:pt x="0" y="22098"/>
                    </a:moveTo>
                    <a:lnTo>
                      <a:pt x="10691" y="20073"/>
                    </a:lnTo>
                    <a:lnTo>
                      <a:pt x="20383" y="17335"/>
                    </a:lnTo>
                    <a:lnTo>
                      <a:pt x="29789" y="13739"/>
                    </a:lnTo>
                    <a:lnTo>
                      <a:pt x="39624" y="9144"/>
                    </a:lnTo>
                    <a:lnTo>
                      <a:pt x="45362" y="6536"/>
                    </a:lnTo>
                    <a:lnTo>
                      <a:pt x="51244" y="3714"/>
                    </a:lnTo>
                    <a:lnTo>
                      <a:pt x="57411" y="1321"/>
                    </a:lnTo>
                    <a:lnTo>
                      <a:pt x="64008" y="0"/>
                    </a:lnTo>
                    <a:lnTo>
                      <a:pt x="64769" y="0"/>
                    </a:lnTo>
                    <a:lnTo>
                      <a:pt x="65532" y="0"/>
                    </a:lnTo>
                    <a:lnTo>
                      <a:pt x="66294" y="0"/>
                    </a:lnTo>
                    <a:lnTo>
                      <a:pt x="69342" y="6096"/>
                    </a:lnTo>
                    <a:lnTo>
                      <a:pt x="67818" y="14478"/>
                    </a:lnTo>
                    <a:lnTo>
                      <a:pt x="67818" y="22098"/>
                    </a:lnTo>
                    <a:lnTo>
                      <a:pt x="67520" y="35468"/>
                    </a:lnTo>
                    <a:lnTo>
                      <a:pt x="67151" y="49053"/>
                    </a:lnTo>
                    <a:lnTo>
                      <a:pt x="67496" y="62495"/>
                    </a:lnTo>
                    <a:lnTo>
                      <a:pt x="87630" y="95250"/>
                    </a:lnTo>
                    <a:lnTo>
                      <a:pt x="97071" y="93749"/>
                    </a:lnTo>
                    <a:lnTo>
                      <a:pt x="104298" y="88963"/>
                    </a:lnTo>
                    <a:lnTo>
                      <a:pt x="110239" y="82176"/>
                    </a:lnTo>
                    <a:lnTo>
                      <a:pt x="115823" y="7467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5122164" y="4771643"/>
                <a:ext cx="53340" cy="55244"/>
              </a:xfrm>
              <a:custGeom>
                <a:rect b="b" l="l" r="r" t="t"/>
                <a:pathLst>
                  <a:path extrusionOk="0" h="55245" w="53339">
                    <a:moveTo>
                      <a:pt x="0" y="40386"/>
                    </a:moveTo>
                    <a:lnTo>
                      <a:pt x="3357" y="48196"/>
                    </a:lnTo>
                    <a:lnTo>
                      <a:pt x="7429" y="53149"/>
                    </a:lnTo>
                    <a:lnTo>
                      <a:pt x="13501" y="54959"/>
                    </a:lnTo>
                    <a:lnTo>
                      <a:pt x="22860" y="53340"/>
                    </a:lnTo>
                    <a:lnTo>
                      <a:pt x="52208" y="26050"/>
                    </a:lnTo>
                    <a:lnTo>
                      <a:pt x="53054" y="19240"/>
                    </a:lnTo>
                    <a:lnTo>
                      <a:pt x="52327" y="12715"/>
                    </a:lnTo>
                    <a:lnTo>
                      <a:pt x="23621" y="0"/>
                    </a:lnTo>
                    <a:lnTo>
                      <a:pt x="17525" y="762"/>
                    </a:lnTo>
                    <a:lnTo>
                      <a:pt x="16763" y="2286"/>
                    </a:lnTo>
                    <a:lnTo>
                      <a:pt x="12953" y="60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5216652" y="4783073"/>
                <a:ext cx="53340" cy="79375"/>
              </a:xfrm>
              <a:custGeom>
                <a:rect b="b" l="l" r="r" t="t"/>
                <a:pathLst>
                  <a:path extrusionOk="0" h="79375" w="53339">
                    <a:moveTo>
                      <a:pt x="10667" y="0"/>
                    </a:moveTo>
                    <a:lnTo>
                      <a:pt x="5464" y="10929"/>
                    </a:lnTo>
                    <a:lnTo>
                      <a:pt x="2190" y="20002"/>
                    </a:lnTo>
                    <a:lnTo>
                      <a:pt x="488" y="29360"/>
                    </a:lnTo>
                    <a:lnTo>
                      <a:pt x="0" y="41148"/>
                    </a:lnTo>
                    <a:lnTo>
                      <a:pt x="488" y="49339"/>
                    </a:lnTo>
                    <a:lnTo>
                      <a:pt x="30170" y="78914"/>
                    </a:lnTo>
                    <a:lnTo>
                      <a:pt x="36575" y="77724"/>
                    </a:lnTo>
                    <a:lnTo>
                      <a:pt x="46481" y="74675"/>
                    </a:lnTo>
                    <a:lnTo>
                      <a:pt x="49529" y="67055"/>
                    </a:lnTo>
                    <a:lnTo>
                      <a:pt x="53339" y="5867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5227320" y="4776215"/>
                <a:ext cx="41275" cy="34925"/>
              </a:xfrm>
              <a:custGeom>
                <a:rect b="b" l="l" r="r" t="t"/>
                <a:pathLst>
                  <a:path extrusionOk="0" h="34925" w="41275">
                    <a:moveTo>
                      <a:pt x="0" y="32004"/>
                    </a:moveTo>
                    <a:lnTo>
                      <a:pt x="8822" y="34159"/>
                    </a:lnTo>
                    <a:lnTo>
                      <a:pt x="15716" y="34385"/>
                    </a:lnTo>
                    <a:lnTo>
                      <a:pt x="22181" y="31896"/>
                    </a:lnTo>
                    <a:lnTo>
                      <a:pt x="29718" y="25908"/>
                    </a:lnTo>
                    <a:lnTo>
                      <a:pt x="33528" y="22860"/>
                    </a:lnTo>
                    <a:lnTo>
                      <a:pt x="41148" y="14478"/>
                    </a:lnTo>
                    <a:lnTo>
                      <a:pt x="38099" y="8382"/>
                    </a:lnTo>
                    <a:lnTo>
                      <a:pt x="34290" y="1524"/>
                    </a:lnTo>
                    <a:lnTo>
                      <a:pt x="22859" y="1524"/>
                    </a:lnTo>
                    <a:lnTo>
                      <a:pt x="16763" y="1524"/>
                    </a:lnTo>
                    <a:lnTo>
                      <a:pt x="12191" y="762"/>
                    </a:lnTo>
                    <a:lnTo>
                      <a:pt x="8381" y="762"/>
                    </a:lnTo>
                    <a:lnTo>
                      <a:pt x="4571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5305806" y="4703825"/>
                <a:ext cx="66675" cy="150495"/>
              </a:xfrm>
              <a:custGeom>
                <a:rect b="b" l="l" r="r" t="t"/>
                <a:pathLst>
                  <a:path extrusionOk="0" h="150495" w="66675">
                    <a:moveTo>
                      <a:pt x="39624" y="0"/>
                    </a:moveTo>
                    <a:lnTo>
                      <a:pt x="48768" y="47244"/>
                    </a:lnTo>
                    <a:lnTo>
                      <a:pt x="49911" y="60269"/>
                    </a:lnTo>
                    <a:lnTo>
                      <a:pt x="51054" y="73152"/>
                    </a:lnTo>
                    <a:lnTo>
                      <a:pt x="52197" y="86034"/>
                    </a:lnTo>
                    <a:lnTo>
                      <a:pt x="53340" y="99060"/>
                    </a:lnTo>
                    <a:lnTo>
                      <a:pt x="54375" y="107739"/>
                    </a:lnTo>
                    <a:lnTo>
                      <a:pt x="55340" y="116490"/>
                    </a:lnTo>
                    <a:lnTo>
                      <a:pt x="56447" y="125098"/>
                    </a:lnTo>
                    <a:lnTo>
                      <a:pt x="57912" y="133350"/>
                    </a:lnTo>
                    <a:lnTo>
                      <a:pt x="58674" y="135636"/>
                    </a:lnTo>
                    <a:lnTo>
                      <a:pt x="59436" y="135636"/>
                    </a:lnTo>
                    <a:lnTo>
                      <a:pt x="59436" y="137160"/>
                    </a:lnTo>
                    <a:lnTo>
                      <a:pt x="45339" y="98583"/>
                    </a:lnTo>
                    <a:lnTo>
                      <a:pt x="26193" y="89165"/>
                    </a:lnTo>
                    <a:lnTo>
                      <a:pt x="20193" y="90201"/>
                    </a:lnTo>
                    <a:lnTo>
                      <a:pt x="0" y="125730"/>
                    </a:lnTo>
                    <a:lnTo>
                      <a:pt x="1476" y="133576"/>
                    </a:lnTo>
                    <a:lnTo>
                      <a:pt x="5524" y="139922"/>
                    </a:lnTo>
                    <a:lnTo>
                      <a:pt x="11572" y="144696"/>
                    </a:lnTo>
                    <a:lnTo>
                      <a:pt x="19050" y="147828"/>
                    </a:lnTo>
                    <a:lnTo>
                      <a:pt x="31682" y="149971"/>
                    </a:lnTo>
                    <a:lnTo>
                      <a:pt x="43529" y="148971"/>
                    </a:lnTo>
                    <a:lnTo>
                      <a:pt x="54947" y="145684"/>
                    </a:lnTo>
                    <a:lnTo>
                      <a:pt x="66294" y="14097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06" name="Google Shape;506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671540" y="4657318"/>
              <a:ext cx="155498" cy="1684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7" name="Google Shape;507;p4"/>
            <p:cNvGrpSpPr/>
            <p:nvPr/>
          </p:nvGrpSpPr>
          <p:grpSpPr>
            <a:xfrm>
              <a:off x="6096761" y="4665916"/>
              <a:ext cx="747268" cy="215963"/>
              <a:chOff x="6096761" y="4665916"/>
              <a:chExt cx="747268" cy="215963"/>
            </a:xfrm>
          </p:grpSpPr>
          <p:sp>
            <p:nvSpPr>
              <p:cNvPr id="508" name="Google Shape;508;p4"/>
              <p:cNvSpPr/>
              <p:nvPr/>
            </p:nvSpPr>
            <p:spPr>
              <a:xfrm>
                <a:off x="6096761" y="4665916"/>
                <a:ext cx="132715" cy="131445"/>
              </a:xfrm>
              <a:custGeom>
                <a:rect b="b" l="l" r="r" t="t"/>
                <a:pathLst>
                  <a:path extrusionOk="0" h="131445" w="132714">
                    <a:moveTo>
                      <a:pt x="36575" y="2857"/>
                    </a:moveTo>
                    <a:lnTo>
                      <a:pt x="27967" y="1214"/>
                    </a:lnTo>
                    <a:lnTo>
                      <a:pt x="19716" y="0"/>
                    </a:lnTo>
                    <a:lnTo>
                      <a:pt x="12465" y="1357"/>
                    </a:lnTo>
                    <a:lnTo>
                      <a:pt x="6857" y="7429"/>
                    </a:lnTo>
                    <a:lnTo>
                      <a:pt x="2571" y="21181"/>
                    </a:lnTo>
                    <a:lnTo>
                      <a:pt x="571" y="35718"/>
                    </a:lnTo>
                    <a:lnTo>
                      <a:pt x="0" y="50399"/>
                    </a:lnTo>
                    <a:lnTo>
                      <a:pt x="0" y="64579"/>
                    </a:lnTo>
                    <a:lnTo>
                      <a:pt x="8143" y="108406"/>
                    </a:lnTo>
                    <a:lnTo>
                      <a:pt x="42100" y="131063"/>
                    </a:lnTo>
                    <a:lnTo>
                      <a:pt x="56197" y="128254"/>
                    </a:lnTo>
                    <a:lnTo>
                      <a:pt x="86772" y="98393"/>
                    </a:lnTo>
                    <a:lnTo>
                      <a:pt x="92963" y="69913"/>
                    </a:lnTo>
                    <a:lnTo>
                      <a:pt x="92963" y="62293"/>
                    </a:lnTo>
                    <a:lnTo>
                      <a:pt x="92963" y="56959"/>
                    </a:lnTo>
                    <a:lnTo>
                      <a:pt x="87629" y="53149"/>
                    </a:lnTo>
                    <a:lnTo>
                      <a:pt x="86867" y="53149"/>
                    </a:lnTo>
                    <a:lnTo>
                      <a:pt x="86105" y="53149"/>
                    </a:lnTo>
                    <a:lnTo>
                      <a:pt x="81533" y="83629"/>
                    </a:lnTo>
                    <a:lnTo>
                      <a:pt x="82284" y="92809"/>
                    </a:lnTo>
                    <a:lnTo>
                      <a:pt x="84105" y="101631"/>
                    </a:lnTo>
                    <a:lnTo>
                      <a:pt x="88070" y="109454"/>
                    </a:lnTo>
                    <a:lnTo>
                      <a:pt x="95249" y="115633"/>
                    </a:lnTo>
                    <a:lnTo>
                      <a:pt x="102881" y="118109"/>
                    </a:lnTo>
                    <a:lnTo>
                      <a:pt x="110585" y="117728"/>
                    </a:lnTo>
                    <a:lnTo>
                      <a:pt x="132564" y="82641"/>
                    </a:lnTo>
                    <a:lnTo>
                      <a:pt x="131825" y="73723"/>
                    </a:lnTo>
                    <a:lnTo>
                      <a:pt x="128277" y="66389"/>
                    </a:lnTo>
                    <a:lnTo>
                      <a:pt x="122872" y="60197"/>
                    </a:lnTo>
                    <a:lnTo>
                      <a:pt x="116609" y="54863"/>
                    </a:lnTo>
                    <a:lnTo>
                      <a:pt x="110489" y="50101"/>
                    </a:lnTo>
                    <a:lnTo>
                      <a:pt x="108965" y="48577"/>
                    </a:lnTo>
                    <a:lnTo>
                      <a:pt x="107441" y="47815"/>
                    </a:lnTo>
                    <a:lnTo>
                      <a:pt x="105917" y="4705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6259067" y="4698754"/>
                <a:ext cx="85725" cy="84455"/>
              </a:xfrm>
              <a:custGeom>
                <a:rect b="b" l="l" r="r" t="t"/>
                <a:pathLst>
                  <a:path extrusionOk="0" h="84454" w="85725">
                    <a:moveTo>
                      <a:pt x="0" y="5072"/>
                    </a:moveTo>
                    <a:lnTo>
                      <a:pt x="9144" y="47744"/>
                    </a:lnTo>
                    <a:lnTo>
                      <a:pt x="9144" y="55054"/>
                    </a:lnTo>
                    <a:lnTo>
                      <a:pt x="9144" y="62222"/>
                    </a:lnTo>
                    <a:lnTo>
                      <a:pt x="9144" y="69389"/>
                    </a:lnTo>
                    <a:lnTo>
                      <a:pt x="9144" y="76700"/>
                    </a:lnTo>
                    <a:lnTo>
                      <a:pt x="9906" y="79748"/>
                    </a:lnTo>
                    <a:lnTo>
                      <a:pt x="9906" y="81272"/>
                    </a:lnTo>
                    <a:lnTo>
                      <a:pt x="9906" y="84320"/>
                    </a:lnTo>
                    <a:lnTo>
                      <a:pt x="9608" y="70258"/>
                    </a:lnTo>
                    <a:lnTo>
                      <a:pt x="9239" y="55840"/>
                    </a:lnTo>
                    <a:lnTo>
                      <a:pt x="17145" y="11644"/>
                    </a:lnTo>
                    <a:lnTo>
                      <a:pt x="37302" y="0"/>
                    </a:lnTo>
                    <a:lnTo>
                      <a:pt x="44100" y="1643"/>
                    </a:lnTo>
                    <a:lnTo>
                      <a:pt x="72020" y="33111"/>
                    </a:lnTo>
                    <a:lnTo>
                      <a:pt x="83165" y="61471"/>
                    </a:lnTo>
                    <a:lnTo>
                      <a:pt x="85344" y="683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"/>
              <p:cNvSpPr/>
              <p:nvPr/>
            </p:nvSpPr>
            <p:spPr>
              <a:xfrm>
                <a:off x="6368033" y="4668012"/>
                <a:ext cx="62865" cy="104139"/>
              </a:xfrm>
              <a:custGeom>
                <a:rect b="b" l="l" r="r" t="t"/>
                <a:pathLst>
                  <a:path extrusionOk="0" h="104139" w="62864">
                    <a:moveTo>
                      <a:pt x="0" y="32765"/>
                    </a:moveTo>
                    <a:lnTo>
                      <a:pt x="31551" y="68830"/>
                    </a:lnTo>
                    <a:lnTo>
                      <a:pt x="44958" y="101345"/>
                    </a:lnTo>
                    <a:lnTo>
                      <a:pt x="44958" y="102107"/>
                    </a:lnTo>
                    <a:lnTo>
                      <a:pt x="46482" y="103631"/>
                    </a:lnTo>
                    <a:lnTo>
                      <a:pt x="50292" y="99059"/>
                    </a:lnTo>
                    <a:lnTo>
                      <a:pt x="51054" y="93725"/>
                    </a:lnTo>
                    <a:lnTo>
                      <a:pt x="51816" y="85343"/>
                    </a:lnTo>
                    <a:lnTo>
                      <a:pt x="53292" y="71508"/>
                    </a:lnTo>
                    <a:lnTo>
                      <a:pt x="54483" y="57530"/>
                    </a:lnTo>
                    <a:lnTo>
                      <a:pt x="55673" y="43553"/>
                    </a:lnTo>
                    <a:lnTo>
                      <a:pt x="57150" y="29717"/>
                    </a:lnTo>
                    <a:lnTo>
                      <a:pt x="57447" y="21967"/>
                    </a:lnTo>
                    <a:lnTo>
                      <a:pt x="57816" y="14001"/>
                    </a:lnTo>
                    <a:lnTo>
                      <a:pt x="59185" y="6465"/>
                    </a:lnTo>
                    <a:lnTo>
                      <a:pt x="6248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4"/>
              <p:cNvSpPr/>
              <p:nvPr/>
            </p:nvSpPr>
            <p:spPr>
              <a:xfrm>
                <a:off x="6469189" y="4676394"/>
                <a:ext cx="59055" cy="86360"/>
              </a:xfrm>
              <a:custGeom>
                <a:rect b="b" l="l" r="r" t="t"/>
                <a:pathLst>
                  <a:path extrusionOk="0" h="86360" w="59054">
                    <a:moveTo>
                      <a:pt x="190" y="0"/>
                    </a:moveTo>
                    <a:lnTo>
                      <a:pt x="95" y="12811"/>
                    </a:lnTo>
                    <a:lnTo>
                      <a:pt x="0" y="25908"/>
                    </a:lnTo>
                    <a:lnTo>
                      <a:pt x="190" y="39004"/>
                    </a:lnTo>
                    <a:lnTo>
                      <a:pt x="10858" y="80010"/>
                    </a:lnTo>
                    <a:lnTo>
                      <a:pt x="28539" y="86010"/>
                    </a:lnTo>
                    <a:lnTo>
                      <a:pt x="34480" y="84582"/>
                    </a:lnTo>
                    <a:lnTo>
                      <a:pt x="42683" y="79759"/>
                    </a:lnTo>
                    <a:lnTo>
                      <a:pt x="49244" y="72866"/>
                    </a:lnTo>
                    <a:lnTo>
                      <a:pt x="54518" y="64972"/>
                    </a:lnTo>
                    <a:lnTo>
                      <a:pt x="58864" y="5715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4"/>
              <p:cNvSpPr/>
              <p:nvPr/>
            </p:nvSpPr>
            <p:spPr>
              <a:xfrm>
                <a:off x="6483857" y="4672893"/>
                <a:ext cx="54610" cy="41910"/>
              </a:xfrm>
              <a:custGeom>
                <a:rect b="b" l="l" r="r" t="t"/>
                <a:pathLst>
                  <a:path extrusionOk="0" h="41910" w="54609">
                    <a:moveTo>
                      <a:pt x="14477" y="41600"/>
                    </a:moveTo>
                    <a:lnTo>
                      <a:pt x="23610" y="41195"/>
                    </a:lnTo>
                    <a:lnTo>
                      <a:pt x="30384" y="39504"/>
                    </a:lnTo>
                    <a:lnTo>
                      <a:pt x="36445" y="35814"/>
                    </a:lnTo>
                    <a:lnTo>
                      <a:pt x="43433" y="29408"/>
                    </a:lnTo>
                    <a:lnTo>
                      <a:pt x="48767" y="24836"/>
                    </a:lnTo>
                    <a:lnTo>
                      <a:pt x="54101" y="19502"/>
                    </a:lnTo>
                    <a:lnTo>
                      <a:pt x="52577" y="11120"/>
                    </a:lnTo>
                    <a:lnTo>
                      <a:pt x="51815" y="2738"/>
                    </a:lnTo>
                    <a:lnTo>
                      <a:pt x="37337" y="1214"/>
                    </a:lnTo>
                    <a:lnTo>
                      <a:pt x="30479" y="452"/>
                    </a:lnTo>
                    <a:lnTo>
                      <a:pt x="23621" y="0"/>
                    </a:lnTo>
                    <a:lnTo>
                      <a:pt x="16192" y="261"/>
                    </a:lnTo>
                    <a:lnTo>
                      <a:pt x="9048" y="1952"/>
                    </a:lnTo>
                    <a:lnTo>
                      <a:pt x="3047" y="5786"/>
                    </a:lnTo>
                    <a:lnTo>
                      <a:pt x="0" y="8834"/>
                    </a:lnTo>
                    <a:lnTo>
                      <a:pt x="761" y="12644"/>
                    </a:lnTo>
                    <a:lnTo>
                      <a:pt x="1523" y="1569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4"/>
              <p:cNvSpPr/>
              <p:nvPr/>
            </p:nvSpPr>
            <p:spPr>
              <a:xfrm>
                <a:off x="6579869" y="4673346"/>
                <a:ext cx="56515" cy="86995"/>
              </a:xfrm>
              <a:custGeom>
                <a:rect b="b" l="l" r="r" t="t"/>
                <a:pathLst>
                  <a:path extrusionOk="0" h="86995" w="56515">
                    <a:moveTo>
                      <a:pt x="0" y="22860"/>
                    </a:moveTo>
                    <a:lnTo>
                      <a:pt x="33801" y="46112"/>
                    </a:lnTo>
                    <a:lnTo>
                      <a:pt x="37338" y="70866"/>
                    </a:lnTo>
                    <a:lnTo>
                      <a:pt x="37338" y="76962"/>
                    </a:lnTo>
                    <a:lnTo>
                      <a:pt x="37338" y="81534"/>
                    </a:lnTo>
                    <a:lnTo>
                      <a:pt x="35814" y="86868"/>
                    </a:lnTo>
                    <a:lnTo>
                      <a:pt x="29718" y="85344"/>
                    </a:lnTo>
                    <a:lnTo>
                      <a:pt x="29718" y="84582"/>
                    </a:lnTo>
                    <a:lnTo>
                      <a:pt x="27432" y="76200"/>
                    </a:lnTo>
                    <a:lnTo>
                      <a:pt x="24919" y="65532"/>
                    </a:lnTo>
                    <a:lnTo>
                      <a:pt x="23336" y="53721"/>
                    </a:lnTo>
                    <a:lnTo>
                      <a:pt x="23038" y="41910"/>
                    </a:lnTo>
                    <a:lnTo>
                      <a:pt x="24384" y="31242"/>
                    </a:lnTo>
                    <a:lnTo>
                      <a:pt x="50291" y="1524"/>
                    </a:lnTo>
                    <a:lnTo>
                      <a:pt x="53340" y="762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6675119" y="4667250"/>
                <a:ext cx="168910" cy="214629"/>
              </a:xfrm>
              <a:custGeom>
                <a:rect b="b" l="l" r="r" t="t"/>
                <a:pathLst>
                  <a:path extrusionOk="0" h="214629" w="168909">
                    <a:moveTo>
                      <a:pt x="35051" y="21336"/>
                    </a:moveTo>
                    <a:lnTo>
                      <a:pt x="34289" y="18288"/>
                    </a:lnTo>
                    <a:lnTo>
                      <a:pt x="33527" y="3810"/>
                    </a:lnTo>
                    <a:lnTo>
                      <a:pt x="26669" y="2286"/>
                    </a:lnTo>
                    <a:lnTo>
                      <a:pt x="19811" y="0"/>
                    </a:lnTo>
                    <a:lnTo>
                      <a:pt x="14477" y="5334"/>
                    </a:lnTo>
                    <a:lnTo>
                      <a:pt x="10667" y="9906"/>
                    </a:lnTo>
                    <a:lnTo>
                      <a:pt x="5893" y="15335"/>
                    </a:lnTo>
                    <a:lnTo>
                      <a:pt x="2190" y="21336"/>
                    </a:lnTo>
                    <a:lnTo>
                      <a:pt x="59" y="27908"/>
                    </a:lnTo>
                    <a:lnTo>
                      <a:pt x="0" y="35052"/>
                    </a:lnTo>
                    <a:lnTo>
                      <a:pt x="1523" y="44958"/>
                    </a:lnTo>
                    <a:lnTo>
                      <a:pt x="12191" y="44196"/>
                    </a:lnTo>
                    <a:lnTo>
                      <a:pt x="19811" y="44196"/>
                    </a:lnTo>
                    <a:lnTo>
                      <a:pt x="26669" y="44958"/>
                    </a:lnTo>
                    <a:lnTo>
                      <a:pt x="30479" y="44196"/>
                    </a:lnTo>
                    <a:lnTo>
                      <a:pt x="36575" y="41148"/>
                    </a:lnTo>
                    <a:lnTo>
                      <a:pt x="37337" y="41148"/>
                    </a:lnTo>
                    <a:lnTo>
                      <a:pt x="38099" y="40386"/>
                    </a:lnTo>
                    <a:lnTo>
                      <a:pt x="40385" y="45720"/>
                    </a:lnTo>
                    <a:lnTo>
                      <a:pt x="41147" y="53340"/>
                    </a:lnTo>
                    <a:lnTo>
                      <a:pt x="41909" y="60198"/>
                    </a:lnTo>
                    <a:lnTo>
                      <a:pt x="42779" y="76771"/>
                    </a:lnTo>
                    <a:lnTo>
                      <a:pt x="43148" y="93345"/>
                    </a:lnTo>
                    <a:lnTo>
                      <a:pt x="43088" y="109918"/>
                    </a:lnTo>
                    <a:lnTo>
                      <a:pt x="40290" y="161163"/>
                    </a:lnTo>
                    <a:lnTo>
                      <a:pt x="32765" y="204216"/>
                    </a:lnTo>
                    <a:lnTo>
                      <a:pt x="32003" y="208788"/>
                    </a:lnTo>
                    <a:lnTo>
                      <a:pt x="26669" y="214122"/>
                    </a:lnTo>
                    <a:lnTo>
                      <a:pt x="20740" y="209049"/>
                    </a:lnTo>
                    <a:lnTo>
                      <a:pt x="16382" y="201549"/>
                    </a:lnTo>
                    <a:lnTo>
                      <a:pt x="6000" y="158400"/>
                    </a:lnTo>
                    <a:lnTo>
                      <a:pt x="5631" y="144649"/>
                    </a:lnTo>
                    <a:lnTo>
                      <a:pt x="7619" y="131826"/>
                    </a:lnTo>
                    <a:lnTo>
                      <a:pt x="36575" y="92964"/>
                    </a:lnTo>
                    <a:lnTo>
                      <a:pt x="63626" y="69627"/>
                    </a:lnTo>
                    <a:lnTo>
                      <a:pt x="77509" y="58138"/>
                    </a:lnTo>
                    <a:lnTo>
                      <a:pt x="106644" y="23645"/>
                    </a:lnTo>
                    <a:lnTo>
                      <a:pt x="109727" y="15240"/>
                    </a:lnTo>
                    <a:lnTo>
                      <a:pt x="109727" y="12192"/>
                    </a:lnTo>
                    <a:lnTo>
                      <a:pt x="110489" y="11430"/>
                    </a:lnTo>
                    <a:lnTo>
                      <a:pt x="109727" y="9144"/>
                    </a:lnTo>
                    <a:lnTo>
                      <a:pt x="100583" y="9144"/>
                    </a:lnTo>
                    <a:lnTo>
                      <a:pt x="96011" y="10668"/>
                    </a:lnTo>
                    <a:lnTo>
                      <a:pt x="75318" y="43029"/>
                    </a:lnTo>
                    <a:lnTo>
                      <a:pt x="74675" y="53340"/>
                    </a:lnTo>
                    <a:lnTo>
                      <a:pt x="76533" y="64067"/>
                    </a:lnTo>
                    <a:lnTo>
                      <a:pt x="107394" y="93856"/>
                    </a:lnTo>
                    <a:lnTo>
                      <a:pt x="145958" y="102881"/>
                    </a:lnTo>
                    <a:lnTo>
                      <a:pt x="153447" y="103155"/>
                    </a:lnTo>
                    <a:lnTo>
                      <a:pt x="160222" y="101572"/>
                    </a:lnTo>
                    <a:lnTo>
                      <a:pt x="165353" y="96774"/>
                    </a:lnTo>
                    <a:lnTo>
                      <a:pt x="166877" y="94488"/>
                    </a:lnTo>
                    <a:lnTo>
                      <a:pt x="167639" y="92202"/>
                    </a:lnTo>
                    <a:lnTo>
                      <a:pt x="168401" y="8991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5" name="Google Shape;515;p4"/>
            <p:cNvGrpSpPr/>
            <p:nvPr/>
          </p:nvGrpSpPr>
          <p:grpSpPr>
            <a:xfrm>
              <a:off x="7239762" y="4596384"/>
              <a:ext cx="110489" cy="142240"/>
              <a:chOff x="7239762" y="4596384"/>
              <a:chExt cx="110489" cy="142240"/>
            </a:xfrm>
          </p:grpSpPr>
          <p:sp>
            <p:nvSpPr>
              <p:cNvPr id="516" name="Google Shape;516;p4"/>
              <p:cNvSpPr/>
              <p:nvPr/>
            </p:nvSpPr>
            <p:spPr>
              <a:xfrm>
                <a:off x="7244334" y="4596384"/>
                <a:ext cx="2540" cy="142240"/>
              </a:xfrm>
              <a:custGeom>
                <a:rect b="b" l="l" r="r" t="t"/>
                <a:pathLst>
                  <a:path extrusionOk="0" h="142239" w="2540">
                    <a:moveTo>
                      <a:pt x="2285" y="0"/>
                    </a:moveTo>
                    <a:lnTo>
                      <a:pt x="1964" y="44576"/>
                    </a:lnTo>
                    <a:lnTo>
                      <a:pt x="964" y="73723"/>
                    </a:lnTo>
                    <a:lnTo>
                      <a:pt x="476" y="88010"/>
                    </a:lnTo>
                    <a:lnTo>
                      <a:pt x="130" y="102298"/>
                    </a:lnTo>
                    <a:lnTo>
                      <a:pt x="0" y="116585"/>
                    </a:lnTo>
                    <a:lnTo>
                      <a:pt x="0" y="124967"/>
                    </a:lnTo>
                    <a:lnTo>
                      <a:pt x="0" y="133349"/>
                    </a:lnTo>
                    <a:lnTo>
                      <a:pt x="0" y="14173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4"/>
              <p:cNvSpPr/>
              <p:nvPr/>
            </p:nvSpPr>
            <p:spPr>
              <a:xfrm>
                <a:off x="7239762" y="4660392"/>
                <a:ext cx="110489" cy="71120"/>
              </a:xfrm>
              <a:custGeom>
                <a:rect b="b" l="l" r="r" t="t"/>
                <a:pathLst>
                  <a:path extrusionOk="0" h="71120" w="110490">
                    <a:moveTo>
                      <a:pt x="0" y="17525"/>
                    </a:moveTo>
                    <a:lnTo>
                      <a:pt x="37338" y="6857"/>
                    </a:lnTo>
                    <a:lnTo>
                      <a:pt x="44958" y="6095"/>
                    </a:lnTo>
                    <a:lnTo>
                      <a:pt x="54102" y="4571"/>
                    </a:lnTo>
                    <a:lnTo>
                      <a:pt x="58674" y="11429"/>
                    </a:lnTo>
                    <a:lnTo>
                      <a:pt x="62424" y="20276"/>
                    </a:lnTo>
                    <a:lnTo>
                      <a:pt x="64103" y="30194"/>
                    </a:lnTo>
                    <a:lnTo>
                      <a:pt x="64781" y="40255"/>
                    </a:lnTo>
                    <a:lnTo>
                      <a:pt x="65532" y="49529"/>
                    </a:lnTo>
                    <a:lnTo>
                      <a:pt x="67056" y="57149"/>
                    </a:lnTo>
                    <a:lnTo>
                      <a:pt x="67818" y="67817"/>
                    </a:lnTo>
                    <a:lnTo>
                      <a:pt x="76200" y="70103"/>
                    </a:lnTo>
                    <a:lnTo>
                      <a:pt x="108584" y="40862"/>
                    </a:lnTo>
                    <a:lnTo>
                      <a:pt x="110228" y="31753"/>
                    </a:lnTo>
                    <a:lnTo>
                      <a:pt x="109728" y="22859"/>
                    </a:lnTo>
                    <a:lnTo>
                      <a:pt x="76962" y="761"/>
                    </a:lnTo>
                    <a:lnTo>
                      <a:pt x="64769" y="0"/>
                    </a:lnTo>
                    <a:lnTo>
                      <a:pt x="61722" y="7619"/>
                    </a:lnTo>
                    <a:lnTo>
                      <a:pt x="61722" y="8381"/>
                    </a:lnTo>
                    <a:lnTo>
                      <a:pt x="61722" y="9905"/>
                    </a:lnTo>
                    <a:lnTo>
                      <a:pt x="61722" y="1066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8" name="Google Shape;518;p4"/>
            <p:cNvGrpSpPr/>
            <p:nvPr/>
          </p:nvGrpSpPr>
          <p:grpSpPr>
            <a:xfrm>
              <a:off x="7556728" y="4541935"/>
              <a:ext cx="578408" cy="276216"/>
              <a:chOff x="7556728" y="4541935"/>
              <a:chExt cx="578408" cy="276216"/>
            </a:xfrm>
          </p:grpSpPr>
          <p:pic>
            <p:nvPicPr>
              <p:cNvPr id="519" name="Google Shape;519;p4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556728" y="4541935"/>
                <a:ext cx="277133" cy="2762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0" name="Google Shape;520;p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862290" y="4581880"/>
                <a:ext cx="272846" cy="1120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1" name="Google Shape;521;p4"/>
            <p:cNvGrpSpPr/>
            <p:nvPr/>
          </p:nvGrpSpPr>
          <p:grpSpPr>
            <a:xfrm>
              <a:off x="8423884" y="4479798"/>
              <a:ext cx="325102" cy="176046"/>
              <a:chOff x="8423884" y="4479798"/>
              <a:chExt cx="325102" cy="176046"/>
            </a:xfrm>
          </p:grpSpPr>
          <p:pic>
            <p:nvPicPr>
              <p:cNvPr id="522" name="Google Shape;522;p4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8423884" y="4539208"/>
                <a:ext cx="120077" cy="1166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3" name="Google Shape;523;p4"/>
              <p:cNvSpPr/>
              <p:nvPr/>
            </p:nvSpPr>
            <p:spPr>
              <a:xfrm>
                <a:off x="8596883" y="4550664"/>
                <a:ext cx="6985" cy="74295"/>
              </a:xfrm>
              <a:custGeom>
                <a:rect b="b" l="l" r="r" t="t"/>
                <a:pathLst>
                  <a:path extrusionOk="0" h="74295" w="6984">
                    <a:moveTo>
                      <a:pt x="0" y="0"/>
                    </a:moveTo>
                    <a:lnTo>
                      <a:pt x="3143" y="44481"/>
                    </a:lnTo>
                    <a:lnTo>
                      <a:pt x="6096" y="64008"/>
                    </a:lnTo>
                    <a:lnTo>
                      <a:pt x="6096" y="69342"/>
                    </a:lnTo>
                    <a:lnTo>
                      <a:pt x="6858" y="7391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4"/>
              <p:cNvSpPr/>
              <p:nvPr/>
            </p:nvSpPr>
            <p:spPr>
              <a:xfrm>
                <a:off x="8563355" y="447979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8651747" y="4491228"/>
                <a:ext cx="6985" cy="131445"/>
              </a:xfrm>
              <a:custGeom>
                <a:rect b="b" l="l" r="r" t="t"/>
                <a:pathLst>
                  <a:path extrusionOk="0" h="131445" w="6984">
                    <a:moveTo>
                      <a:pt x="0" y="0"/>
                    </a:moveTo>
                    <a:lnTo>
                      <a:pt x="3810" y="45720"/>
                    </a:lnTo>
                    <a:lnTo>
                      <a:pt x="3821" y="58293"/>
                    </a:lnTo>
                    <a:lnTo>
                      <a:pt x="3905" y="70866"/>
                    </a:lnTo>
                    <a:lnTo>
                      <a:pt x="4131" y="83439"/>
                    </a:lnTo>
                    <a:lnTo>
                      <a:pt x="4572" y="96012"/>
                    </a:lnTo>
                    <a:lnTo>
                      <a:pt x="5036" y="104703"/>
                    </a:lnTo>
                    <a:lnTo>
                      <a:pt x="5429" y="113538"/>
                    </a:lnTo>
                    <a:lnTo>
                      <a:pt x="5965" y="122372"/>
                    </a:lnTo>
                    <a:lnTo>
                      <a:pt x="6858" y="1310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8630876" y="4535054"/>
                <a:ext cx="118110" cy="83820"/>
              </a:xfrm>
              <a:custGeom>
                <a:rect b="b" l="l" r="r" t="t"/>
                <a:pathLst>
                  <a:path extrusionOk="0" h="83820" w="118109">
                    <a:moveTo>
                      <a:pt x="8679" y="47613"/>
                    </a:moveTo>
                    <a:lnTo>
                      <a:pt x="5786" y="42600"/>
                    </a:lnTo>
                    <a:lnTo>
                      <a:pt x="2107" y="35516"/>
                    </a:lnTo>
                    <a:lnTo>
                      <a:pt x="0" y="28003"/>
                    </a:lnTo>
                    <a:lnTo>
                      <a:pt x="1821" y="21705"/>
                    </a:lnTo>
                    <a:lnTo>
                      <a:pt x="40445" y="2214"/>
                    </a:lnTo>
                    <a:lnTo>
                      <a:pt x="59209" y="0"/>
                    </a:lnTo>
                    <a:lnTo>
                      <a:pt x="66591" y="1893"/>
                    </a:lnTo>
                    <a:lnTo>
                      <a:pt x="81700" y="44434"/>
                    </a:lnTo>
                    <a:lnTo>
                      <a:pt x="82307" y="55899"/>
                    </a:lnTo>
                    <a:lnTo>
                      <a:pt x="81914" y="67222"/>
                    </a:lnTo>
                    <a:lnTo>
                      <a:pt x="80307" y="77331"/>
                    </a:lnTo>
                    <a:lnTo>
                      <a:pt x="80307" y="78093"/>
                    </a:lnTo>
                    <a:lnTo>
                      <a:pt x="80307" y="78855"/>
                    </a:lnTo>
                    <a:lnTo>
                      <a:pt x="78783" y="72759"/>
                    </a:lnTo>
                    <a:lnTo>
                      <a:pt x="78783" y="67425"/>
                    </a:lnTo>
                    <a:lnTo>
                      <a:pt x="78783" y="61329"/>
                    </a:lnTo>
                    <a:lnTo>
                      <a:pt x="78783" y="51423"/>
                    </a:lnTo>
                    <a:lnTo>
                      <a:pt x="79545" y="43803"/>
                    </a:lnTo>
                    <a:lnTo>
                      <a:pt x="87927" y="38469"/>
                    </a:lnTo>
                    <a:lnTo>
                      <a:pt x="92499" y="35421"/>
                    </a:lnTo>
                    <a:lnTo>
                      <a:pt x="102405" y="32373"/>
                    </a:lnTo>
                    <a:lnTo>
                      <a:pt x="107739" y="34659"/>
                    </a:lnTo>
                    <a:lnTo>
                      <a:pt x="116121" y="37707"/>
                    </a:lnTo>
                    <a:lnTo>
                      <a:pt x="117645" y="46851"/>
                    </a:lnTo>
                    <a:lnTo>
                      <a:pt x="117645" y="53709"/>
                    </a:lnTo>
                    <a:lnTo>
                      <a:pt x="117371" y="62745"/>
                    </a:lnTo>
                    <a:lnTo>
                      <a:pt x="115454" y="69996"/>
                    </a:lnTo>
                    <a:lnTo>
                      <a:pt x="111966" y="76533"/>
                    </a:lnTo>
                    <a:lnTo>
                      <a:pt x="106977" y="8342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27" name="Google Shape;527;p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934424" y="4424908"/>
              <a:ext cx="359524" cy="2215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8" name="Google Shape;528;p4"/>
            <p:cNvGrpSpPr/>
            <p:nvPr/>
          </p:nvGrpSpPr>
          <p:grpSpPr>
            <a:xfrm>
              <a:off x="8726388" y="4735067"/>
              <a:ext cx="559852" cy="292735"/>
              <a:chOff x="8726388" y="4735067"/>
              <a:chExt cx="559852" cy="292735"/>
            </a:xfrm>
          </p:grpSpPr>
          <p:sp>
            <p:nvSpPr>
              <p:cNvPr id="529" name="Google Shape;529;p4"/>
              <p:cNvSpPr/>
              <p:nvPr/>
            </p:nvSpPr>
            <p:spPr>
              <a:xfrm>
                <a:off x="8726388" y="4845557"/>
                <a:ext cx="27305" cy="182245"/>
              </a:xfrm>
              <a:custGeom>
                <a:rect b="b" l="l" r="r" t="t"/>
                <a:pathLst>
                  <a:path extrusionOk="0" h="182245" w="27304">
                    <a:moveTo>
                      <a:pt x="4607" y="0"/>
                    </a:moveTo>
                    <a:lnTo>
                      <a:pt x="1547" y="14299"/>
                    </a:lnTo>
                    <a:lnTo>
                      <a:pt x="130" y="28670"/>
                    </a:lnTo>
                    <a:lnTo>
                      <a:pt x="0" y="43183"/>
                    </a:lnTo>
                    <a:lnTo>
                      <a:pt x="797" y="57911"/>
                    </a:lnTo>
                    <a:lnTo>
                      <a:pt x="8834" y="114169"/>
                    </a:lnTo>
                    <a:lnTo>
                      <a:pt x="19561" y="157638"/>
                    </a:lnTo>
                    <a:lnTo>
                      <a:pt x="23169" y="169985"/>
                    </a:lnTo>
                    <a:lnTo>
                      <a:pt x="26705" y="18211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8741759" y="4886265"/>
                <a:ext cx="73660" cy="75565"/>
              </a:xfrm>
              <a:custGeom>
                <a:rect b="b" l="l" r="r" t="t"/>
                <a:pathLst>
                  <a:path extrusionOk="0" h="75564" w="73659">
                    <a:moveTo>
                      <a:pt x="2190" y="50732"/>
                    </a:moveTo>
                    <a:lnTo>
                      <a:pt x="988" y="39326"/>
                    </a:lnTo>
                    <a:lnTo>
                      <a:pt x="0" y="26920"/>
                    </a:lnTo>
                    <a:lnTo>
                      <a:pt x="1440" y="15370"/>
                    </a:lnTo>
                    <a:lnTo>
                      <a:pt x="7524" y="6536"/>
                    </a:lnTo>
                    <a:lnTo>
                      <a:pt x="16883" y="2166"/>
                    </a:lnTo>
                    <a:lnTo>
                      <a:pt x="28670" y="154"/>
                    </a:lnTo>
                    <a:lnTo>
                      <a:pt x="40743" y="0"/>
                    </a:lnTo>
                    <a:lnTo>
                      <a:pt x="50958" y="1202"/>
                    </a:lnTo>
                    <a:lnTo>
                      <a:pt x="60412" y="3929"/>
                    </a:lnTo>
                    <a:lnTo>
                      <a:pt x="67151" y="8727"/>
                    </a:lnTo>
                    <a:lnTo>
                      <a:pt x="71318" y="15668"/>
                    </a:lnTo>
                    <a:lnTo>
                      <a:pt x="73056" y="24824"/>
                    </a:lnTo>
                    <a:lnTo>
                      <a:pt x="71306" y="35587"/>
                    </a:lnTo>
                    <a:lnTo>
                      <a:pt x="65913" y="45208"/>
                    </a:lnTo>
                    <a:lnTo>
                      <a:pt x="58376" y="53971"/>
                    </a:lnTo>
                    <a:lnTo>
                      <a:pt x="50196" y="62162"/>
                    </a:lnTo>
                    <a:lnTo>
                      <a:pt x="44100" y="69020"/>
                    </a:lnTo>
                    <a:lnTo>
                      <a:pt x="39528" y="72068"/>
                    </a:lnTo>
                    <a:lnTo>
                      <a:pt x="31908" y="7511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8829294" y="4866893"/>
                <a:ext cx="149860" cy="106680"/>
              </a:xfrm>
              <a:custGeom>
                <a:rect b="b" l="l" r="r" t="t"/>
                <a:pathLst>
                  <a:path extrusionOk="0" h="106679" w="149859">
                    <a:moveTo>
                      <a:pt x="0" y="25908"/>
                    </a:moveTo>
                    <a:lnTo>
                      <a:pt x="40290" y="29563"/>
                    </a:lnTo>
                    <a:lnTo>
                      <a:pt x="57435" y="74295"/>
                    </a:lnTo>
                    <a:lnTo>
                      <a:pt x="42005" y="106060"/>
                    </a:lnTo>
                    <a:lnTo>
                      <a:pt x="36576" y="104394"/>
                    </a:lnTo>
                    <a:lnTo>
                      <a:pt x="28194" y="65532"/>
                    </a:lnTo>
                    <a:lnTo>
                      <a:pt x="46946" y="24276"/>
                    </a:lnTo>
                    <a:lnTo>
                      <a:pt x="81510" y="7298"/>
                    </a:lnTo>
                    <a:lnTo>
                      <a:pt x="89154" y="7620"/>
                    </a:lnTo>
                    <a:lnTo>
                      <a:pt x="98298" y="8382"/>
                    </a:lnTo>
                    <a:lnTo>
                      <a:pt x="98298" y="21336"/>
                    </a:lnTo>
                    <a:lnTo>
                      <a:pt x="98298" y="28194"/>
                    </a:lnTo>
                    <a:lnTo>
                      <a:pt x="98500" y="38028"/>
                    </a:lnTo>
                    <a:lnTo>
                      <a:pt x="98202" y="48006"/>
                    </a:lnTo>
                    <a:lnTo>
                      <a:pt x="97762" y="57983"/>
                    </a:lnTo>
                    <a:lnTo>
                      <a:pt x="97536" y="67818"/>
                    </a:lnTo>
                    <a:lnTo>
                      <a:pt x="97214" y="73949"/>
                    </a:lnTo>
                    <a:lnTo>
                      <a:pt x="97250" y="80867"/>
                    </a:lnTo>
                    <a:lnTo>
                      <a:pt x="99143" y="86784"/>
                    </a:lnTo>
                    <a:lnTo>
                      <a:pt x="104394" y="89916"/>
                    </a:lnTo>
                    <a:lnTo>
                      <a:pt x="114907" y="88820"/>
                    </a:lnTo>
                    <a:lnTo>
                      <a:pt x="145113" y="58507"/>
                    </a:lnTo>
                    <a:lnTo>
                      <a:pt x="149304" y="37599"/>
                    </a:lnTo>
                    <a:lnTo>
                      <a:pt x="145542" y="27432"/>
                    </a:lnTo>
                    <a:lnTo>
                      <a:pt x="112014" y="4572"/>
                    </a:lnTo>
                    <a:lnTo>
                      <a:pt x="105918" y="3048"/>
                    </a:lnTo>
                    <a:lnTo>
                      <a:pt x="102107" y="3048"/>
                    </a:lnTo>
                    <a:lnTo>
                      <a:pt x="9906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8983980" y="4834127"/>
                <a:ext cx="74295" cy="127635"/>
              </a:xfrm>
              <a:custGeom>
                <a:rect b="b" l="l" r="r" t="t"/>
                <a:pathLst>
                  <a:path extrusionOk="0" h="127635" w="74295">
                    <a:moveTo>
                      <a:pt x="0" y="0"/>
                    </a:moveTo>
                    <a:lnTo>
                      <a:pt x="10072" y="41255"/>
                    </a:lnTo>
                    <a:lnTo>
                      <a:pt x="13335" y="68199"/>
                    </a:lnTo>
                    <a:lnTo>
                      <a:pt x="14478" y="80772"/>
                    </a:lnTo>
                    <a:lnTo>
                      <a:pt x="15621" y="93345"/>
                    </a:lnTo>
                    <a:lnTo>
                      <a:pt x="16764" y="105918"/>
                    </a:lnTo>
                    <a:lnTo>
                      <a:pt x="17526" y="112014"/>
                    </a:lnTo>
                    <a:lnTo>
                      <a:pt x="19050" y="118110"/>
                    </a:lnTo>
                    <a:lnTo>
                      <a:pt x="20574" y="122682"/>
                    </a:lnTo>
                    <a:lnTo>
                      <a:pt x="20788" y="110120"/>
                    </a:lnTo>
                    <a:lnTo>
                      <a:pt x="21717" y="97631"/>
                    </a:lnTo>
                    <a:lnTo>
                      <a:pt x="36385" y="57435"/>
                    </a:lnTo>
                    <a:lnTo>
                      <a:pt x="51054" y="48005"/>
                    </a:lnTo>
                    <a:lnTo>
                      <a:pt x="58781" y="48125"/>
                    </a:lnTo>
                    <a:lnTo>
                      <a:pt x="64865" y="50672"/>
                    </a:lnTo>
                    <a:lnTo>
                      <a:pt x="69377" y="55506"/>
                    </a:lnTo>
                    <a:lnTo>
                      <a:pt x="72390" y="62483"/>
                    </a:lnTo>
                    <a:lnTo>
                      <a:pt x="74128" y="72282"/>
                    </a:lnTo>
                    <a:lnTo>
                      <a:pt x="73723" y="82010"/>
                    </a:lnTo>
                    <a:lnTo>
                      <a:pt x="49911" y="121467"/>
                    </a:lnTo>
                    <a:lnTo>
                      <a:pt x="40386" y="127254"/>
                    </a:lnTo>
                    <a:lnTo>
                      <a:pt x="39624" y="127254"/>
                    </a:lnTo>
                    <a:lnTo>
                      <a:pt x="38100" y="12725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4"/>
              <p:cNvSpPr/>
              <p:nvPr/>
            </p:nvSpPr>
            <p:spPr>
              <a:xfrm>
                <a:off x="9079099" y="4850891"/>
                <a:ext cx="82550" cy="90805"/>
              </a:xfrm>
              <a:custGeom>
                <a:rect b="b" l="l" r="r" t="t"/>
                <a:pathLst>
                  <a:path extrusionOk="0" h="90804" w="82550">
                    <a:moveTo>
                      <a:pt x="56518" y="54863"/>
                    </a:moveTo>
                    <a:lnTo>
                      <a:pt x="48136" y="12953"/>
                    </a:lnTo>
                    <a:lnTo>
                      <a:pt x="45088" y="1523"/>
                    </a:lnTo>
                    <a:lnTo>
                      <a:pt x="38230" y="0"/>
                    </a:lnTo>
                    <a:lnTo>
                      <a:pt x="31253" y="714"/>
                    </a:lnTo>
                    <a:lnTo>
                      <a:pt x="25276" y="5714"/>
                    </a:lnTo>
                    <a:lnTo>
                      <a:pt x="5941" y="41814"/>
                    </a:lnTo>
                    <a:lnTo>
                      <a:pt x="0" y="74926"/>
                    </a:lnTo>
                    <a:lnTo>
                      <a:pt x="1369" y="82010"/>
                    </a:lnTo>
                    <a:lnTo>
                      <a:pt x="5167" y="87522"/>
                    </a:lnTo>
                    <a:lnTo>
                      <a:pt x="12322" y="90677"/>
                    </a:lnTo>
                    <a:lnTo>
                      <a:pt x="21836" y="90547"/>
                    </a:lnTo>
                    <a:lnTo>
                      <a:pt x="53661" y="58007"/>
                    </a:lnTo>
                    <a:lnTo>
                      <a:pt x="56518" y="38861"/>
                    </a:lnTo>
                    <a:lnTo>
                      <a:pt x="57280" y="33527"/>
                    </a:lnTo>
                    <a:lnTo>
                      <a:pt x="56518" y="28193"/>
                    </a:lnTo>
                    <a:lnTo>
                      <a:pt x="56518" y="23621"/>
                    </a:lnTo>
                    <a:lnTo>
                      <a:pt x="56328" y="32539"/>
                    </a:lnTo>
                    <a:lnTo>
                      <a:pt x="64615" y="72389"/>
                    </a:lnTo>
                    <a:lnTo>
                      <a:pt x="76330" y="80771"/>
                    </a:lnTo>
                    <a:lnTo>
                      <a:pt x="78616" y="80771"/>
                    </a:lnTo>
                    <a:lnTo>
                      <a:pt x="80140" y="80771"/>
                    </a:lnTo>
                    <a:lnTo>
                      <a:pt x="82426" y="8077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4"/>
              <p:cNvSpPr/>
              <p:nvPr/>
            </p:nvSpPr>
            <p:spPr>
              <a:xfrm>
                <a:off x="9176766" y="4796027"/>
                <a:ext cx="64135" cy="136525"/>
              </a:xfrm>
              <a:custGeom>
                <a:rect b="b" l="l" r="r" t="t"/>
                <a:pathLst>
                  <a:path extrusionOk="0" h="136525" w="64134">
                    <a:moveTo>
                      <a:pt x="0" y="0"/>
                    </a:moveTo>
                    <a:lnTo>
                      <a:pt x="369" y="11882"/>
                    </a:lnTo>
                    <a:lnTo>
                      <a:pt x="1238" y="23622"/>
                    </a:lnTo>
                    <a:lnTo>
                      <a:pt x="2250" y="35361"/>
                    </a:lnTo>
                    <a:lnTo>
                      <a:pt x="3048" y="47244"/>
                    </a:lnTo>
                    <a:lnTo>
                      <a:pt x="5334" y="95250"/>
                    </a:lnTo>
                    <a:lnTo>
                      <a:pt x="5334" y="100584"/>
                    </a:lnTo>
                    <a:lnTo>
                      <a:pt x="5334" y="106680"/>
                    </a:lnTo>
                    <a:lnTo>
                      <a:pt x="6096" y="112014"/>
                    </a:lnTo>
                    <a:lnTo>
                      <a:pt x="8179" y="105394"/>
                    </a:lnTo>
                    <a:lnTo>
                      <a:pt x="10191" y="99060"/>
                    </a:lnTo>
                    <a:lnTo>
                      <a:pt x="38862" y="68580"/>
                    </a:lnTo>
                    <a:lnTo>
                      <a:pt x="45731" y="68675"/>
                    </a:lnTo>
                    <a:lnTo>
                      <a:pt x="64008" y="97155"/>
                    </a:lnTo>
                    <a:lnTo>
                      <a:pt x="63412" y="105322"/>
                    </a:lnTo>
                    <a:lnTo>
                      <a:pt x="38862" y="136398"/>
                    </a:lnTo>
                    <a:lnTo>
                      <a:pt x="38100" y="136398"/>
                    </a:lnTo>
                    <a:lnTo>
                      <a:pt x="37338" y="136398"/>
                    </a:lnTo>
                    <a:lnTo>
                      <a:pt x="35814" y="1363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9284970" y="4833365"/>
                <a:ext cx="1270" cy="71755"/>
              </a:xfrm>
              <a:custGeom>
                <a:rect b="b" l="l" r="r" t="t"/>
                <a:pathLst>
                  <a:path extrusionOk="0" h="71754" w="1270">
                    <a:moveTo>
                      <a:pt x="761" y="0"/>
                    </a:moveTo>
                    <a:lnTo>
                      <a:pt x="869" y="10870"/>
                    </a:lnTo>
                    <a:lnTo>
                      <a:pt x="1047" y="21812"/>
                    </a:lnTo>
                    <a:lnTo>
                      <a:pt x="1083" y="32896"/>
                    </a:lnTo>
                    <a:lnTo>
                      <a:pt x="761" y="44196"/>
                    </a:lnTo>
                    <a:lnTo>
                      <a:pt x="321" y="51054"/>
                    </a:lnTo>
                    <a:lnTo>
                      <a:pt x="95" y="57912"/>
                    </a:lnTo>
                    <a:lnTo>
                      <a:pt x="11" y="64770"/>
                    </a:lnTo>
                    <a:lnTo>
                      <a:pt x="0" y="7162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9260586" y="4735067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3" y="22860"/>
                    </a:lnTo>
                    <a:lnTo>
                      <a:pt x="18287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537" name="Google Shape;537;p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363430" y="4713337"/>
              <a:ext cx="297230" cy="2379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" name="Google Shape;542;p5"/>
          <p:cNvGrpSpPr/>
          <p:nvPr/>
        </p:nvGrpSpPr>
        <p:grpSpPr>
          <a:xfrm>
            <a:off x="2069336" y="719082"/>
            <a:ext cx="6110733" cy="858266"/>
            <a:chOff x="4537710" y="2090902"/>
            <a:chExt cx="3270826" cy="478815"/>
          </a:xfrm>
        </p:grpSpPr>
        <p:sp>
          <p:nvSpPr>
            <p:cNvPr id="543" name="Google Shape;543;p5"/>
            <p:cNvSpPr/>
            <p:nvPr/>
          </p:nvSpPr>
          <p:spPr>
            <a:xfrm>
              <a:off x="4647438" y="2471927"/>
              <a:ext cx="1754505" cy="97790"/>
            </a:xfrm>
            <a:custGeom>
              <a:rect b="b" l="l" r="r" t="t"/>
              <a:pathLst>
                <a:path extrusionOk="0" h="97789" w="1754504">
                  <a:moveTo>
                    <a:pt x="0" y="78486"/>
                  </a:moveTo>
                  <a:lnTo>
                    <a:pt x="48113" y="90808"/>
                  </a:lnTo>
                  <a:lnTo>
                    <a:pt x="90035" y="95285"/>
                  </a:lnTo>
                  <a:lnTo>
                    <a:pt x="140850" y="97357"/>
                  </a:lnTo>
                  <a:lnTo>
                    <a:pt x="166116" y="97536"/>
                  </a:lnTo>
                  <a:lnTo>
                    <a:pt x="212728" y="97250"/>
                  </a:lnTo>
                  <a:lnTo>
                    <a:pt x="258984" y="96393"/>
                  </a:lnTo>
                  <a:lnTo>
                    <a:pt x="305097" y="94964"/>
                  </a:lnTo>
                  <a:lnTo>
                    <a:pt x="351282" y="92964"/>
                  </a:lnTo>
                  <a:lnTo>
                    <a:pt x="398145" y="90439"/>
                  </a:lnTo>
                  <a:lnTo>
                    <a:pt x="445008" y="87630"/>
                  </a:lnTo>
                  <a:lnTo>
                    <a:pt x="491870" y="84820"/>
                  </a:lnTo>
                  <a:lnTo>
                    <a:pt x="538734" y="82295"/>
                  </a:lnTo>
                  <a:lnTo>
                    <a:pt x="589145" y="79569"/>
                  </a:lnTo>
                  <a:lnTo>
                    <a:pt x="639699" y="77057"/>
                  </a:lnTo>
                  <a:lnTo>
                    <a:pt x="690252" y="74687"/>
                  </a:lnTo>
                  <a:lnTo>
                    <a:pt x="740664" y="72389"/>
                  </a:lnTo>
                  <a:lnTo>
                    <a:pt x="794254" y="70103"/>
                  </a:lnTo>
                  <a:lnTo>
                    <a:pt x="847629" y="67817"/>
                  </a:lnTo>
                  <a:lnTo>
                    <a:pt x="900862" y="65531"/>
                  </a:lnTo>
                  <a:lnTo>
                    <a:pt x="954024" y="63245"/>
                  </a:lnTo>
                  <a:lnTo>
                    <a:pt x="1009018" y="60829"/>
                  </a:lnTo>
                  <a:lnTo>
                    <a:pt x="1064228" y="58197"/>
                  </a:lnTo>
                  <a:lnTo>
                    <a:pt x="1119580" y="55423"/>
                  </a:lnTo>
                  <a:lnTo>
                    <a:pt x="1175004" y="52577"/>
                  </a:lnTo>
                  <a:lnTo>
                    <a:pt x="1228272" y="49839"/>
                  </a:lnTo>
                  <a:lnTo>
                    <a:pt x="1281683" y="47243"/>
                  </a:lnTo>
                  <a:lnTo>
                    <a:pt x="1335095" y="44648"/>
                  </a:lnTo>
                  <a:lnTo>
                    <a:pt x="1388364" y="41909"/>
                  </a:lnTo>
                  <a:lnTo>
                    <a:pt x="1437449" y="39041"/>
                  </a:lnTo>
                  <a:lnTo>
                    <a:pt x="1486408" y="35729"/>
                  </a:lnTo>
                  <a:lnTo>
                    <a:pt x="1535239" y="31908"/>
                  </a:lnTo>
                  <a:lnTo>
                    <a:pt x="1583944" y="27516"/>
                  </a:lnTo>
                  <a:lnTo>
                    <a:pt x="1632521" y="22489"/>
                  </a:lnTo>
                  <a:lnTo>
                    <a:pt x="1680972" y="16763"/>
                  </a:lnTo>
                  <a:lnTo>
                    <a:pt x="1698914" y="14692"/>
                  </a:lnTo>
                  <a:lnTo>
                    <a:pt x="1717071" y="12763"/>
                  </a:lnTo>
                  <a:lnTo>
                    <a:pt x="1735085" y="10548"/>
                  </a:lnTo>
                  <a:lnTo>
                    <a:pt x="1752600" y="7619"/>
                  </a:lnTo>
                  <a:lnTo>
                    <a:pt x="1754064" y="5679"/>
                  </a:lnTo>
                  <a:lnTo>
                    <a:pt x="1743741" y="4095"/>
                  </a:lnTo>
                  <a:lnTo>
                    <a:pt x="1728704" y="2369"/>
                  </a:lnTo>
                  <a:lnTo>
                    <a:pt x="171602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6716268" y="2450115"/>
              <a:ext cx="822960" cy="15240"/>
            </a:xfrm>
            <a:custGeom>
              <a:rect b="b" l="l" r="r" t="t"/>
              <a:pathLst>
                <a:path extrusionOk="0" h="15239" w="822959">
                  <a:moveTo>
                    <a:pt x="0" y="11144"/>
                  </a:moveTo>
                  <a:lnTo>
                    <a:pt x="20574" y="11834"/>
                  </a:lnTo>
                  <a:lnTo>
                    <a:pt x="41148" y="12668"/>
                  </a:lnTo>
                  <a:lnTo>
                    <a:pt x="61722" y="13501"/>
                  </a:lnTo>
                  <a:lnTo>
                    <a:pt x="119324" y="14632"/>
                  </a:lnTo>
                  <a:lnTo>
                    <a:pt x="193095" y="14942"/>
                  </a:lnTo>
                  <a:lnTo>
                    <a:pt x="230124" y="14954"/>
                  </a:lnTo>
                  <a:lnTo>
                    <a:pt x="275844" y="14323"/>
                  </a:lnTo>
                  <a:lnTo>
                    <a:pt x="321563" y="12763"/>
                  </a:lnTo>
                  <a:lnTo>
                    <a:pt x="367283" y="10775"/>
                  </a:lnTo>
                  <a:lnTo>
                    <a:pt x="413004" y="8858"/>
                  </a:lnTo>
                  <a:lnTo>
                    <a:pt x="455854" y="6703"/>
                  </a:lnTo>
                  <a:lnTo>
                    <a:pt x="498633" y="4762"/>
                  </a:lnTo>
                  <a:lnTo>
                    <a:pt x="541270" y="2964"/>
                  </a:lnTo>
                  <a:lnTo>
                    <a:pt x="583692" y="1238"/>
                  </a:lnTo>
                  <a:lnTo>
                    <a:pt x="650652" y="571"/>
                  </a:lnTo>
                  <a:lnTo>
                    <a:pt x="717042" y="476"/>
                  </a:lnTo>
                  <a:lnTo>
                    <a:pt x="741747" y="273"/>
                  </a:lnTo>
                  <a:lnTo>
                    <a:pt x="766667" y="0"/>
                  </a:lnTo>
                  <a:lnTo>
                    <a:pt x="791729" y="154"/>
                  </a:lnTo>
                  <a:lnTo>
                    <a:pt x="816863" y="1238"/>
                  </a:lnTo>
                  <a:lnTo>
                    <a:pt x="820674" y="1238"/>
                  </a:lnTo>
                  <a:lnTo>
                    <a:pt x="821436" y="1238"/>
                  </a:lnTo>
                  <a:lnTo>
                    <a:pt x="822960" y="2762"/>
                  </a:lnTo>
                  <a:lnTo>
                    <a:pt x="816863" y="6572"/>
                  </a:lnTo>
                  <a:lnTo>
                    <a:pt x="811530" y="6572"/>
                  </a:lnTo>
                  <a:lnTo>
                    <a:pt x="801624" y="6572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5" name="Google Shape;545;p5"/>
            <p:cNvGrpSpPr/>
            <p:nvPr/>
          </p:nvGrpSpPr>
          <p:grpSpPr>
            <a:xfrm>
              <a:off x="4537710" y="2149756"/>
              <a:ext cx="1187221" cy="240384"/>
              <a:chOff x="4537710" y="2149756"/>
              <a:chExt cx="1187221" cy="240384"/>
            </a:xfrm>
          </p:grpSpPr>
          <p:sp>
            <p:nvSpPr>
              <p:cNvPr id="546" name="Google Shape;546;p5"/>
              <p:cNvSpPr/>
              <p:nvPr/>
            </p:nvSpPr>
            <p:spPr>
              <a:xfrm>
                <a:off x="4537710" y="2179320"/>
                <a:ext cx="9525" cy="210820"/>
              </a:xfrm>
              <a:custGeom>
                <a:rect b="b" l="l" r="r" t="t"/>
                <a:pathLst>
                  <a:path extrusionOk="0" h="210819" w="9525">
                    <a:moveTo>
                      <a:pt x="0" y="0"/>
                    </a:moveTo>
                    <a:lnTo>
                      <a:pt x="1381" y="13025"/>
                    </a:lnTo>
                    <a:lnTo>
                      <a:pt x="3048" y="25908"/>
                    </a:lnTo>
                    <a:lnTo>
                      <a:pt x="4714" y="38790"/>
                    </a:lnTo>
                    <a:lnTo>
                      <a:pt x="6762" y="90392"/>
                    </a:lnTo>
                    <a:lnTo>
                      <a:pt x="6858" y="129539"/>
                    </a:lnTo>
                    <a:lnTo>
                      <a:pt x="6762" y="146232"/>
                    </a:lnTo>
                    <a:lnTo>
                      <a:pt x="6667" y="163068"/>
                    </a:lnTo>
                    <a:lnTo>
                      <a:pt x="6858" y="179903"/>
                    </a:lnTo>
                    <a:lnTo>
                      <a:pt x="7620" y="196596"/>
                    </a:lnTo>
                    <a:lnTo>
                      <a:pt x="7620" y="198882"/>
                    </a:lnTo>
                    <a:lnTo>
                      <a:pt x="6858" y="208788"/>
                    </a:lnTo>
                    <a:lnTo>
                      <a:pt x="9144" y="210311"/>
                    </a:lnTo>
                    <a:lnTo>
                      <a:pt x="9144" y="206502"/>
                    </a:lnTo>
                    <a:lnTo>
                      <a:pt x="9144" y="204215"/>
                    </a:lnTo>
                    <a:lnTo>
                      <a:pt x="9144" y="20040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5"/>
              <p:cNvSpPr/>
              <p:nvPr/>
            </p:nvSpPr>
            <p:spPr>
              <a:xfrm>
                <a:off x="4539234" y="2149756"/>
                <a:ext cx="95250" cy="125730"/>
              </a:xfrm>
              <a:custGeom>
                <a:rect b="b" l="l" r="r" t="t"/>
                <a:pathLst>
                  <a:path extrusionOk="0" h="125730" w="95250">
                    <a:moveTo>
                      <a:pt x="0" y="21181"/>
                    </a:moveTo>
                    <a:lnTo>
                      <a:pt x="38099" y="0"/>
                    </a:lnTo>
                    <a:lnTo>
                      <a:pt x="52387" y="892"/>
                    </a:lnTo>
                    <a:lnTo>
                      <a:pt x="91821" y="23848"/>
                    </a:lnTo>
                    <a:lnTo>
                      <a:pt x="95250" y="42517"/>
                    </a:lnTo>
                    <a:lnTo>
                      <a:pt x="92583" y="54971"/>
                    </a:lnTo>
                    <a:lnTo>
                      <a:pt x="68580" y="85189"/>
                    </a:lnTo>
                    <a:lnTo>
                      <a:pt x="37183" y="108763"/>
                    </a:lnTo>
                    <a:lnTo>
                      <a:pt x="25908" y="114907"/>
                    </a:lnTo>
                    <a:lnTo>
                      <a:pt x="23622" y="116431"/>
                    </a:lnTo>
                    <a:lnTo>
                      <a:pt x="9144" y="125575"/>
                    </a:lnTo>
                    <a:lnTo>
                      <a:pt x="5334" y="122527"/>
                    </a:lnTo>
                    <a:lnTo>
                      <a:pt x="5334" y="121003"/>
                    </a:lnTo>
                    <a:lnTo>
                      <a:pt x="5334" y="119479"/>
                    </a:lnTo>
                    <a:lnTo>
                      <a:pt x="5334" y="11795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48" name="Google Shape;548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666462" y="2195510"/>
                <a:ext cx="471728" cy="1842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9" name="Google Shape;549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171668" y="2195296"/>
                <a:ext cx="407720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0" name="Google Shape;550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604544" y="2196046"/>
                <a:ext cx="120387" cy="1301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1" name="Google Shape;551;p5"/>
            <p:cNvGrpSpPr/>
            <p:nvPr/>
          </p:nvGrpSpPr>
          <p:grpSpPr>
            <a:xfrm>
              <a:off x="5945860" y="2107666"/>
              <a:ext cx="422389" cy="225602"/>
              <a:chOff x="5945860" y="2107666"/>
              <a:chExt cx="422389" cy="225602"/>
            </a:xfrm>
          </p:grpSpPr>
          <p:pic>
            <p:nvPicPr>
              <p:cNvPr id="552" name="Google Shape;552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945860" y="2199868"/>
                <a:ext cx="75048" cy="1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3" name="Google Shape;553;p5"/>
              <p:cNvSpPr/>
              <p:nvPr/>
            </p:nvSpPr>
            <p:spPr>
              <a:xfrm>
                <a:off x="6060948" y="2207513"/>
                <a:ext cx="17145" cy="117475"/>
              </a:xfrm>
              <a:custGeom>
                <a:rect b="b" l="l" r="r" t="t"/>
                <a:pathLst>
                  <a:path extrusionOk="0" h="117475" w="17145">
                    <a:moveTo>
                      <a:pt x="0" y="0"/>
                    </a:moveTo>
                    <a:lnTo>
                      <a:pt x="13716" y="38862"/>
                    </a:lnTo>
                    <a:lnTo>
                      <a:pt x="16716" y="79367"/>
                    </a:lnTo>
                    <a:lnTo>
                      <a:pt x="16764" y="101346"/>
                    </a:lnTo>
                    <a:lnTo>
                      <a:pt x="16764" y="108966"/>
                    </a:lnTo>
                    <a:lnTo>
                      <a:pt x="16764" y="11734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54" name="Google Shape;554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123406" y="2107666"/>
                <a:ext cx="244843" cy="2202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55" name="Google Shape;55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654365" y="2138146"/>
              <a:ext cx="205183" cy="159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6" name="Google Shape;556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062666" y="2121382"/>
              <a:ext cx="238366" cy="1859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5"/>
            <p:cNvSpPr/>
            <p:nvPr/>
          </p:nvSpPr>
          <p:spPr>
            <a:xfrm>
              <a:off x="7352538" y="2164842"/>
              <a:ext cx="22860" cy="24130"/>
            </a:xfrm>
            <a:custGeom>
              <a:rect b="b" l="l" r="r" t="t"/>
              <a:pathLst>
                <a:path extrusionOk="0" h="24130" w="22859">
                  <a:moveTo>
                    <a:pt x="0" y="5333"/>
                  </a:moveTo>
                  <a:lnTo>
                    <a:pt x="0" y="18287"/>
                  </a:lnTo>
                  <a:lnTo>
                    <a:pt x="5333" y="23621"/>
                  </a:lnTo>
                  <a:lnTo>
                    <a:pt x="17525" y="23621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58" name="Google Shape;558;p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25926" y="2090902"/>
              <a:ext cx="382610" cy="17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9" name="Google Shape;559;p5"/>
          <p:cNvGrpSpPr/>
          <p:nvPr/>
        </p:nvGrpSpPr>
        <p:grpSpPr>
          <a:xfrm>
            <a:off x="1861934" y="2009436"/>
            <a:ext cx="7626882" cy="3459854"/>
            <a:chOff x="4043146" y="2622363"/>
            <a:chExt cx="5488736" cy="2823675"/>
          </a:xfrm>
        </p:grpSpPr>
        <p:sp>
          <p:nvSpPr>
            <p:cNvPr id="560" name="Google Shape;560;p5"/>
            <p:cNvSpPr/>
            <p:nvPr/>
          </p:nvSpPr>
          <p:spPr>
            <a:xfrm>
              <a:off x="4957571" y="3073145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1" name="Google Shape;561;p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29352" y="3179800"/>
              <a:ext cx="84097" cy="812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88432" y="3027400"/>
              <a:ext cx="129209" cy="2005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388362" y="3018066"/>
              <a:ext cx="118637" cy="14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594578" y="2971012"/>
              <a:ext cx="148640" cy="167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p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043146" y="3050260"/>
              <a:ext cx="176072" cy="185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6" name="Google Shape;566;p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338897" y="3040009"/>
              <a:ext cx="131019" cy="1760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67" name="Google Shape;567;p5"/>
            <p:cNvGrpSpPr/>
            <p:nvPr/>
          </p:nvGrpSpPr>
          <p:grpSpPr>
            <a:xfrm>
              <a:off x="4530826" y="2833090"/>
              <a:ext cx="222554" cy="358952"/>
              <a:chOff x="4530826" y="2833090"/>
              <a:chExt cx="222554" cy="358952"/>
            </a:xfrm>
          </p:grpSpPr>
          <p:pic>
            <p:nvPicPr>
              <p:cNvPr id="568" name="Google Shape;568;p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530826" y="3024733"/>
                <a:ext cx="161594" cy="1673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9" name="Google Shape;569;p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4656556" y="2833090"/>
                <a:ext cx="96824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0" name="Google Shape;570;p5"/>
            <p:cNvSpPr/>
            <p:nvPr/>
          </p:nvSpPr>
          <p:spPr>
            <a:xfrm>
              <a:off x="6664452" y="2829401"/>
              <a:ext cx="82550" cy="482600"/>
            </a:xfrm>
            <a:custGeom>
              <a:rect b="b" l="l" r="r" t="t"/>
              <a:pathLst>
                <a:path extrusionOk="0" h="482600" w="82550">
                  <a:moveTo>
                    <a:pt x="82296" y="2190"/>
                  </a:moveTo>
                  <a:lnTo>
                    <a:pt x="71258" y="559"/>
                  </a:lnTo>
                  <a:lnTo>
                    <a:pt x="60864" y="0"/>
                  </a:lnTo>
                  <a:lnTo>
                    <a:pt x="50899" y="1869"/>
                  </a:lnTo>
                  <a:lnTo>
                    <a:pt x="18752" y="38600"/>
                  </a:lnTo>
                  <a:lnTo>
                    <a:pt x="13680" y="65174"/>
                  </a:lnTo>
                  <a:lnTo>
                    <a:pt x="14763" y="78390"/>
                  </a:lnTo>
                  <a:lnTo>
                    <a:pt x="33206" y="114478"/>
                  </a:lnTo>
                  <a:lnTo>
                    <a:pt x="51613" y="134933"/>
                  </a:lnTo>
                  <a:lnTo>
                    <a:pt x="60960" y="145446"/>
                  </a:lnTo>
                  <a:lnTo>
                    <a:pt x="67972" y="155114"/>
                  </a:lnTo>
                  <a:lnTo>
                    <a:pt x="73056" y="165068"/>
                  </a:lnTo>
                  <a:lnTo>
                    <a:pt x="76283" y="175879"/>
                  </a:lnTo>
                  <a:lnTo>
                    <a:pt x="77724" y="188118"/>
                  </a:lnTo>
                  <a:lnTo>
                    <a:pt x="76176" y="202632"/>
                  </a:lnTo>
                  <a:lnTo>
                    <a:pt x="54102" y="239172"/>
                  </a:lnTo>
                  <a:lnTo>
                    <a:pt x="23455" y="267569"/>
                  </a:lnTo>
                  <a:lnTo>
                    <a:pt x="12192" y="275748"/>
                  </a:lnTo>
                  <a:lnTo>
                    <a:pt x="8382" y="278796"/>
                  </a:lnTo>
                  <a:lnTo>
                    <a:pt x="4572" y="280320"/>
                  </a:lnTo>
                  <a:lnTo>
                    <a:pt x="0" y="283368"/>
                  </a:lnTo>
                  <a:lnTo>
                    <a:pt x="7620" y="283368"/>
                  </a:lnTo>
                  <a:lnTo>
                    <a:pt x="13716" y="282606"/>
                  </a:lnTo>
                  <a:lnTo>
                    <a:pt x="21336" y="284892"/>
                  </a:lnTo>
                  <a:lnTo>
                    <a:pt x="56388" y="313848"/>
                  </a:lnTo>
                  <a:lnTo>
                    <a:pt x="60198" y="339375"/>
                  </a:lnTo>
                  <a:lnTo>
                    <a:pt x="59388" y="352639"/>
                  </a:lnTo>
                  <a:lnTo>
                    <a:pt x="57150" y="364902"/>
                  </a:lnTo>
                  <a:lnTo>
                    <a:pt x="52649" y="380785"/>
                  </a:lnTo>
                  <a:lnTo>
                    <a:pt x="47434" y="396525"/>
                  </a:lnTo>
                  <a:lnTo>
                    <a:pt x="41933" y="412265"/>
                  </a:lnTo>
                  <a:lnTo>
                    <a:pt x="36576" y="428148"/>
                  </a:lnTo>
                  <a:lnTo>
                    <a:pt x="33670" y="437995"/>
                  </a:lnTo>
                  <a:lnTo>
                    <a:pt x="31051" y="448056"/>
                  </a:lnTo>
                  <a:lnTo>
                    <a:pt x="29289" y="458259"/>
                  </a:lnTo>
                  <a:lnTo>
                    <a:pt x="28956" y="468534"/>
                  </a:lnTo>
                  <a:lnTo>
                    <a:pt x="31670" y="475392"/>
                  </a:lnTo>
                  <a:lnTo>
                    <a:pt x="37528" y="479393"/>
                  </a:lnTo>
                  <a:lnTo>
                    <a:pt x="44815" y="481393"/>
                  </a:lnTo>
                  <a:lnTo>
                    <a:pt x="51816" y="482250"/>
                  </a:lnTo>
                  <a:lnTo>
                    <a:pt x="63246" y="482250"/>
                  </a:lnTo>
                  <a:lnTo>
                    <a:pt x="67056" y="482250"/>
                  </a:lnTo>
                  <a:lnTo>
                    <a:pt x="74676" y="48148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" name="Google Shape;571;p5"/>
            <p:cNvGrpSpPr/>
            <p:nvPr/>
          </p:nvGrpSpPr>
          <p:grpSpPr>
            <a:xfrm>
              <a:off x="6882622" y="2926054"/>
              <a:ext cx="536175" cy="333400"/>
              <a:chOff x="6882622" y="2926054"/>
              <a:chExt cx="536175" cy="333400"/>
            </a:xfrm>
          </p:grpSpPr>
          <p:sp>
            <p:nvSpPr>
              <p:cNvPr id="572" name="Google Shape;572;p5"/>
              <p:cNvSpPr/>
              <p:nvPr/>
            </p:nvSpPr>
            <p:spPr>
              <a:xfrm>
                <a:off x="6882622" y="2967989"/>
                <a:ext cx="219710" cy="291465"/>
              </a:xfrm>
              <a:custGeom>
                <a:rect b="b" l="l" r="r" t="t"/>
                <a:pathLst>
                  <a:path extrusionOk="0" h="291464" w="219709">
                    <a:moveTo>
                      <a:pt x="14239" y="0"/>
                    </a:moveTo>
                    <a:lnTo>
                      <a:pt x="3095" y="40386"/>
                    </a:lnTo>
                    <a:lnTo>
                      <a:pt x="523" y="83058"/>
                    </a:lnTo>
                    <a:lnTo>
                      <a:pt x="0" y="111168"/>
                    </a:lnTo>
                    <a:lnTo>
                      <a:pt x="333" y="139350"/>
                    </a:lnTo>
                    <a:lnTo>
                      <a:pt x="8143" y="195072"/>
                    </a:lnTo>
                    <a:lnTo>
                      <a:pt x="28051" y="238982"/>
                    </a:lnTo>
                    <a:lnTo>
                      <a:pt x="62245" y="272034"/>
                    </a:lnTo>
                    <a:lnTo>
                      <a:pt x="109966" y="288607"/>
                    </a:lnTo>
                    <a:lnTo>
                      <a:pt x="135647" y="290893"/>
                    </a:lnTo>
                    <a:lnTo>
                      <a:pt x="160543" y="290321"/>
                    </a:lnTo>
                    <a:lnTo>
                      <a:pt x="179570" y="287238"/>
                    </a:lnTo>
                    <a:lnTo>
                      <a:pt x="193881" y="284511"/>
                    </a:lnTo>
                    <a:lnTo>
                      <a:pt x="206192" y="281642"/>
                    </a:lnTo>
                    <a:lnTo>
                      <a:pt x="219217" y="27812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3" name="Google Shape;573;p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934936" y="3006064"/>
                <a:ext cx="162356" cy="1760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4" name="Google Shape;574;p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127722" y="3012922"/>
                <a:ext cx="134948" cy="1966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5" name="Google Shape;575;p5"/>
              <p:cNvSpPr/>
              <p:nvPr/>
            </p:nvSpPr>
            <p:spPr>
              <a:xfrm>
                <a:off x="7295387" y="3081527"/>
                <a:ext cx="5715" cy="77470"/>
              </a:xfrm>
              <a:custGeom>
                <a:rect b="b" l="l" r="r" t="t"/>
                <a:pathLst>
                  <a:path extrusionOk="0" h="77469" w="5715">
                    <a:moveTo>
                      <a:pt x="1524" y="0"/>
                    </a:moveTo>
                    <a:lnTo>
                      <a:pt x="3607" y="10382"/>
                    </a:lnTo>
                    <a:lnTo>
                      <a:pt x="5048" y="20193"/>
                    </a:lnTo>
                    <a:lnTo>
                      <a:pt x="5488" y="30003"/>
                    </a:lnTo>
                    <a:lnTo>
                      <a:pt x="4572" y="40386"/>
                    </a:lnTo>
                    <a:lnTo>
                      <a:pt x="3643" y="48279"/>
                    </a:lnTo>
                    <a:lnTo>
                      <a:pt x="2286" y="56102"/>
                    </a:lnTo>
                    <a:lnTo>
                      <a:pt x="928" y="64067"/>
                    </a:lnTo>
                    <a:lnTo>
                      <a:pt x="0" y="72390"/>
                    </a:lnTo>
                    <a:lnTo>
                      <a:pt x="0" y="75438"/>
                    </a:lnTo>
                    <a:lnTo>
                      <a:pt x="0" y="7696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6" name="Google Shape;576;p5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336510" y="2926054"/>
                <a:ext cx="82287" cy="2408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7" name="Google Shape;577;p5"/>
            <p:cNvSpPr/>
            <p:nvPr/>
          </p:nvSpPr>
          <p:spPr>
            <a:xfrm>
              <a:off x="7515606" y="3073145"/>
              <a:ext cx="26034" cy="80010"/>
            </a:xfrm>
            <a:custGeom>
              <a:rect b="b" l="l" r="r" t="t"/>
              <a:pathLst>
                <a:path extrusionOk="0" h="80010" w="26034">
                  <a:moveTo>
                    <a:pt x="16764" y="0"/>
                  </a:moveTo>
                  <a:lnTo>
                    <a:pt x="20752" y="9513"/>
                  </a:lnTo>
                  <a:lnTo>
                    <a:pt x="24098" y="18954"/>
                  </a:lnTo>
                  <a:lnTo>
                    <a:pt x="25872" y="28825"/>
                  </a:lnTo>
                  <a:lnTo>
                    <a:pt x="25146" y="39624"/>
                  </a:lnTo>
                  <a:lnTo>
                    <a:pt x="22276" y="48375"/>
                  </a:lnTo>
                  <a:lnTo>
                    <a:pt x="17621" y="56483"/>
                  </a:lnTo>
                  <a:lnTo>
                    <a:pt x="11965" y="64162"/>
                  </a:lnTo>
                  <a:lnTo>
                    <a:pt x="6096" y="71628"/>
                  </a:lnTo>
                  <a:lnTo>
                    <a:pt x="3048" y="76200"/>
                  </a:lnTo>
                  <a:lnTo>
                    <a:pt x="1524" y="76962"/>
                  </a:lnTo>
                  <a:lnTo>
                    <a:pt x="0" y="8001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7687818" y="3053333"/>
              <a:ext cx="13970" cy="1270"/>
            </a:xfrm>
            <a:custGeom>
              <a:rect b="b" l="l" r="r" t="t"/>
              <a:pathLst>
                <a:path extrusionOk="0" h="1269" w="13970">
                  <a:moveTo>
                    <a:pt x="0" y="0"/>
                  </a:moveTo>
                  <a:lnTo>
                    <a:pt x="4572" y="761"/>
                  </a:lnTo>
                  <a:lnTo>
                    <a:pt x="9144" y="761"/>
                  </a:lnTo>
                  <a:lnTo>
                    <a:pt x="13716" y="761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7855457" y="3054095"/>
              <a:ext cx="13335" cy="3175"/>
            </a:xfrm>
            <a:custGeom>
              <a:rect b="b" l="l" r="r" t="t"/>
              <a:pathLst>
                <a:path extrusionOk="0" h="3175" w="13334">
                  <a:moveTo>
                    <a:pt x="0" y="3048"/>
                  </a:moveTo>
                  <a:lnTo>
                    <a:pt x="4572" y="2286"/>
                  </a:lnTo>
                  <a:lnTo>
                    <a:pt x="8382" y="1524"/>
                  </a:lnTo>
                  <a:lnTo>
                    <a:pt x="12954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7983473" y="3050285"/>
              <a:ext cx="11430" cy="5715"/>
            </a:xfrm>
            <a:custGeom>
              <a:rect b="b" l="l" r="r" t="t"/>
              <a:pathLst>
                <a:path extrusionOk="0" h="5714" w="11429">
                  <a:moveTo>
                    <a:pt x="11429" y="5334"/>
                  </a:moveTo>
                  <a:lnTo>
                    <a:pt x="7619" y="3810"/>
                  </a:lnTo>
                  <a:lnTo>
                    <a:pt x="3809" y="1524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8180069" y="3118866"/>
              <a:ext cx="13970" cy="49530"/>
            </a:xfrm>
            <a:custGeom>
              <a:rect b="b" l="l" r="r" t="t"/>
              <a:pathLst>
                <a:path extrusionOk="0" h="49530" w="13970">
                  <a:moveTo>
                    <a:pt x="13716" y="0"/>
                  </a:moveTo>
                  <a:lnTo>
                    <a:pt x="9858" y="10989"/>
                  </a:lnTo>
                  <a:lnTo>
                    <a:pt x="5715" y="22193"/>
                  </a:lnTo>
                  <a:lnTo>
                    <a:pt x="2143" y="33539"/>
                  </a:lnTo>
                  <a:lnTo>
                    <a:pt x="0" y="44958"/>
                  </a:lnTo>
                  <a:lnTo>
                    <a:pt x="0" y="46482"/>
                  </a:lnTo>
                  <a:lnTo>
                    <a:pt x="0" y="48006"/>
                  </a:lnTo>
                  <a:lnTo>
                    <a:pt x="0" y="4953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p5"/>
            <p:cNvGrpSpPr/>
            <p:nvPr/>
          </p:nvGrpSpPr>
          <p:grpSpPr>
            <a:xfrm>
              <a:off x="8253768" y="2622363"/>
              <a:ext cx="846925" cy="548640"/>
              <a:chOff x="8253768" y="2622363"/>
              <a:chExt cx="846925" cy="548640"/>
            </a:xfrm>
          </p:grpSpPr>
          <p:pic>
            <p:nvPicPr>
              <p:cNvPr id="583" name="Google Shape;583;p5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253768" y="2858998"/>
                <a:ext cx="371335" cy="222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4" name="Google Shape;584;p5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8650198" y="2880334"/>
                <a:ext cx="87680" cy="1349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85" name="Google Shape;585;p5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8759617" y="2821660"/>
                <a:ext cx="163166" cy="2377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6" name="Google Shape;586;p5"/>
              <p:cNvSpPr/>
              <p:nvPr/>
            </p:nvSpPr>
            <p:spPr>
              <a:xfrm>
                <a:off x="8899398" y="2622363"/>
                <a:ext cx="201295" cy="548640"/>
              </a:xfrm>
              <a:custGeom>
                <a:rect b="b" l="l" r="r" t="t"/>
                <a:pathLst>
                  <a:path extrusionOk="0" h="548639" w="201295">
                    <a:moveTo>
                      <a:pt x="51053" y="13394"/>
                    </a:moveTo>
                    <a:lnTo>
                      <a:pt x="60578" y="6357"/>
                    </a:lnTo>
                    <a:lnTo>
                      <a:pt x="69532" y="1678"/>
                    </a:lnTo>
                    <a:lnTo>
                      <a:pt x="79343" y="0"/>
                    </a:lnTo>
                    <a:lnTo>
                      <a:pt x="91439" y="1964"/>
                    </a:lnTo>
                    <a:lnTo>
                      <a:pt x="124979" y="24895"/>
                    </a:lnTo>
                    <a:lnTo>
                      <a:pt x="147732" y="72925"/>
                    </a:lnTo>
                    <a:lnTo>
                      <a:pt x="150113" y="113216"/>
                    </a:lnTo>
                    <a:lnTo>
                      <a:pt x="148994" y="138767"/>
                    </a:lnTo>
                    <a:lnTo>
                      <a:pt x="145160" y="163318"/>
                    </a:lnTo>
                    <a:lnTo>
                      <a:pt x="139612" y="187582"/>
                    </a:lnTo>
                    <a:lnTo>
                      <a:pt x="133349" y="212276"/>
                    </a:lnTo>
                    <a:lnTo>
                      <a:pt x="129980" y="227718"/>
                    </a:lnTo>
                    <a:lnTo>
                      <a:pt x="126968" y="243232"/>
                    </a:lnTo>
                    <a:lnTo>
                      <a:pt x="124670" y="258889"/>
                    </a:lnTo>
                    <a:lnTo>
                      <a:pt x="123443" y="274760"/>
                    </a:lnTo>
                    <a:lnTo>
                      <a:pt x="124205" y="283356"/>
                    </a:lnTo>
                    <a:lnTo>
                      <a:pt x="153447" y="311241"/>
                    </a:lnTo>
                    <a:lnTo>
                      <a:pt x="193619" y="314265"/>
                    </a:lnTo>
                    <a:lnTo>
                      <a:pt x="201167" y="311336"/>
                    </a:lnTo>
                    <a:lnTo>
                      <a:pt x="200405" y="311336"/>
                    </a:lnTo>
                    <a:lnTo>
                      <a:pt x="162317" y="349496"/>
                    </a:lnTo>
                    <a:lnTo>
                      <a:pt x="144303" y="392775"/>
                    </a:lnTo>
                    <a:lnTo>
                      <a:pt x="137207" y="436304"/>
                    </a:lnTo>
                    <a:lnTo>
                      <a:pt x="136016" y="450020"/>
                    </a:lnTo>
                    <a:lnTo>
                      <a:pt x="134826" y="463736"/>
                    </a:lnTo>
                    <a:lnTo>
                      <a:pt x="133349" y="477452"/>
                    </a:lnTo>
                    <a:lnTo>
                      <a:pt x="131837" y="488072"/>
                    </a:lnTo>
                    <a:lnTo>
                      <a:pt x="130397" y="498407"/>
                    </a:lnTo>
                    <a:lnTo>
                      <a:pt x="120395" y="535364"/>
                    </a:lnTo>
                    <a:lnTo>
                      <a:pt x="77485" y="548080"/>
                    </a:lnTo>
                    <a:lnTo>
                      <a:pt x="67817" y="548318"/>
                    </a:lnTo>
                    <a:lnTo>
                      <a:pt x="58150" y="547985"/>
                    </a:lnTo>
                    <a:lnTo>
                      <a:pt x="19811" y="539174"/>
                    </a:lnTo>
                    <a:lnTo>
                      <a:pt x="16001" y="537650"/>
                    </a:lnTo>
                    <a:lnTo>
                      <a:pt x="10667" y="536126"/>
                    </a:lnTo>
                    <a:lnTo>
                      <a:pt x="6095" y="533078"/>
                    </a:lnTo>
                    <a:lnTo>
                      <a:pt x="3047" y="530792"/>
                    </a:lnTo>
                    <a:lnTo>
                      <a:pt x="1523" y="530030"/>
                    </a:lnTo>
                    <a:lnTo>
                      <a:pt x="0" y="52774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7" name="Google Shape;587;p5"/>
            <p:cNvGrpSpPr/>
            <p:nvPr/>
          </p:nvGrpSpPr>
          <p:grpSpPr>
            <a:xfrm>
              <a:off x="4228312" y="4173473"/>
              <a:ext cx="460298" cy="400050"/>
              <a:chOff x="4228312" y="4173473"/>
              <a:chExt cx="460298" cy="400050"/>
            </a:xfrm>
          </p:grpSpPr>
          <p:pic>
            <p:nvPicPr>
              <p:cNvPr id="588" name="Google Shape;588;p5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228312" y="4181068"/>
                <a:ext cx="139496" cy="2371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9" name="Google Shape;589;p5"/>
              <p:cNvSpPr/>
              <p:nvPr/>
            </p:nvSpPr>
            <p:spPr>
              <a:xfrm>
                <a:off x="4399787" y="4173473"/>
                <a:ext cx="56515" cy="400050"/>
              </a:xfrm>
              <a:custGeom>
                <a:rect b="b" l="l" r="r" t="t"/>
                <a:pathLst>
                  <a:path extrusionOk="0" h="400050" w="56514">
                    <a:moveTo>
                      <a:pt x="56387" y="0"/>
                    </a:moveTo>
                    <a:lnTo>
                      <a:pt x="53399" y="48458"/>
                    </a:lnTo>
                    <a:lnTo>
                      <a:pt x="52292" y="62484"/>
                    </a:lnTo>
                    <a:lnTo>
                      <a:pt x="51327" y="76509"/>
                    </a:lnTo>
                    <a:lnTo>
                      <a:pt x="50291" y="90678"/>
                    </a:lnTo>
                    <a:lnTo>
                      <a:pt x="48005" y="111371"/>
                    </a:lnTo>
                    <a:lnTo>
                      <a:pt x="45719" y="132207"/>
                    </a:lnTo>
                    <a:lnTo>
                      <a:pt x="41148" y="173736"/>
                    </a:lnTo>
                    <a:lnTo>
                      <a:pt x="35337" y="217074"/>
                    </a:lnTo>
                    <a:lnTo>
                      <a:pt x="28956" y="259842"/>
                    </a:lnTo>
                    <a:lnTo>
                      <a:pt x="25527" y="278249"/>
                    </a:lnTo>
                    <a:lnTo>
                      <a:pt x="22098" y="296799"/>
                    </a:lnTo>
                    <a:lnTo>
                      <a:pt x="12823" y="346329"/>
                    </a:lnTo>
                    <a:lnTo>
                      <a:pt x="4572" y="384048"/>
                    </a:lnTo>
                    <a:lnTo>
                      <a:pt x="3048" y="389382"/>
                    </a:lnTo>
                    <a:lnTo>
                      <a:pt x="2286" y="394716"/>
                    </a:lnTo>
                    <a:lnTo>
                      <a:pt x="762" y="400050"/>
                    </a:lnTo>
                    <a:lnTo>
                      <a:pt x="0" y="393954"/>
                    </a:lnTo>
                    <a:lnTo>
                      <a:pt x="762" y="385572"/>
                    </a:lnTo>
                    <a:lnTo>
                      <a:pt x="762" y="37871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90" name="Google Shape;590;p5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4502632" y="4364329"/>
                <a:ext cx="185978" cy="13149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1" name="Google Shape;591;p5"/>
            <p:cNvSpPr/>
            <p:nvPr/>
          </p:nvSpPr>
          <p:spPr>
            <a:xfrm>
              <a:off x="5254752" y="4167378"/>
              <a:ext cx="75565" cy="8255"/>
            </a:xfrm>
            <a:custGeom>
              <a:rect b="b" l="l" r="r" t="t"/>
              <a:pathLst>
                <a:path extrusionOk="0" h="8254" w="75564">
                  <a:moveTo>
                    <a:pt x="0" y="6096"/>
                  </a:moveTo>
                  <a:lnTo>
                    <a:pt x="10620" y="7191"/>
                  </a:lnTo>
                  <a:lnTo>
                    <a:pt x="20955" y="8001"/>
                  </a:lnTo>
                  <a:lnTo>
                    <a:pt x="31289" y="8239"/>
                  </a:lnTo>
                  <a:lnTo>
                    <a:pt x="41910" y="7620"/>
                  </a:lnTo>
                  <a:lnTo>
                    <a:pt x="73152" y="0"/>
                  </a:lnTo>
                  <a:lnTo>
                    <a:pt x="75438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5274564" y="4245102"/>
              <a:ext cx="64769" cy="5715"/>
            </a:xfrm>
            <a:custGeom>
              <a:rect b="b" l="l" r="r" t="t"/>
              <a:pathLst>
                <a:path extrusionOk="0" h="5714" w="64770">
                  <a:moveTo>
                    <a:pt x="0" y="2286"/>
                  </a:moveTo>
                  <a:lnTo>
                    <a:pt x="9155" y="3833"/>
                  </a:lnTo>
                  <a:lnTo>
                    <a:pt x="18383" y="4953"/>
                  </a:lnTo>
                  <a:lnTo>
                    <a:pt x="27753" y="5500"/>
                  </a:lnTo>
                  <a:lnTo>
                    <a:pt x="37338" y="5334"/>
                  </a:lnTo>
                  <a:lnTo>
                    <a:pt x="44184" y="4512"/>
                  </a:lnTo>
                  <a:lnTo>
                    <a:pt x="50958" y="3333"/>
                  </a:lnTo>
                  <a:lnTo>
                    <a:pt x="57590" y="2012"/>
                  </a:lnTo>
                  <a:lnTo>
                    <a:pt x="64008" y="762"/>
                  </a:lnTo>
                  <a:lnTo>
                    <a:pt x="64008" y="0"/>
                  </a:lnTo>
                  <a:lnTo>
                    <a:pt x="64769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902426" y="4130014"/>
              <a:ext cx="153212" cy="1570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5"/>
            <p:cNvSpPr/>
            <p:nvPr/>
          </p:nvSpPr>
          <p:spPr>
            <a:xfrm>
              <a:off x="6027420" y="3966209"/>
              <a:ext cx="78105" cy="15240"/>
            </a:xfrm>
            <a:custGeom>
              <a:rect b="b" l="l" r="r" t="t"/>
              <a:pathLst>
                <a:path extrusionOk="0" h="15239" w="78104">
                  <a:moveTo>
                    <a:pt x="0" y="15239"/>
                  </a:moveTo>
                  <a:lnTo>
                    <a:pt x="44517" y="8274"/>
                  </a:lnTo>
                  <a:lnTo>
                    <a:pt x="53435" y="5810"/>
                  </a:lnTo>
                  <a:lnTo>
                    <a:pt x="62495" y="3488"/>
                  </a:lnTo>
                  <a:lnTo>
                    <a:pt x="71628" y="1523"/>
                  </a:lnTo>
                  <a:lnTo>
                    <a:pt x="76200" y="761"/>
                  </a:lnTo>
                  <a:lnTo>
                    <a:pt x="77724" y="0"/>
                  </a:lnTo>
                  <a:lnTo>
                    <a:pt x="71628" y="2285"/>
                  </a:lnTo>
                  <a:lnTo>
                    <a:pt x="70104" y="3047"/>
                  </a:lnTo>
                  <a:lnTo>
                    <a:pt x="68580" y="3809"/>
                  </a:lnTo>
                  <a:lnTo>
                    <a:pt x="66294" y="4571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6000750" y="4371594"/>
              <a:ext cx="246379" cy="37465"/>
            </a:xfrm>
            <a:custGeom>
              <a:rect b="b" l="l" r="r" t="t"/>
              <a:pathLst>
                <a:path extrusionOk="0" h="37464" w="246379">
                  <a:moveTo>
                    <a:pt x="0" y="36575"/>
                  </a:moveTo>
                  <a:lnTo>
                    <a:pt x="15537" y="37004"/>
                  </a:lnTo>
                  <a:lnTo>
                    <a:pt x="30575" y="35432"/>
                  </a:lnTo>
                  <a:lnTo>
                    <a:pt x="45755" y="32718"/>
                  </a:lnTo>
                  <a:lnTo>
                    <a:pt x="61722" y="29717"/>
                  </a:lnTo>
                  <a:lnTo>
                    <a:pt x="89737" y="24574"/>
                  </a:lnTo>
                  <a:lnTo>
                    <a:pt x="146053" y="14287"/>
                  </a:lnTo>
                  <a:lnTo>
                    <a:pt x="188464" y="6774"/>
                  </a:lnTo>
                  <a:lnTo>
                    <a:pt x="231647" y="1523"/>
                  </a:lnTo>
                  <a:lnTo>
                    <a:pt x="235458" y="761"/>
                  </a:lnTo>
                  <a:lnTo>
                    <a:pt x="240792" y="1523"/>
                  </a:lnTo>
                  <a:lnTo>
                    <a:pt x="244602" y="761"/>
                  </a:lnTo>
                  <a:lnTo>
                    <a:pt x="246126" y="761"/>
                  </a:lnTo>
                  <a:lnTo>
                    <a:pt x="245364" y="761"/>
                  </a:lnTo>
                  <a:lnTo>
                    <a:pt x="243078" y="761"/>
                  </a:lnTo>
                  <a:lnTo>
                    <a:pt x="236220" y="761"/>
                  </a:lnTo>
                  <a:lnTo>
                    <a:pt x="230886" y="0"/>
                  </a:lnTo>
                  <a:lnTo>
                    <a:pt x="22479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6058388" y="3983735"/>
              <a:ext cx="8890" cy="78740"/>
            </a:xfrm>
            <a:custGeom>
              <a:rect b="b" l="l" r="r" t="t"/>
              <a:pathLst>
                <a:path extrusionOk="0" h="78739" w="8889">
                  <a:moveTo>
                    <a:pt x="273" y="0"/>
                  </a:moveTo>
                  <a:lnTo>
                    <a:pt x="0" y="9072"/>
                  </a:lnTo>
                  <a:lnTo>
                    <a:pt x="369" y="16573"/>
                  </a:lnTo>
                  <a:lnTo>
                    <a:pt x="1452" y="23788"/>
                  </a:lnTo>
                  <a:lnTo>
                    <a:pt x="3321" y="32004"/>
                  </a:lnTo>
                  <a:lnTo>
                    <a:pt x="4452" y="39314"/>
                  </a:lnTo>
                  <a:lnTo>
                    <a:pt x="5512" y="46481"/>
                  </a:lnTo>
                  <a:lnTo>
                    <a:pt x="6429" y="53649"/>
                  </a:lnTo>
                  <a:lnTo>
                    <a:pt x="7131" y="60960"/>
                  </a:lnTo>
                  <a:lnTo>
                    <a:pt x="7131" y="67056"/>
                  </a:lnTo>
                  <a:lnTo>
                    <a:pt x="7893" y="72390"/>
                  </a:lnTo>
                  <a:lnTo>
                    <a:pt x="8655" y="78486"/>
                  </a:lnTo>
                  <a:lnTo>
                    <a:pt x="8655" y="7772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7" name="Google Shape;597;p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151600" y="4101058"/>
              <a:ext cx="152450" cy="126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8" name="Google Shape;598;p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572986" y="4098010"/>
              <a:ext cx="112064" cy="1158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99" name="Google Shape;599;p5"/>
            <p:cNvGrpSpPr/>
            <p:nvPr/>
          </p:nvGrpSpPr>
          <p:grpSpPr>
            <a:xfrm>
              <a:off x="7017994" y="4014978"/>
              <a:ext cx="459536" cy="284607"/>
              <a:chOff x="7017994" y="4014978"/>
              <a:chExt cx="459536" cy="284607"/>
            </a:xfrm>
          </p:grpSpPr>
          <p:pic>
            <p:nvPicPr>
              <p:cNvPr id="600" name="Google Shape;600;p5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017994" y="4074388"/>
                <a:ext cx="195599" cy="1402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1" name="Google Shape;601;p5"/>
              <p:cNvSpPr/>
              <p:nvPr/>
            </p:nvSpPr>
            <p:spPr>
              <a:xfrm>
                <a:off x="7250430" y="4072128"/>
                <a:ext cx="5715" cy="80010"/>
              </a:xfrm>
              <a:custGeom>
                <a:rect b="b" l="l" r="r" t="t"/>
                <a:pathLst>
                  <a:path extrusionOk="0" h="80010" w="5715">
                    <a:moveTo>
                      <a:pt x="0" y="0"/>
                    </a:moveTo>
                    <a:lnTo>
                      <a:pt x="1131" y="10287"/>
                    </a:lnTo>
                    <a:lnTo>
                      <a:pt x="2190" y="20574"/>
                    </a:lnTo>
                    <a:lnTo>
                      <a:pt x="3107" y="30861"/>
                    </a:lnTo>
                    <a:lnTo>
                      <a:pt x="3810" y="41148"/>
                    </a:lnTo>
                    <a:lnTo>
                      <a:pt x="4691" y="49601"/>
                    </a:lnTo>
                    <a:lnTo>
                      <a:pt x="5143" y="57912"/>
                    </a:lnTo>
                    <a:lnTo>
                      <a:pt x="5310" y="66222"/>
                    </a:lnTo>
                    <a:lnTo>
                      <a:pt x="5334" y="74676"/>
                    </a:lnTo>
                    <a:lnTo>
                      <a:pt x="5334" y="77724"/>
                    </a:lnTo>
                    <a:lnTo>
                      <a:pt x="5334" y="800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7213854" y="401497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03" name="Google Shape;603;p5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288504" y="4020953"/>
                <a:ext cx="189026" cy="13636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4" name="Google Shape;604;p5"/>
              <p:cNvSpPr/>
              <p:nvPr/>
            </p:nvSpPr>
            <p:spPr>
              <a:xfrm>
                <a:off x="7066788" y="4221480"/>
                <a:ext cx="398145" cy="78105"/>
              </a:xfrm>
              <a:custGeom>
                <a:rect b="b" l="l" r="r" t="t"/>
                <a:pathLst>
                  <a:path extrusionOk="0" h="78104" w="398145">
                    <a:moveTo>
                      <a:pt x="0" y="49529"/>
                    </a:moveTo>
                    <a:lnTo>
                      <a:pt x="39624" y="76199"/>
                    </a:lnTo>
                    <a:lnTo>
                      <a:pt x="50589" y="77640"/>
                    </a:lnTo>
                    <a:lnTo>
                      <a:pt x="61626" y="77438"/>
                    </a:lnTo>
                    <a:lnTo>
                      <a:pt x="107823" y="60102"/>
                    </a:lnTo>
                    <a:lnTo>
                      <a:pt x="120134" y="53423"/>
                    </a:lnTo>
                    <a:lnTo>
                      <a:pt x="132588" y="47243"/>
                    </a:lnTo>
                    <a:lnTo>
                      <a:pt x="147256" y="41481"/>
                    </a:lnTo>
                    <a:lnTo>
                      <a:pt x="162496" y="37147"/>
                    </a:lnTo>
                    <a:lnTo>
                      <a:pt x="178022" y="34813"/>
                    </a:lnTo>
                    <a:lnTo>
                      <a:pt x="193548" y="35051"/>
                    </a:lnTo>
                    <a:lnTo>
                      <a:pt x="230886" y="56387"/>
                    </a:lnTo>
                    <a:lnTo>
                      <a:pt x="240029" y="68579"/>
                    </a:lnTo>
                    <a:lnTo>
                      <a:pt x="240792" y="69341"/>
                    </a:lnTo>
                    <a:lnTo>
                      <a:pt x="243078" y="63245"/>
                    </a:lnTo>
                    <a:lnTo>
                      <a:pt x="245364" y="57911"/>
                    </a:lnTo>
                    <a:lnTo>
                      <a:pt x="249174" y="53339"/>
                    </a:lnTo>
                    <a:lnTo>
                      <a:pt x="254055" y="47315"/>
                    </a:lnTo>
                    <a:lnTo>
                      <a:pt x="259651" y="42862"/>
                    </a:lnTo>
                    <a:lnTo>
                      <a:pt x="266104" y="39838"/>
                    </a:lnTo>
                    <a:lnTo>
                      <a:pt x="273558" y="38099"/>
                    </a:lnTo>
                    <a:lnTo>
                      <a:pt x="282130" y="36933"/>
                    </a:lnTo>
                    <a:lnTo>
                      <a:pt x="290703" y="36766"/>
                    </a:lnTo>
                    <a:lnTo>
                      <a:pt x="299275" y="37457"/>
                    </a:lnTo>
                    <a:lnTo>
                      <a:pt x="307848" y="38861"/>
                    </a:lnTo>
                    <a:lnTo>
                      <a:pt x="318599" y="41588"/>
                    </a:lnTo>
                    <a:lnTo>
                      <a:pt x="329279" y="44672"/>
                    </a:lnTo>
                    <a:lnTo>
                      <a:pt x="340102" y="47327"/>
                    </a:lnTo>
                    <a:lnTo>
                      <a:pt x="351282" y="48767"/>
                    </a:lnTo>
                    <a:lnTo>
                      <a:pt x="360045" y="49529"/>
                    </a:lnTo>
                    <a:lnTo>
                      <a:pt x="368236" y="49148"/>
                    </a:lnTo>
                    <a:lnTo>
                      <a:pt x="376142" y="47053"/>
                    </a:lnTo>
                    <a:lnTo>
                      <a:pt x="384048" y="42671"/>
                    </a:lnTo>
                    <a:lnTo>
                      <a:pt x="389382" y="38861"/>
                    </a:lnTo>
                    <a:lnTo>
                      <a:pt x="391668" y="32765"/>
                    </a:lnTo>
                    <a:lnTo>
                      <a:pt x="393954" y="27431"/>
                    </a:lnTo>
                    <a:lnTo>
                      <a:pt x="396240" y="19811"/>
                    </a:lnTo>
                    <a:lnTo>
                      <a:pt x="397002" y="12953"/>
                    </a:lnTo>
                    <a:lnTo>
                      <a:pt x="397764" y="5333"/>
                    </a:lnTo>
                    <a:lnTo>
                      <a:pt x="397764" y="3809"/>
                    </a:lnTo>
                    <a:lnTo>
                      <a:pt x="397764" y="1523"/>
                    </a:lnTo>
                    <a:lnTo>
                      <a:pt x="39776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5" name="Google Shape;605;p5"/>
            <p:cNvGrpSpPr/>
            <p:nvPr/>
          </p:nvGrpSpPr>
          <p:grpSpPr>
            <a:xfrm>
              <a:off x="7374636" y="4411217"/>
              <a:ext cx="419886" cy="206527"/>
              <a:chOff x="7374636" y="4411217"/>
              <a:chExt cx="419886" cy="206527"/>
            </a:xfrm>
          </p:grpSpPr>
          <p:sp>
            <p:nvSpPr>
              <p:cNvPr id="606" name="Google Shape;606;p5"/>
              <p:cNvSpPr/>
              <p:nvPr/>
            </p:nvSpPr>
            <p:spPr>
              <a:xfrm>
                <a:off x="7374636" y="4411217"/>
                <a:ext cx="316230" cy="135255"/>
              </a:xfrm>
              <a:custGeom>
                <a:rect b="b" l="l" r="r" t="t"/>
                <a:pathLst>
                  <a:path extrusionOk="0" h="135254" w="316229">
                    <a:moveTo>
                      <a:pt x="0" y="0"/>
                    </a:moveTo>
                    <a:lnTo>
                      <a:pt x="9965" y="40183"/>
                    </a:lnTo>
                    <a:lnTo>
                      <a:pt x="32766" y="80390"/>
                    </a:lnTo>
                    <a:lnTo>
                      <a:pt x="70794" y="114800"/>
                    </a:lnTo>
                    <a:lnTo>
                      <a:pt x="107894" y="129230"/>
                    </a:lnTo>
                    <a:lnTo>
                      <a:pt x="147447" y="134231"/>
                    </a:lnTo>
                    <a:lnTo>
                      <a:pt x="186309" y="134945"/>
                    </a:lnTo>
                    <a:lnTo>
                      <a:pt x="205740" y="134873"/>
                    </a:lnTo>
                    <a:lnTo>
                      <a:pt x="222885" y="134612"/>
                    </a:lnTo>
                    <a:lnTo>
                      <a:pt x="240030" y="133921"/>
                    </a:lnTo>
                    <a:lnTo>
                      <a:pt x="257175" y="132945"/>
                    </a:lnTo>
                    <a:lnTo>
                      <a:pt x="274320" y="131825"/>
                    </a:lnTo>
                    <a:lnTo>
                      <a:pt x="283916" y="131385"/>
                    </a:lnTo>
                    <a:lnTo>
                      <a:pt x="293370" y="131159"/>
                    </a:lnTo>
                    <a:lnTo>
                      <a:pt x="302823" y="131075"/>
                    </a:lnTo>
                    <a:lnTo>
                      <a:pt x="312420" y="131063"/>
                    </a:lnTo>
                    <a:lnTo>
                      <a:pt x="313182" y="131063"/>
                    </a:lnTo>
                    <a:lnTo>
                      <a:pt x="314706" y="131063"/>
                    </a:lnTo>
                    <a:lnTo>
                      <a:pt x="316230" y="131063"/>
                    </a:lnTo>
                    <a:lnTo>
                      <a:pt x="314706" y="128777"/>
                    </a:lnTo>
                    <a:lnTo>
                      <a:pt x="313182" y="125729"/>
                    </a:lnTo>
                    <a:lnTo>
                      <a:pt x="312420" y="122681"/>
                    </a:lnTo>
                    <a:lnTo>
                      <a:pt x="311658" y="121157"/>
                    </a:lnTo>
                    <a:lnTo>
                      <a:pt x="310896" y="118871"/>
                    </a:lnTo>
                    <a:lnTo>
                      <a:pt x="310896" y="11734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07" name="Google Shape;607;p5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674838" y="4485868"/>
                <a:ext cx="119684" cy="1318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08" name="Google Shape;608;p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033740" y="4456912"/>
              <a:ext cx="157784" cy="1920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09" name="Google Shape;609;p5"/>
            <p:cNvGrpSpPr/>
            <p:nvPr/>
          </p:nvGrpSpPr>
          <p:grpSpPr>
            <a:xfrm>
              <a:off x="8255983" y="4365498"/>
              <a:ext cx="357499" cy="393700"/>
              <a:chOff x="8255983" y="4365498"/>
              <a:chExt cx="357499" cy="393700"/>
            </a:xfrm>
          </p:grpSpPr>
          <p:sp>
            <p:nvSpPr>
              <p:cNvPr id="610" name="Google Shape;610;p5"/>
              <p:cNvSpPr/>
              <p:nvPr/>
            </p:nvSpPr>
            <p:spPr>
              <a:xfrm>
                <a:off x="8255983" y="4365498"/>
                <a:ext cx="99695" cy="393700"/>
              </a:xfrm>
              <a:custGeom>
                <a:rect b="b" l="l" r="r" t="t"/>
                <a:pathLst>
                  <a:path extrusionOk="0" h="393700" w="99695">
                    <a:moveTo>
                      <a:pt x="90201" y="2286"/>
                    </a:moveTo>
                    <a:lnTo>
                      <a:pt x="84867" y="1524"/>
                    </a:lnTo>
                    <a:lnTo>
                      <a:pt x="87153" y="0"/>
                    </a:lnTo>
                    <a:lnTo>
                      <a:pt x="81057" y="4572"/>
                    </a:lnTo>
                    <a:lnTo>
                      <a:pt x="72901" y="11060"/>
                    </a:lnTo>
                    <a:lnTo>
                      <a:pt x="44386" y="49351"/>
                    </a:lnTo>
                    <a:lnTo>
                      <a:pt x="24669" y="92964"/>
                    </a:lnTo>
                    <a:lnTo>
                      <a:pt x="13620" y="130111"/>
                    </a:lnTo>
                    <a:lnTo>
                      <a:pt x="7143" y="168402"/>
                    </a:lnTo>
                    <a:lnTo>
                      <a:pt x="1464" y="225301"/>
                    </a:lnTo>
                    <a:lnTo>
                      <a:pt x="1047" y="244602"/>
                    </a:lnTo>
                    <a:lnTo>
                      <a:pt x="416" y="260830"/>
                    </a:lnTo>
                    <a:lnTo>
                      <a:pt x="0" y="277272"/>
                    </a:lnTo>
                    <a:lnTo>
                      <a:pt x="297" y="293572"/>
                    </a:lnTo>
                    <a:lnTo>
                      <a:pt x="1809" y="309372"/>
                    </a:lnTo>
                    <a:lnTo>
                      <a:pt x="17811" y="355854"/>
                    </a:lnTo>
                    <a:lnTo>
                      <a:pt x="44481" y="384810"/>
                    </a:lnTo>
                    <a:lnTo>
                      <a:pt x="74961" y="393192"/>
                    </a:lnTo>
                    <a:lnTo>
                      <a:pt x="83343" y="393192"/>
                    </a:lnTo>
                    <a:lnTo>
                      <a:pt x="91725" y="393192"/>
                    </a:lnTo>
                    <a:lnTo>
                      <a:pt x="99345" y="393192"/>
                    </a:lnTo>
                    <a:lnTo>
                      <a:pt x="99345" y="389382"/>
                    </a:lnTo>
                    <a:lnTo>
                      <a:pt x="99345" y="386334"/>
                    </a:lnTo>
                    <a:lnTo>
                      <a:pt x="99345" y="38252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11" name="Google Shape;611;p5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8370603" y="4476724"/>
                <a:ext cx="126888" cy="1615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2" name="Google Shape;612;p5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8538184" y="4606264"/>
                <a:ext cx="75298" cy="832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3" name="Google Shape;613;p5"/>
            <p:cNvGrpSpPr/>
            <p:nvPr/>
          </p:nvGrpSpPr>
          <p:grpSpPr>
            <a:xfrm>
              <a:off x="8739352" y="4221479"/>
              <a:ext cx="370484" cy="405130"/>
              <a:chOff x="8739352" y="4221479"/>
              <a:chExt cx="370484" cy="405130"/>
            </a:xfrm>
          </p:grpSpPr>
          <p:pic>
            <p:nvPicPr>
              <p:cNvPr id="614" name="Google Shape;614;p5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739352" y="4420336"/>
                <a:ext cx="125780" cy="1492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5" name="Google Shape;615;p5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8824696" y="4276080"/>
                <a:ext cx="112064" cy="1084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6" name="Google Shape;616;p5"/>
              <p:cNvSpPr/>
              <p:nvPr/>
            </p:nvSpPr>
            <p:spPr>
              <a:xfrm>
                <a:off x="8980931" y="4221479"/>
                <a:ext cx="128905" cy="405130"/>
              </a:xfrm>
              <a:custGeom>
                <a:rect b="b" l="l" r="r" t="t"/>
                <a:pathLst>
                  <a:path extrusionOk="0" h="405129" w="128904">
                    <a:moveTo>
                      <a:pt x="0" y="0"/>
                    </a:moveTo>
                    <a:lnTo>
                      <a:pt x="33754" y="18323"/>
                    </a:lnTo>
                    <a:lnTo>
                      <a:pt x="68175" y="47077"/>
                    </a:lnTo>
                    <a:lnTo>
                      <a:pt x="105275" y="96845"/>
                    </a:lnTo>
                    <a:lnTo>
                      <a:pt x="124051" y="145530"/>
                    </a:lnTo>
                    <a:lnTo>
                      <a:pt x="128504" y="186273"/>
                    </a:lnTo>
                    <a:lnTo>
                      <a:pt x="128016" y="206501"/>
                    </a:lnTo>
                    <a:lnTo>
                      <a:pt x="119157" y="245649"/>
                    </a:lnTo>
                    <a:lnTo>
                      <a:pt x="102870" y="281940"/>
                    </a:lnTo>
                    <a:lnTo>
                      <a:pt x="82391" y="317563"/>
                    </a:lnTo>
                    <a:lnTo>
                      <a:pt x="60198" y="352044"/>
                    </a:lnTo>
                    <a:lnTo>
                      <a:pt x="52768" y="362902"/>
                    </a:lnTo>
                    <a:lnTo>
                      <a:pt x="45339" y="373761"/>
                    </a:lnTo>
                    <a:lnTo>
                      <a:pt x="37909" y="384619"/>
                    </a:lnTo>
                    <a:lnTo>
                      <a:pt x="30480" y="395478"/>
                    </a:lnTo>
                    <a:lnTo>
                      <a:pt x="29718" y="396240"/>
                    </a:lnTo>
                    <a:lnTo>
                      <a:pt x="25146" y="404622"/>
                    </a:lnTo>
                    <a:lnTo>
                      <a:pt x="22860" y="404622"/>
                    </a:lnTo>
                    <a:lnTo>
                      <a:pt x="19050" y="403860"/>
                    </a:lnTo>
                    <a:lnTo>
                      <a:pt x="18288" y="401574"/>
                    </a:lnTo>
                    <a:lnTo>
                      <a:pt x="15240" y="39852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17" name="Google Shape;617;p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791680" y="4741900"/>
              <a:ext cx="209291" cy="232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5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070822" y="4852390"/>
              <a:ext cx="461060" cy="14178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19" name="Google Shape;619;p5"/>
            <p:cNvGrpSpPr/>
            <p:nvPr/>
          </p:nvGrpSpPr>
          <p:grpSpPr>
            <a:xfrm>
              <a:off x="5817012" y="4955831"/>
              <a:ext cx="736510" cy="175349"/>
              <a:chOff x="5817012" y="4955831"/>
              <a:chExt cx="736510" cy="175349"/>
            </a:xfrm>
          </p:grpSpPr>
          <p:sp>
            <p:nvSpPr>
              <p:cNvPr id="620" name="Google Shape;620;p5"/>
              <p:cNvSpPr/>
              <p:nvPr/>
            </p:nvSpPr>
            <p:spPr>
              <a:xfrm>
                <a:off x="5817012" y="5012435"/>
                <a:ext cx="120650" cy="118745"/>
              </a:xfrm>
              <a:custGeom>
                <a:rect b="b" l="l" r="r" t="t"/>
                <a:pathLst>
                  <a:path extrusionOk="0" h="118745" w="120650">
                    <a:moveTo>
                      <a:pt x="5429" y="0"/>
                    </a:moveTo>
                    <a:lnTo>
                      <a:pt x="1250" y="16299"/>
                    </a:lnTo>
                    <a:lnTo>
                      <a:pt x="0" y="30956"/>
                    </a:lnTo>
                    <a:lnTo>
                      <a:pt x="1464" y="45755"/>
                    </a:lnTo>
                    <a:lnTo>
                      <a:pt x="14287" y="92297"/>
                    </a:lnTo>
                    <a:lnTo>
                      <a:pt x="41112" y="118252"/>
                    </a:lnTo>
                    <a:lnTo>
                      <a:pt x="48577" y="116966"/>
                    </a:lnTo>
                    <a:lnTo>
                      <a:pt x="70580" y="83915"/>
                    </a:lnTo>
                    <a:lnTo>
                      <a:pt x="74009" y="59435"/>
                    </a:lnTo>
                    <a:lnTo>
                      <a:pt x="74652" y="53137"/>
                    </a:lnTo>
                    <a:lnTo>
                      <a:pt x="75152" y="46196"/>
                    </a:lnTo>
                    <a:lnTo>
                      <a:pt x="75080" y="39397"/>
                    </a:lnTo>
                    <a:lnTo>
                      <a:pt x="74009" y="33527"/>
                    </a:lnTo>
                    <a:lnTo>
                      <a:pt x="73247" y="33527"/>
                    </a:lnTo>
                    <a:lnTo>
                      <a:pt x="73247" y="41147"/>
                    </a:lnTo>
                    <a:lnTo>
                      <a:pt x="73247" y="48005"/>
                    </a:lnTo>
                    <a:lnTo>
                      <a:pt x="89249" y="88391"/>
                    </a:lnTo>
                    <a:lnTo>
                      <a:pt x="104489" y="98297"/>
                    </a:lnTo>
                    <a:lnTo>
                      <a:pt x="111347" y="96011"/>
                    </a:lnTo>
                    <a:lnTo>
                      <a:pt x="116681" y="92201"/>
                    </a:lnTo>
                    <a:lnTo>
                      <a:pt x="118967" y="90677"/>
                    </a:lnTo>
                    <a:lnTo>
                      <a:pt x="120491" y="86105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5"/>
              <p:cNvSpPr/>
              <p:nvPr/>
            </p:nvSpPr>
            <p:spPr>
              <a:xfrm>
                <a:off x="5934455" y="5025866"/>
                <a:ext cx="68580" cy="86995"/>
              </a:xfrm>
              <a:custGeom>
                <a:rect b="b" l="l" r="r" t="t"/>
                <a:pathLst>
                  <a:path extrusionOk="0" h="86995" w="68579">
                    <a:moveTo>
                      <a:pt x="0" y="9429"/>
                    </a:moveTo>
                    <a:lnTo>
                      <a:pt x="8382" y="55149"/>
                    </a:lnTo>
                    <a:lnTo>
                      <a:pt x="13716" y="71151"/>
                    </a:lnTo>
                    <a:lnTo>
                      <a:pt x="15240" y="79533"/>
                    </a:lnTo>
                    <a:lnTo>
                      <a:pt x="11430" y="75723"/>
                    </a:lnTo>
                    <a:lnTo>
                      <a:pt x="11430" y="72675"/>
                    </a:lnTo>
                    <a:lnTo>
                      <a:pt x="9144" y="67341"/>
                    </a:lnTo>
                    <a:lnTo>
                      <a:pt x="1524" y="24669"/>
                    </a:lnTo>
                    <a:lnTo>
                      <a:pt x="1416" y="16359"/>
                    </a:lnTo>
                    <a:lnTo>
                      <a:pt x="2952" y="9048"/>
                    </a:lnTo>
                    <a:lnTo>
                      <a:pt x="7203" y="3452"/>
                    </a:lnTo>
                    <a:lnTo>
                      <a:pt x="15239" y="285"/>
                    </a:lnTo>
                    <a:lnTo>
                      <a:pt x="23645" y="0"/>
                    </a:lnTo>
                    <a:lnTo>
                      <a:pt x="31623" y="1428"/>
                    </a:lnTo>
                    <a:lnTo>
                      <a:pt x="62757" y="34504"/>
                    </a:lnTo>
                    <a:lnTo>
                      <a:pt x="68532" y="73306"/>
                    </a:lnTo>
                    <a:lnTo>
                      <a:pt x="68580" y="83343"/>
                    </a:lnTo>
                    <a:lnTo>
                      <a:pt x="68580" y="84105"/>
                    </a:lnTo>
                    <a:lnTo>
                      <a:pt x="68580" y="85629"/>
                    </a:lnTo>
                    <a:lnTo>
                      <a:pt x="68580" y="8639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5"/>
              <p:cNvSpPr/>
              <p:nvPr/>
            </p:nvSpPr>
            <p:spPr>
              <a:xfrm>
                <a:off x="6025895" y="4986527"/>
                <a:ext cx="31750" cy="114300"/>
              </a:xfrm>
              <a:custGeom>
                <a:rect b="b" l="l" r="r" t="t"/>
                <a:pathLst>
                  <a:path extrusionOk="0" h="114300" w="31750">
                    <a:moveTo>
                      <a:pt x="0" y="0"/>
                    </a:moveTo>
                    <a:lnTo>
                      <a:pt x="12954" y="38861"/>
                    </a:lnTo>
                    <a:lnTo>
                      <a:pt x="25146" y="87629"/>
                    </a:lnTo>
                    <a:lnTo>
                      <a:pt x="26312" y="94476"/>
                    </a:lnTo>
                    <a:lnTo>
                      <a:pt x="27622" y="101250"/>
                    </a:lnTo>
                    <a:lnTo>
                      <a:pt x="29217" y="107882"/>
                    </a:lnTo>
                    <a:lnTo>
                      <a:pt x="31242" y="114299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5"/>
              <p:cNvSpPr/>
              <p:nvPr/>
            </p:nvSpPr>
            <p:spPr>
              <a:xfrm>
                <a:off x="6058280" y="5009697"/>
                <a:ext cx="86995" cy="72390"/>
              </a:xfrm>
              <a:custGeom>
                <a:rect b="b" l="l" r="r" t="t"/>
                <a:pathLst>
                  <a:path extrusionOk="0" h="72389" w="86995">
                    <a:moveTo>
                      <a:pt x="30099" y="1214"/>
                    </a:moveTo>
                    <a:lnTo>
                      <a:pt x="20812" y="0"/>
                    </a:lnTo>
                    <a:lnTo>
                      <a:pt x="14668" y="642"/>
                    </a:lnTo>
                    <a:lnTo>
                      <a:pt x="9953" y="4429"/>
                    </a:lnTo>
                    <a:lnTo>
                      <a:pt x="4953" y="12644"/>
                    </a:lnTo>
                    <a:lnTo>
                      <a:pt x="1690" y="19776"/>
                    </a:lnTo>
                    <a:lnTo>
                      <a:pt x="0" y="27979"/>
                    </a:lnTo>
                    <a:lnTo>
                      <a:pt x="23" y="36325"/>
                    </a:lnTo>
                    <a:lnTo>
                      <a:pt x="29658" y="67782"/>
                    </a:lnTo>
                    <a:lnTo>
                      <a:pt x="60864" y="72366"/>
                    </a:lnTo>
                    <a:lnTo>
                      <a:pt x="70568" y="71520"/>
                    </a:lnTo>
                    <a:lnTo>
                      <a:pt x="79629" y="69032"/>
                    </a:lnTo>
                    <a:lnTo>
                      <a:pt x="81915" y="68270"/>
                    </a:lnTo>
                    <a:lnTo>
                      <a:pt x="84201" y="66746"/>
                    </a:lnTo>
                    <a:lnTo>
                      <a:pt x="86487" y="6522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5"/>
              <p:cNvSpPr/>
              <p:nvPr/>
            </p:nvSpPr>
            <p:spPr>
              <a:xfrm>
                <a:off x="6147577" y="5002684"/>
                <a:ext cx="67945" cy="87630"/>
              </a:xfrm>
              <a:custGeom>
                <a:rect b="b" l="l" r="r" t="t"/>
                <a:pathLst>
                  <a:path extrusionOk="0" h="87629" w="67945">
                    <a:moveTo>
                      <a:pt x="1000" y="24991"/>
                    </a:moveTo>
                    <a:lnTo>
                      <a:pt x="0" y="35790"/>
                    </a:lnTo>
                    <a:lnTo>
                      <a:pt x="428" y="45088"/>
                    </a:lnTo>
                    <a:lnTo>
                      <a:pt x="2286" y="54244"/>
                    </a:lnTo>
                    <a:lnTo>
                      <a:pt x="5572" y="64615"/>
                    </a:lnTo>
                    <a:lnTo>
                      <a:pt x="8620" y="72235"/>
                    </a:lnTo>
                    <a:lnTo>
                      <a:pt x="10906" y="82141"/>
                    </a:lnTo>
                    <a:lnTo>
                      <a:pt x="16240" y="87475"/>
                    </a:lnTo>
                    <a:lnTo>
                      <a:pt x="17002" y="87475"/>
                    </a:lnTo>
                    <a:lnTo>
                      <a:pt x="17764" y="87475"/>
                    </a:lnTo>
                    <a:lnTo>
                      <a:pt x="18526" y="82903"/>
                    </a:lnTo>
                    <a:lnTo>
                      <a:pt x="19288" y="72997"/>
                    </a:lnTo>
                    <a:lnTo>
                      <a:pt x="19288" y="66901"/>
                    </a:lnTo>
                    <a:lnTo>
                      <a:pt x="18645" y="55804"/>
                    </a:lnTo>
                    <a:lnTo>
                      <a:pt x="18145" y="44422"/>
                    </a:lnTo>
                    <a:lnTo>
                      <a:pt x="29253" y="3190"/>
                    </a:lnTo>
                    <a:lnTo>
                      <a:pt x="42505" y="0"/>
                    </a:lnTo>
                    <a:lnTo>
                      <a:pt x="48244" y="1464"/>
                    </a:lnTo>
                    <a:lnTo>
                      <a:pt x="67294" y="43279"/>
                    </a:lnTo>
                    <a:lnTo>
                      <a:pt x="67615" y="49684"/>
                    </a:lnTo>
                    <a:lnTo>
                      <a:pt x="67579" y="56233"/>
                    </a:lnTo>
                    <a:lnTo>
                      <a:pt x="67401" y="62781"/>
                    </a:lnTo>
                    <a:lnTo>
                      <a:pt x="67294" y="69187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5"/>
              <p:cNvSpPr/>
              <p:nvPr/>
            </p:nvSpPr>
            <p:spPr>
              <a:xfrm>
                <a:off x="6236195" y="5004815"/>
                <a:ext cx="50165" cy="81915"/>
              </a:xfrm>
              <a:custGeom>
                <a:rect b="b" l="l" r="r" t="t"/>
                <a:pathLst>
                  <a:path extrusionOk="0" h="81914" w="50164">
                    <a:moveTo>
                      <a:pt x="6107" y="6096"/>
                    </a:moveTo>
                    <a:lnTo>
                      <a:pt x="3119" y="15799"/>
                    </a:lnTo>
                    <a:lnTo>
                      <a:pt x="1059" y="24860"/>
                    </a:lnTo>
                    <a:lnTo>
                      <a:pt x="0" y="34063"/>
                    </a:lnTo>
                    <a:lnTo>
                      <a:pt x="11" y="44196"/>
                    </a:lnTo>
                    <a:lnTo>
                      <a:pt x="22859" y="81105"/>
                    </a:lnTo>
                    <a:lnTo>
                      <a:pt x="30206" y="81915"/>
                    </a:lnTo>
                    <a:lnTo>
                      <a:pt x="37123" y="79867"/>
                    </a:lnTo>
                    <a:lnTo>
                      <a:pt x="42683" y="74676"/>
                    </a:lnTo>
                    <a:lnTo>
                      <a:pt x="47065" y="65698"/>
                    </a:lnTo>
                    <a:lnTo>
                      <a:pt x="49160" y="55435"/>
                    </a:lnTo>
                    <a:lnTo>
                      <a:pt x="49541" y="44886"/>
                    </a:lnTo>
                    <a:lnTo>
                      <a:pt x="48779" y="35052"/>
                    </a:lnTo>
                    <a:lnTo>
                      <a:pt x="47220" y="26003"/>
                    </a:lnTo>
                    <a:lnTo>
                      <a:pt x="43731" y="17526"/>
                    </a:lnTo>
                    <a:lnTo>
                      <a:pt x="38385" y="10191"/>
                    </a:lnTo>
                    <a:lnTo>
                      <a:pt x="31253" y="4572"/>
                    </a:lnTo>
                    <a:lnTo>
                      <a:pt x="26681" y="762"/>
                    </a:lnTo>
                    <a:lnTo>
                      <a:pt x="21347" y="762"/>
                    </a:lnTo>
                    <a:lnTo>
                      <a:pt x="15251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5"/>
              <p:cNvSpPr/>
              <p:nvPr/>
            </p:nvSpPr>
            <p:spPr>
              <a:xfrm>
                <a:off x="6317741" y="4969001"/>
                <a:ext cx="90170" cy="99060"/>
              </a:xfrm>
              <a:custGeom>
                <a:rect b="b" l="l" r="r" t="t"/>
                <a:pathLst>
                  <a:path extrusionOk="0" h="99060" w="90170">
                    <a:moveTo>
                      <a:pt x="0" y="48006"/>
                    </a:moveTo>
                    <a:lnTo>
                      <a:pt x="9906" y="89916"/>
                    </a:lnTo>
                    <a:lnTo>
                      <a:pt x="16764" y="99060"/>
                    </a:lnTo>
                    <a:lnTo>
                      <a:pt x="17526" y="99060"/>
                    </a:lnTo>
                    <a:lnTo>
                      <a:pt x="18288" y="99060"/>
                    </a:lnTo>
                    <a:lnTo>
                      <a:pt x="20633" y="92880"/>
                    </a:lnTo>
                    <a:lnTo>
                      <a:pt x="22193" y="86772"/>
                    </a:lnTo>
                    <a:lnTo>
                      <a:pt x="23324" y="80521"/>
                    </a:lnTo>
                    <a:lnTo>
                      <a:pt x="24384" y="73914"/>
                    </a:lnTo>
                    <a:lnTo>
                      <a:pt x="25908" y="67818"/>
                    </a:lnTo>
                    <a:lnTo>
                      <a:pt x="26670" y="61722"/>
                    </a:lnTo>
                    <a:lnTo>
                      <a:pt x="28194" y="55626"/>
                    </a:lnTo>
                    <a:lnTo>
                      <a:pt x="32004" y="57912"/>
                    </a:lnTo>
                    <a:lnTo>
                      <a:pt x="33528" y="60960"/>
                    </a:lnTo>
                    <a:lnTo>
                      <a:pt x="36576" y="65532"/>
                    </a:lnTo>
                    <a:lnTo>
                      <a:pt x="62484" y="86106"/>
                    </a:lnTo>
                    <a:lnTo>
                      <a:pt x="70866" y="83820"/>
                    </a:lnTo>
                    <a:lnTo>
                      <a:pt x="85201" y="46863"/>
                    </a:lnTo>
                    <a:lnTo>
                      <a:pt x="85344" y="35814"/>
                    </a:lnTo>
                    <a:lnTo>
                      <a:pt x="85594" y="28265"/>
                    </a:lnTo>
                    <a:lnTo>
                      <a:pt x="85629" y="20574"/>
                    </a:lnTo>
                    <a:lnTo>
                      <a:pt x="86094" y="12882"/>
                    </a:lnTo>
                    <a:lnTo>
                      <a:pt x="87630" y="5333"/>
                    </a:lnTo>
                    <a:lnTo>
                      <a:pt x="88391" y="3809"/>
                    </a:lnTo>
                    <a:lnTo>
                      <a:pt x="89153" y="2285"/>
                    </a:lnTo>
                    <a:lnTo>
                      <a:pt x="89915" y="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27" name="Google Shape;627;p5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439636" y="4955831"/>
                <a:ext cx="113886" cy="1168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28" name="Google Shape;628;p5"/>
            <p:cNvGrpSpPr/>
            <p:nvPr/>
          </p:nvGrpSpPr>
          <p:grpSpPr>
            <a:xfrm>
              <a:off x="5980912" y="4357878"/>
              <a:ext cx="155498" cy="422172"/>
              <a:chOff x="5980912" y="4357878"/>
              <a:chExt cx="155498" cy="422172"/>
            </a:xfrm>
          </p:grpSpPr>
          <p:sp>
            <p:nvSpPr>
              <p:cNvPr id="629" name="Google Shape;629;p5"/>
              <p:cNvSpPr/>
              <p:nvPr/>
            </p:nvSpPr>
            <p:spPr>
              <a:xfrm>
                <a:off x="6013703" y="4357878"/>
                <a:ext cx="40005" cy="327660"/>
              </a:xfrm>
              <a:custGeom>
                <a:rect b="b" l="l" r="r" t="t"/>
                <a:pathLst>
                  <a:path extrusionOk="0" h="327660" w="40004">
                    <a:moveTo>
                      <a:pt x="0" y="0"/>
                    </a:moveTo>
                    <a:lnTo>
                      <a:pt x="3048" y="50292"/>
                    </a:lnTo>
                    <a:lnTo>
                      <a:pt x="7881" y="94166"/>
                    </a:lnTo>
                    <a:lnTo>
                      <a:pt x="13144" y="137826"/>
                    </a:lnTo>
                    <a:lnTo>
                      <a:pt x="18692" y="181344"/>
                    </a:lnTo>
                    <a:lnTo>
                      <a:pt x="24384" y="224790"/>
                    </a:lnTo>
                    <a:lnTo>
                      <a:pt x="27324" y="247078"/>
                    </a:lnTo>
                    <a:lnTo>
                      <a:pt x="30194" y="269366"/>
                    </a:lnTo>
                    <a:lnTo>
                      <a:pt x="32635" y="291655"/>
                    </a:lnTo>
                    <a:lnTo>
                      <a:pt x="34290" y="313944"/>
                    </a:lnTo>
                    <a:lnTo>
                      <a:pt x="35052" y="318516"/>
                    </a:lnTo>
                    <a:lnTo>
                      <a:pt x="39624" y="327660"/>
                    </a:lnTo>
                    <a:lnTo>
                      <a:pt x="35052" y="327660"/>
                    </a:lnTo>
                    <a:lnTo>
                      <a:pt x="31242" y="325374"/>
                    </a:lnTo>
                    <a:lnTo>
                      <a:pt x="29718" y="324612"/>
                    </a:lnTo>
                    <a:lnTo>
                      <a:pt x="27432" y="32308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0" name="Google Shape;630;p5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5980912" y="4649698"/>
                <a:ext cx="155498" cy="1303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31" name="Google Shape;631;p5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106642" y="5281396"/>
              <a:ext cx="127304" cy="1556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5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6301714" y="5144236"/>
              <a:ext cx="221792" cy="3018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3" name="Google Shape;633;p5"/>
          <p:cNvGrpSpPr/>
          <p:nvPr/>
        </p:nvGrpSpPr>
        <p:grpSpPr>
          <a:xfrm>
            <a:off x="1444120" y="6370546"/>
            <a:ext cx="8018465" cy="975470"/>
            <a:chOff x="4483608" y="5740311"/>
            <a:chExt cx="5141722" cy="604863"/>
          </a:xfrm>
        </p:grpSpPr>
        <p:sp>
          <p:nvSpPr>
            <p:cNvPr id="634" name="Google Shape;634;p5"/>
            <p:cNvSpPr/>
            <p:nvPr/>
          </p:nvSpPr>
          <p:spPr>
            <a:xfrm>
              <a:off x="4483608" y="5964173"/>
              <a:ext cx="28575" cy="28575"/>
            </a:xfrm>
            <a:custGeom>
              <a:rect b="b" l="l" r="r" t="t"/>
              <a:pathLst>
                <a:path extrusionOk="0" h="28575" w="28575">
                  <a:moveTo>
                    <a:pt x="0" y="13716"/>
                  </a:moveTo>
                  <a:lnTo>
                    <a:pt x="5107" y="10751"/>
                  </a:lnTo>
                  <a:lnTo>
                    <a:pt x="12287" y="7143"/>
                  </a:lnTo>
                  <a:lnTo>
                    <a:pt x="19609" y="5679"/>
                  </a:lnTo>
                  <a:lnTo>
                    <a:pt x="25146" y="9144"/>
                  </a:lnTo>
                  <a:lnTo>
                    <a:pt x="27432" y="12954"/>
                  </a:lnTo>
                  <a:lnTo>
                    <a:pt x="28194" y="20574"/>
                  </a:lnTo>
                  <a:lnTo>
                    <a:pt x="24384" y="24384"/>
                  </a:lnTo>
                  <a:lnTo>
                    <a:pt x="22098" y="26670"/>
                  </a:lnTo>
                  <a:lnTo>
                    <a:pt x="12954" y="28194"/>
                  </a:lnTo>
                  <a:lnTo>
                    <a:pt x="10668" y="26670"/>
                  </a:lnTo>
                  <a:lnTo>
                    <a:pt x="4572" y="22098"/>
                  </a:lnTo>
                  <a:lnTo>
                    <a:pt x="3047" y="11430"/>
                  </a:lnTo>
                  <a:lnTo>
                    <a:pt x="3809" y="4572"/>
                  </a:lnTo>
                  <a:lnTo>
                    <a:pt x="4571" y="0"/>
                  </a:lnTo>
                  <a:lnTo>
                    <a:pt x="10667" y="0"/>
                  </a:lnTo>
                  <a:lnTo>
                    <a:pt x="15239" y="762"/>
                  </a:lnTo>
                  <a:lnTo>
                    <a:pt x="20574" y="2286"/>
                  </a:lnTo>
                  <a:lnTo>
                    <a:pt x="22860" y="7620"/>
                  </a:lnTo>
                  <a:lnTo>
                    <a:pt x="22860" y="12192"/>
                  </a:lnTo>
                  <a:lnTo>
                    <a:pt x="23622" y="14478"/>
                  </a:lnTo>
                  <a:lnTo>
                    <a:pt x="24384" y="22860"/>
                  </a:lnTo>
                  <a:lnTo>
                    <a:pt x="22860" y="24384"/>
                  </a:lnTo>
                  <a:lnTo>
                    <a:pt x="22098" y="24384"/>
                  </a:lnTo>
                  <a:lnTo>
                    <a:pt x="21336" y="23622"/>
                  </a:lnTo>
                  <a:lnTo>
                    <a:pt x="19812" y="23622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" name="Google Shape;635;p5"/>
            <p:cNvGrpSpPr/>
            <p:nvPr/>
          </p:nvGrpSpPr>
          <p:grpSpPr>
            <a:xfrm>
              <a:off x="4840960" y="5916167"/>
              <a:ext cx="438867" cy="187692"/>
              <a:chOff x="4840960" y="5916167"/>
              <a:chExt cx="438867" cy="187692"/>
            </a:xfrm>
          </p:grpSpPr>
          <p:pic>
            <p:nvPicPr>
              <p:cNvPr id="636" name="Google Shape;636;p5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4840960" y="5956528"/>
                <a:ext cx="93776" cy="1433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7" name="Google Shape;637;p5"/>
              <p:cNvSpPr/>
              <p:nvPr/>
            </p:nvSpPr>
            <p:spPr>
              <a:xfrm>
                <a:off x="4980432" y="5993891"/>
                <a:ext cx="14604" cy="88900"/>
              </a:xfrm>
              <a:custGeom>
                <a:rect b="b" l="l" r="r" t="t"/>
                <a:pathLst>
                  <a:path extrusionOk="0" h="88900" w="14604">
                    <a:moveTo>
                      <a:pt x="0" y="0"/>
                    </a:moveTo>
                    <a:lnTo>
                      <a:pt x="5334" y="39624"/>
                    </a:lnTo>
                    <a:lnTo>
                      <a:pt x="10096" y="57911"/>
                    </a:lnTo>
                    <a:lnTo>
                      <a:pt x="12192" y="67055"/>
                    </a:lnTo>
                    <a:lnTo>
                      <a:pt x="13716" y="76200"/>
                    </a:lnTo>
                    <a:lnTo>
                      <a:pt x="13716" y="80010"/>
                    </a:lnTo>
                    <a:lnTo>
                      <a:pt x="14478" y="84582"/>
                    </a:lnTo>
                    <a:lnTo>
                      <a:pt x="14478" y="883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5"/>
              <p:cNvSpPr/>
              <p:nvPr/>
            </p:nvSpPr>
            <p:spPr>
              <a:xfrm>
                <a:off x="4959858" y="5916167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8288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8288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39" name="Google Shape;639;p5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031460" y="5964910"/>
                <a:ext cx="87680" cy="1389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0" name="Google Shape;640;p5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146522" y="5941288"/>
                <a:ext cx="133305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41" name="Google Shape;641;p5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5507710" y="5923762"/>
              <a:ext cx="335330" cy="157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2" name="Google Shape;642;p5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093688" y="5949003"/>
              <a:ext cx="185978" cy="1315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5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6419824" y="5945098"/>
              <a:ext cx="209600" cy="10977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44" name="Google Shape;644;p5"/>
            <p:cNvGrpSpPr/>
            <p:nvPr/>
          </p:nvGrpSpPr>
          <p:grpSpPr>
            <a:xfrm>
              <a:off x="6807872" y="5869660"/>
              <a:ext cx="858670" cy="197504"/>
              <a:chOff x="6807872" y="5869660"/>
              <a:chExt cx="858670" cy="197504"/>
            </a:xfrm>
          </p:grpSpPr>
          <p:pic>
            <p:nvPicPr>
              <p:cNvPr id="645" name="Google Shape;645;p5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6807872" y="5885662"/>
                <a:ext cx="297040" cy="1815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6" name="Google Shape;646;p5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7130770" y="5869660"/>
                <a:ext cx="333806" cy="1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47" name="Google Shape;647;p5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7490434" y="5891758"/>
                <a:ext cx="176108" cy="1173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48" name="Google Shape;648;p5"/>
            <p:cNvGrpSpPr/>
            <p:nvPr/>
          </p:nvGrpSpPr>
          <p:grpSpPr>
            <a:xfrm>
              <a:off x="7075931" y="6128004"/>
              <a:ext cx="584073" cy="217170"/>
              <a:chOff x="7075931" y="6128004"/>
              <a:chExt cx="584073" cy="217170"/>
            </a:xfrm>
          </p:grpSpPr>
          <p:sp>
            <p:nvSpPr>
              <p:cNvPr id="649" name="Google Shape;649;p5"/>
              <p:cNvSpPr/>
              <p:nvPr/>
            </p:nvSpPr>
            <p:spPr>
              <a:xfrm>
                <a:off x="7075931" y="6154674"/>
                <a:ext cx="19050" cy="190500"/>
              </a:xfrm>
              <a:custGeom>
                <a:rect b="b" l="l" r="r" t="t"/>
                <a:pathLst>
                  <a:path extrusionOk="0" h="190500" w="19050">
                    <a:moveTo>
                      <a:pt x="0" y="0"/>
                    </a:moveTo>
                    <a:lnTo>
                      <a:pt x="15430" y="51756"/>
                    </a:lnTo>
                    <a:lnTo>
                      <a:pt x="18954" y="107346"/>
                    </a:lnTo>
                    <a:lnTo>
                      <a:pt x="18490" y="125932"/>
                    </a:lnTo>
                    <a:lnTo>
                      <a:pt x="17526" y="144018"/>
                    </a:lnTo>
                    <a:lnTo>
                      <a:pt x="16728" y="155317"/>
                    </a:lnTo>
                    <a:lnTo>
                      <a:pt x="15716" y="166401"/>
                    </a:lnTo>
                    <a:lnTo>
                      <a:pt x="14847" y="177343"/>
                    </a:lnTo>
                    <a:lnTo>
                      <a:pt x="14478" y="188214"/>
                    </a:lnTo>
                    <a:lnTo>
                      <a:pt x="14478" y="188976"/>
                    </a:lnTo>
                    <a:lnTo>
                      <a:pt x="14478" y="189738"/>
                    </a:lnTo>
                    <a:lnTo>
                      <a:pt x="14478" y="1905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7087457" y="6211062"/>
                <a:ext cx="67310" cy="69850"/>
              </a:xfrm>
              <a:custGeom>
                <a:rect b="b" l="l" r="r" t="t"/>
                <a:pathLst>
                  <a:path extrusionOk="0" h="69850" w="67309">
                    <a:moveTo>
                      <a:pt x="2190" y="53339"/>
                    </a:moveTo>
                    <a:lnTo>
                      <a:pt x="1131" y="43457"/>
                    </a:lnTo>
                    <a:lnTo>
                      <a:pt x="0" y="32003"/>
                    </a:lnTo>
                    <a:lnTo>
                      <a:pt x="154" y="20550"/>
                    </a:lnTo>
                    <a:lnTo>
                      <a:pt x="31908" y="0"/>
                    </a:lnTo>
                    <a:lnTo>
                      <a:pt x="40421" y="142"/>
                    </a:lnTo>
                    <a:lnTo>
                      <a:pt x="66960" y="24479"/>
                    </a:lnTo>
                    <a:lnTo>
                      <a:pt x="65389" y="32825"/>
                    </a:lnTo>
                    <a:lnTo>
                      <a:pt x="37957" y="67603"/>
                    </a:lnTo>
                    <a:lnTo>
                      <a:pt x="30384" y="69341"/>
                    </a:lnTo>
                    <a:lnTo>
                      <a:pt x="28098" y="69341"/>
                    </a:lnTo>
                    <a:lnTo>
                      <a:pt x="28098" y="67817"/>
                    </a:lnTo>
                    <a:lnTo>
                      <a:pt x="29622" y="6476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7151369" y="6187440"/>
                <a:ext cx="149860" cy="97790"/>
              </a:xfrm>
              <a:custGeom>
                <a:rect b="b" l="l" r="r" t="t"/>
                <a:pathLst>
                  <a:path extrusionOk="0" h="97789" w="149859">
                    <a:moveTo>
                      <a:pt x="0" y="33527"/>
                    </a:moveTo>
                    <a:lnTo>
                      <a:pt x="9120" y="26205"/>
                    </a:lnTo>
                    <a:lnTo>
                      <a:pt x="16382" y="21240"/>
                    </a:lnTo>
                    <a:lnTo>
                      <a:pt x="24217" y="18418"/>
                    </a:lnTo>
                    <a:lnTo>
                      <a:pt x="35051" y="17525"/>
                    </a:lnTo>
                    <a:lnTo>
                      <a:pt x="42683" y="19550"/>
                    </a:lnTo>
                    <a:lnTo>
                      <a:pt x="63341" y="64960"/>
                    </a:lnTo>
                    <a:lnTo>
                      <a:pt x="63900" y="79771"/>
                    </a:lnTo>
                    <a:lnTo>
                      <a:pt x="63246" y="93725"/>
                    </a:lnTo>
                    <a:lnTo>
                      <a:pt x="62484" y="96011"/>
                    </a:lnTo>
                    <a:lnTo>
                      <a:pt x="62484" y="97535"/>
                    </a:lnTo>
                    <a:lnTo>
                      <a:pt x="60960" y="97535"/>
                    </a:lnTo>
                    <a:lnTo>
                      <a:pt x="59400" y="90666"/>
                    </a:lnTo>
                    <a:lnTo>
                      <a:pt x="58197" y="83724"/>
                    </a:lnTo>
                    <a:lnTo>
                      <a:pt x="57423" y="76640"/>
                    </a:lnTo>
                    <a:lnTo>
                      <a:pt x="57150" y="69341"/>
                    </a:lnTo>
                    <a:lnTo>
                      <a:pt x="56554" y="59400"/>
                    </a:lnTo>
                    <a:lnTo>
                      <a:pt x="67818" y="18287"/>
                    </a:lnTo>
                    <a:lnTo>
                      <a:pt x="88392" y="13715"/>
                    </a:lnTo>
                    <a:lnTo>
                      <a:pt x="92202" y="15239"/>
                    </a:lnTo>
                    <a:lnTo>
                      <a:pt x="103274" y="52006"/>
                    </a:lnTo>
                    <a:lnTo>
                      <a:pt x="103632" y="59435"/>
                    </a:lnTo>
                    <a:lnTo>
                      <a:pt x="113538" y="90677"/>
                    </a:lnTo>
                    <a:lnTo>
                      <a:pt x="124968" y="89153"/>
                    </a:lnTo>
                    <a:lnTo>
                      <a:pt x="148590" y="54863"/>
                    </a:lnTo>
                    <a:lnTo>
                      <a:pt x="149280" y="45112"/>
                    </a:lnTo>
                    <a:lnTo>
                      <a:pt x="147828" y="36290"/>
                    </a:lnTo>
                    <a:lnTo>
                      <a:pt x="114454" y="7179"/>
                    </a:lnTo>
                    <a:lnTo>
                      <a:pt x="107442" y="2285"/>
                    </a:lnTo>
                    <a:lnTo>
                      <a:pt x="107442" y="1523"/>
                    </a:lnTo>
                    <a:lnTo>
                      <a:pt x="106680" y="761"/>
                    </a:lnTo>
                    <a:lnTo>
                      <a:pt x="10668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7311389" y="6150102"/>
                <a:ext cx="82550" cy="125730"/>
              </a:xfrm>
              <a:custGeom>
                <a:rect b="b" l="l" r="r" t="t"/>
                <a:pathLst>
                  <a:path extrusionOk="0" h="125729" w="82550">
                    <a:moveTo>
                      <a:pt x="0" y="0"/>
                    </a:moveTo>
                    <a:lnTo>
                      <a:pt x="19050" y="47243"/>
                    </a:lnTo>
                    <a:lnTo>
                      <a:pt x="21336" y="95249"/>
                    </a:lnTo>
                    <a:lnTo>
                      <a:pt x="21336" y="102869"/>
                    </a:lnTo>
                    <a:lnTo>
                      <a:pt x="21336" y="110489"/>
                    </a:lnTo>
                    <a:lnTo>
                      <a:pt x="21336" y="118109"/>
                    </a:lnTo>
                    <a:lnTo>
                      <a:pt x="32575" y="74675"/>
                    </a:lnTo>
                    <a:lnTo>
                      <a:pt x="59817" y="60769"/>
                    </a:lnTo>
                    <a:lnTo>
                      <a:pt x="66841" y="61531"/>
                    </a:lnTo>
                    <a:lnTo>
                      <a:pt x="73152" y="64007"/>
                    </a:lnTo>
                    <a:lnTo>
                      <a:pt x="79248" y="67817"/>
                    </a:lnTo>
                    <a:lnTo>
                      <a:pt x="82296" y="79247"/>
                    </a:lnTo>
                    <a:lnTo>
                      <a:pt x="79248" y="86105"/>
                    </a:lnTo>
                    <a:lnTo>
                      <a:pt x="51601" y="116431"/>
                    </a:lnTo>
                    <a:lnTo>
                      <a:pt x="31242" y="125729"/>
                    </a:lnTo>
                    <a:lnTo>
                      <a:pt x="27432" y="124967"/>
                    </a:lnTo>
                    <a:lnTo>
                      <a:pt x="19812" y="12115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7389875" y="6128004"/>
                <a:ext cx="105410" cy="144780"/>
              </a:xfrm>
              <a:custGeom>
                <a:rect b="b" l="l" r="r" t="t"/>
                <a:pathLst>
                  <a:path extrusionOk="0" h="144779" w="105409">
                    <a:moveTo>
                      <a:pt x="0" y="0"/>
                    </a:moveTo>
                    <a:lnTo>
                      <a:pt x="9144" y="46482"/>
                    </a:lnTo>
                    <a:lnTo>
                      <a:pt x="11608" y="88380"/>
                    </a:lnTo>
                    <a:lnTo>
                      <a:pt x="12192" y="102107"/>
                    </a:lnTo>
                    <a:lnTo>
                      <a:pt x="12644" y="111704"/>
                    </a:lnTo>
                    <a:lnTo>
                      <a:pt x="13525" y="122300"/>
                    </a:lnTo>
                    <a:lnTo>
                      <a:pt x="15835" y="132326"/>
                    </a:lnTo>
                    <a:lnTo>
                      <a:pt x="20574" y="140208"/>
                    </a:lnTo>
                    <a:lnTo>
                      <a:pt x="27932" y="144553"/>
                    </a:lnTo>
                    <a:lnTo>
                      <a:pt x="36576" y="144113"/>
                    </a:lnTo>
                    <a:lnTo>
                      <a:pt x="73818" y="120300"/>
                    </a:lnTo>
                    <a:lnTo>
                      <a:pt x="96012" y="82105"/>
                    </a:lnTo>
                    <a:lnTo>
                      <a:pt x="95702" y="73223"/>
                    </a:lnTo>
                    <a:lnTo>
                      <a:pt x="90678" y="67055"/>
                    </a:lnTo>
                    <a:lnTo>
                      <a:pt x="83820" y="64007"/>
                    </a:lnTo>
                    <a:lnTo>
                      <a:pt x="72390" y="65531"/>
                    </a:lnTo>
                    <a:lnTo>
                      <a:pt x="55626" y="102107"/>
                    </a:lnTo>
                    <a:lnTo>
                      <a:pt x="94488" y="118109"/>
                    </a:lnTo>
                    <a:lnTo>
                      <a:pt x="98298" y="118109"/>
                    </a:lnTo>
                    <a:lnTo>
                      <a:pt x="105156" y="1165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7532369" y="6162544"/>
                <a:ext cx="127635" cy="99060"/>
              </a:xfrm>
              <a:custGeom>
                <a:rect b="b" l="l" r="r" t="t"/>
                <a:pathLst>
                  <a:path extrusionOk="0" h="99060" w="127634">
                    <a:moveTo>
                      <a:pt x="0" y="42421"/>
                    </a:moveTo>
                    <a:lnTo>
                      <a:pt x="2595" y="52589"/>
                    </a:lnTo>
                    <a:lnTo>
                      <a:pt x="4762" y="62614"/>
                    </a:lnTo>
                    <a:lnTo>
                      <a:pt x="6643" y="72640"/>
                    </a:lnTo>
                    <a:lnTo>
                      <a:pt x="8382" y="82807"/>
                    </a:lnTo>
                    <a:lnTo>
                      <a:pt x="9906" y="88141"/>
                    </a:lnTo>
                    <a:lnTo>
                      <a:pt x="10668" y="93475"/>
                    </a:lnTo>
                    <a:lnTo>
                      <a:pt x="12192" y="98809"/>
                    </a:lnTo>
                    <a:lnTo>
                      <a:pt x="11680" y="85415"/>
                    </a:lnTo>
                    <a:lnTo>
                      <a:pt x="10953" y="71092"/>
                    </a:lnTo>
                    <a:lnTo>
                      <a:pt x="11227" y="56911"/>
                    </a:lnTo>
                    <a:lnTo>
                      <a:pt x="13716" y="43945"/>
                    </a:lnTo>
                    <a:lnTo>
                      <a:pt x="16764" y="35563"/>
                    </a:lnTo>
                    <a:lnTo>
                      <a:pt x="23621" y="28705"/>
                    </a:lnTo>
                    <a:lnTo>
                      <a:pt x="32766" y="27181"/>
                    </a:lnTo>
                    <a:lnTo>
                      <a:pt x="39993" y="27574"/>
                    </a:lnTo>
                    <a:lnTo>
                      <a:pt x="66460" y="57792"/>
                    </a:lnTo>
                    <a:lnTo>
                      <a:pt x="67818" y="65281"/>
                    </a:lnTo>
                    <a:lnTo>
                      <a:pt x="68580" y="68329"/>
                    </a:lnTo>
                    <a:lnTo>
                      <a:pt x="68580" y="75949"/>
                    </a:lnTo>
                    <a:lnTo>
                      <a:pt x="68580" y="78235"/>
                    </a:lnTo>
                    <a:lnTo>
                      <a:pt x="67175" y="68175"/>
                    </a:lnTo>
                    <a:lnTo>
                      <a:pt x="66484" y="57757"/>
                    </a:lnTo>
                    <a:lnTo>
                      <a:pt x="66651" y="47482"/>
                    </a:lnTo>
                    <a:lnTo>
                      <a:pt x="81962" y="7524"/>
                    </a:lnTo>
                    <a:lnTo>
                      <a:pt x="96154" y="0"/>
                    </a:lnTo>
                    <a:lnTo>
                      <a:pt x="102108" y="1369"/>
                    </a:lnTo>
                    <a:lnTo>
                      <a:pt x="126372" y="35790"/>
                    </a:lnTo>
                    <a:lnTo>
                      <a:pt x="127254" y="46231"/>
                    </a:lnTo>
                    <a:lnTo>
                      <a:pt x="126813" y="57138"/>
                    </a:lnTo>
                    <a:lnTo>
                      <a:pt x="124301" y="67186"/>
                    </a:lnTo>
                    <a:lnTo>
                      <a:pt x="119645" y="76664"/>
                    </a:lnTo>
                    <a:lnTo>
                      <a:pt x="112776" y="85855"/>
                    </a:lnTo>
                    <a:lnTo>
                      <a:pt x="106680" y="91189"/>
                    </a:lnTo>
                    <a:lnTo>
                      <a:pt x="105155" y="93475"/>
                    </a:lnTo>
                    <a:lnTo>
                      <a:pt x="99822" y="949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5" name="Google Shape;655;p5"/>
            <p:cNvSpPr/>
            <p:nvPr/>
          </p:nvSpPr>
          <p:spPr>
            <a:xfrm>
              <a:off x="8211311" y="5971032"/>
              <a:ext cx="107950" cy="6350"/>
            </a:xfrm>
            <a:custGeom>
              <a:rect b="b" l="l" r="r" t="t"/>
              <a:pathLst>
                <a:path extrusionOk="0" h="6350" w="107950">
                  <a:moveTo>
                    <a:pt x="0" y="0"/>
                  </a:moveTo>
                  <a:lnTo>
                    <a:pt x="13585" y="1000"/>
                  </a:lnTo>
                  <a:lnTo>
                    <a:pt x="26955" y="1714"/>
                  </a:lnTo>
                  <a:lnTo>
                    <a:pt x="40183" y="2143"/>
                  </a:lnTo>
                  <a:lnTo>
                    <a:pt x="53340" y="2286"/>
                  </a:lnTo>
                  <a:lnTo>
                    <a:pt x="64769" y="2440"/>
                  </a:lnTo>
                  <a:lnTo>
                    <a:pt x="76199" y="2952"/>
                  </a:lnTo>
                  <a:lnTo>
                    <a:pt x="87629" y="3893"/>
                  </a:lnTo>
                  <a:lnTo>
                    <a:pt x="99060" y="5334"/>
                  </a:lnTo>
                  <a:lnTo>
                    <a:pt x="103632" y="6096"/>
                  </a:lnTo>
                  <a:lnTo>
                    <a:pt x="104394" y="6096"/>
                  </a:lnTo>
                  <a:lnTo>
                    <a:pt x="107442" y="609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6" name="Google Shape;656;p5"/>
            <p:cNvGrpSpPr/>
            <p:nvPr/>
          </p:nvGrpSpPr>
          <p:grpSpPr>
            <a:xfrm>
              <a:off x="8502370" y="5740311"/>
              <a:ext cx="834440" cy="217792"/>
              <a:chOff x="8502370" y="5740311"/>
              <a:chExt cx="834440" cy="217792"/>
            </a:xfrm>
          </p:grpSpPr>
          <p:pic>
            <p:nvPicPr>
              <p:cNvPr id="657" name="Google Shape;657;p5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502370" y="5740311"/>
                <a:ext cx="403910" cy="2177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8" name="Google Shape;658;p5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8932900" y="5767243"/>
                <a:ext cx="403910" cy="1474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59" name="Google Shape;659;p5"/>
            <p:cNvGrpSpPr/>
            <p:nvPr/>
          </p:nvGrpSpPr>
          <p:grpSpPr>
            <a:xfrm>
              <a:off x="8703157" y="6007582"/>
              <a:ext cx="831773" cy="262952"/>
              <a:chOff x="8703157" y="6007582"/>
              <a:chExt cx="831773" cy="262952"/>
            </a:xfrm>
          </p:grpSpPr>
          <p:pic>
            <p:nvPicPr>
              <p:cNvPr id="660" name="Google Shape;660;p5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8703157" y="6089116"/>
                <a:ext cx="142163" cy="1814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1" name="Google Shape;661;p5"/>
              <p:cNvSpPr/>
              <p:nvPr/>
            </p:nvSpPr>
            <p:spPr>
              <a:xfrm>
                <a:off x="8881110" y="6111239"/>
                <a:ext cx="20320" cy="128270"/>
              </a:xfrm>
              <a:custGeom>
                <a:rect b="b" l="l" r="r" t="t"/>
                <a:pathLst>
                  <a:path extrusionOk="0" h="128270" w="20320">
                    <a:moveTo>
                      <a:pt x="0" y="0"/>
                    </a:moveTo>
                    <a:lnTo>
                      <a:pt x="3048" y="47244"/>
                    </a:lnTo>
                    <a:lnTo>
                      <a:pt x="9906" y="96774"/>
                    </a:lnTo>
                    <a:lnTo>
                      <a:pt x="11025" y="105513"/>
                    </a:lnTo>
                    <a:lnTo>
                      <a:pt x="12573" y="113538"/>
                    </a:lnTo>
                    <a:lnTo>
                      <a:pt x="15263" y="120991"/>
                    </a:lnTo>
                    <a:lnTo>
                      <a:pt x="19812" y="12801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5"/>
              <p:cNvSpPr/>
              <p:nvPr/>
            </p:nvSpPr>
            <p:spPr>
              <a:xfrm>
                <a:off x="8909304" y="6140957"/>
                <a:ext cx="142875" cy="91440"/>
              </a:xfrm>
              <a:custGeom>
                <a:rect b="b" l="l" r="r" t="t"/>
                <a:pathLst>
                  <a:path extrusionOk="0" h="91439" w="142875">
                    <a:moveTo>
                      <a:pt x="35814" y="6096"/>
                    </a:moveTo>
                    <a:lnTo>
                      <a:pt x="26467" y="1976"/>
                    </a:lnTo>
                    <a:lnTo>
                      <a:pt x="19335" y="0"/>
                    </a:lnTo>
                    <a:lnTo>
                      <a:pt x="13204" y="2024"/>
                    </a:lnTo>
                    <a:lnTo>
                      <a:pt x="107" y="39695"/>
                    </a:lnTo>
                    <a:lnTo>
                      <a:pt x="0" y="50292"/>
                    </a:lnTo>
                    <a:lnTo>
                      <a:pt x="428" y="60698"/>
                    </a:lnTo>
                    <a:lnTo>
                      <a:pt x="33337" y="91440"/>
                    </a:lnTo>
                    <a:lnTo>
                      <a:pt x="44148" y="90701"/>
                    </a:lnTo>
                    <a:lnTo>
                      <a:pt x="88606" y="65674"/>
                    </a:lnTo>
                    <a:lnTo>
                      <a:pt x="108787" y="28622"/>
                    </a:lnTo>
                    <a:lnTo>
                      <a:pt x="76211" y="49780"/>
                    </a:lnTo>
                    <a:lnTo>
                      <a:pt x="90523" y="85534"/>
                    </a:lnTo>
                    <a:lnTo>
                      <a:pt x="129921" y="87915"/>
                    </a:lnTo>
                    <a:lnTo>
                      <a:pt x="135850" y="84570"/>
                    </a:lnTo>
                    <a:lnTo>
                      <a:pt x="142494" y="8001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5"/>
              <p:cNvSpPr/>
              <p:nvPr/>
            </p:nvSpPr>
            <p:spPr>
              <a:xfrm>
                <a:off x="9060180" y="6075425"/>
                <a:ext cx="20320" cy="146050"/>
              </a:xfrm>
              <a:custGeom>
                <a:rect b="b" l="l" r="r" t="t"/>
                <a:pathLst>
                  <a:path extrusionOk="0" h="146050" w="20320">
                    <a:moveTo>
                      <a:pt x="0" y="0"/>
                    </a:moveTo>
                    <a:lnTo>
                      <a:pt x="1976" y="12906"/>
                    </a:lnTo>
                    <a:lnTo>
                      <a:pt x="4381" y="25526"/>
                    </a:lnTo>
                    <a:lnTo>
                      <a:pt x="7072" y="38147"/>
                    </a:lnTo>
                    <a:lnTo>
                      <a:pt x="9906" y="51053"/>
                    </a:lnTo>
                    <a:lnTo>
                      <a:pt x="12156" y="64329"/>
                    </a:lnTo>
                    <a:lnTo>
                      <a:pt x="14192" y="77819"/>
                    </a:lnTo>
                    <a:lnTo>
                      <a:pt x="15799" y="91451"/>
                    </a:lnTo>
                    <a:lnTo>
                      <a:pt x="16764" y="105155"/>
                    </a:lnTo>
                    <a:lnTo>
                      <a:pt x="16990" y="114288"/>
                    </a:lnTo>
                    <a:lnTo>
                      <a:pt x="16859" y="123348"/>
                    </a:lnTo>
                    <a:lnTo>
                      <a:pt x="16871" y="132266"/>
                    </a:lnTo>
                    <a:lnTo>
                      <a:pt x="17526" y="140969"/>
                    </a:lnTo>
                    <a:lnTo>
                      <a:pt x="17526" y="145541"/>
                    </a:lnTo>
                    <a:lnTo>
                      <a:pt x="18288" y="142493"/>
                    </a:lnTo>
                    <a:lnTo>
                      <a:pt x="19050" y="144017"/>
                    </a:lnTo>
                    <a:lnTo>
                      <a:pt x="19812" y="137159"/>
                    </a:lnTo>
                    <a:lnTo>
                      <a:pt x="19812" y="128777"/>
                    </a:lnTo>
                    <a:lnTo>
                      <a:pt x="19050" y="121919"/>
                    </a:lnTo>
                    <a:lnTo>
                      <a:pt x="18288" y="114299"/>
                    </a:lnTo>
                    <a:lnTo>
                      <a:pt x="16002" y="105917"/>
                    </a:lnTo>
                    <a:lnTo>
                      <a:pt x="12954" y="99059"/>
                    </a:lnTo>
                    <a:lnTo>
                      <a:pt x="12192" y="97535"/>
                    </a:lnTo>
                    <a:lnTo>
                      <a:pt x="9144" y="93725"/>
                    </a:lnTo>
                    <a:lnTo>
                      <a:pt x="10668" y="91439"/>
                    </a:lnTo>
                    <a:lnTo>
                      <a:pt x="11430" y="89915"/>
                    </a:lnTo>
                    <a:lnTo>
                      <a:pt x="14478" y="91439"/>
                    </a:lnTo>
                    <a:lnTo>
                      <a:pt x="16764" y="9067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5"/>
              <p:cNvSpPr/>
              <p:nvPr/>
            </p:nvSpPr>
            <p:spPr>
              <a:xfrm>
                <a:off x="9124950" y="6157721"/>
                <a:ext cx="1270" cy="59690"/>
              </a:xfrm>
              <a:custGeom>
                <a:rect b="b" l="l" r="r" t="t"/>
                <a:pathLst>
                  <a:path extrusionOk="0" h="59689" w="1270">
                    <a:moveTo>
                      <a:pt x="0" y="0"/>
                    </a:moveTo>
                    <a:lnTo>
                      <a:pt x="0" y="11882"/>
                    </a:lnTo>
                    <a:lnTo>
                      <a:pt x="0" y="23622"/>
                    </a:lnTo>
                    <a:lnTo>
                      <a:pt x="0" y="35361"/>
                    </a:lnTo>
                    <a:lnTo>
                      <a:pt x="0" y="47244"/>
                    </a:lnTo>
                    <a:lnTo>
                      <a:pt x="0" y="51054"/>
                    </a:lnTo>
                    <a:lnTo>
                      <a:pt x="762" y="54864"/>
                    </a:lnTo>
                    <a:lnTo>
                      <a:pt x="762" y="5943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5"/>
              <p:cNvSpPr/>
              <p:nvPr/>
            </p:nvSpPr>
            <p:spPr>
              <a:xfrm>
                <a:off x="9101054" y="6051803"/>
                <a:ext cx="10795" cy="20320"/>
              </a:xfrm>
              <a:custGeom>
                <a:rect b="b" l="l" r="r" t="t"/>
                <a:pathLst>
                  <a:path extrusionOk="0" h="20320" w="10795">
                    <a:moveTo>
                      <a:pt x="10179" y="19812"/>
                    </a:moveTo>
                    <a:lnTo>
                      <a:pt x="6310" y="14037"/>
                    </a:lnTo>
                    <a:lnTo>
                      <a:pt x="2083" y="7905"/>
                    </a:lnTo>
                    <a:lnTo>
                      <a:pt x="0" y="2774"/>
                    </a:lnTo>
                    <a:lnTo>
                      <a:pt x="2559" y="0"/>
                    </a:lnTo>
                    <a:lnTo>
                      <a:pt x="4083" y="0"/>
                    </a:lnTo>
                    <a:lnTo>
                      <a:pt x="5607" y="0"/>
                    </a:lnTo>
                    <a:lnTo>
                      <a:pt x="7131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66" name="Google Shape;666;p5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9164548" y="6007582"/>
                <a:ext cx="370382" cy="202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67" name="Google Shape;667;p5"/>
            <p:cNvGrpSpPr/>
            <p:nvPr/>
          </p:nvGrpSpPr>
          <p:grpSpPr>
            <a:xfrm>
              <a:off x="9604248" y="6024372"/>
              <a:ext cx="21082" cy="172720"/>
              <a:chOff x="9604248" y="6024372"/>
              <a:chExt cx="21082" cy="172720"/>
            </a:xfrm>
          </p:grpSpPr>
          <p:sp>
            <p:nvSpPr>
              <p:cNvPr id="668" name="Google Shape;668;p5"/>
              <p:cNvSpPr/>
              <p:nvPr/>
            </p:nvSpPr>
            <p:spPr>
              <a:xfrm>
                <a:off x="9604248" y="6024372"/>
                <a:ext cx="8890" cy="109220"/>
              </a:xfrm>
              <a:custGeom>
                <a:rect b="b" l="l" r="r" t="t"/>
                <a:pathLst>
                  <a:path extrusionOk="0" h="109220" w="8890">
                    <a:moveTo>
                      <a:pt x="0" y="0"/>
                    </a:moveTo>
                    <a:lnTo>
                      <a:pt x="1154" y="9715"/>
                    </a:lnTo>
                    <a:lnTo>
                      <a:pt x="2381" y="19430"/>
                    </a:lnTo>
                    <a:lnTo>
                      <a:pt x="3750" y="29146"/>
                    </a:lnTo>
                    <a:lnTo>
                      <a:pt x="5334" y="38861"/>
                    </a:lnTo>
                    <a:lnTo>
                      <a:pt x="6453" y="48577"/>
                    </a:lnTo>
                    <a:lnTo>
                      <a:pt x="7429" y="58292"/>
                    </a:lnTo>
                    <a:lnTo>
                      <a:pt x="8120" y="68008"/>
                    </a:lnTo>
                    <a:lnTo>
                      <a:pt x="8382" y="77723"/>
                    </a:lnTo>
                    <a:lnTo>
                      <a:pt x="8227" y="85927"/>
                    </a:lnTo>
                    <a:lnTo>
                      <a:pt x="7715" y="93630"/>
                    </a:lnTo>
                    <a:lnTo>
                      <a:pt x="6774" y="101191"/>
                    </a:lnTo>
                    <a:lnTo>
                      <a:pt x="5334" y="10896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5"/>
              <p:cNvSpPr/>
              <p:nvPr/>
            </p:nvSpPr>
            <p:spPr>
              <a:xfrm>
                <a:off x="9620250" y="6172962"/>
                <a:ext cx="5080" cy="24130"/>
              </a:xfrm>
              <a:custGeom>
                <a:rect b="b" l="l" r="r" t="t"/>
                <a:pathLst>
                  <a:path extrusionOk="0" h="24129" w="5079">
                    <a:moveTo>
                      <a:pt x="0" y="23621"/>
                    </a:moveTo>
                    <a:lnTo>
                      <a:pt x="3167" y="16180"/>
                    </a:lnTo>
                    <a:lnTo>
                      <a:pt x="4762" y="11525"/>
                    </a:lnTo>
                    <a:lnTo>
                      <a:pt x="4929" y="7012"/>
                    </a:lnTo>
                    <a:lnTo>
                      <a:pt x="3809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4" name="Google Shape;674;p6"/>
          <p:cNvGrpSpPr/>
          <p:nvPr/>
        </p:nvGrpSpPr>
        <p:grpSpPr>
          <a:xfrm>
            <a:off x="4566640" y="2334804"/>
            <a:ext cx="3954687" cy="1567132"/>
            <a:chOff x="4983479" y="2921507"/>
            <a:chExt cx="2761933" cy="1251446"/>
          </a:xfrm>
        </p:grpSpPr>
        <p:grpSp>
          <p:nvGrpSpPr>
            <p:cNvPr id="675" name="Google Shape;675;p6"/>
            <p:cNvGrpSpPr/>
            <p:nvPr/>
          </p:nvGrpSpPr>
          <p:grpSpPr>
            <a:xfrm>
              <a:off x="4983479" y="3576066"/>
              <a:ext cx="80899" cy="74422"/>
              <a:chOff x="4983479" y="3576066"/>
              <a:chExt cx="80899" cy="74422"/>
            </a:xfrm>
          </p:grpSpPr>
          <p:sp>
            <p:nvSpPr>
              <p:cNvPr id="676" name="Google Shape;676;p6"/>
              <p:cNvSpPr/>
              <p:nvPr/>
            </p:nvSpPr>
            <p:spPr>
              <a:xfrm>
                <a:off x="4983479" y="3576066"/>
                <a:ext cx="45085" cy="10795"/>
              </a:xfrm>
              <a:custGeom>
                <a:rect b="b" l="l" r="r" t="t"/>
                <a:pathLst>
                  <a:path extrusionOk="0" h="10795" w="45085">
                    <a:moveTo>
                      <a:pt x="0" y="0"/>
                    </a:moveTo>
                    <a:lnTo>
                      <a:pt x="8346" y="238"/>
                    </a:lnTo>
                    <a:lnTo>
                      <a:pt x="17049" y="190"/>
                    </a:lnTo>
                    <a:lnTo>
                      <a:pt x="25610" y="428"/>
                    </a:lnTo>
                    <a:lnTo>
                      <a:pt x="33528" y="1523"/>
                    </a:lnTo>
                    <a:lnTo>
                      <a:pt x="40386" y="3047"/>
                    </a:lnTo>
                    <a:lnTo>
                      <a:pt x="44196" y="4571"/>
                    </a:lnTo>
                    <a:lnTo>
                      <a:pt x="44958" y="1066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6"/>
              <p:cNvSpPr/>
              <p:nvPr/>
            </p:nvSpPr>
            <p:spPr>
              <a:xfrm>
                <a:off x="4996433" y="3641598"/>
                <a:ext cx="67945" cy="8890"/>
              </a:xfrm>
              <a:custGeom>
                <a:rect b="b" l="l" r="r" t="t"/>
                <a:pathLst>
                  <a:path extrusionOk="0" h="8889" w="67945">
                    <a:moveTo>
                      <a:pt x="0" y="7620"/>
                    </a:moveTo>
                    <a:lnTo>
                      <a:pt x="15073" y="8405"/>
                    </a:lnTo>
                    <a:lnTo>
                      <a:pt x="29718" y="8191"/>
                    </a:lnTo>
                    <a:lnTo>
                      <a:pt x="44362" y="6548"/>
                    </a:lnTo>
                    <a:lnTo>
                      <a:pt x="59436" y="3048"/>
                    </a:lnTo>
                    <a:lnTo>
                      <a:pt x="61722" y="1524"/>
                    </a:lnTo>
                    <a:lnTo>
                      <a:pt x="64769" y="762"/>
                    </a:lnTo>
                    <a:lnTo>
                      <a:pt x="6781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8" name="Google Shape;678;p6"/>
            <p:cNvGrpSpPr/>
            <p:nvPr/>
          </p:nvGrpSpPr>
          <p:grpSpPr>
            <a:xfrm>
              <a:off x="5315389" y="3972305"/>
              <a:ext cx="177132" cy="144043"/>
              <a:chOff x="5315389" y="3972305"/>
              <a:chExt cx="177132" cy="144043"/>
            </a:xfrm>
          </p:grpSpPr>
          <p:sp>
            <p:nvSpPr>
              <p:cNvPr id="679" name="Google Shape;679;p6"/>
              <p:cNvSpPr/>
              <p:nvPr/>
            </p:nvSpPr>
            <p:spPr>
              <a:xfrm>
                <a:off x="5333238" y="3972305"/>
                <a:ext cx="14604" cy="1270"/>
              </a:xfrm>
              <a:custGeom>
                <a:rect b="b" l="l" r="r" t="t"/>
                <a:pathLst>
                  <a:path extrusionOk="0" h="1270" w="14604">
                    <a:moveTo>
                      <a:pt x="0" y="762"/>
                    </a:moveTo>
                    <a:lnTo>
                      <a:pt x="4572" y="762"/>
                    </a:lnTo>
                    <a:lnTo>
                      <a:pt x="9906" y="0"/>
                    </a:lnTo>
                    <a:lnTo>
                      <a:pt x="1447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80" name="Google Shape;680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315389" y="4015714"/>
                <a:ext cx="177132" cy="1006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1" name="Google Shape;681;p6"/>
            <p:cNvSpPr/>
            <p:nvPr/>
          </p:nvSpPr>
          <p:spPr>
            <a:xfrm>
              <a:off x="5548884" y="3994403"/>
              <a:ext cx="2540" cy="79375"/>
            </a:xfrm>
            <a:custGeom>
              <a:rect b="b" l="l" r="r" t="t"/>
              <a:pathLst>
                <a:path extrusionOk="0" h="79375" w="2539">
                  <a:moveTo>
                    <a:pt x="2286" y="0"/>
                  </a:moveTo>
                  <a:lnTo>
                    <a:pt x="1285" y="10977"/>
                  </a:lnTo>
                  <a:lnTo>
                    <a:pt x="571" y="22097"/>
                  </a:lnTo>
                  <a:lnTo>
                    <a:pt x="142" y="33218"/>
                  </a:lnTo>
                  <a:lnTo>
                    <a:pt x="0" y="44196"/>
                  </a:lnTo>
                  <a:lnTo>
                    <a:pt x="0" y="53209"/>
                  </a:lnTo>
                  <a:lnTo>
                    <a:pt x="0" y="62007"/>
                  </a:lnTo>
                  <a:lnTo>
                    <a:pt x="0" y="70663"/>
                  </a:lnTo>
                  <a:lnTo>
                    <a:pt x="0" y="7924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5426202" y="3519678"/>
              <a:ext cx="47625" cy="325120"/>
            </a:xfrm>
            <a:custGeom>
              <a:rect b="b" l="l" r="r" t="t"/>
              <a:pathLst>
                <a:path extrusionOk="0" h="325120" w="47625">
                  <a:moveTo>
                    <a:pt x="47243" y="0"/>
                  </a:moveTo>
                  <a:lnTo>
                    <a:pt x="46803" y="14287"/>
                  </a:lnTo>
                  <a:lnTo>
                    <a:pt x="46577" y="28575"/>
                  </a:lnTo>
                  <a:lnTo>
                    <a:pt x="46493" y="42862"/>
                  </a:lnTo>
                  <a:lnTo>
                    <a:pt x="46481" y="57150"/>
                  </a:lnTo>
                  <a:lnTo>
                    <a:pt x="45910" y="84462"/>
                  </a:lnTo>
                  <a:lnTo>
                    <a:pt x="41338" y="138803"/>
                  </a:lnTo>
                  <a:lnTo>
                    <a:pt x="32051" y="193095"/>
                  </a:lnTo>
                  <a:lnTo>
                    <a:pt x="20621" y="247340"/>
                  </a:lnTo>
                  <a:lnTo>
                    <a:pt x="11596" y="286321"/>
                  </a:lnTo>
                  <a:lnTo>
                    <a:pt x="761" y="323850"/>
                  </a:lnTo>
                  <a:lnTo>
                    <a:pt x="761" y="324612"/>
                  </a:lnTo>
                  <a:lnTo>
                    <a:pt x="0" y="324612"/>
                  </a:lnTo>
                  <a:lnTo>
                    <a:pt x="11" y="318206"/>
                  </a:lnTo>
                  <a:lnTo>
                    <a:pt x="95" y="311658"/>
                  </a:lnTo>
                  <a:lnTo>
                    <a:pt x="321" y="305109"/>
                  </a:lnTo>
                  <a:lnTo>
                    <a:pt x="761" y="29870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3" name="Google Shape;683;p6"/>
            <p:cNvGrpSpPr/>
            <p:nvPr/>
          </p:nvGrpSpPr>
          <p:grpSpPr>
            <a:xfrm>
              <a:off x="5374386" y="3503485"/>
              <a:ext cx="342900" cy="286703"/>
              <a:chOff x="5374386" y="3503485"/>
              <a:chExt cx="342900" cy="286703"/>
            </a:xfrm>
          </p:grpSpPr>
          <p:sp>
            <p:nvSpPr>
              <p:cNvPr id="684" name="Google Shape;684;p6"/>
              <p:cNvSpPr/>
              <p:nvPr/>
            </p:nvSpPr>
            <p:spPr>
              <a:xfrm>
                <a:off x="5563362" y="3553968"/>
                <a:ext cx="70485" cy="236220"/>
              </a:xfrm>
              <a:custGeom>
                <a:rect b="b" l="l" r="r" t="t"/>
                <a:pathLst>
                  <a:path extrusionOk="0" h="236220" w="70485">
                    <a:moveTo>
                      <a:pt x="0" y="0"/>
                    </a:moveTo>
                    <a:lnTo>
                      <a:pt x="16609" y="36647"/>
                    </a:lnTo>
                    <a:lnTo>
                      <a:pt x="32099" y="85820"/>
                    </a:lnTo>
                    <a:lnTo>
                      <a:pt x="46958" y="148387"/>
                    </a:lnTo>
                    <a:lnTo>
                      <a:pt x="52197" y="174021"/>
                    </a:lnTo>
                    <a:lnTo>
                      <a:pt x="57435" y="199513"/>
                    </a:lnTo>
                    <a:lnTo>
                      <a:pt x="63246" y="224790"/>
                    </a:lnTo>
                    <a:lnTo>
                      <a:pt x="64008" y="228600"/>
                    </a:lnTo>
                    <a:lnTo>
                      <a:pt x="63246" y="235458"/>
                    </a:lnTo>
                    <a:lnTo>
                      <a:pt x="67056" y="236220"/>
                    </a:lnTo>
                    <a:lnTo>
                      <a:pt x="70104" y="236220"/>
                    </a:lnTo>
                    <a:lnTo>
                      <a:pt x="67056" y="230886"/>
                    </a:lnTo>
                    <a:lnTo>
                      <a:pt x="67056" y="2278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6"/>
              <p:cNvSpPr/>
              <p:nvPr/>
            </p:nvSpPr>
            <p:spPr>
              <a:xfrm>
                <a:off x="5374386" y="3503485"/>
                <a:ext cx="342900" cy="27940"/>
              </a:xfrm>
              <a:custGeom>
                <a:rect b="b" l="l" r="r" t="t"/>
                <a:pathLst>
                  <a:path extrusionOk="0" h="27939" w="342900">
                    <a:moveTo>
                      <a:pt x="0" y="27622"/>
                    </a:moveTo>
                    <a:lnTo>
                      <a:pt x="22740" y="24133"/>
                    </a:lnTo>
                    <a:lnTo>
                      <a:pt x="45339" y="21431"/>
                    </a:lnTo>
                    <a:lnTo>
                      <a:pt x="67937" y="19157"/>
                    </a:lnTo>
                    <a:lnTo>
                      <a:pt x="90678" y="16954"/>
                    </a:lnTo>
                    <a:lnTo>
                      <a:pt x="121098" y="13751"/>
                    </a:lnTo>
                    <a:lnTo>
                      <a:pt x="182510" y="6774"/>
                    </a:lnTo>
                    <a:lnTo>
                      <a:pt x="236922" y="2119"/>
                    </a:lnTo>
                    <a:lnTo>
                      <a:pt x="284618" y="357"/>
                    </a:lnTo>
                    <a:lnTo>
                      <a:pt x="308610" y="190"/>
                    </a:lnTo>
                    <a:lnTo>
                      <a:pt x="316968" y="95"/>
                    </a:lnTo>
                    <a:lnTo>
                      <a:pt x="325755" y="0"/>
                    </a:lnTo>
                    <a:lnTo>
                      <a:pt x="334541" y="190"/>
                    </a:lnTo>
                    <a:lnTo>
                      <a:pt x="342900" y="952"/>
                    </a:lnTo>
                    <a:lnTo>
                      <a:pt x="338328" y="4762"/>
                    </a:lnTo>
                    <a:lnTo>
                      <a:pt x="333756" y="5524"/>
                    </a:lnTo>
                    <a:lnTo>
                      <a:pt x="326136" y="628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86" name="Google Shape;68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0748" y="3347976"/>
              <a:ext cx="103682" cy="94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6"/>
            <p:cNvSpPr/>
            <p:nvPr/>
          </p:nvSpPr>
          <p:spPr>
            <a:xfrm>
              <a:off x="7484364" y="3114294"/>
              <a:ext cx="74295" cy="239395"/>
            </a:xfrm>
            <a:custGeom>
              <a:rect b="b" l="l" r="r" t="t"/>
              <a:pathLst>
                <a:path extrusionOk="0" h="239395" w="74295">
                  <a:moveTo>
                    <a:pt x="0" y="0"/>
                  </a:moveTo>
                  <a:lnTo>
                    <a:pt x="5715" y="4452"/>
                  </a:lnTo>
                  <a:lnTo>
                    <a:pt x="11430" y="8762"/>
                  </a:lnTo>
                  <a:lnTo>
                    <a:pt x="17145" y="13073"/>
                  </a:lnTo>
                  <a:lnTo>
                    <a:pt x="50399" y="49780"/>
                  </a:lnTo>
                  <a:lnTo>
                    <a:pt x="68961" y="95154"/>
                  </a:lnTo>
                  <a:lnTo>
                    <a:pt x="73914" y="129539"/>
                  </a:lnTo>
                  <a:lnTo>
                    <a:pt x="73735" y="146637"/>
                  </a:lnTo>
                  <a:lnTo>
                    <a:pt x="62484" y="195071"/>
                  </a:lnTo>
                  <a:lnTo>
                    <a:pt x="40386" y="232410"/>
                  </a:lnTo>
                  <a:lnTo>
                    <a:pt x="35814" y="238506"/>
                  </a:lnTo>
                  <a:lnTo>
                    <a:pt x="33528" y="239268"/>
                  </a:lnTo>
                  <a:lnTo>
                    <a:pt x="25908" y="23926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8" name="Google Shape;688;p6"/>
            <p:cNvGrpSpPr/>
            <p:nvPr/>
          </p:nvGrpSpPr>
          <p:grpSpPr>
            <a:xfrm>
              <a:off x="6995922" y="3399281"/>
              <a:ext cx="397026" cy="203479"/>
              <a:chOff x="6995922" y="3399281"/>
              <a:chExt cx="397026" cy="203479"/>
            </a:xfrm>
          </p:grpSpPr>
          <p:sp>
            <p:nvSpPr>
              <p:cNvPr id="689" name="Google Shape;689;p6"/>
              <p:cNvSpPr/>
              <p:nvPr/>
            </p:nvSpPr>
            <p:spPr>
              <a:xfrm>
                <a:off x="6995922" y="3399281"/>
                <a:ext cx="368300" cy="36195"/>
              </a:xfrm>
              <a:custGeom>
                <a:rect b="b" l="l" r="r" t="t"/>
                <a:pathLst>
                  <a:path extrusionOk="0" h="36195" w="368300">
                    <a:moveTo>
                      <a:pt x="0" y="35051"/>
                    </a:moveTo>
                    <a:lnTo>
                      <a:pt x="24776" y="36075"/>
                    </a:lnTo>
                    <a:lnTo>
                      <a:pt x="49053" y="35813"/>
                    </a:lnTo>
                    <a:lnTo>
                      <a:pt x="73187" y="34409"/>
                    </a:lnTo>
                    <a:lnTo>
                      <a:pt x="97536" y="32003"/>
                    </a:lnTo>
                    <a:lnTo>
                      <a:pt x="132969" y="27765"/>
                    </a:lnTo>
                    <a:lnTo>
                      <a:pt x="168401" y="23240"/>
                    </a:lnTo>
                    <a:lnTo>
                      <a:pt x="203834" y="18716"/>
                    </a:lnTo>
                    <a:lnTo>
                      <a:pt x="265104" y="11751"/>
                    </a:lnTo>
                    <a:lnTo>
                      <a:pt x="317063" y="6869"/>
                    </a:lnTo>
                    <a:lnTo>
                      <a:pt x="342900" y="4571"/>
                    </a:lnTo>
                    <a:lnTo>
                      <a:pt x="351282" y="3809"/>
                    </a:lnTo>
                    <a:lnTo>
                      <a:pt x="359664" y="3047"/>
                    </a:lnTo>
                    <a:lnTo>
                      <a:pt x="368046" y="1523"/>
                    </a:lnTo>
                    <a:lnTo>
                      <a:pt x="362712" y="1523"/>
                    </a:lnTo>
                    <a:lnTo>
                      <a:pt x="358140" y="1523"/>
                    </a:lnTo>
                    <a:lnTo>
                      <a:pt x="35280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690" name="Google Shape;690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20864" y="3481516"/>
                <a:ext cx="177596" cy="1212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1" name="Google Shape;691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318222" y="3443452"/>
                <a:ext cx="74726" cy="732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92" name="Google Shape;692;p6"/>
            <p:cNvSpPr/>
            <p:nvPr/>
          </p:nvSpPr>
          <p:spPr>
            <a:xfrm>
              <a:off x="7220711" y="3303079"/>
              <a:ext cx="115570" cy="17145"/>
            </a:xfrm>
            <a:custGeom>
              <a:rect b="b" l="l" r="r" t="t"/>
              <a:pathLst>
                <a:path extrusionOk="0" h="17145" w="115570">
                  <a:moveTo>
                    <a:pt x="44957" y="190"/>
                  </a:moveTo>
                  <a:lnTo>
                    <a:pt x="53971" y="190"/>
                  </a:lnTo>
                  <a:lnTo>
                    <a:pt x="62769" y="190"/>
                  </a:lnTo>
                  <a:lnTo>
                    <a:pt x="71425" y="190"/>
                  </a:lnTo>
                  <a:lnTo>
                    <a:pt x="80009" y="190"/>
                  </a:lnTo>
                  <a:lnTo>
                    <a:pt x="86867" y="95"/>
                  </a:lnTo>
                  <a:lnTo>
                    <a:pt x="93725" y="0"/>
                  </a:lnTo>
                  <a:lnTo>
                    <a:pt x="100583" y="190"/>
                  </a:lnTo>
                  <a:lnTo>
                    <a:pt x="107441" y="952"/>
                  </a:lnTo>
                  <a:lnTo>
                    <a:pt x="115061" y="1714"/>
                  </a:lnTo>
                  <a:lnTo>
                    <a:pt x="108203" y="1714"/>
                  </a:lnTo>
                  <a:lnTo>
                    <a:pt x="110489" y="2476"/>
                  </a:lnTo>
                  <a:lnTo>
                    <a:pt x="101345" y="3417"/>
                  </a:lnTo>
                  <a:lnTo>
                    <a:pt x="92201" y="4857"/>
                  </a:lnTo>
                  <a:lnTo>
                    <a:pt x="83057" y="6441"/>
                  </a:lnTo>
                  <a:lnTo>
                    <a:pt x="73913" y="7810"/>
                  </a:lnTo>
                  <a:lnTo>
                    <a:pt x="57340" y="10310"/>
                  </a:lnTo>
                  <a:lnTo>
                    <a:pt x="40766" y="12953"/>
                  </a:lnTo>
                  <a:lnTo>
                    <a:pt x="24193" y="15311"/>
                  </a:lnTo>
                  <a:lnTo>
                    <a:pt x="7619" y="16954"/>
                  </a:lnTo>
                  <a:lnTo>
                    <a:pt x="3809" y="16954"/>
                  </a:lnTo>
                  <a:lnTo>
                    <a:pt x="3047" y="16954"/>
                  </a:lnTo>
                  <a:lnTo>
                    <a:pt x="0" y="16954"/>
                  </a:lnTo>
                  <a:lnTo>
                    <a:pt x="44124" y="8405"/>
                  </a:lnTo>
                  <a:lnTo>
                    <a:pt x="56387" y="7429"/>
                  </a:lnTo>
                  <a:lnTo>
                    <a:pt x="68651" y="6453"/>
                  </a:lnTo>
                  <a:lnTo>
                    <a:pt x="80771" y="4762"/>
                  </a:lnTo>
                  <a:lnTo>
                    <a:pt x="81533" y="4762"/>
                  </a:lnTo>
                  <a:lnTo>
                    <a:pt x="82295" y="400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3" name="Google Shape;693;p6"/>
            <p:cNvGrpSpPr/>
            <p:nvPr/>
          </p:nvGrpSpPr>
          <p:grpSpPr>
            <a:xfrm>
              <a:off x="6000749" y="3560825"/>
              <a:ext cx="330835" cy="200025"/>
              <a:chOff x="6000749" y="3560825"/>
              <a:chExt cx="330835" cy="200025"/>
            </a:xfrm>
          </p:grpSpPr>
          <p:sp>
            <p:nvSpPr>
              <p:cNvPr id="694" name="Google Shape;694;p6"/>
              <p:cNvSpPr/>
              <p:nvPr/>
            </p:nvSpPr>
            <p:spPr>
              <a:xfrm>
                <a:off x="6158293" y="3560825"/>
                <a:ext cx="4445" cy="88900"/>
              </a:xfrm>
              <a:custGeom>
                <a:rect b="b" l="l" r="r" t="t"/>
                <a:pathLst>
                  <a:path extrusionOk="0" h="88900" w="4445">
                    <a:moveTo>
                      <a:pt x="190" y="0"/>
                    </a:moveTo>
                    <a:lnTo>
                      <a:pt x="95" y="13835"/>
                    </a:lnTo>
                    <a:lnTo>
                      <a:pt x="0" y="27813"/>
                    </a:lnTo>
                    <a:lnTo>
                      <a:pt x="190" y="41790"/>
                    </a:lnTo>
                    <a:lnTo>
                      <a:pt x="952" y="55626"/>
                    </a:lnTo>
                    <a:lnTo>
                      <a:pt x="2071" y="63186"/>
                    </a:lnTo>
                    <a:lnTo>
                      <a:pt x="3047" y="70961"/>
                    </a:lnTo>
                    <a:lnTo>
                      <a:pt x="3738" y="78878"/>
                    </a:lnTo>
                    <a:lnTo>
                      <a:pt x="4000" y="86868"/>
                    </a:lnTo>
                    <a:lnTo>
                      <a:pt x="4000" y="87630"/>
                    </a:lnTo>
                    <a:lnTo>
                      <a:pt x="4000" y="8839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6000749" y="3694175"/>
                <a:ext cx="330835" cy="66675"/>
              </a:xfrm>
              <a:custGeom>
                <a:rect b="b" l="l" r="r" t="t"/>
                <a:pathLst>
                  <a:path extrusionOk="0" h="66675" w="330835">
                    <a:moveTo>
                      <a:pt x="0" y="66294"/>
                    </a:moveTo>
                    <a:lnTo>
                      <a:pt x="43053" y="57626"/>
                    </a:lnTo>
                    <a:lnTo>
                      <a:pt x="86106" y="47244"/>
                    </a:lnTo>
                    <a:lnTo>
                      <a:pt x="118121" y="39278"/>
                    </a:lnTo>
                    <a:lnTo>
                      <a:pt x="150209" y="31527"/>
                    </a:lnTo>
                    <a:lnTo>
                      <a:pt x="214884" y="17526"/>
                    </a:lnTo>
                    <a:lnTo>
                      <a:pt x="266128" y="7429"/>
                    </a:lnTo>
                    <a:lnTo>
                      <a:pt x="318516" y="762"/>
                    </a:lnTo>
                    <a:lnTo>
                      <a:pt x="322326" y="0"/>
                    </a:lnTo>
                    <a:lnTo>
                      <a:pt x="326898" y="762"/>
                    </a:lnTo>
                    <a:lnTo>
                      <a:pt x="330708" y="762"/>
                    </a:lnTo>
                    <a:lnTo>
                      <a:pt x="326898" y="1524"/>
                    </a:lnTo>
                    <a:lnTo>
                      <a:pt x="322326" y="2286"/>
                    </a:lnTo>
                    <a:lnTo>
                      <a:pt x="318516" y="228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696" name="Google Shape;696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58330" y="3558181"/>
              <a:ext cx="96062" cy="169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6"/>
            <p:cNvSpPr/>
            <p:nvPr/>
          </p:nvSpPr>
          <p:spPr>
            <a:xfrm>
              <a:off x="6645402" y="3316985"/>
              <a:ext cx="111760" cy="40005"/>
            </a:xfrm>
            <a:custGeom>
              <a:rect b="b" l="l" r="r" t="t"/>
              <a:pathLst>
                <a:path extrusionOk="0" h="40004" w="111759">
                  <a:moveTo>
                    <a:pt x="0" y="39624"/>
                  </a:moveTo>
                  <a:lnTo>
                    <a:pt x="35254" y="21728"/>
                  </a:lnTo>
                  <a:lnTo>
                    <a:pt x="59316" y="12561"/>
                  </a:lnTo>
                  <a:lnTo>
                    <a:pt x="70484" y="8286"/>
                  </a:lnTo>
                  <a:lnTo>
                    <a:pt x="108966" y="0"/>
                  </a:lnTo>
                  <a:lnTo>
                    <a:pt x="109728" y="0"/>
                  </a:lnTo>
                  <a:lnTo>
                    <a:pt x="109728" y="762"/>
                  </a:lnTo>
                  <a:lnTo>
                    <a:pt x="110489" y="762"/>
                  </a:lnTo>
                  <a:lnTo>
                    <a:pt x="110489" y="4572"/>
                  </a:lnTo>
                  <a:lnTo>
                    <a:pt x="111252" y="6858"/>
                  </a:lnTo>
                  <a:lnTo>
                    <a:pt x="107442" y="9906"/>
                  </a:lnTo>
                  <a:lnTo>
                    <a:pt x="106680" y="9906"/>
                  </a:lnTo>
                  <a:lnTo>
                    <a:pt x="105155" y="10668"/>
                  </a:lnTo>
                  <a:lnTo>
                    <a:pt x="104394" y="1066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8" name="Google Shape;698;p6"/>
            <p:cNvGrpSpPr/>
            <p:nvPr/>
          </p:nvGrpSpPr>
          <p:grpSpPr>
            <a:xfrm>
              <a:off x="6853964" y="3096742"/>
              <a:ext cx="609088" cy="327685"/>
              <a:chOff x="6853964" y="3096742"/>
              <a:chExt cx="609088" cy="327685"/>
            </a:xfrm>
          </p:grpSpPr>
          <p:sp>
            <p:nvSpPr>
              <p:cNvPr id="699" name="Google Shape;699;p6"/>
              <p:cNvSpPr/>
              <p:nvPr/>
            </p:nvSpPr>
            <p:spPr>
              <a:xfrm>
                <a:off x="6853964" y="3146297"/>
                <a:ext cx="80010" cy="278130"/>
              </a:xfrm>
              <a:custGeom>
                <a:rect b="b" l="l" r="r" t="t"/>
                <a:pathLst>
                  <a:path extrusionOk="0" h="278129" w="80009">
                    <a:moveTo>
                      <a:pt x="44422" y="0"/>
                    </a:moveTo>
                    <a:lnTo>
                      <a:pt x="22562" y="41790"/>
                    </a:lnTo>
                    <a:lnTo>
                      <a:pt x="11489" y="85594"/>
                    </a:lnTo>
                    <a:lnTo>
                      <a:pt x="2964" y="141815"/>
                    </a:lnTo>
                    <a:lnTo>
                      <a:pt x="0" y="192405"/>
                    </a:lnTo>
                    <a:lnTo>
                      <a:pt x="511" y="214883"/>
                    </a:lnTo>
                    <a:lnTo>
                      <a:pt x="13180" y="257556"/>
                    </a:lnTo>
                    <a:lnTo>
                      <a:pt x="52720" y="277808"/>
                    </a:lnTo>
                    <a:lnTo>
                      <a:pt x="68044" y="276606"/>
                    </a:lnTo>
                    <a:lnTo>
                      <a:pt x="71854" y="275082"/>
                    </a:lnTo>
                    <a:lnTo>
                      <a:pt x="75664" y="273558"/>
                    </a:lnTo>
                    <a:lnTo>
                      <a:pt x="79474" y="27279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0" name="Google Shape;700;p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945604" y="3209518"/>
                <a:ext cx="71107" cy="1295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1" name="Google Shape;701;p6"/>
              <p:cNvSpPr/>
              <p:nvPr/>
            </p:nvSpPr>
            <p:spPr>
              <a:xfrm>
                <a:off x="7053072" y="3297935"/>
                <a:ext cx="5715" cy="36195"/>
              </a:xfrm>
              <a:custGeom>
                <a:rect b="b" l="l" r="r" t="t"/>
                <a:pathLst>
                  <a:path extrusionOk="0" h="36195" w="5715">
                    <a:moveTo>
                      <a:pt x="5333" y="0"/>
                    </a:moveTo>
                    <a:lnTo>
                      <a:pt x="4083" y="6977"/>
                    </a:lnTo>
                    <a:lnTo>
                      <a:pt x="2762" y="14097"/>
                    </a:lnTo>
                    <a:lnTo>
                      <a:pt x="1583" y="21216"/>
                    </a:lnTo>
                    <a:lnTo>
                      <a:pt x="761" y="28194"/>
                    </a:lnTo>
                    <a:lnTo>
                      <a:pt x="761" y="30480"/>
                    </a:lnTo>
                    <a:lnTo>
                      <a:pt x="1523" y="34290"/>
                    </a:lnTo>
                    <a:lnTo>
                      <a:pt x="761" y="35814"/>
                    </a:lnTo>
                    <a:lnTo>
                      <a:pt x="0" y="35052"/>
                    </a:lnTo>
                    <a:lnTo>
                      <a:pt x="0" y="34290"/>
                    </a:lnTo>
                    <a:lnTo>
                      <a:pt x="0" y="3352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6"/>
              <p:cNvSpPr/>
              <p:nvPr/>
            </p:nvSpPr>
            <p:spPr>
              <a:xfrm>
                <a:off x="7064502" y="3195827"/>
                <a:ext cx="14604" cy="1905"/>
              </a:xfrm>
              <a:custGeom>
                <a:rect b="b" l="l" r="r" t="t"/>
                <a:pathLst>
                  <a:path extrusionOk="0" h="1905" w="14604">
                    <a:moveTo>
                      <a:pt x="14477" y="0"/>
                    </a:moveTo>
                    <a:lnTo>
                      <a:pt x="9143" y="762"/>
                    </a:lnTo>
                    <a:lnTo>
                      <a:pt x="4571" y="762"/>
                    </a:lnTo>
                    <a:lnTo>
                      <a:pt x="0" y="152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6"/>
              <p:cNvSpPr/>
              <p:nvPr/>
            </p:nvSpPr>
            <p:spPr>
              <a:xfrm>
                <a:off x="7137654" y="3239261"/>
                <a:ext cx="51435" cy="9525"/>
              </a:xfrm>
              <a:custGeom>
                <a:rect b="b" l="l" r="r" t="t"/>
                <a:pathLst>
                  <a:path extrusionOk="0" h="9525" w="51434">
                    <a:moveTo>
                      <a:pt x="0" y="9144"/>
                    </a:moveTo>
                    <a:lnTo>
                      <a:pt x="39624" y="0"/>
                    </a:lnTo>
                    <a:lnTo>
                      <a:pt x="44958" y="0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4" name="Google Shape;704;p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228306" y="3096742"/>
                <a:ext cx="234746" cy="1867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05" name="Google Shape;705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546822" y="3015208"/>
              <a:ext cx="93014" cy="869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6" name="Google Shape;706;p6"/>
            <p:cNvGrpSpPr/>
            <p:nvPr/>
          </p:nvGrpSpPr>
          <p:grpSpPr>
            <a:xfrm>
              <a:off x="5858529" y="3389363"/>
              <a:ext cx="560705" cy="783590"/>
              <a:chOff x="5858529" y="3389363"/>
              <a:chExt cx="560705" cy="783590"/>
            </a:xfrm>
          </p:grpSpPr>
          <p:sp>
            <p:nvSpPr>
              <p:cNvPr id="707" name="Google Shape;707;p6"/>
              <p:cNvSpPr/>
              <p:nvPr/>
            </p:nvSpPr>
            <p:spPr>
              <a:xfrm>
                <a:off x="5858529" y="3389363"/>
                <a:ext cx="560705" cy="783590"/>
              </a:xfrm>
              <a:custGeom>
                <a:rect b="b" l="l" r="r" t="t"/>
                <a:pathLst>
                  <a:path extrusionOk="0" h="783589" w="560704">
                    <a:moveTo>
                      <a:pt x="282428" y="729245"/>
                    </a:moveTo>
                    <a:lnTo>
                      <a:pt x="324338" y="716291"/>
                    </a:lnTo>
                    <a:lnTo>
                      <a:pt x="366021" y="689074"/>
                    </a:lnTo>
                    <a:lnTo>
                      <a:pt x="409967" y="653236"/>
                    </a:lnTo>
                    <a:lnTo>
                      <a:pt x="440162" y="626375"/>
                    </a:lnTo>
                    <a:lnTo>
                      <a:pt x="479381" y="586406"/>
                    </a:lnTo>
                    <a:lnTo>
                      <a:pt x="508837" y="542555"/>
                    </a:lnTo>
                    <a:lnTo>
                      <a:pt x="527089" y="496323"/>
                    </a:lnTo>
                    <a:lnTo>
                      <a:pt x="537698" y="450353"/>
                    </a:lnTo>
                    <a:lnTo>
                      <a:pt x="540555" y="436066"/>
                    </a:lnTo>
                    <a:lnTo>
                      <a:pt x="543413" y="421778"/>
                    </a:lnTo>
                    <a:lnTo>
                      <a:pt x="546270" y="407491"/>
                    </a:lnTo>
                    <a:lnTo>
                      <a:pt x="549128" y="393203"/>
                    </a:lnTo>
                    <a:lnTo>
                      <a:pt x="552390" y="373189"/>
                    </a:lnTo>
                    <a:lnTo>
                      <a:pt x="557486" y="332874"/>
                    </a:lnTo>
                    <a:lnTo>
                      <a:pt x="559986" y="293227"/>
                    </a:lnTo>
                    <a:lnTo>
                      <a:pt x="560367" y="273665"/>
                    </a:lnTo>
                    <a:lnTo>
                      <a:pt x="559891" y="254246"/>
                    </a:lnTo>
                    <a:lnTo>
                      <a:pt x="550461" y="201465"/>
                    </a:lnTo>
                    <a:lnTo>
                      <a:pt x="528839" y="153435"/>
                    </a:lnTo>
                    <a:lnTo>
                      <a:pt x="498836" y="108215"/>
                    </a:lnTo>
                    <a:lnTo>
                      <a:pt x="475583" y="77676"/>
                    </a:lnTo>
                    <a:lnTo>
                      <a:pt x="449401" y="48398"/>
                    </a:lnTo>
                    <a:lnTo>
                      <a:pt x="418933" y="23574"/>
                    </a:lnTo>
                    <a:lnTo>
                      <a:pt x="384536" y="6107"/>
                    </a:lnTo>
                    <a:lnTo>
                      <a:pt x="334922" y="0"/>
                    </a:lnTo>
                    <a:lnTo>
                      <a:pt x="318242" y="11"/>
                    </a:lnTo>
                    <a:lnTo>
                      <a:pt x="271736" y="6119"/>
                    </a:lnTo>
                    <a:lnTo>
                      <a:pt x="221182" y="25253"/>
                    </a:lnTo>
                    <a:lnTo>
                      <a:pt x="163377" y="64019"/>
                    </a:lnTo>
                    <a:lnTo>
                      <a:pt x="117871" y="108406"/>
                    </a:lnTo>
                    <a:lnTo>
                      <a:pt x="78569" y="156721"/>
                    </a:lnTo>
                    <a:lnTo>
                      <a:pt x="46041" y="208680"/>
                    </a:lnTo>
                    <a:lnTo>
                      <a:pt x="22181" y="262925"/>
                    </a:lnTo>
                    <a:lnTo>
                      <a:pt x="7846" y="318313"/>
                    </a:lnTo>
                    <a:lnTo>
                      <a:pt x="1023" y="374153"/>
                    </a:lnTo>
                    <a:lnTo>
                      <a:pt x="0" y="429017"/>
                    </a:lnTo>
                    <a:lnTo>
                      <a:pt x="488" y="456449"/>
                    </a:lnTo>
                    <a:lnTo>
                      <a:pt x="4488" y="507694"/>
                    </a:lnTo>
                    <a:lnTo>
                      <a:pt x="14204" y="557795"/>
                    </a:lnTo>
                    <a:lnTo>
                      <a:pt x="30587" y="609040"/>
                    </a:lnTo>
                    <a:lnTo>
                      <a:pt x="53828" y="656855"/>
                    </a:lnTo>
                    <a:lnTo>
                      <a:pt x="85760" y="701540"/>
                    </a:lnTo>
                    <a:lnTo>
                      <a:pt x="121836" y="742961"/>
                    </a:lnTo>
                    <a:lnTo>
                      <a:pt x="159829" y="772084"/>
                    </a:lnTo>
                    <a:lnTo>
                      <a:pt x="205061" y="782966"/>
                    </a:lnTo>
                    <a:lnTo>
                      <a:pt x="217467" y="781633"/>
                    </a:lnTo>
                    <a:lnTo>
                      <a:pt x="229588" y="778299"/>
                    </a:lnTo>
                    <a:lnTo>
                      <a:pt x="241280" y="772679"/>
                    </a:lnTo>
                    <a:lnTo>
                      <a:pt x="248900" y="766583"/>
                    </a:lnTo>
                    <a:lnTo>
                      <a:pt x="251186" y="765059"/>
                    </a:lnTo>
                    <a:lnTo>
                      <a:pt x="253472" y="7589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08" name="Google Shape;708;p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973292" y="3799258"/>
                <a:ext cx="251510" cy="2172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09" name="Google Shape;709;p6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6275520" y="3830405"/>
                <a:ext cx="86442" cy="1231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10" name="Google Shape;710;p6"/>
            <p:cNvSpPr/>
            <p:nvPr/>
          </p:nvSpPr>
          <p:spPr>
            <a:xfrm>
              <a:off x="6761797" y="2921507"/>
              <a:ext cx="983615" cy="521334"/>
            </a:xfrm>
            <a:custGeom>
              <a:rect b="b" l="l" r="r" t="t"/>
              <a:pathLst>
                <a:path extrusionOk="0" h="521335" w="983615">
                  <a:moveTo>
                    <a:pt x="852106" y="35051"/>
                  </a:moveTo>
                  <a:lnTo>
                    <a:pt x="815923" y="11251"/>
                  </a:lnTo>
                  <a:lnTo>
                    <a:pt x="733246" y="5083"/>
                  </a:lnTo>
                  <a:lnTo>
                    <a:pt x="687609" y="4095"/>
                  </a:lnTo>
                  <a:lnTo>
                    <a:pt x="642115" y="3536"/>
                  </a:lnTo>
                  <a:lnTo>
                    <a:pt x="596836" y="3047"/>
                  </a:lnTo>
                  <a:lnTo>
                    <a:pt x="574548" y="2500"/>
                  </a:lnTo>
                  <a:lnTo>
                    <a:pt x="552259" y="2095"/>
                  </a:lnTo>
                  <a:lnTo>
                    <a:pt x="529971" y="1976"/>
                  </a:lnTo>
                  <a:lnTo>
                    <a:pt x="507682" y="2285"/>
                  </a:lnTo>
                  <a:lnTo>
                    <a:pt x="459771" y="5048"/>
                  </a:lnTo>
                  <a:lnTo>
                    <a:pt x="412432" y="10667"/>
                  </a:lnTo>
                  <a:lnTo>
                    <a:pt x="369093" y="17621"/>
                  </a:lnTo>
                  <a:lnTo>
                    <a:pt x="326326" y="25145"/>
                  </a:lnTo>
                  <a:lnTo>
                    <a:pt x="287559" y="33146"/>
                  </a:lnTo>
                  <a:lnTo>
                    <a:pt x="249364" y="43434"/>
                  </a:lnTo>
                  <a:lnTo>
                    <a:pt x="198893" y="62079"/>
                  </a:lnTo>
                  <a:lnTo>
                    <a:pt x="150495" y="90963"/>
                  </a:lnTo>
                  <a:lnTo>
                    <a:pt x="121348" y="115824"/>
                  </a:lnTo>
                  <a:lnTo>
                    <a:pt x="88987" y="147006"/>
                  </a:lnTo>
                  <a:lnTo>
                    <a:pt x="58674" y="182499"/>
                  </a:lnTo>
                  <a:lnTo>
                    <a:pt x="36516" y="219967"/>
                  </a:lnTo>
                  <a:lnTo>
                    <a:pt x="20764" y="252222"/>
                  </a:lnTo>
                  <a:lnTo>
                    <a:pt x="16359" y="261389"/>
                  </a:lnTo>
                  <a:lnTo>
                    <a:pt x="3524" y="304895"/>
                  </a:lnTo>
                  <a:lnTo>
                    <a:pt x="2357" y="327028"/>
                  </a:lnTo>
                  <a:lnTo>
                    <a:pt x="2095" y="334232"/>
                  </a:lnTo>
                  <a:lnTo>
                    <a:pt x="1833" y="341578"/>
                  </a:lnTo>
                  <a:lnTo>
                    <a:pt x="1714" y="348996"/>
                  </a:lnTo>
                  <a:lnTo>
                    <a:pt x="952" y="358735"/>
                  </a:lnTo>
                  <a:lnTo>
                    <a:pt x="190" y="369189"/>
                  </a:lnTo>
                  <a:lnTo>
                    <a:pt x="0" y="379642"/>
                  </a:lnTo>
                  <a:lnTo>
                    <a:pt x="952" y="389382"/>
                  </a:lnTo>
                  <a:lnTo>
                    <a:pt x="2869" y="395728"/>
                  </a:lnTo>
                  <a:lnTo>
                    <a:pt x="6000" y="401288"/>
                  </a:lnTo>
                  <a:lnTo>
                    <a:pt x="9846" y="406419"/>
                  </a:lnTo>
                  <a:lnTo>
                    <a:pt x="13906" y="411480"/>
                  </a:lnTo>
                  <a:lnTo>
                    <a:pt x="18502" y="417504"/>
                  </a:lnTo>
                  <a:lnTo>
                    <a:pt x="46291" y="444150"/>
                  </a:lnTo>
                  <a:lnTo>
                    <a:pt x="52578" y="449115"/>
                  </a:lnTo>
                  <a:lnTo>
                    <a:pt x="58864" y="454152"/>
                  </a:lnTo>
                  <a:lnTo>
                    <a:pt x="90868" y="477774"/>
                  </a:lnTo>
                  <a:lnTo>
                    <a:pt x="128206" y="494538"/>
                  </a:lnTo>
                  <a:lnTo>
                    <a:pt x="166306" y="502158"/>
                  </a:lnTo>
                  <a:lnTo>
                    <a:pt x="208526" y="506337"/>
                  </a:lnTo>
                  <a:lnTo>
                    <a:pt x="236982" y="508646"/>
                  </a:lnTo>
                  <a:lnTo>
                    <a:pt x="251269" y="509873"/>
                  </a:lnTo>
                  <a:lnTo>
                    <a:pt x="265557" y="511242"/>
                  </a:lnTo>
                  <a:lnTo>
                    <a:pt x="279844" y="512825"/>
                  </a:lnTo>
                  <a:lnTo>
                    <a:pt x="296989" y="514207"/>
                  </a:lnTo>
                  <a:lnTo>
                    <a:pt x="314134" y="515873"/>
                  </a:lnTo>
                  <a:lnTo>
                    <a:pt x="331279" y="517540"/>
                  </a:lnTo>
                  <a:lnTo>
                    <a:pt x="348424" y="518922"/>
                  </a:lnTo>
                  <a:lnTo>
                    <a:pt x="366700" y="520231"/>
                  </a:lnTo>
                  <a:lnTo>
                    <a:pt x="384905" y="520827"/>
                  </a:lnTo>
                  <a:lnTo>
                    <a:pt x="402967" y="520850"/>
                  </a:lnTo>
                  <a:lnTo>
                    <a:pt x="420814" y="520445"/>
                  </a:lnTo>
                  <a:lnTo>
                    <a:pt x="441388" y="519231"/>
                  </a:lnTo>
                  <a:lnTo>
                    <a:pt x="461962" y="517017"/>
                  </a:lnTo>
                  <a:lnTo>
                    <a:pt x="482536" y="514230"/>
                  </a:lnTo>
                  <a:lnTo>
                    <a:pt x="503110" y="511302"/>
                  </a:lnTo>
                  <a:lnTo>
                    <a:pt x="529971" y="507551"/>
                  </a:lnTo>
                  <a:lnTo>
                    <a:pt x="556831" y="504158"/>
                  </a:lnTo>
                  <a:lnTo>
                    <a:pt x="583692" y="500907"/>
                  </a:lnTo>
                  <a:lnTo>
                    <a:pt x="610552" y="497585"/>
                  </a:lnTo>
                  <a:lnTo>
                    <a:pt x="651605" y="492347"/>
                  </a:lnTo>
                  <a:lnTo>
                    <a:pt x="692086" y="485393"/>
                  </a:lnTo>
                  <a:lnTo>
                    <a:pt x="730472" y="477392"/>
                  </a:lnTo>
                  <a:lnTo>
                    <a:pt x="768286" y="467105"/>
                  </a:lnTo>
                  <a:lnTo>
                    <a:pt x="809625" y="452342"/>
                  </a:lnTo>
                  <a:lnTo>
                    <a:pt x="849820" y="433577"/>
                  </a:lnTo>
                  <a:lnTo>
                    <a:pt x="893433" y="406038"/>
                  </a:lnTo>
                  <a:lnTo>
                    <a:pt x="930402" y="374332"/>
                  </a:lnTo>
                  <a:lnTo>
                    <a:pt x="958405" y="336792"/>
                  </a:lnTo>
                  <a:lnTo>
                    <a:pt x="975550" y="294893"/>
                  </a:lnTo>
                  <a:lnTo>
                    <a:pt x="982729" y="250638"/>
                  </a:lnTo>
                  <a:lnTo>
                    <a:pt x="983396" y="221408"/>
                  </a:lnTo>
                  <a:lnTo>
                    <a:pt x="982694" y="207644"/>
                  </a:lnTo>
                  <a:lnTo>
                    <a:pt x="969942" y="161258"/>
                  </a:lnTo>
                  <a:lnTo>
                    <a:pt x="949963" y="125825"/>
                  </a:lnTo>
                  <a:lnTo>
                    <a:pt x="918781" y="81533"/>
                  </a:lnTo>
                  <a:lnTo>
                    <a:pt x="885015" y="46100"/>
                  </a:lnTo>
                  <a:lnTo>
                    <a:pt x="846010" y="22097"/>
                  </a:lnTo>
                  <a:lnTo>
                    <a:pt x="806958" y="11810"/>
                  </a:lnTo>
                  <a:lnTo>
                    <a:pt x="766762" y="8381"/>
                  </a:lnTo>
                  <a:lnTo>
                    <a:pt x="752748" y="7286"/>
                  </a:lnTo>
                  <a:lnTo>
                    <a:pt x="739806" y="5905"/>
                  </a:lnTo>
                  <a:lnTo>
                    <a:pt x="727007" y="3667"/>
                  </a:lnTo>
                  <a:lnTo>
                    <a:pt x="71342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p6"/>
          <p:cNvGrpSpPr/>
          <p:nvPr/>
        </p:nvGrpSpPr>
        <p:grpSpPr>
          <a:xfrm>
            <a:off x="1493608" y="998102"/>
            <a:ext cx="7222859" cy="994565"/>
            <a:chOff x="3277336" y="1981962"/>
            <a:chExt cx="5473217" cy="803656"/>
          </a:xfrm>
        </p:grpSpPr>
        <p:sp>
          <p:nvSpPr>
            <p:cNvPr id="712" name="Google Shape;712;p6"/>
            <p:cNvSpPr/>
            <p:nvPr/>
          </p:nvSpPr>
          <p:spPr>
            <a:xfrm>
              <a:off x="7459980" y="2542032"/>
              <a:ext cx="1167130" cy="163195"/>
            </a:xfrm>
            <a:custGeom>
              <a:rect b="b" l="l" r="r" t="t"/>
              <a:pathLst>
                <a:path extrusionOk="0" h="163194" w="1167129">
                  <a:moveTo>
                    <a:pt x="0" y="114300"/>
                  </a:moveTo>
                  <a:lnTo>
                    <a:pt x="24384" y="146304"/>
                  </a:lnTo>
                  <a:lnTo>
                    <a:pt x="71854" y="161305"/>
                  </a:lnTo>
                  <a:lnTo>
                    <a:pt x="113811" y="162841"/>
                  </a:lnTo>
                  <a:lnTo>
                    <a:pt x="137826" y="162020"/>
                  </a:lnTo>
                  <a:lnTo>
                    <a:pt x="185928" y="155447"/>
                  </a:lnTo>
                  <a:lnTo>
                    <a:pt x="254793" y="140112"/>
                  </a:lnTo>
                  <a:lnTo>
                    <a:pt x="288905" y="131980"/>
                  </a:lnTo>
                  <a:lnTo>
                    <a:pt x="323088" y="124205"/>
                  </a:lnTo>
                  <a:lnTo>
                    <a:pt x="370046" y="115728"/>
                  </a:lnTo>
                  <a:lnTo>
                    <a:pt x="417576" y="108965"/>
                  </a:lnTo>
                  <a:lnTo>
                    <a:pt x="488061" y="104298"/>
                  </a:lnTo>
                  <a:lnTo>
                    <a:pt x="523660" y="104786"/>
                  </a:lnTo>
                  <a:lnTo>
                    <a:pt x="577703" y="111763"/>
                  </a:lnTo>
                  <a:lnTo>
                    <a:pt x="614588" y="122884"/>
                  </a:lnTo>
                  <a:lnTo>
                    <a:pt x="656141" y="142196"/>
                  </a:lnTo>
                  <a:lnTo>
                    <a:pt x="663702" y="146303"/>
                  </a:lnTo>
                  <a:lnTo>
                    <a:pt x="664464" y="146303"/>
                  </a:lnTo>
                  <a:lnTo>
                    <a:pt x="668274" y="148589"/>
                  </a:lnTo>
                  <a:lnTo>
                    <a:pt x="669036" y="147827"/>
                  </a:lnTo>
                  <a:lnTo>
                    <a:pt x="675132" y="143255"/>
                  </a:lnTo>
                  <a:lnTo>
                    <a:pt x="705326" y="110775"/>
                  </a:lnTo>
                  <a:lnTo>
                    <a:pt x="753951" y="87118"/>
                  </a:lnTo>
                  <a:lnTo>
                    <a:pt x="804148" y="76950"/>
                  </a:lnTo>
                  <a:lnTo>
                    <a:pt x="829818" y="75437"/>
                  </a:lnTo>
                  <a:lnTo>
                    <a:pt x="878055" y="75572"/>
                  </a:lnTo>
                  <a:lnTo>
                    <a:pt x="926585" y="76876"/>
                  </a:lnTo>
                  <a:lnTo>
                    <a:pt x="975152" y="77961"/>
                  </a:lnTo>
                  <a:lnTo>
                    <a:pt x="1023500" y="77437"/>
                  </a:lnTo>
                  <a:lnTo>
                    <a:pt x="1071372" y="73913"/>
                  </a:lnTo>
                  <a:lnTo>
                    <a:pt x="1123342" y="60733"/>
                  </a:lnTo>
                  <a:lnTo>
                    <a:pt x="1156442" y="36492"/>
                  </a:lnTo>
                  <a:lnTo>
                    <a:pt x="1166622" y="20573"/>
                  </a:lnTo>
                  <a:lnTo>
                    <a:pt x="1166622" y="13715"/>
                  </a:lnTo>
                  <a:lnTo>
                    <a:pt x="1166622" y="7619"/>
                  </a:lnTo>
                  <a:lnTo>
                    <a:pt x="1166622" y="4571"/>
                  </a:lnTo>
                  <a:lnTo>
                    <a:pt x="1163574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3" name="Google Shape;713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3277336" y="2257018"/>
              <a:ext cx="175310" cy="247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14" name="Google Shape;714;p6"/>
            <p:cNvGrpSpPr/>
            <p:nvPr/>
          </p:nvGrpSpPr>
          <p:grpSpPr>
            <a:xfrm>
              <a:off x="3528476" y="2199131"/>
              <a:ext cx="315267" cy="387985"/>
              <a:chOff x="3528476" y="2199131"/>
              <a:chExt cx="315267" cy="387985"/>
            </a:xfrm>
          </p:grpSpPr>
          <p:sp>
            <p:nvSpPr>
              <p:cNvPr id="715" name="Google Shape;715;p6"/>
              <p:cNvSpPr/>
              <p:nvPr/>
            </p:nvSpPr>
            <p:spPr>
              <a:xfrm>
                <a:off x="3528476" y="2199131"/>
                <a:ext cx="121285" cy="387985"/>
              </a:xfrm>
              <a:custGeom>
                <a:rect b="b" l="l" r="r" t="t"/>
                <a:pathLst>
                  <a:path extrusionOk="0" h="387985" w="121285">
                    <a:moveTo>
                      <a:pt x="59019" y="0"/>
                    </a:moveTo>
                    <a:lnTo>
                      <a:pt x="36409" y="32361"/>
                    </a:lnTo>
                    <a:lnTo>
                      <a:pt x="21752" y="72973"/>
                    </a:lnTo>
                    <a:lnTo>
                      <a:pt x="9608" y="129194"/>
                    </a:lnTo>
                    <a:lnTo>
                      <a:pt x="2928" y="184499"/>
                    </a:lnTo>
                    <a:lnTo>
                      <a:pt x="0" y="239172"/>
                    </a:lnTo>
                    <a:lnTo>
                      <a:pt x="1107" y="265938"/>
                    </a:lnTo>
                    <a:lnTo>
                      <a:pt x="9679" y="307371"/>
                    </a:lnTo>
                    <a:lnTo>
                      <a:pt x="26253" y="345948"/>
                    </a:lnTo>
                    <a:lnTo>
                      <a:pt x="56471" y="379273"/>
                    </a:lnTo>
                    <a:lnTo>
                      <a:pt x="84308" y="387988"/>
                    </a:lnTo>
                    <a:lnTo>
                      <a:pt x="96738" y="386619"/>
                    </a:lnTo>
                    <a:lnTo>
                      <a:pt x="108596" y="382250"/>
                    </a:lnTo>
                    <a:lnTo>
                      <a:pt x="120741" y="37566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16" name="Google Shape;716;p6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3699210" y="2313406"/>
                <a:ext cx="144533" cy="1463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17" name="Google Shape;717;p6"/>
            <p:cNvSpPr/>
            <p:nvPr/>
          </p:nvSpPr>
          <p:spPr>
            <a:xfrm>
              <a:off x="3972305" y="2308860"/>
              <a:ext cx="22860" cy="24130"/>
            </a:xfrm>
            <a:custGeom>
              <a:rect b="b" l="l" r="r" t="t"/>
              <a:pathLst>
                <a:path extrusionOk="0" h="24130" w="22860">
                  <a:moveTo>
                    <a:pt x="0" y="5333"/>
                  </a:moveTo>
                  <a:lnTo>
                    <a:pt x="0" y="18287"/>
                  </a:lnTo>
                  <a:lnTo>
                    <a:pt x="5334" y="23621"/>
                  </a:lnTo>
                  <a:lnTo>
                    <a:pt x="18288" y="23621"/>
                  </a:lnTo>
                  <a:lnTo>
                    <a:pt x="22860" y="18287"/>
                  </a:lnTo>
                  <a:lnTo>
                    <a:pt x="22860" y="12191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3982211" y="2422398"/>
              <a:ext cx="37465" cy="64769"/>
            </a:xfrm>
            <a:custGeom>
              <a:rect b="b" l="l" r="r" t="t"/>
              <a:pathLst>
                <a:path extrusionOk="0" h="64769" w="37464">
                  <a:moveTo>
                    <a:pt x="25146" y="0"/>
                  </a:moveTo>
                  <a:lnTo>
                    <a:pt x="30360" y="5976"/>
                  </a:lnTo>
                  <a:lnTo>
                    <a:pt x="34861" y="11810"/>
                  </a:lnTo>
                  <a:lnTo>
                    <a:pt x="37361" y="18216"/>
                  </a:lnTo>
                  <a:lnTo>
                    <a:pt x="36576" y="25908"/>
                  </a:lnTo>
                  <a:lnTo>
                    <a:pt x="10668" y="60198"/>
                  </a:lnTo>
                  <a:lnTo>
                    <a:pt x="6858" y="62484"/>
                  </a:lnTo>
                  <a:lnTo>
                    <a:pt x="0" y="6476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9" name="Google Shape;719;p6"/>
            <p:cNvGrpSpPr/>
            <p:nvPr/>
          </p:nvGrpSpPr>
          <p:grpSpPr>
            <a:xfrm>
              <a:off x="4135850" y="2110894"/>
              <a:ext cx="564476" cy="461645"/>
              <a:chOff x="4135850" y="2110894"/>
              <a:chExt cx="564476" cy="461645"/>
            </a:xfrm>
          </p:grpSpPr>
          <p:sp>
            <p:nvSpPr>
              <p:cNvPr id="720" name="Google Shape;720;p6"/>
              <p:cNvSpPr/>
              <p:nvPr/>
            </p:nvSpPr>
            <p:spPr>
              <a:xfrm>
                <a:off x="4135850" y="2110894"/>
                <a:ext cx="112395" cy="461645"/>
              </a:xfrm>
              <a:custGeom>
                <a:rect b="b" l="l" r="r" t="t"/>
                <a:pathLst>
                  <a:path extrusionOk="0" h="461644" w="112395">
                    <a:moveTo>
                      <a:pt x="78009" y="9751"/>
                    </a:moveTo>
                    <a:lnTo>
                      <a:pt x="70544" y="5548"/>
                    </a:lnTo>
                    <a:lnTo>
                      <a:pt x="62864" y="1845"/>
                    </a:lnTo>
                    <a:lnTo>
                      <a:pt x="54756" y="0"/>
                    </a:lnTo>
                    <a:lnTo>
                      <a:pt x="46005" y="1369"/>
                    </a:lnTo>
                    <a:lnTo>
                      <a:pt x="16287" y="32611"/>
                    </a:lnTo>
                    <a:lnTo>
                      <a:pt x="2381" y="70806"/>
                    </a:lnTo>
                    <a:lnTo>
                      <a:pt x="0" y="91439"/>
                    </a:lnTo>
                    <a:lnTo>
                      <a:pt x="1047" y="111859"/>
                    </a:lnTo>
                    <a:lnTo>
                      <a:pt x="19049" y="150328"/>
                    </a:lnTo>
                    <a:lnTo>
                      <a:pt x="44767" y="177010"/>
                    </a:lnTo>
                    <a:lnTo>
                      <a:pt x="52375" y="185392"/>
                    </a:lnTo>
                    <a:lnTo>
                      <a:pt x="58197" y="194917"/>
                    </a:lnTo>
                    <a:lnTo>
                      <a:pt x="61483" y="204454"/>
                    </a:lnTo>
                    <a:lnTo>
                      <a:pt x="63341" y="215205"/>
                    </a:lnTo>
                    <a:lnTo>
                      <a:pt x="63769" y="226099"/>
                    </a:lnTo>
                    <a:lnTo>
                      <a:pt x="62769" y="236065"/>
                    </a:lnTo>
                    <a:lnTo>
                      <a:pt x="46696" y="272391"/>
                    </a:lnTo>
                    <a:lnTo>
                      <a:pt x="30765" y="297787"/>
                    </a:lnTo>
                    <a:lnTo>
                      <a:pt x="29241" y="305407"/>
                    </a:lnTo>
                    <a:lnTo>
                      <a:pt x="29241" y="306169"/>
                    </a:lnTo>
                    <a:lnTo>
                      <a:pt x="29241" y="306931"/>
                    </a:lnTo>
                    <a:lnTo>
                      <a:pt x="34575" y="307693"/>
                    </a:lnTo>
                    <a:lnTo>
                      <a:pt x="61245" y="343507"/>
                    </a:lnTo>
                    <a:lnTo>
                      <a:pt x="62864" y="366081"/>
                    </a:lnTo>
                    <a:lnTo>
                      <a:pt x="62853" y="377690"/>
                    </a:lnTo>
                    <a:lnTo>
                      <a:pt x="62769" y="389227"/>
                    </a:lnTo>
                    <a:lnTo>
                      <a:pt x="61995" y="400776"/>
                    </a:lnTo>
                    <a:lnTo>
                      <a:pt x="61150" y="412468"/>
                    </a:lnTo>
                    <a:lnTo>
                      <a:pt x="60733" y="424160"/>
                    </a:lnTo>
                    <a:lnTo>
                      <a:pt x="79533" y="460093"/>
                    </a:lnTo>
                    <a:lnTo>
                      <a:pt x="88403" y="461641"/>
                    </a:lnTo>
                    <a:lnTo>
                      <a:pt x="96202" y="461045"/>
                    </a:lnTo>
                    <a:lnTo>
                      <a:pt x="103858" y="459021"/>
                    </a:lnTo>
                    <a:lnTo>
                      <a:pt x="112299" y="45628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6"/>
              <p:cNvSpPr/>
              <p:nvPr/>
            </p:nvSpPr>
            <p:spPr>
              <a:xfrm>
                <a:off x="4219789" y="2217419"/>
                <a:ext cx="135890" cy="273685"/>
              </a:xfrm>
              <a:custGeom>
                <a:rect b="b" l="l" r="r" t="t"/>
                <a:pathLst>
                  <a:path extrusionOk="0" h="273685" w="135889">
                    <a:moveTo>
                      <a:pt x="16168" y="0"/>
                    </a:moveTo>
                    <a:lnTo>
                      <a:pt x="309" y="42648"/>
                    </a:lnTo>
                    <a:lnTo>
                      <a:pt x="0" y="88832"/>
                    </a:lnTo>
                    <a:lnTo>
                      <a:pt x="1119" y="116490"/>
                    </a:lnTo>
                    <a:lnTo>
                      <a:pt x="10072" y="171450"/>
                    </a:lnTo>
                    <a:lnTo>
                      <a:pt x="27503" y="217741"/>
                    </a:lnTo>
                    <a:lnTo>
                      <a:pt x="58078" y="256032"/>
                    </a:lnTo>
                    <a:lnTo>
                      <a:pt x="95226" y="271653"/>
                    </a:lnTo>
                    <a:lnTo>
                      <a:pt x="115300" y="273391"/>
                    </a:lnTo>
                    <a:lnTo>
                      <a:pt x="135802" y="27355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2" name="Google Shape;722;p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222978" y="2255494"/>
                <a:ext cx="80822" cy="1280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3" name="Google Shape;723;p6"/>
              <p:cNvSpPr/>
              <p:nvPr/>
            </p:nvSpPr>
            <p:spPr>
              <a:xfrm>
                <a:off x="4341113" y="2324099"/>
                <a:ext cx="5080" cy="67945"/>
              </a:xfrm>
              <a:custGeom>
                <a:rect b="b" l="l" r="r" t="t"/>
                <a:pathLst>
                  <a:path extrusionOk="0" h="67944" w="5079">
                    <a:moveTo>
                      <a:pt x="4572" y="0"/>
                    </a:moveTo>
                    <a:lnTo>
                      <a:pt x="3571" y="11179"/>
                    </a:lnTo>
                    <a:lnTo>
                      <a:pt x="2857" y="22002"/>
                    </a:lnTo>
                    <a:lnTo>
                      <a:pt x="2428" y="32682"/>
                    </a:lnTo>
                    <a:lnTo>
                      <a:pt x="2286" y="43434"/>
                    </a:lnTo>
                    <a:lnTo>
                      <a:pt x="2286" y="51816"/>
                    </a:lnTo>
                    <a:lnTo>
                      <a:pt x="1524" y="59436"/>
                    </a:lnTo>
                    <a:lnTo>
                      <a:pt x="0" y="6781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24" name="Google Shape;724;p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406620" y="2237206"/>
                <a:ext cx="141020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5" name="Google Shape;725;p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582642" y="2157958"/>
                <a:ext cx="117684" cy="2347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26" name="Google Shape;726;p6"/>
            <p:cNvSpPr/>
            <p:nvPr/>
          </p:nvSpPr>
          <p:spPr>
            <a:xfrm>
              <a:off x="4767834" y="2362961"/>
              <a:ext cx="24130" cy="96520"/>
            </a:xfrm>
            <a:custGeom>
              <a:rect b="b" l="l" r="r" t="t"/>
              <a:pathLst>
                <a:path extrusionOk="0" h="96519" w="24129">
                  <a:moveTo>
                    <a:pt x="9905" y="0"/>
                  </a:moveTo>
                  <a:lnTo>
                    <a:pt x="16549" y="12930"/>
                  </a:lnTo>
                  <a:lnTo>
                    <a:pt x="21335" y="25146"/>
                  </a:lnTo>
                  <a:lnTo>
                    <a:pt x="23836" y="37933"/>
                  </a:lnTo>
                  <a:lnTo>
                    <a:pt x="23621" y="52577"/>
                  </a:lnTo>
                  <a:lnTo>
                    <a:pt x="5333" y="92964"/>
                  </a:lnTo>
                  <a:lnTo>
                    <a:pt x="3047" y="95250"/>
                  </a:lnTo>
                  <a:lnTo>
                    <a:pt x="2285" y="96012"/>
                  </a:lnTo>
                  <a:lnTo>
                    <a:pt x="0" y="9525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4879085" y="2310383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5005578" y="2290572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5106923" y="2275332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0" name="Google Shape;730;p6"/>
            <p:cNvGrpSpPr/>
            <p:nvPr/>
          </p:nvGrpSpPr>
          <p:grpSpPr>
            <a:xfrm>
              <a:off x="5267705" y="1981962"/>
              <a:ext cx="831342" cy="507365"/>
              <a:chOff x="5267705" y="1981962"/>
              <a:chExt cx="831342" cy="507365"/>
            </a:xfrm>
          </p:grpSpPr>
          <p:sp>
            <p:nvSpPr>
              <p:cNvPr id="731" name="Google Shape;731;p6"/>
              <p:cNvSpPr/>
              <p:nvPr/>
            </p:nvSpPr>
            <p:spPr>
              <a:xfrm>
                <a:off x="5267705" y="2324100"/>
                <a:ext cx="24765" cy="60325"/>
              </a:xfrm>
              <a:custGeom>
                <a:rect b="b" l="l" r="r" t="t"/>
                <a:pathLst>
                  <a:path extrusionOk="0" h="60325" w="24764">
                    <a:moveTo>
                      <a:pt x="17525" y="0"/>
                    </a:moveTo>
                    <a:lnTo>
                      <a:pt x="23443" y="13477"/>
                    </a:lnTo>
                    <a:lnTo>
                      <a:pt x="24288" y="23241"/>
                    </a:lnTo>
                    <a:lnTo>
                      <a:pt x="20419" y="33004"/>
                    </a:lnTo>
                    <a:lnTo>
                      <a:pt x="12191" y="46482"/>
                    </a:lnTo>
                    <a:lnTo>
                      <a:pt x="6095" y="54102"/>
                    </a:lnTo>
                    <a:lnTo>
                      <a:pt x="5333" y="56388"/>
                    </a:lnTo>
                    <a:lnTo>
                      <a:pt x="0" y="6019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6"/>
              <p:cNvSpPr/>
              <p:nvPr/>
            </p:nvSpPr>
            <p:spPr>
              <a:xfrm>
                <a:off x="5357621" y="2192274"/>
                <a:ext cx="59055" cy="69850"/>
              </a:xfrm>
              <a:custGeom>
                <a:rect b="b" l="l" r="r" t="t"/>
                <a:pathLst>
                  <a:path extrusionOk="0" h="69850" w="59054">
                    <a:moveTo>
                      <a:pt x="0" y="0"/>
                    </a:moveTo>
                    <a:lnTo>
                      <a:pt x="30480" y="36575"/>
                    </a:lnTo>
                    <a:lnTo>
                      <a:pt x="35647" y="43862"/>
                    </a:lnTo>
                    <a:lnTo>
                      <a:pt x="40957" y="50863"/>
                    </a:lnTo>
                    <a:lnTo>
                      <a:pt x="46553" y="57578"/>
                    </a:lnTo>
                    <a:lnTo>
                      <a:pt x="52578" y="64007"/>
                    </a:lnTo>
                    <a:lnTo>
                      <a:pt x="55626" y="67055"/>
                    </a:lnTo>
                    <a:lnTo>
                      <a:pt x="56388" y="67817"/>
                    </a:lnTo>
                    <a:lnTo>
                      <a:pt x="58674" y="6934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6"/>
              <p:cNvSpPr/>
              <p:nvPr/>
            </p:nvSpPr>
            <p:spPr>
              <a:xfrm>
                <a:off x="5396483" y="2189226"/>
                <a:ext cx="26034" cy="98425"/>
              </a:xfrm>
              <a:custGeom>
                <a:rect b="b" l="l" r="r" t="t"/>
                <a:pathLst>
                  <a:path extrusionOk="0" h="98425" w="26035">
                    <a:moveTo>
                      <a:pt x="25908" y="0"/>
                    </a:moveTo>
                    <a:lnTo>
                      <a:pt x="8548" y="38040"/>
                    </a:lnTo>
                    <a:lnTo>
                      <a:pt x="726" y="84081"/>
                    </a:lnTo>
                    <a:lnTo>
                      <a:pt x="0" y="94488"/>
                    </a:lnTo>
                    <a:lnTo>
                      <a:pt x="0" y="96012"/>
                    </a:lnTo>
                    <a:lnTo>
                      <a:pt x="0" y="97536"/>
                    </a:lnTo>
                    <a:lnTo>
                      <a:pt x="0" y="9829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6"/>
              <p:cNvSpPr/>
              <p:nvPr/>
            </p:nvSpPr>
            <p:spPr>
              <a:xfrm>
                <a:off x="5468111" y="2244090"/>
                <a:ext cx="47625" cy="47625"/>
              </a:xfrm>
              <a:custGeom>
                <a:rect b="b" l="l" r="r" t="t"/>
                <a:pathLst>
                  <a:path extrusionOk="0" h="47625" w="47625">
                    <a:moveTo>
                      <a:pt x="2286" y="6096"/>
                    </a:moveTo>
                    <a:lnTo>
                      <a:pt x="1607" y="15811"/>
                    </a:lnTo>
                    <a:lnTo>
                      <a:pt x="857" y="25527"/>
                    </a:lnTo>
                    <a:lnTo>
                      <a:pt x="250" y="35242"/>
                    </a:lnTo>
                    <a:lnTo>
                      <a:pt x="0" y="44958"/>
                    </a:lnTo>
                    <a:lnTo>
                      <a:pt x="0" y="45720"/>
                    </a:lnTo>
                    <a:lnTo>
                      <a:pt x="0" y="46482"/>
                    </a:lnTo>
                    <a:lnTo>
                      <a:pt x="0" y="47244"/>
                    </a:lnTo>
                    <a:lnTo>
                      <a:pt x="0" y="46482"/>
                    </a:lnTo>
                    <a:lnTo>
                      <a:pt x="0" y="38100"/>
                    </a:lnTo>
                    <a:lnTo>
                      <a:pt x="16764" y="0"/>
                    </a:lnTo>
                    <a:lnTo>
                      <a:pt x="24384" y="762"/>
                    </a:lnTo>
                    <a:lnTo>
                      <a:pt x="32004" y="762"/>
                    </a:lnTo>
                    <a:lnTo>
                      <a:pt x="38100" y="6858"/>
                    </a:lnTo>
                    <a:lnTo>
                      <a:pt x="41148" y="12954"/>
                    </a:lnTo>
                    <a:lnTo>
                      <a:pt x="45720" y="19812"/>
                    </a:lnTo>
                    <a:lnTo>
                      <a:pt x="46482" y="28956"/>
                    </a:lnTo>
                    <a:lnTo>
                      <a:pt x="47244" y="36576"/>
                    </a:lnTo>
                    <a:lnTo>
                      <a:pt x="47244" y="38100"/>
                    </a:lnTo>
                    <a:lnTo>
                      <a:pt x="47244" y="39624"/>
                    </a:lnTo>
                    <a:lnTo>
                      <a:pt x="47244" y="4114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5554217" y="2264664"/>
                <a:ext cx="9525" cy="41910"/>
              </a:xfrm>
              <a:custGeom>
                <a:rect b="b" l="l" r="r" t="t"/>
                <a:pathLst>
                  <a:path extrusionOk="0" h="41910" w="9525">
                    <a:moveTo>
                      <a:pt x="9144" y="0"/>
                    </a:moveTo>
                    <a:lnTo>
                      <a:pt x="6536" y="8691"/>
                    </a:lnTo>
                    <a:lnTo>
                      <a:pt x="3714" y="17526"/>
                    </a:lnTo>
                    <a:lnTo>
                      <a:pt x="1321" y="26360"/>
                    </a:lnTo>
                    <a:lnTo>
                      <a:pt x="0" y="35052"/>
                    </a:lnTo>
                    <a:lnTo>
                      <a:pt x="0" y="38862"/>
                    </a:lnTo>
                    <a:lnTo>
                      <a:pt x="0" y="39624"/>
                    </a:lnTo>
                    <a:lnTo>
                      <a:pt x="0" y="4191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5594603" y="2181606"/>
                <a:ext cx="53340" cy="116205"/>
              </a:xfrm>
              <a:custGeom>
                <a:rect b="b" l="l" r="r" t="t"/>
                <a:pathLst>
                  <a:path extrusionOk="0" h="116205" w="53339">
                    <a:moveTo>
                      <a:pt x="0" y="0"/>
                    </a:moveTo>
                    <a:lnTo>
                      <a:pt x="273" y="8703"/>
                    </a:lnTo>
                    <a:lnTo>
                      <a:pt x="476" y="18192"/>
                    </a:lnTo>
                    <a:lnTo>
                      <a:pt x="1393" y="27539"/>
                    </a:lnTo>
                    <a:lnTo>
                      <a:pt x="3810" y="35814"/>
                    </a:lnTo>
                    <a:lnTo>
                      <a:pt x="7620" y="42672"/>
                    </a:lnTo>
                    <a:lnTo>
                      <a:pt x="17526" y="44195"/>
                    </a:lnTo>
                    <a:lnTo>
                      <a:pt x="24384" y="42671"/>
                    </a:lnTo>
                    <a:lnTo>
                      <a:pt x="48768" y="3809"/>
                    </a:lnTo>
                    <a:lnTo>
                      <a:pt x="44958" y="1523"/>
                    </a:lnTo>
                    <a:lnTo>
                      <a:pt x="44196" y="1523"/>
                    </a:lnTo>
                    <a:lnTo>
                      <a:pt x="43434" y="1523"/>
                    </a:lnTo>
                    <a:lnTo>
                      <a:pt x="42672" y="6857"/>
                    </a:lnTo>
                    <a:lnTo>
                      <a:pt x="41148" y="17525"/>
                    </a:lnTo>
                    <a:lnTo>
                      <a:pt x="41910" y="25145"/>
                    </a:lnTo>
                    <a:lnTo>
                      <a:pt x="43029" y="39874"/>
                    </a:lnTo>
                    <a:lnTo>
                      <a:pt x="45720" y="54387"/>
                    </a:lnTo>
                    <a:lnTo>
                      <a:pt x="48982" y="68758"/>
                    </a:lnTo>
                    <a:lnTo>
                      <a:pt x="51816" y="83057"/>
                    </a:lnTo>
                    <a:lnTo>
                      <a:pt x="52935" y="89785"/>
                    </a:lnTo>
                    <a:lnTo>
                      <a:pt x="53340" y="96869"/>
                    </a:lnTo>
                    <a:lnTo>
                      <a:pt x="52030" y="103524"/>
                    </a:lnTo>
                    <a:lnTo>
                      <a:pt x="48006" y="108966"/>
                    </a:lnTo>
                    <a:lnTo>
                      <a:pt x="43434" y="112776"/>
                    </a:lnTo>
                    <a:lnTo>
                      <a:pt x="34290" y="115823"/>
                    </a:lnTo>
                    <a:lnTo>
                      <a:pt x="28194" y="113538"/>
                    </a:lnTo>
                    <a:lnTo>
                      <a:pt x="24384" y="111252"/>
                    </a:lnTo>
                    <a:lnTo>
                      <a:pt x="22860" y="109728"/>
                    </a:lnTo>
                    <a:lnTo>
                      <a:pt x="23622" y="10591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37" name="Google Shape;737;p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680684" y="2088616"/>
                <a:ext cx="142592" cy="2118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8" name="Google Shape;738;p6"/>
              <p:cNvSpPr/>
              <p:nvPr/>
            </p:nvSpPr>
            <p:spPr>
              <a:xfrm>
                <a:off x="5328665" y="2156460"/>
                <a:ext cx="140970" cy="227965"/>
              </a:xfrm>
              <a:custGeom>
                <a:rect b="b" l="l" r="r" t="t"/>
                <a:pathLst>
                  <a:path extrusionOk="0" h="227964" w="140970">
                    <a:moveTo>
                      <a:pt x="5334" y="0"/>
                    </a:moveTo>
                    <a:lnTo>
                      <a:pt x="2571" y="13251"/>
                    </a:lnTo>
                    <a:lnTo>
                      <a:pt x="952" y="26003"/>
                    </a:lnTo>
                    <a:lnTo>
                      <a:pt x="190" y="38897"/>
                    </a:lnTo>
                    <a:lnTo>
                      <a:pt x="0" y="52577"/>
                    </a:lnTo>
                    <a:lnTo>
                      <a:pt x="440" y="73461"/>
                    </a:lnTo>
                    <a:lnTo>
                      <a:pt x="7608" y="114085"/>
                    </a:lnTo>
                    <a:lnTo>
                      <a:pt x="23752" y="154424"/>
                    </a:lnTo>
                    <a:lnTo>
                      <a:pt x="49732" y="191333"/>
                    </a:lnTo>
                    <a:lnTo>
                      <a:pt x="83962" y="217765"/>
                    </a:lnTo>
                    <a:lnTo>
                      <a:pt x="120729" y="226861"/>
                    </a:lnTo>
                    <a:lnTo>
                      <a:pt x="140970" y="22783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6"/>
              <p:cNvSpPr/>
              <p:nvPr/>
            </p:nvSpPr>
            <p:spPr>
              <a:xfrm>
                <a:off x="5817107" y="2005584"/>
                <a:ext cx="127000" cy="333375"/>
              </a:xfrm>
              <a:custGeom>
                <a:rect b="b" l="l" r="r" t="t"/>
                <a:pathLst>
                  <a:path extrusionOk="0" h="333375" w="127000">
                    <a:moveTo>
                      <a:pt x="14477" y="0"/>
                    </a:moveTo>
                    <a:lnTo>
                      <a:pt x="41481" y="30539"/>
                    </a:lnTo>
                    <a:lnTo>
                      <a:pt x="62198" y="78485"/>
                    </a:lnTo>
                    <a:lnTo>
                      <a:pt x="69341" y="116586"/>
                    </a:lnTo>
                    <a:lnTo>
                      <a:pt x="72663" y="170378"/>
                    </a:lnTo>
                    <a:lnTo>
                      <a:pt x="73913" y="188214"/>
                    </a:lnTo>
                    <a:lnTo>
                      <a:pt x="90761" y="219301"/>
                    </a:lnTo>
                    <a:lnTo>
                      <a:pt x="97631" y="217265"/>
                    </a:lnTo>
                    <a:lnTo>
                      <a:pt x="126491" y="189737"/>
                    </a:lnTo>
                    <a:lnTo>
                      <a:pt x="126491" y="188976"/>
                    </a:lnTo>
                    <a:lnTo>
                      <a:pt x="126491" y="188213"/>
                    </a:lnTo>
                    <a:lnTo>
                      <a:pt x="119848" y="192202"/>
                    </a:lnTo>
                    <a:lnTo>
                      <a:pt x="95821" y="238506"/>
                    </a:lnTo>
                    <a:lnTo>
                      <a:pt x="93725" y="268986"/>
                    </a:lnTo>
                    <a:lnTo>
                      <a:pt x="94821" y="280523"/>
                    </a:lnTo>
                    <a:lnTo>
                      <a:pt x="96773" y="295560"/>
                    </a:lnTo>
                    <a:lnTo>
                      <a:pt x="97583" y="310455"/>
                    </a:lnTo>
                    <a:lnTo>
                      <a:pt x="63245" y="330708"/>
                    </a:lnTo>
                    <a:lnTo>
                      <a:pt x="51315" y="332327"/>
                    </a:lnTo>
                    <a:lnTo>
                      <a:pt x="38099" y="333375"/>
                    </a:lnTo>
                    <a:lnTo>
                      <a:pt x="24884" y="333279"/>
                    </a:lnTo>
                    <a:lnTo>
                      <a:pt x="12953" y="331470"/>
                    </a:lnTo>
                    <a:lnTo>
                      <a:pt x="4571" y="326898"/>
                    </a:lnTo>
                    <a:lnTo>
                      <a:pt x="2285" y="326136"/>
                    </a:lnTo>
                    <a:lnTo>
                      <a:pt x="0" y="32004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5950457" y="1981962"/>
                <a:ext cx="148590" cy="507365"/>
              </a:xfrm>
              <a:custGeom>
                <a:rect b="b" l="l" r="r" t="t"/>
                <a:pathLst>
                  <a:path extrusionOk="0" h="507364" w="148589">
                    <a:moveTo>
                      <a:pt x="0" y="0"/>
                    </a:moveTo>
                    <a:lnTo>
                      <a:pt x="35897" y="33647"/>
                    </a:lnTo>
                    <a:lnTo>
                      <a:pt x="64079" y="71782"/>
                    </a:lnTo>
                    <a:lnTo>
                      <a:pt x="95559" y="123432"/>
                    </a:lnTo>
                    <a:lnTo>
                      <a:pt x="122515" y="177974"/>
                    </a:lnTo>
                    <a:lnTo>
                      <a:pt x="141231" y="236267"/>
                    </a:lnTo>
                    <a:lnTo>
                      <a:pt x="148066" y="297299"/>
                    </a:lnTo>
                    <a:lnTo>
                      <a:pt x="146685" y="327469"/>
                    </a:lnTo>
                    <a:lnTo>
                      <a:pt x="135636" y="387095"/>
                    </a:lnTo>
                    <a:lnTo>
                      <a:pt x="119443" y="438150"/>
                    </a:lnTo>
                    <a:lnTo>
                      <a:pt x="97536" y="486918"/>
                    </a:lnTo>
                    <a:lnTo>
                      <a:pt x="82319" y="507063"/>
                    </a:lnTo>
                    <a:lnTo>
                      <a:pt x="74676" y="5044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1" name="Google Shape;741;p6"/>
            <p:cNvSpPr/>
            <p:nvPr/>
          </p:nvSpPr>
          <p:spPr>
            <a:xfrm>
              <a:off x="6368034" y="2205227"/>
              <a:ext cx="85090" cy="8890"/>
            </a:xfrm>
            <a:custGeom>
              <a:rect b="b" l="l" r="r" t="t"/>
              <a:pathLst>
                <a:path extrusionOk="0" h="8889" w="85089">
                  <a:moveTo>
                    <a:pt x="0" y="0"/>
                  </a:moveTo>
                  <a:lnTo>
                    <a:pt x="14823" y="4524"/>
                  </a:lnTo>
                  <a:lnTo>
                    <a:pt x="28289" y="7048"/>
                  </a:lnTo>
                  <a:lnTo>
                    <a:pt x="41898" y="8143"/>
                  </a:lnTo>
                  <a:lnTo>
                    <a:pt x="57150" y="8381"/>
                  </a:lnTo>
                  <a:lnTo>
                    <a:pt x="64115" y="8155"/>
                  </a:lnTo>
                  <a:lnTo>
                    <a:pt x="71151" y="7715"/>
                  </a:lnTo>
                  <a:lnTo>
                    <a:pt x="78045" y="7417"/>
                  </a:lnTo>
                  <a:lnTo>
                    <a:pt x="84582" y="7619"/>
                  </a:lnTo>
                  <a:lnTo>
                    <a:pt x="84582" y="8381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6378702" y="2296667"/>
              <a:ext cx="95250" cy="18415"/>
            </a:xfrm>
            <a:custGeom>
              <a:rect b="b" l="l" r="r" t="t"/>
              <a:pathLst>
                <a:path extrusionOk="0" h="18414" w="95250">
                  <a:moveTo>
                    <a:pt x="0" y="18287"/>
                  </a:moveTo>
                  <a:lnTo>
                    <a:pt x="17478" y="16037"/>
                  </a:lnTo>
                  <a:lnTo>
                    <a:pt x="34671" y="12858"/>
                  </a:lnTo>
                  <a:lnTo>
                    <a:pt x="51863" y="8965"/>
                  </a:lnTo>
                  <a:lnTo>
                    <a:pt x="69342" y="4571"/>
                  </a:lnTo>
                  <a:lnTo>
                    <a:pt x="75640" y="3321"/>
                  </a:lnTo>
                  <a:lnTo>
                    <a:pt x="82010" y="2000"/>
                  </a:lnTo>
                  <a:lnTo>
                    <a:pt x="88522" y="821"/>
                  </a:lnTo>
                  <a:lnTo>
                    <a:pt x="9525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6802373" y="2213610"/>
              <a:ext cx="62865" cy="314960"/>
            </a:xfrm>
            <a:custGeom>
              <a:rect b="b" l="l" r="r" t="t"/>
              <a:pathLst>
                <a:path extrusionOk="0" h="314960" w="62865">
                  <a:moveTo>
                    <a:pt x="62483" y="0"/>
                  </a:moveTo>
                  <a:lnTo>
                    <a:pt x="55518" y="45005"/>
                  </a:lnTo>
                  <a:lnTo>
                    <a:pt x="46172" y="89344"/>
                  </a:lnTo>
                  <a:lnTo>
                    <a:pt x="39623" y="118491"/>
                  </a:lnTo>
                  <a:lnTo>
                    <a:pt x="33075" y="147637"/>
                  </a:lnTo>
                  <a:lnTo>
                    <a:pt x="20966" y="203203"/>
                  </a:lnTo>
                  <a:lnTo>
                    <a:pt x="9846" y="256615"/>
                  </a:lnTo>
                  <a:lnTo>
                    <a:pt x="4571" y="283464"/>
                  </a:lnTo>
                  <a:lnTo>
                    <a:pt x="3000" y="291345"/>
                  </a:lnTo>
                  <a:lnTo>
                    <a:pt x="1714" y="299085"/>
                  </a:lnTo>
                  <a:lnTo>
                    <a:pt x="714" y="306824"/>
                  </a:lnTo>
                  <a:lnTo>
                    <a:pt x="0" y="314706"/>
                  </a:lnTo>
                  <a:lnTo>
                    <a:pt x="714" y="308407"/>
                  </a:lnTo>
                  <a:lnTo>
                    <a:pt x="1714" y="302037"/>
                  </a:lnTo>
                  <a:lnTo>
                    <a:pt x="3000" y="295525"/>
                  </a:lnTo>
                  <a:lnTo>
                    <a:pt x="4571" y="288798"/>
                  </a:lnTo>
                  <a:lnTo>
                    <a:pt x="5333" y="284988"/>
                  </a:lnTo>
                  <a:lnTo>
                    <a:pt x="6095" y="280416"/>
                  </a:lnTo>
                  <a:lnTo>
                    <a:pt x="6857" y="2766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4" name="Google Shape;744;p6"/>
            <p:cNvGrpSpPr/>
            <p:nvPr/>
          </p:nvGrpSpPr>
          <p:grpSpPr>
            <a:xfrm>
              <a:off x="6746748" y="2156459"/>
              <a:ext cx="375920" cy="336804"/>
              <a:chOff x="6746748" y="2156459"/>
              <a:chExt cx="375920" cy="336804"/>
            </a:xfrm>
          </p:grpSpPr>
          <p:sp>
            <p:nvSpPr>
              <p:cNvPr id="745" name="Google Shape;745;p6"/>
              <p:cNvSpPr/>
              <p:nvPr/>
            </p:nvSpPr>
            <p:spPr>
              <a:xfrm>
                <a:off x="6949440" y="2218943"/>
                <a:ext cx="72390" cy="274320"/>
              </a:xfrm>
              <a:custGeom>
                <a:rect b="b" l="l" r="r" t="t"/>
                <a:pathLst>
                  <a:path extrusionOk="0" h="274319" w="72390">
                    <a:moveTo>
                      <a:pt x="0" y="0"/>
                    </a:moveTo>
                    <a:lnTo>
                      <a:pt x="1928" y="16073"/>
                    </a:lnTo>
                    <a:lnTo>
                      <a:pt x="5143" y="31432"/>
                    </a:lnTo>
                    <a:lnTo>
                      <a:pt x="9215" y="46505"/>
                    </a:lnTo>
                    <a:lnTo>
                      <a:pt x="13716" y="61722"/>
                    </a:lnTo>
                    <a:lnTo>
                      <a:pt x="20443" y="85736"/>
                    </a:lnTo>
                    <a:lnTo>
                      <a:pt x="26955" y="109823"/>
                    </a:lnTo>
                    <a:lnTo>
                      <a:pt x="33325" y="134052"/>
                    </a:lnTo>
                    <a:lnTo>
                      <a:pt x="39624" y="158496"/>
                    </a:lnTo>
                    <a:lnTo>
                      <a:pt x="44779" y="179058"/>
                    </a:lnTo>
                    <a:lnTo>
                      <a:pt x="50006" y="199548"/>
                    </a:lnTo>
                    <a:lnTo>
                      <a:pt x="55375" y="219896"/>
                    </a:lnTo>
                    <a:lnTo>
                      <a:pt x="60960" y="240029"/>
                    </a:lnTo>
                    <a:lnTo>
                      <a:pt x="63912" y="248364"/>
                    </a:lnTo>
                    <a:lnTo>
                      <a:pt x="66865" y="256412"/>
                    </a:lnTo>
                    <a:lnTo>
                      <a:pt x="69532" y="264461"/>
                    </a:lnTo>
                    <a:lnTo>
                      <a:pt x="71628" y="272796"/>
                    </a:lnTo>
                    <a:lnTo>
                      <a:pt x="72390" y="274320"/>
                    </a:lnTo>
                    <a:lnTo>
                      <a:pt x="71628" y="272796"/>
                    </a:lnTo>
                    <a:lnTo>
                      <a:pt x="72390" y="274320"/>
                    </a:lnTo>
                    <a:lnTo>
                      <a:pt x="70866" y="268224"/>
                    </a:lnTo>
                    <a:lnTo>
                      <a:pt x="70866" y="265938"/>
                    </a:lnTo>
                    <a:lnTo>
                      <a:pt x="68580" y="26212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6746748" y="2156459"/>
                <a:ext cx="375920" cy="79375"/>
              </a:xfrm>
              <a:custGeom>
                <a:rect b="b" l="l" r="r" t="t"/>
                <a:pathLst>
                  <a:path extrusionOk="0" h="79375" w="375920">
                    <a:moveTo>
                      <a:pt x="0" y="79248"/>
                    </a:moveTo>
                    <a:lnTo>
                      <a:pt x="51970" y="59209"/>
                    </a:lnTo>
                    <a:lnTo>
                      <a:pt x="113526" y="48553"/>
                    </a:lnTo>
                    <a:lnTo>
                      <a:pt x="154590" y="41910"/>
                    </a:lnTo>
                    <a:lnTo>
                      <a:pt x="195512" y="35266"/>
                    </a:lnTo>
                    <a:lnTo>
                      <a:pt x="236220" y="28194"/>
                    </a:lnTo>
                    <a:lnTo>
                      <a:pt x="289845" y="17811"/>
                    </a:lnTo>
                    <a:lnTo>
                      <a:pt x="342900" y="6858"/>
                    </a:lnTo>
                    <a:lnTo>
                      <a:pt x="358997" y="3143"/>
                    </a:lnTo>
                    <a:lnTo>
                      <a:pt x="367224" y="1393"/>
                    </a:lnTo>
                    <a:lnTo>
                      <a:pt x="375666" y="0"/>
                    </a:lnTo>
                    <a:lnTo>
                      <a:pt x="368808" y="3845"/>
                    </a:lnTo>
                    <a:lnTo>
                      <a:pt x="361950" y="7334"/>
                    </a:lnTo>
                    <a:lnTo>
                      <a:pt x="355092" y="10394"/>
                    </a:lnTo>
                    <a:lnTo>
                      <a:pt x="348234" y="129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7" name="Google Shape;747;p6"/>
            <p:cNvGrpSpPr/>
            <p:nvPr/>
          </p:nvGrpSpPr>
          <p:grpSpPr>
            <a:xfrm>
              <a:off x="6787134" y="2668524"/>
              <a:ext cx="234917" cy="117094"/>
              <a:chOff x="6787134" y="2668524"/>
              <a:chExt cx="234917" cy="117094"/>
            </a:xfrm>
          </p:grpSpPr>
          <p:sp>
            <p:nvSpPr>
              <p:cNvPr id="748" name="Google Shape;748;p6"/>
              <p:cNvSpPr/>
              <p:nvPr/>
            </p:nvSpPr>
            <p:spPr>
              <a:xfrm>
                <a:off x="6791539" y="2711958"/>
                <a:ext cx="38100" cy="73660"/>
              </a:xfrm>
              <a:custGeom>
                <a:rect b="b" l="l" r="r" t="t"/>
                <a:pathLst>
                  <a:path extrusionOk="0" h="73660" w="38100">
                    <a:moveTo>
                      <a:pt x="3214" y="0"/>
                    </a:moveTo>
                    <a:lnTo>
                      <a:pt x="1571" y="8679"/>
                    </a:lnTo>
                    <a:lnTo>
                      <a:pt x="357" y="16859"/>
                    </a:lnTo>
                    <a:lnTo>
                      <a:pt x="0" y="25181"/>
                    </a:lnTo>
                    <a:lnTo>
                      <a:pt x="928" y="34290"/>
                    </a:lnTo>
                    <a:lnTo>
                      <a:pt x="13882" y="72390"/>
                    </a:lnTo>
                    <a:lnTo>
                      <a:pt x="21502" y="72390"/>
                    </a:lnTo>
                    <a:lnTo>
                      <a:pt x="31408" y="73152"/>
                    </a:lnTo>
                    <a:lnTo>
                      <a:pt x="33694" y="64769"/>
                    </a:lnTo>
                    <a:lnTo>
                      <a:pt x="37504" y="5714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6787134" y="2668524"/>
                <a:ext cx="18415" cy="2540"/>
              </a:xfrm>
              <a:custGeom>
                <a:rect b="b" l="l" r="r" t="t"/>
                <a:pathLst>
                  <a:path extrusionOk="0" h="2539" w="18415">
                    <a:moveTo>
                      <a:pt x="0" y="2286"/>
                    </a:moveTo>
                    <a:lnTo>
                      <a:pt x="9906" y="762"/>
                    </a:lnTo>
                    <a:lnTo>
                      <a:pt x="12192" y="0"/>
                    </a:lnTo>
                    <a:lnTo>
                      <a:pt x="1828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50" name="Google Shape;750;p6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876262" y="2695930"/>
                <a:ext cx="98348" cy="815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1" name="Google Shape;751;p6"/>
              <p:cNvSpPr/>
              <p:nvPr/>
            </p:nvSpPr>
            <p:spPr>
              <a:xfrm>
                <a:off x="7007447" y="2673096"/>
                <a:ext cx="14604" cy="75565"/>
              </a:xfrm>
              <a:custGeom>
                <a:rect b="b" l="l" r="r" t="t"/>
                <a:pathLst>
                  <a:path extrusionOk="0" h="75564" w="14604">
                    <a:moveTo>
                      <a:pt x="2952" y="0"/>
                    </a:moveTo>
                    <a:lnTo>
                      <a:pt x="511" y="11644"/>
                    </a:lnTo>
                    <a:lnTo>
                      <a:pt x="0" y="20002"/>
                    </a:lnTo>
                    <a:lnTo>
                      <a:pt x="1345" y="28074"/>
                    </a:lnTo>
                    <a:lnTo>
                      <a:pt x="4476" y="38862"/>
                    </a:lnTo>
                    <a:lnTo>
                      <a:pt x="7405" y="46863"/>
                    </a:lnTo>
                    <a:lnTo>
                      <a:pt x="10191" y="54863"/>
                    </a:lnTo>
                    <a:lnTo>
                      <a:pt x="12406" y="62864"/>
                    </a:lnTo>
                    <a:lnTo>
                      <a:pt x="13620" y="70866"/>
                    </a:lnTo>
                    <a:lnTo>
                      <a:pt x="13620" y="73914"/>
                    </a:lnTo>
                    <a:lnTo>
                      <a:pt x="14382" y="73914"/>
                    </a:lnTo>
                    <a:lnTo>
                      <a:pt x="13620" y="754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752" name="Google Shape;752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6889978" y="2021560"/>
              <a:ext cx="87061" cy="884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53" name="Google Shape;753;p6"/>
            <p:cNvGrpSpPr/>
            <p:nvPr/>
          </p:nvGrpSpPr>
          <p:grpSpPr>
            <a:xfrm>
              <a:off x="7323581" y="2130552"/>
              <a:ext cx="203077" cy="338455"/>
              <a:chOff x="7323581" y="2130552"/>
              <a:chExt cx="203077" cy="338455"/>
            </a:xfrm>
          </p:grpSpPr>
          <p:sp>
            <p:nvSpPr>
              <p:cNvPr id="754" name="Google Shape;754;p6"/>
              <p:cNvSpPr/>
              <p:nvPr/>
            </p:nvSpPr>
            <p:spPr>
              <a:xfrm>
                <a:off x="7323581" y="2208276"/>
                <a:ext cx="86360" cy="102235"/>
              </a:xfrm>
              <a:custGeom>
                <a:rect b="b" l="l" r="r" t="t"/>
                <a:pathLst>
                  <a:path extrusionOk="0" h="102235" w="86359">
                    <a:moveTo>
                      <a:pt x="0" y="22860"/>
                    </a:moveTo>
                    <a:lnTo>
                      <a:pt x="36194" y="0"/>
                    </a:lnTo>
                    <a:lnTo>
                      <a:pt x="46339" y="357"/>
                    </a:lnTo>
                    <a:lnTo>
                      <a:pt x="83820" y="26670"/>
                    </a:lnTo>
                    <a:lnTo>
                      <a:pt x="85867" y="35778"/>
                    </a:lnTo>
                    <a:lnTo>
                      <a:pt x="85344" y="44672"/>
                    </a:lnTo>
                    <a:lnTo>
                      <a:pt x="60388" y="78676"/>
                    </a:lnTo>
                    <a:lnTo>
                      <a:pt x="22157" y="102179"/>
                    </a:lnTo>
                    <a:lnTo>
                      <a:pt x="16764" y="102108"/>
                    </a:lnTo>
                    <a:lnTo>
                      <a:pt x="16764" y="101346"/>
                    </a:lnTo>
                    <a:lnTo>
                      <a:pt x="16764" y="10058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"/>
              <p:cNvSpPr/>
              <p:nvPr/>
            </p:nvSpPr>
            <p:spPr>
              <a:xfrm>
                <a:off x="7345298" y="2244852"/>
                <a:ext cx="4445" cy="127635"/>
              </a:xfrm>
              <a:custGeom>
                <a:rect b="b" l="l" r="r" t="t"/>
                <a:pathLst>
                  <a:path extrusionOk="0" h="127635" w="4445">
                    <a:moveTo>
                      <a:pt x="380" y="0"/>
                    </a:moveTo>
                    <a:lnTo>
                      <a:pt x="0" y="14620"/>
                    </a:lnTo>
                    <a:lnTo>
                      <a:pt x="761" y="28955"/>
                    </a:lnTo>
                    <a:lnTo>
                      <a:pt x="2095" y="43291"/>
                    </a:lnTo>
                    <a:lnTo>
                      <a:pt x="3428" y="57912"/>
                    </a:lnTo>
                    <a:lnTo>
                      <a:pt x="4179" y="97345"/>
                    </a:lnTo>
                    <a:lnTo>
                      <a:pt x="4190" y="115062"/>
                    </a:lnTo>
                    <a:lnTo>
                      <a:pt x="4190" y="124968"/>
                    </a:lnTo>
                    <a:lnTo>
                      <a:pt x="4190" y="1272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"/>
              <p:cNvSpPr/>
              <p:nvPr/>
            </p:nvSpPr>
            <p:spPr>
              <a:xfrm>
                <a:off x="7466968" y="2130552"/>
                <a:ext cx="59690" cy="338455"/>
              </a:xfrm>
              <a:custGeom>
                <a:rect b="b" l="l" r="r" t="t"/>
                <a:pathLst>
                  <a:path extrusionOk="0" h="338455" w="59690">
                    <a:moveTo>
                      <a:pt x="59305" y="0"/>
                    </a:moveTo>
                    <a:lnTo>
                      <a:pt x="40659" y="47363"/>
                    </a:lnTo>
                    <a:lnTo>
                      <a:pt x="28182" y="91904"/>
                    </a:lnTo>
                    <a:lnTo>
                      <a:pt x="14037" y="147697"/>
                    </a:lnTo>
                    <a:lnTo>
                      <a:pt x="4071" y="202346"/>
                    </a:lnTo>
                    <a:lnTo>
                      <a:pt x="0" y="256710"/>
                    </a:lnTo>
                    <a:lnTo>
                      <a:pt x="1393" y="283464"/>
                    </a:lnTo>
                    <a:lnTo>
                      <a:pt x="19395" y="327076"/>
                    </a:lnTo>
                    <a:lnTo>
                      <a:pt x="44827" y="337566"/>
                    </a:lnTo>
                    <a:lnTo>
                      <a:pt x="49399" y="338328"/>
                    </a:lnTo>
                    <a:lnTo>
                      <a:pt x="57781" y="33832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7" name="Google Shape;757;p6"/>
            <p:cNvGrpSpPr/>
            <p:nvPr/>
          </p:nvGrpSpPr>
          <p:grpSpPr>
            <a:xfrm>
              <a:off x="7627594" y="2212822"/>
              <a:ext cx="177572" cy="190018"/>
              <a:chOff x="7627594" y="2212822"/>
              <a:chExt cx="177572" cy="190018"/>
            </a:xfrm>
          </p:grpSpPr>
          <p:pic>
            <p:nvPicPr>
              <p:cNvPr id="758" name="Google Shape;758;p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627594" y="2212822"/>
                <a:ext cx="103682" cy="1784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9" name="Google Shape;759;p6"/>
              <p:cNvSpPr/>
              <p:nvPr/>
            </p:nvSpPr>
            <p:spPr>
              <a:xfrm>
                <a:off x="7778496" y="2343150"/>
                <a:ext cx="2540" cy="59690"/>
              </a:xfrm>
              <a:custGeom>
                <a:rect b="b" l="l" r="r" t="t"/>
                <a:pathLst>
                  <a:path extrusionOk="0" h="59689" w="2540">
                    <a:moveTo>
                      <a:pt x="2285" y="0"/>
                    </a:moveTo>
                    <a:lnTo>
                      <a:pt x="1845" y="9144"/>
                    </a:lnTo>
                    <a:lnTo>
                      <a:pt x="1619" y="18288"/>
                    </a:lnTo>
                    <a:lnTo>
                      <a:pt x="1535" y="27432"/>
                    </a:lnTo>
                    <a:lnTo>
                      <a:pt x="1523" y="36576"/>
                    </a:lnTo>
                    <a:lnTo>
                      <a:pt x="1523" y="43434"/>
                    </a:lnTo>
                    <a:lnTo>
                      <a:pt x="2285" y="54102"/>
                    </a:lnTo>
                    <a:lnTo>
                      <a:pt x="0" y="594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7782306" y="2260092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" name="Google Shape;761;p6"/>
            <p:cNvGrpSpPr/>
            <p:nvPr/>
          </p:nvGrpSpPr>
          <p:grpSpPr>
            <a:xfrm>
              <a:off x="7887462" y="2192274"/>
              <a:ext cx="217169" cy="300990"/>
              <a:chOff x="7887462" y="2192274"/>
              <a:chExt cx="217169" cy="300990"/>
            </a:xfrm>
          </p:grpSpPr>
          <p:sp>
            <p:nvSpPr>
              <p:cNvPr id="762" name="Google Shape;762;p6"/>
              <p:cNvSpPr/>
              <p:nvPr/>
            </p:nvSpPr>
            <p:spPr>
              <a:xfrm>
                <a:off x="7887462" y="2192274"/>
                <a:ext cx="48260" cy="300990"/>
              </a:xfrm>
              <a:custGeom>
                <a:rect b="b" l="l" r="r" t="t"/>
                <a:pathLst>
                  <a:path extrusionOk="0" h="300989" w="48259">
                    <a:moveTo>
                      <a:pt x="48005" y="0"/>
                    </a:moveTo>
                    <a:lnTo>
                      <a:pt x="37076" y="55828"/>
                    </a:lnTo>
                    <a:lnTo>
                      <a:pt x="30741" y="100964"/>
                    </a:lnTo>
                    <a:lnTo>
                      <a:pt x="27050" y="127254"/>
                    </a:lnTo>
                    <a:lnTo>
                      <a:pt x="23360" y="153542"/>
                    </a:lnTo>
                    <a:lnTo>
                      <a:pt x="19811" y="179832"/>
                    </a:lnTo>
                    <a:lnTo>
                      <a:pt x="17264" y="200965"/>
                    </a:lnTo>
                    <a:lnTo>
                      <a:pt x="14287" y="222027"/>
                    </a:lnTo>
                    <a:lnTo>
                      <a:pt x="11025" y="242947"/>
                    </a:lnTo>
                    <a:lnTo>
                      <a:pt x="7619" y="263652"/>
                    </a:lnTo>
                    <a:lnTo>
                      <a:pt x="6119" y="276105"/>
                    </a:lnTo>
                    <a:lnTo>
                      <a:pt x="4190" y="290703"/>
                    </a:lnTo>
                    <a:lnTo>
                      <a:pt x="2262" y="300728"/>
                    </a:lnTo>
                    <a:lnTo>
                      <a:pt x="761" y="299466"/>
                    </a:lnTo>
                    <a:lnTo>
                      <a:pt x="0" y="296418"/>
                    </a:lnTo>
                    <a:lnTo>
                      <a:pt x="761" y="294894"/>
                    </a:lnTo>
                    <a:lnTo>
                      <a:pt x="761" y="2918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63" name="Google Shape;763;p6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956016" y="2295906"/>
                <a:ext cx="148615" cy="1402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64" name="Google Shape;764;p6"/>
            <p:cNvSpPr/>
            <p:nvPr/>
          </p:nvSpPr>
          <p:spPr>
            <a:xfrm>
              <a:off x="8282940" y="2299716"/>
              <a:ext cx="37465" cy="48260"/>
            </a:xfrm>
            <a:custGeom>
              <a:rect b="b" l="l" r="r" t="t"/>
              <a:pathLst>
                <a:path extrusionOk="0" h="48260" w="37465">
                  <a:moveTo>
                    <a:pt x="37338" y="0"/>
                  </a:moveTo>
                  <a:lnTo>
                    <a:pt x="21919" y="36861"/>
                  </a:lnTo>
                  <a:lnTo>
                    <a:pt x="3810" y="48006"/>
                  </a:lnTo>
                  <a:lnTo>
                    <a:pt x="3048" y="48006"/>
                  </a:lnTo>
                  <a:lnTo>
                    <a:pt x="1524" y="48006"/>
                  </a:lnTo>
                  <a:lnTo>
                    <a:pt x="0" y="480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8285988" y="2201417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8287"/>
                  </a:lnTo>
                  <a:lnTo>
                    <a:pt x="5333" y="22859"/>
                  </a:lnTo>
                  <a:lnTo>
                    <a:pt x="17525" y="22859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6" name="Google Shape;766;p6"/>
            <p:cNvGrpSpPr/>
            <p:nvPr/>
          </p:nvGrpSpPr>
          <p:grpSpPr>
            <a:xfrm>
              <a:off x="8450959" y="2028443"/>
              <a:ext cx="299594" cy="340995"/>
              <a:chOff x="8450959" y="2028443"/>
              <a:chExt cx="299594" cy="340995"/>
            </a:xfrm>
          </p:grpSpPr>
          <p:pic>
            <p:nvPicPr>
              <p:cNvPr id="767" name="Google Shape;767;p6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8450959" y="2123668"/>
                <a:ext cx="153748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8" name="Google Shape;768;p6"/>
              <p:cNvSpPr/>
              <p:nvPr/>
            </p:nvSpPr>
            <p:spPr>
              <a:xfrm>
                <a:off x="8623553" y="2028443"/>
                <a:ext cx="127000" cy="340995"/>
              </a:xfrm>
              <a:custGeom>
                <a:rect b="b" l="l" r="r" t="t"/>
                <a:pathLst>
                  <a:path extrusionOk="0" h="340994" w="127000">
                    <a:moveTo>
                      <a:pt x="19811" y="0"/>
                    </a:moveTo>
                    <a:lnTo>
                      <a:pt x="58173" y="23360"/>
                    </a:lnTo>
                    <a:lnTo>
                      <a:pt x="96392" y="66960"/>
                    </a:lnTo>
                    <a:lnTo>
                      <a:pt x="116585" y="104393"/>
                    </a:lnTo>
                    <a:lnTo>
                      <a:pt x="126206" y="147637"/>
                    </a:lnTo>
                    <a:lnTo>
                      <a:pt x="126980" y="170187"/>
                    </a:lnTo>
                    <a:lnTo>
                      <a:pt x="124967" y="192023"/>
                    </a:lnTo>
                    <a:lnTo>
                      <a:pt x="108680" y="236124"/>
                    </a:lnTo>
                    <a:lnTo>
                      <a:pt x="81533" y="275082"/>
                    </a:lnTo>
                    <a:lnTo>
                      <a:pt x="53054" y="306038"/>
                    </a:lnTo>
                    <a:lnTo>
                      <a:pt x="20573" y="332994"/>
                    </a:lnTo>
                    <a:lnTo>
                      <a:pt x="10667" y="339090"/>
                    </a:lnTo>
                    <a:lnTo>
                      <a:pt x="8381" y="340614"/>
                    </a:lnTo>
                    <a:lnTo>
                      <a:pt x="0" y="33909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69" name="Google Shape;769;p6"/>
          <p:cNvGrpSpPr/>
          <p:nvPr/>
        </p:nvGrpSpPr>
        <p:grpSpPr>
          <a:xfrm>
            <a:off x="1724960" y="4518969"/>
            <a:ext cx="7518861" cy="2322765"/>
            <a:chOff x="3921428" y="4514087"/>
            <a:chExt cx="5322393" cy="1628617"/>
          </a:xfrm>
        </p:grpSpPr>
        <p:pic>
          <p:nvPicPr>
            <p:cNvPr id="770" name="Google Shape;770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921428" y="4784572"/>
              <a:ext cx="379324" cy="1608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1" name="Google Shape;771;p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052290" y="5054320"/>
              <a:ext cx="115112" cy="122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6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434814" y="4758664"/>
              <a:ext cx="119684" cy="1814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73" name="Google Shape;773;p6"/>
            <p:cNvGrpSpPr/>
            <p:nvPr/>
          </p:nvGrpSpPr>
          <p:grpSpPr>
            <a:xfrm>
              <a:off x="4624959" y="4691634"/>
              <a:ext cx="306324" cy="292735"/>
              <a:chOff x="4624959" y="4691634"/>
              <a:chExt cx="306324" cy="292735"/>
            </a:xfrm>
          </p:grpSpPr>
          <p:sp>
            <p:nvSpPr>
              <p:cNvPr id="774" name="Google Shape;774;p6"/>
              <p:cNvSpPr/>
              <p:nvPr/>
            </p:nvSpPr>
            <p:spPr>
              <a:xfrm>
                <a:off x="4624959" y="4706874"/>
                <a:ext cx="76835" cy="277495"/>
              </a:xfrm>
              <a:custGeom>
                <a:rect b="b" l="l" r="r" t="t"/>
                <a:pathLst>
                  <a:path extrusionOk="0" h="277495" w="76835">
                    <a:moveTo>
                      <a:pt x="41528" y="0"/>
                    </a:moveTo>
                    <a:lnTo>
                      <a:pt x="23633" y="47041"/>
                    </a:lnTo>
                    <a:lnTo>
                      <a:pt x="13358" y="89165"/>
                    </a:lnTo>
                    <a:lnTo>
                      <a:pt x="3786" y="139767"/>
                    </a:lnTo>
                    <a:lnTo>
                      <a:pt x="142" y="185820"/>
                    </a:lnTo>
                    <a:lnTo>
                      <a:pt x="0" y="206787"/>
                    </a:lnTo>
                    <a:lnTo>
                      <a:pt x="1571" y="227611"/>
                    </a:lnTo>
                    <a:lnTo>
                      <a:pt x="14954" y="266795"/>
                    </a:lnTo>
                    <a:lnTo>
                      <a:pt x="31622" y="277368"/>
                    </a:lnTo>
                    <a:lnTo>
                      <a:pt x="42814" y="277189"/>
                    </a:lnTo>
                    <a:lnTo>
                      <a:pt x="73532" y="252222"/>
                    </a:lnTo>
                    <a:lnTo>
                      <a:pt x="76580" y="24841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5" name="Google Shape;775;p6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699812" y="4764760"/>
                <a:ext cx="143461" cy="1341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6" name="Google Shape;776;p6"/>
              <p:cNvSpPr/>
              <p:nvPr/>
            </p:nvSpPr>
            <p:spPr>
              <a:xfrm>
                <a:off x="4853178" y="4691634"/>
                <a:ext cx="78105" cy="239395"/>
              </a:xfrm>
              <a:custGeom>
                <a:rect b="b" l="l" r="r" t="t"/>
                <a:pathLst>
                  <a:path extrusionOk="0" h="239395" w="78104">
                    <a:moveTo>
                      <a:pt x="0" y="0"/>
                    </a:moveTo>
                    <a:lnTo>
                      <a:pt x="41148" y="24383"/>
                    </a:lnTo>
                    <a:lnTo>
                      <a:pt x="65627" y="58959"/>
                    </a:lnTo>
                    <a:lnTo>
                      <a:pt x="76962" y="99821"/>
                    </a:lnTo>
                    <a:lnTo>
                      <a:pt x="77700" y="119884"/>
                    </a:lnTo>
                    <a:lnTo>
                      <a:pt x="75438" y="139160"/>
                    </a:lnTo>
                    <a:lnTo>
                      <a:pt x="62484" y="176783"/>
                    </a:lnTo>
                    <a:lnTo>
                      <a:pt x="32480" y="221468"/>
                    </a:lnTo>
                    <a:lnTo>
                      <a:pt x="9906" y="237743"/>
                    </a:lnTo>
                    <a:lnTo>
                      <a:pt x="7620" y="239267"/>
                    </a:lnTo>
                    <a:lnTo>
                      <a:pt x="1524" y="23774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7" name="Google Shape;777;p6"/>
            <p:cNvGrpSpPr/>
            <p:nvPr/>
          </p:nvGrpSpPr>
          <p:grpSpPr>
            <a:xfrm>
              <a:off x="4455293" y="5652490"/>
              <a:ext cx="657370" cy="368096"/>
              <a:chOff x="4455293" y="5652490"/>
              <a:chExt cx="657370" cy="368096"/>
            </a:xfrm>
          </p:grpSpPr>
          <p:pic>
            <p:nvPicPr>
              <p:cNvPr id="778" name="Google Shape;778;p6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4455293" y="5692114"/>
                <a:ext cx="221126" cy="3284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9" name="Google Shape;779;p6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4704562" y="5746978"/>
                <a:ext cx="86918" cy="1295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0" name="Google Shape;780;p6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4827625" y="5652490"/>
                <a:ext cx="285038" cy="2804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81" name="Google Shape;781;p6"/>
            <p:cNvGrpSpPr/>
            <p:nvPr/>
          </p:nvGrpSpPr>
          <p:grpSpPr>
            <a:xfrm>
              <a:off x="5487923" y="5711190"/>
              <a:ext cx="97155" cy="77470"/>
              <a:chOff x="5487923" y="5711190"/>
              <a:chExt cx="97155" cy="77470"/>
            </a:xfrm>
          </p:grpSpPr>
          <p:sp>
            <p:nvSpPr>
              <p:cNvPr id="782" name="Google Shape;782;p6"/>
              <p:cNvSpPr/>
              <p:nvPr/>
            </p:nvSpPr>
            <p:spPr>
              <a:xfrm>
                <a:off x="5497067" y="5711190"/>
                <a:ext cx="46990" cy="9525"/>
              </a:xfrm>
              <a:custGeom>
                <a:rect b="b" l="l" r="r" t="t"/>
                <a:pathLst>
                  <a:path extrusionOk="0" h="9525" w="46989">
                    <a:moveTo>
                      <a:pt x="0" y="0"/>
                    </a:moveTo>
                    <a:lnTo>
                      <a:pt x="10918" y="4643"/>
                    </a:lnTo>
                    <a:lnTo>
                      <a:pt x="19907" y="7429"/>
                    </a:lnTo>
                    <a:lnTo>
                      <a:pt x="29039" y="8786"/>
                    </a:lnTo>
                    <a:lnTo>
                      <a:pt x="40386" y="9144"/>
                    </a:lnTo>
                    <a:lnTo>
                      <a:pt x="42672" y="9144"/>
                    </a:lnTo>
                    <a:lnTo>
                      <a:pt x="44196" y="9144"/>
                    </a:lnTo>
                    <a:lnTo>
                      <a:pt x="46482" y="914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5487923" y="5775960"/>
                <a:ext cx="97155" cy="12700"/>
              </a:xfrm>
              <a:custGeom>
                <a:rect b="b" l="l" r="r" t="t"/>
                <a:pathLst>
                  <a:path extrusionOk="0" h="12700" w="97154">
                    <a:moveTo>
                      <a:pt x="0" y="10668"/>
                    </a:moveTo>
                    <a:lnTo>
                      <a:pt x="12894" y="11549"/>
                    </a:lnTo>
                    <a:lnTo>
                      <a:pt x="25431" y="12001"/>
                    </a:lnTo>
                    <a:lnTo>
                      <a:pt x="37826" y="12168"/>
                    </a:lnTo>
                    <a:lnTo>
                      <a:pt x="50292" y="12192"/>
                    </a:lnTo>
                    <a:lnTo>
                      <a:pt x="63448" y="11680"/>
                    </a:lnTo>
                    <a:lnTo>
                      <a:pt x="74961" y="9810"/>
                    </a:lnTo>
                    <a:lnTo>
                      <a:pt x="85760" y="6084"/>
                    </a:lnTo>
                    <a:lnTo>
                      <a:pt x="9677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4" name="Google Shape;784;p6"/>
            <p:cNvSpPr/>
            <p:nvPr/>
          </p:nvSpPr>
          <p:spPr>
            <a:xfrm>
              <a:off x="6083046" y="5636514"/>
              <a:ext cx="337820" cy="256540"/>
            </a:xfrm>
            <a:custGeom>
              <a:rect b="b" l="l" r="r" t="t"/>
              <a:pathLst>
                <a:path extrusionOk="0" h="256539" w="337820">
                  <a:moveTo>
                    <a:pt x="293370" y="0"/>
                  </a:moveTo>
                  <a:lnTo>
                    <a:pt x="252984" y="8381"/>
                  </a:lnTo>
                  <a:lnTo>
                    <a:pt x="232540" y="11525"/>
                  </a:lnTo>
                  <a:lnTo>
                    <a:pt x="212312" y="15239"/>
                  </a:lnTo>
                  <a:lnTo>
                    <a:pt x="172212" y="24383"/>
                  </a:lnTo>
                  <a:lnTo>
                    <a:pt x="126206" y="37147"/>
                  </a:lnTo>
                  <a:lnTo>
                    <a:pt x="80772" y="53339"/>
                  </a:lnTo>
                  <a:lnTo>
                    <a:pt x="73533" y="55911"/>
                  </a:lnTo>
                  <a:lnTo>
                    <a:pt x="67437" y="58483"/>
                  </a:lnTo>
                  <a:lnTo>
                    <a:pt x="61912" y="61912"/>
                  </a:lnTo>
                  <a:lnTo>
                    <a:pt x="56388" y="67055"/>
                  </a:lnTo>
                  <a:lnTo>
                    <a:pt x="66222" y="70925"/>
                  </a:lnTo>
                  <a:lnTo>
                    <a:pt x="78486" y="72866"/>
                  </a:lnTo>
                  <a:lnTo>
                    <a:pt x="91320" y="73806"/>
                  </a:lnTo>
                  <a:lnTo>
                    <a:pt x="102870" y="74675"/>
                  </a:lnTo>
                  <a:lnTo>
                    <a:pt x="140708" y="76854"/>
                  </a:lnTo>
                  <a:lnTo>
                    <a:pt x="178689" y="78390"/>
                  </a:lnTo>
                  <a:lnTo>
                    <a:pt x="216669" y="80355"/>
                  </a:lnTo>
                  <a:lnTo>
                    <a:pt x="265961" y="85141"/>
                  </a:lnTo>
                  <a:lnTo>
                    <a:pt x="301752" y="99821"/>
                  </a:lnTo>
                  <a:lnTo>
                    <a:pt x="299585" y="109870"/>
                  </a:lnTo>
                  <a:lnTo>
                    <a:pt x="288417" y="119633"/>
                  </a:lnTo>
                  <a:lnTo>
                    <a:pt x="274962" y="127682"/>
                  </a:lnTo>
                  <a:lnTo>
                    <a:pt x="265938" y="132587"/>
                  </a:lnTo>
                  <a:lnTo>
                    <a:pt x="232957" y="150780"/>
                  </a:lnTo>
                  <a:lnTo>
                    <a:pt x="164996" y="184022"/>
                  </a:lnTo>
                  <a:lnTo>
                    <a:pt x="103893" y="210835"/>
                  </a:lnTo>
                  <a:lnTo>
                    <a:pt x="50792" y="232648"/>
                  </a:lnTo>
                  <a:lnTo>
                    <a:pt x="24384" y="243839"/>
                  </a:lnTo>
                  <a:lnTo>
                    <a:pt x="18109" y="246816"/>
                  </a:lnTo>
                  <a:lnTo>
                    <a:pt x="11906" y="249935"/>
                  </a:lnTo>
                  <a:lnTo>
                    <a:pt x="5845" y="253055"/>
                  </a:lnTo>
                  <a:lnTo>
                    <a:pt x="0" y="256031"/>
                  </a:lnTo>
                  <a:lnTo>
                    <a:pt x="14168" y="255615"/>
                  </a:lnTo>
                  <a:lnTo>
                    <a:pt x="28194" y="254412"/>
                  </a:lnTo>
                  <a:lnTo>
                    <a:pt x="42219" y="252495"/>
                  </a:lnTo>
                  <a:lnTo>
                    <a:pt x="56388" y="249935"/>
                  </a:lnTo>
                  <a:lnTo>
                    <a:pt x="88832" y="244113"/>
                  </a:lnTo>
                  <a:lnTo>
                    <a:pt x="121062" y="238220"/>
                  </a:lnTo>
                  <a:lnTo>
                    <a:pt x="153150" y="232469"/>
                  </a:lnTo>
                  <a:lnTo>
                    <a:pt x="185166" y="227075"/>
                  </a:lnTo>
                  <a:lnTo>
                    <a:pt x="210776" y="222527"/>
                  </a:lnTo>
                  <a:lnTo>
                    <a:pt x="261997" y="214002"/>
                  </a:lnTo>
                  <a:lnTo>
                    <a:pt x="309086" y="208121"/>
                  </a:lnTo>
                  <a:lnTo>
                    <a:pt x="330708" y="206501"/>
                  </a:lnTo>
                  <a:lnTo>
                    <a:pt x="337566" y="205739"/>
                  </a:lnTo>
                  <a:lnTo>
                    <a:pt x="320040" y="205739"/>
                  </a:lnTo>
                  <a:lnTo>
                    <a:pt x="319278" y="205739"/>
                  </a:lnTo>
                  <a:lnTo>
                    <a:pt x="316230" y="205739"/>
                  </a:lnTo>
                  <a:lnTo>
                    <a:pt x="313944" y="204977"/>
                  </a:lnTo>
                  <a:lnTo>
                    <a:pt x="310896" y="20497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5" name="Google Shape;785;p6"/>
            <p:cNvGrpSpPr/>
            <p:nvPr/>
          </p:nvGrpSpPr>
          <p:grpSpPr>
            <a:xfrm>
              <a:off x="6130290" y="5954267"/>
              <a:ext cx="226147" cy="126872"/>
              <a:chOff x="6130290" y="5954267"/>
              <a:chExt cx="226147" cy="126872"/>
            </a:xfrm>
          </p:grpSpPr>
          <p:sp>
            <p:nvSpPr>
              <p:cNvPr id="786" name="Google Shape;786;p6"/>
              <p:cNvSpPr/>
              <p:nvPr/>
            </p:nvSpPr>
            <p:spPr>
              <a:xfrm>
                <a:off x="6156960" y="6025895"/>
                <a:ext cx="8890" cy="55244"/>
              </a:xfrm>
              <a:custGeom>
                <a:rect b="b" l="l" r="r" t="t"/>
                <a:pathLst>
                  <a:path extrusionOk="0" h="55245" w="8889">
                    <a:moveTo>
                      <a:pt x="8382" y="0"/>
                    </a:moveTo>
                    <a:lnTo>
                      <a:pt x="8584" y="8572"/>
                    </a:lnTo>
                    <a:lnTo>
                      <a:pt x="8858" y="17145"/>
                    </a:lnTo>
                    <a:lnTo>
                      <a:pt x="8703" y="25717"/>
                    </a:lnTo>
                    <a:lnTo>
                      <a:pt x="7620" y="34290"/>
                    </a:lnTo>
                    <a:lnTo>
                      <a:pt x="6858" y="40386"/>
                    </a:lnTo>
                    <a:lnTo>
                      <a:pt x="6096" y="50292"/>
                    </a:lnTo>
                    <a:lnTo>
                      <a:pt x="1524" y="54864"/>
                    </a:lnTo>
                    <a:lnTo>
                      <a:pt x="762" y="54864"/>
                    </a:lnTo>
                    <a:lnTo>
                      <a:pt x="0" y="5486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"/>
              <p:cNvSpPr/>
              <p:nvPr/>
            </p:nvSpPr>
            <p:spPr>
              <a:xfrm>
                <a:off x="6130290" y="5954267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8288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8288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6"/>
              <p:cNvSpPr/>
              <p:nvPr/>
            </p:nvSpPr>
            <p:spPr>
              <a:xfrm>
                <a:off x="6224016" y="6008274"/>
                <a:ext cx="40005" cy="3175"/>
              </a:xfrm>
              <a:custGeom>
                <a:rect b="b" l="l" r="r" t="t"/>
                <a:pathLst>
                  <a:path extrusionOk="0" h="3175" w="40004">
                    <a:moveTo>
                      <a:pt x="0" y="857"/>
                    </a:moveTo>
                    <a:lnTo>
                      <a:pt x="9513" y="464"/>
                    </a:lnTo>
                    <a:lnTo>
                      <a:pt x="20669" y="0"/>
                    </a:lnTo>
                    <a:lnTo>
                      <a:pt x="31396" y="535"/>
                    </a:lnTo>
                    <a:lnTo>
                      <a:pt x="39624" y="314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6"/>
              <p:cNvSpPr/>
              <p:nvPr/>
            </p:nvSpPr>
            <p:spPr>
              <a:xfrm>
                <a:off x="6236208" y="6056375"/>
                <a:ext cx="55244" cy="15240"/>
              </a:xfrm>
              <a:custGeom>
                <a:rect b="b" l="l" r="r" t="t"/>
                <a:pathLst>
                  <a:path extrusionOk="0" h="15239" w="55245">
                    <a:moveTo>
                      <a:pt x="0" y="15240"/>
                    </a:moveTo>
                    <a:lnTo>
                      <a:pt x="44196" y="4572"/>
                    </a:lnTo>
                    <a:lnTo>
                      <a:pt x="51816" y="1524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6352627" y="5987033"/>
                <a:ext cx="3810" cy="77470"/>
              </a:xfrm>
              <a:custGeom>
                <a:rect b="b" l="l" r="r" t="t"/>
                <a:pathLst>
                  <a:path extrusionOk="0" h="77470" w="3810">
                    <a:moveTo>
                      <a:pt x="3214" y="0"/>
                    </a:moveTo>
                    <a:lnTo>
                      <a:pt x="1666" y="9596"/>
                    </a:lnTo>
                    <a:lnTo>
                      <a:pt x="547" y="19050"/>
                    </a:lnTo>
                    <a:lnTo>
                      <a:pt x="0" y="28503"/>
                    </a:lnTo>
                    <a:lnTo>
                      <a:pt x="166" y="38100"/>
                    </a:lnTo>
                    <a:lnTo>
                      <a:pt x="845" y="46791"/>
                    </a:lnTo>
                    <a:lnTo>
                      <a:pt x="1595" y="55626"/>
                    </a:lnTo>
                    <a:lnTo>
                      <a:pt x="2202" y="64460"/>
                    </a:lnTo>
                    <a:lnTo>
                      <a:pt x="2452" y="73152"/>
                    </a:lnTo>
                    <a:lnTo>
                      <a:pt x="2452" y="74676"/>
                    </a:lnTo>
                    <a:lnTo>
                      <a:pt x="2452" y="75438"/>
                    </a:lnTo>
                    <a:lnTo>
                      <a:pt x="2452" y="769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1" name="Google Shape;791;p6"/>
            <p:cNvSpPr/>
            <p:nvPr/>
          </p:nvSpPr>
          <p:spPr>
            <a:xfrm>
              <a:off x="6942581" y="5753861"/>
              <a:ext cx="609600" cy="86995"/>
            </a:xfrm>
            <a:custGeom>
              <a:rect b="b" l="l" r="r" t="t"/>
              <a:pathLst>
                <a:path extrusionOk="0" h="86995" w="609600">
                  <a:moveTo>
                    <a:pt x="0" y="86868"/>
                  </a:moveTo>
                  <a:lnTo>
                    <a:pt x="48434" y="79045"/>
                  </a:lnTo>
                  <a:lnTo>
                    <a:pt x="98500" y="67722"/>
                  </a:lnTo>
                  <a:lnTo>
                    <a:pt x="132302" y="60579"/>
                  </a:lnTo>
                  <a:lnTo>
                    <a:pt x="200406" y="48006"/>
                  </a:lnTo>
                  <a:lnTo>
                    <a:pt x="243851" y="41433"/>
                  </a:lnTo>
                  <a:lnTo>
                    <a:pt x="287369" y="35432"/>
                  </a:lnTo>
                  <a:lnTo>
                    <a:pt x="331029" y="30003"/>
                  </a:lnTo>
                  <a:lnTo>
                    <a:pt x="374904" y="25145"/>
                  </a:lnTo>
                  <a:lnTo>
                    <a:pt x="425446" y="19681"/>
                  </a:lnTo>
                  <a:lnTo>
                    <a:pt x="476345" y="14573"/>
                  </a:lnTo>
                  <a:lnTo>
                    <a:pt x="527387" y="9608"/>
                  </a:lnTo>
                  <a:lnTo>
                    <a:pt x="578358" y="4571"/>
                  </a:lnTo>
                  <a:lnTo>
                    <a:pt x="586239" y="3548"/>
                  </a:lnTo>
                  <a:lnTo>
                    <a:pt x="593979" y="2666"/>
                  </a:lnTo>
                  <a:lnTo>
                    <a:pt x="601718" y="1785"/>
                  </a:lnTo>
                  <a:lnTo>
                    <a:pt x="609600" y="761"/>
                  </a:lnTo>
                  <a:lnTo>
                    <a:pt x="603504" y="0"/>
                  </a:lnTo>
                  <a:lnTo>
                    <a:pt x="592074" y="0"/>
                  </a:lnTo>
                  <a:lnTo>
                    <a:pt x="585216" y="761"/>
                  </a:lnTo>
                  <a:lnTo>
                    <a:pt x="579882" y="761"/>
                  </a:lnTo>
                  <a:lnTo>
                    <a:pt x="574548" y="761"/>
                  </a:lnTo>
                  <a:lnTo>
                    <a:pt x="569214" y="1523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6582156" y="5685698"/>
              <a:ext cx="81280" cy="9525"/>
            </a:xfrm>
            <a:custGeom>
              <a:rect b="b" l="l" r="r" t="t"/>
              <a:pathLst>
                <a:path extrusionOk="0" h="9525" w="81279">
                  <a:moveTo>
                    <a:pt x="0" y="9489"/>
                  </a:moveTo>
                  <a:lnTo>
                    <a:pt x="43434" y="5679"/>
                  </a:lnTo>
                  <a:lnTo>
                    <a:pt x="61340" y="1393"/>
                  </a:lnTo>
                  <a:lnTo>
                    <a:pt x="71080" y="0"/>
                  </a:lnTo>
                  <a:lnTo>
                    <a:pt x="79248" y="1107"/>
                  </a:lnTo>
                  <a:lnTo>
                    <a:pt x="80772" y="1107"/>
                  </a:lnTo>
                  <a:lnTo>
                    <a:pt x="77724" y="1107"/>
                  </a:lnTo>
                  <a:lnTo>
                    <a:pt x="76200" y="110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3" name="Google Shape;793;p6"/>
            <p:cNvGrpSpPr/>
            <p:nvPr/>
          </p:nvGrpSpPr>
          <p:grpSpPr>
            <a:xfrm>
              <a:off x="6771513" y="5516879"/>
              <a:ext cx="214122" cy="299974"/>
              <a:chOff x="6771513" y="5516879"/>
              <a:chExt cx="214122" cy="299974"/>
            </a:xfrm>
          </p:grpSpPr>
          <p:sp>
            <p:nvSpPr>
              <p:cNvPr id="794" name="Google Shape;794;p6"/>
              <p:cNvSpPr/>
              <p:nvPr/>
            </p:nvSpPr>
            <p:spPr>
              <a:xfrm>
                <a:off x="6771513" y="5556503"/>
                <a:ext cx="69215" cy="260350"/>
              </a:xfrm>
              <a:custGeom>
                <a:rect b="b" l="l" r="r" t="t"/>
                <a:pathLst>
                  <a:path extrusionOk="0" h="260350" w="69215">
                    <a:moveTo>
                      <a:pt x="6476" y="0"/>
                    </a:moveTo>
                    <a:lnTo>
                      <a:pt x="1762" y="44255"/>
                    </a:lnTo>
                    <a:lnTo>
                      <a:pt x="0" y="103727"/>
                    </a:lnTo>
                    <a:lnTo>
                      <a:pt x="71" y="126194"/>
                    </a:lnTo>
                    <a:lnTo>
                      <a:pt x="3750" y="171878"/>
                    </a:lnTo>
                    <a:lnTo>
                      <a:pt x="14966" y="218455"/>
                    </a:lnTo>
                    <a:lnTo>
                      <a:pt x="35051" y="255365"/>
                    </a:lnTo>
                    <a:lnTo>
                      <a:pt x="52958" y="259842"/>
                    </a:lnTo>
                    <a:lnTo>
                      <a:pt x="62102" y="257556"/>
                    </a:lnTo>
                    <a:lnTo>
                      <a:pt x="65150" y="256032"/>
                    </a:lnTo>
                    <a:lnTo>
                      <a:pt x="68960" y="2499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95" name="Google Shape;795;p6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851878" y="5546572"/>
                <a:ext cx="80822" cy="1257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6" name="Google Shape;796;p6"/>
              <p:cNvSpPr/>
              <p:nvPr/>
            </p:nvSpPr>
            <p:spPr>
              <a:xfrm>
                <a:off x="6979920" y="5631941"/>
                <a:ext cx="5715" cy="57150"/>
              </a:xfrm>
              <a:custGeom>
                <a:rect b="b" l="l" r="r" t="t"/>
                <a:pathLst>
                  <a:path extrusionOk="0" h="57150" w="5715">
                    <a:moveTo>
                      <a:pt x="0" y="0"/>
                    </a:moveTo>
                    <a:lnTo>
                      <a:pt x="11" y="10156"/>
                    </a:lnTo>
                    <a:lnTo>
                      <a:pt x="95" y="20097"/>
                    </a:lnTo>
                    <a:lnTo>
                      <a:pt x="321" y="29896"/>
                    </a:lnTo>
                    <a:lnTo>
                      <a:pt x="762" y="39624"/>
                    </a:lnTo>
                    <a:lnTo>
                      <a:pt x="762" y="44196"/>
                    </a:lnTo>
                    <a:lnTo>
                      <a:pt x="762" y="57150"/>
                    </a:lnTo>
                    <a:lnTo>
                      <a:pt x="3048" y="53340"/>
                    </a:lnTo>
                    <a:lnTo>
                      <a:pt x="5334" y="51053"/>
                    </a:lnTo>
                    <a:lnTo>
                      <a:pt x="5334" y="49530"/>
                    </a:lnTo>
                    <a:lnTo>
                      <a:pt x="4572" y="472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6959346" y="5516879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8" name="Google Shape;798;p6"/>
            <p:cNvSpPr/>
            <p:nvPr/>
          </p:nvSpPr>
          <p:spPr>
            <a:xfrm>
              <a:off x="7066788" y="5577840"/>
              <a:ext cx="49530" cy="6985"/>
            </a:xfrm>
            <a:custGeom>
              <a:rect b="b" l="l" r="r" t="t"/>
              <a:pathLst>
                <a:path extrusionOk="0" h="6985" w="49529">
                  <a:moveTo>
                    <a:pt x="0" y="5333"/>
                  </a:moveTo>
                  <a:lnTo>
                    <a:pt x="8012" y="5976"/>
                  </a:lnTo>
                  <a:lnTo>
                    <a:pt x="16097" y="6476"/>
                  </a:lnTo>
                  <a:lnTo>
                    <a:pt x="24324" y="6405"/>
                  </a:lnTo>
                  <a:lnTo>
                    <a:pt x="32766" y="5333"/>
                  </a:lnTo>
                  <a:lnTo>
                    <a:pt x="38862" y="4571"/>
                  </a:lnTo>
                  <a:lnTo>
                    <a:pt x="44196" y="2285"/>
                  </a:lnTo>
                  <a:lnTo>
                    <a:pt x="4953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6"/>
            <p:cNvGrpSpPr/>
            <p:nvPr/>
          </p:nvGrpSpPr>
          <p:grpSpPr>
            <a:xfrm>
              <a:off x="7216114" y="5281396"/>
              <a:ext cx="512876" cy="321082"/>
              <a:chOff x="7216114" y="5281396"/>
              <a:chExt cx="512876" cy="321082"/>
            </a:xfrm>
          </p:grpSpPr>
          <p:pic>
            <p:nvPicPr>
              <p:cNvPr id="800" name="Google Shape;800;p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216114" y="5382742"/>
                <a:ext cx="288823" cy="208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1" name="Google Shape;801;p6"/>
              <p:cNvSpPr/>
              <p:nvPr/>
            </p:nvSpPr>
            <p:spPr>
              <a:xfrm>
                <a:off x="7546847" y="5363718"/>
                <a:ext cx="62865" cy="238760"/>
              </a:xfrm>
              <a:custGeom>
                <a:rect b="b" l="l" r="r" t="t"/>
                <a:pathLst>
                  <a:path extrusionOk="0" h="238760" w="62865">
                    <a:moveTo>
                      <a:pt x="0" y="0"/>
                    </a:moveTo>
                    <a:lnTo>
                      <a:pt x="35040" y="30646"/>
                    </a:lnTo>
                    <a:lnTo>
                      <a:pt x="56292" y="80295"/>
                    </a:lnTo>
                    <a:lnTo>
                      <a:pt x="62626" y="137112"/>
                    </a:lnTo>
                    <a:lnTo>
                      <a:pt x="62674" y="157162"/>
                    </a:lnTo>
                    <a:lnTo>
                      <a:pt x="61293" y="176926"/>
                    </a:lnTo>
                    <a:lnTo>
                      <a:pt x="52387" y="216312"/>
                    </a:lnTo>
                    <a:lnTo>
                      <a:pt x="35052" y="238505"/>
                    </a:lnTo>
                    <a:lnTo>
                      <a:pt x="35814" y="228599"/>
                    </a:lnTo>
                    <a:lnTo>
                      <a:pt x="35814" y="22707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02" name="Google Shape;802;p6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622260" y="5281396"/>
                <a:ext cx="106730" cy="960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03" name="Google Shape;803;p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025358" y="5479516"/>
              <a:ext cx="112064" cy="1219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4" name="Google Shape;804;p6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744686" y="5494756"/>
              <a:ext cx="173786" cy="15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6"/>
            <p:cNvSpPr/>
            <p:nvPr/>
          </p:nvSpPr>
          <p:spPr>
            <a:xfrm>
              <a:off x="9074657" y="5171694"/>
              <a:ext cx="135255" cy="485775"/>
            </a:xfrm>
            <a:custGeom>
              <a:rect b="b" l="l" r="r" t="t"/>
              <a:pathLst>
                <a:path extrusionOk="0" h="485775" w="135254">
                  <a:moveTo>
                    <a:pt x="0" y="0"/>
                  </a:moveTo>
                  <a:lnTo>
                    <a:pt x="40290" y="9858"/>
                  </a:lnTo>
                  <a:lnTo>
                    <a:pt x="71163" y="39731"/>
                  </a:lnTo>
                  <a:lnTo>
                    <a:pt x="99952" y="84331"/>
                  </a:lnTo>
                  <a:lnTo>
                    <a:pt x="120407" y="137171"/>
                  </a:lnTo>
                  <a:lnTo>
                    <a:pt x="132242" y="196822"/>
                  </a:lnTo>
                  <a:lnTo>
                    <a:pt x="134874" y="227075"/>
                  </a:lnTo>
                  <a:lnTo>
                    <a:pt x="133981" y="257270"/>
                  </a:lnTo>
                  <a:lnTo>
                    <a:pt x="121908" y="313658"/>
                  </a:lnTo>
                  <a:lnTo>
                    <a:pt x="101596" y="367450"/>
                  </a:lnTo>
                  <a:lnTo>
                    <a:pt x="76759" y="416075"/>
                  </a:lnTo>
                  <a:lnTo>
                    <a:pt x="62484" y="439673"/>
                  </a:lnTo>
                  <a:lnTo>
                    <a:pt x="56328" y="449937"/>
                  </a:lnTo>
                  <a:lnTo>
                    <a:pt x="49244" y="460628"/>
                  </a:lnTo>
                  <a:lnTo>
                    <a:pt x="41159" y="470749"/>
                  </a:lnTo>
                  <a:lnTo>
                    <a:pt x="32004" y="479297"/>
                  </a:lnTo>
                  <a:lnTo>
                    <a:pt x="24384" y="485393"/>
                  </a:lnTo>
                  <a:lnTo>
                    <a:pt x="23622" y="475487"/>
                  </a:lnTo>
                  <a:lnTo>
                    <a:pt x="22860" y="470153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8881109" y="5539740"/>
              <a:ext cx="14604" cy="68580"/>
            </a:xfrm>
            <a:custGeom>
              <a:rect b="b" l="l" r="r" t="t"/>
              <a:pathLst>
                <a:path extrusionOk="0" h="68579" w="14604">
                  <a:moveTo>
                    <a:pt x="14477" y="0"/>
                  </a:moveTo>
                  <a:lnTo>
                    <a:pt x="3047" y="41148"/>
                  </a:lnTo>
                  <a:lnTo>
                    <a:pt x="2381" y="54768"/>
                  </a:lnTo>
                  <a:lnTo>
                    <a:pt x="1654" y="61400"/>
                  </a:lnTo>
                  <a:lnTo>
                    <a:pt x="0" y="67818"/>
                  </a:lnTo>
                  <a:lnTo>
                    <a:pt x="0" y="6858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7" name="Google Shape;807;p6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8975322" y="5497042"/>
              <a:ext cx="76500" cy="1273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8" name="Google Shape;808;p6"/>
            <p:cNvSpPr/>
            <p:nvPr/>
          </p:nvSpPr>
          <p:spPr>
            <a:xfrm>
              <a:off x="8462771" y="5737859"/>
              <a:ext cx="781050" cy="165100"/>
            </a:xfrm>
            <a:custGeom>
              <a:rect b="b" l="l" r="r" t="t"/>
              <a:pathLst>
                <a:path extrusionOk="0" h="165100" w="781050">
                  <a:moveTo>
                    <a:pt x="0" y="117348"/>
                  </a:moveTo>
                  <a:lnTo>
                    <a:pt x="38100" y="147828"/>
                  </a:lnTo>
                  <a:lnTo>
                    <a:pt x="74390" y="159924"/>
                  </a:lnTo>
                  <a:lnTo>
                    <a:pt x="113538" y="162306"/>
                  </a:lnTo>
                  <a:lnTo>
                    <a:pt x="136136" y="159162"/>
                  </a:lnTo>
                  <a:lnTo>
                    <a:pt x="158305" y="153733"/>
                  </a:lnTo>
                  <a:lnTo>
                    <a:pt x="180189" y="146875"/>
                  </a:lnTo>
                  <a:lnTo>
                    <a:pt x="201930" y="139446"/>
                  </a:lnTo>
                  <a:lnTo>
                    <a:pt x="225504" y="131837"/>
                  </a:lnTo>
                  <a:lnTo>
                    <a:pt x="273510" y="117478"/>
                  </a:lnTo>
                  <a:lnTo>
                    <a:pt x="316825" y="109096"/>
                  </a:lnTo>
                  <a:lnTo>
                    <a:pt x="336423" y="107537"/>
                  </a:lnTo>
                  <a:lnTo>
                    <a:pt x="356020" y="107834"/>
                  </a:lnTo>
                  <a:lnTo>
                    <a:pt x="398621" y="121062"/>
                  </a:lnTo>
                  <a:lnTo>
                    <a:pt x="427005" y="150018"/>
                  </a:lnTo>
                  <a:lnTo>
                    <a:pt x="430530" y="163830"/>
                  </a:lnTo>
                  <a:lnTo>
                    <a:pt x="430530" y="164592"/>
                  </a:lnTo>
                  <a:lnTo>
                    <a:pt x="433578" y="162306"/>
                  </a:lnTo>
                  <a:lnTo>
                    <a:pt x="463450" y="135147"/>
                  </a:lnTo>
                  <a:lnTo>
                    <a:pt x="513957" y="106358"/>
                  </a:lnTo>
                  <a:lnTo>
                    <a:pt x="562844" y="93487"/>
                  </a:lnTo>
                  <a:lnTo>
                    <a:pt x="606397" y="91106"/>
                  </a:lnTo>
                  <a:lnTo>
                    <a:pt x="627888" y="92202"/>
                  </a:lnTo>
                  <a:lnTo>
                    <a:pt x="646509" y="93916"/>
                  </a:lnTo>
                  <a:lnTo>
                    <a:pt x="664845" y="96202"/>
                  </a:lnTo>
                  <a:lnTo>
                    <a:pt x="683180" y="98202"/>
                  </a:lnTo>
                  <a:lnTo>
                    <a:pt x="701802" y="99060"/>
                  </a:lnTo>
                  <a:lnTo>
                    <a:pt x="715637" y="98393"/>
                  </a:lnTo>
                  <a:lnTo>
                    <a:pt x="727900" y="96012"/>
                  </a:lnTo>
                  <a:lnTo>
                    <a:pt x="760225" y="74199"/>
                  </a:lnTo>
                  <a:lnTo>
                    <a:pt x="778764" y="37338"/>
                  </a:lnTo>
                  <a:lnTo>
                    <a:pt x="780585" y="8405"/>
                  </a:lnTo>
                  <a:lnTo>
                    <a:pt x="780288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9" name="Google Shape;809;p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6159982" y="5493232"/>
              <a:ext cx="102158" cy="930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0" name="Google Shape;810;p6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516598" y="5563158"/>
              <a:ext cx="186193" cy="235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p6"/>
            <p:cNvGrpSpPr/>
            <p:nvPr/>
          </p:nvGrpSpPr>
          <p:grpSpPr>
            <a:xfrm>
              <a:off x="7028688" y="5806154"/>
              <a:ext cx="464820" cy="336550"/>
              <a:chOff x="7028688" y="5806154"/>
              <a:chExt cx="464820" cy="336550"/>
            </a:xfrm>
          </p:grpSpPr>
          <p:pic>
            <p:nvPicPr>
              <p:cNvPr id="812" name="Google Shape;812;p6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104862" y="5826191"/>
                <a:ext cx="355904" cy="1959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3" name="Google Shape;813;p6"/>
              <p:cNvSpPr/>
              <p:nvPr/>
            </p:nvSpPr>
            <p:spPr>
              <a:xfrm>
                <a:off x="7028688" y="5806154"/>
                <a:ext cx="464820" cy="336550"/>
              </a:xfrm>
              <a:custGeom>
                <a:rect b="b" l="l" r="r" t="t"/>
                <a:pathLst>
                  <a:path extrusionOk="0" h="336550" w="464820">
                    <a:moveTo>
                      <a:pt x="405383" y="4857"/>
                    </a:moveTo>
                    <a:lnTo>
                      <a:pt x="397001" y="4095"/>
                    </a:lnTo>
                    <a:lnTo>
                      <a:pt x="390143" y="3333"/>
                    </a:lnTo>
                    <a:lnTo>
                      <a:pt x="381761" y="2571"/>
                    </a:lnTo>
                    <a:lnTo>
                      <a:pt x="371474" y="1690"/>
                    </a:lnTo>
                    <a:lnTo>
                      <a:pt x="361187" y="1238"/>
                    </a:lnTo>
                    <a:lnTo>
                      <a:pt x="350900" y="1071"/>
                    </a:lnTo>
                    <a:lnTo>
                      <a:pt x="340613" y="1047"/>
                    </a:lnTo>
                    <a:lnTo>
                      <a:pt x="312372" y="631"/>
                    </a:lnTo>
                    <a:lnTo>
                      <a:pt x="283844" y="0"/>
                    </a:lnTo>
                    <a:lnTo>
                      <a:pt x="255317" y="83"/>
                    </a:lnTo>
                    <a:lnTo>
                      <a:pt x="227075" y="1809"/>
                    </a:lnTo>
                    <a:lnTo>
                      <a:pt x="183641" y="9429"/>
                    </a:lnTo>
                    <a:lnTo>
                      <a:pt x="143255" y="26193"/>
                    </a:lnTo>
                    <a:lnTo>
                      <a:pt x="104453" y="55280"/>
                    </a:lnTo>
                    <a:lnTo>
                      <a:pt x="80771" y="77247"/>
                    </a:lnTo>
                    <a:lnTo>
                      <a:pt x="71068" y="85272"/>
                    </a:lnTo>
                    <a:lnTo>
                      <a:pt x="61436" y="93440"/>
                    </a:lnTo>
                    <a:lnTo>
                      <a:pt x="51946" y="101893"/>
                    </a:lnTo>
                    <a:lnTo>
                      <a:pt x="42671" y="110775"/>
                    </a:lnTo>
                    <a:lnTo>
                      <a:pt x="34147" y="118490"/>
                    </a:lnTo>
                    <a:lnTo>
                      <a:pt x="7179" y="152757"/>
                    </a:lnTo>
                    <a:lnTo>
                      <a:pt x="0" y="177831"/>
                    </a:lnTo>
                    <a:lnTo>
                      <a:pt x="309" y="187737"/>
                    </a:lnTo>
                    <a:lnTo>
                      <a:pt x="12025" y="226421"/>
                    </a:lnTo>
                    <a:lnTo>
                      <a:pt x="35813" y="256317"/>
                    </a:lnTo>
                    <a:lnTo>
                      <a:pt x="68175" y="284285"/>
                    </a:lnTo>
                    <a:lnTo>
                      <a:pt x="106870" y="306514"/>
                    </a:lnTo>
                    <a:lnTo>
                      <a:pt x="149983" y="322778"/>
                    </a:lnTo>
                    <a:lnTo>
                      <a:pt x="196595" y="333279"/>
                    </a:lnTo>
                    <a:lnTo>
                      <a:pt x="244601" y="336280"/>
                    </a:lnTo>
                    <a:lnTo>
                      <a:pt x="260603" y="336327"/>
                    </a:lnTo>
                    <a:lnTo>
                      <a:pt x="277367" y="335375"/>
                    </a:lnTo>
                    <a:lnTo>
                      <a:pt x="325373" y="323373"/>
                    </a:lnTo>
                    <a:lnTo>
                      <a:pt x="370593" y="298727"/>
                    </a:lnTo>
                    <a:lnTo>
                      <a:pt x="405193" y="268033"/>
                    </a:lnTo>
                    <a:lnTo>
                      <a:pt x="429482" y="234350"/>
                    </a:lnTo>
                    <a:lnTo>
                      <a:pt x="450175" y="189452"/>
                    </a:lnTo>
                    <a:lnTo>
                      <a:pt x="462248" y="138136"/>
                    </a:lnTo>
                    <a:lnTo>
                      <a:pt x="464819" y="92487"/>
                    </a:lnTo>
                    <a:lnTo>
                      <a:pt x="464808" y="80617"/>
                    </a:lnTo>
                    <a:lnTo>
                      <a:pt x="452663" y="38373"/>
                    </a:lnTo>
                    <a:lnTo>
                      <a:pt x="419957" y="7810"/>
                    </a:lnTo>
                    <a:lnTo>
                      <a:pt x="386333" y="1619"/>
                    </a:lnTo>
                    <a:lnTo>
                      <a:pt x="377499" y="1714"/>
                    </a:lnTo>
                    <a:lnTo>
                      <a:pt x="368807" y="180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6"/>
            <p:cNvGrpSpPr/>
            <p:nvPr/>
          </p:nvGrpSpPr>
          <p:grpSpPr>
            <a:xfrm>
              <a:off x="8365210" y="5311140"/>
              <a:ext cx="364101" cy="417830"/>
              <a:chOff x="8365210" y="5311140"/>
              <a:chExt cx="364101" cy="417830"/>
            </a:xfrm>
          </p:grpSpPr>
          <p:pic>
            <p:nvPicPr>
              <p:cNvPr id="815" name="Google Shape;815;p6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8365210" y="5401030"/>
                <a:ext cx="196646" cy="2114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6" name="Google Shape;816;p6"/>
              <p:cNvSpPr/>
              <p:nvPr/>
            </p:nvSpPr>
            <p:spPr>
              <a:xfrm>
                <a:off x="8615647" y="5311140"/>
                <a:ext cx="113664" cy="417830"/>
              </a:xfrm>
              <a:custGeom>
                <a:rect b="b" l="l" r="r" t="t"/>
                <a:pathLst>
                  <a:path extrusionOk="0" h="417829" w="113665">
                    <a:moveTo>
                      <a:pt x="52101" y="0"/>
                    </a:moveTo>
                    <a:lnTo>
                      <a:pt x="28205" y="48434"/>
                    </a:lnTo>
                    <a:lnTo>
                      <a:pt x="15978" y="98548"/>
                    </a:lnTo>
                    <a:lnTo>
                      <a:pt x="6215" y="163913"/>
                    </a:lnTo>
                    <a:lnTo>
                      <a:pt x="1202" y="230338"/>
                    </a:lnTo>
                    <a:lnTo>
                      <a:pt x="0" y="264795"/>
                    </a:lnTo>
                    <a:lnTo>
                      <a:pt x="654" y="299251"/>
                    </a:lnTo>
                    <a:lnTo>
                      <a:pt x="7917" y="353341"/>
                    </a:lnTo>
                    <a:lnTo>
                      <a:pt x="23276" y="392037"/>
                    </a:lnTo>
                    <a:lnTo>
                      <a:pt x="60388" y="417385"/>
                    </a:lnTo>
                    <a:lnTo>
                      <a:pt x="73925" y="416456"/>
                    </a:lnTo>
                    <a:lnTo>
                      <a:pt x="86391" y="412242"/>
                    </a:lnTo>
                    <a:lnTo>
                      <a:pt x="95273" y="406229"/>
                    </a:lnTo>
                    <a:lnTo>
                      <a:pt x="102012" y="401288"/>
                    </a:lnTo>
                    <a:lnTo>
                      <a:pt x="107608" y="396490"/>
                    </a:lnTo>
                    <a:lnTo>
                      <a:pt x="113061" y="3909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7" name="Google Shape;817;p6"/>
            <p:cNvGrpSpPr/>
            <p:nvPr/>
          </p:nvGrpSpPr>
          <p:grpSpPr>
            <a:xfrm>
              <a:off x="8773667" y="5282946"/>
              <a:ext cx="214629" cy="156368"/>
              <a:chOff x="8773667" y="5282946"/>
              <a:chExt cx="214629" cy="156368"/>
            </a:xfrm>
          </p:grpSpPr>
          <p:sp>
            <p:nvSpPr>
              <p:cNvPr id="818" name="Google Shape;818;p6"/>
              <p:cNvSpPr/>
              <p:nvPr/>
            </p:nvSpPr>
            <p:spPr>
              <a:xfrm>
                <a:off x="8854439" y="5282946"/>
                <a:ext cx="5080" cy="89535"/>
              </a:xfrm>
              <a:custGeom>
                <a:rect b="b" l="l" r="r" t="t"/>
                <a:pathLst>
                  <a:path extrusionOk="0" h="89535" w="5079">
                    <a:moveTo>
                      <a:pt x="3809" y="0"/>
                    </a:moveTo>
                    <a:lnTo>
                      <a:pt x="3929" y="13835"/>
                    </a:lnTo>
                    <a:lnTo>
                      <a:pt x="4190" y="27812"/>
                    </a:lnTo>
                    <a:lnTo>
                      <a:pt x="4452" y="41790"/>
                    </a:lnTo>
                    <a:lnTo>
                      <a:pt x="4571" y="55625"/>
                    </a:lnTo>
                    <a:lnTo>
                      <a:pt x="4500" y="64722"/>
                    </a:lnTo>
                    <a:lnTo>
                      <a:pt x="4000" y="72961"/>
                    </a:lnTo>
                    <a:lnTo>
                      <a:pt x="2643" y="80914"/>
                    </a:lnTo>
                    <a:lnTo>
                      <a:pt x="0" y="8915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6"/>
              <p:cNvSpPr/>
              <p:nvPr/>
            </p:nvSpPr>
            <p:spPr>
              <a:xfrm>
                <a:off x="8773667" y="5404389"/>
                <a:ext cx="214629" cy="34925"/>
              </a:xfrm>
              <a:custGeom>
                <a:rect b="b" l="l" r="r" t="t"/>
                <a:pathLst>
                  <a:path extrusionOk="0" h="34925" w="214629">
                    <a:moveTo>
                      <a:pt x="0" y="34766"/>
                    </a:moveTo>
                    <a:lnTo>
                      <a:pt x="17478" y="31944"/>
                    </a:lnTo>
                    <a:lnTo>
                      <a:pt x="34671" y="27622"/>
                    </a:lnTo>
                    <a:lnTo>
                      <a:pt x="51863" y="22871"/>
                    </a:lnTo>
                    <a:lnTo>
                      <a:pt x="69342" y="18764"/>
                    </a:lnTo>
                    <a:lnTo>
                      <a:pt x="92785" y="13715"/>
                    </a:lnTo>
                    <a:lnTo>
                      <a:pt x="116300" y="9810"/>
                    </a:lnTo>
                    <a:lnTo>
                      <a:pt x="139957" y="6762"/>
                    </a:lnTo>
                    <a:lnTo>
                      <a:pt x="163830" y="4286"/>
                    </a:lnTo>
                    <a:lnTo>
                      <a:pt x="174474" y="2857"/>
                    </a:lnTo>
                    <a:lnTo>
                      <a:pt x="188976" y="857"/>
                    </a:lnTo>
                    <a:lnTo>
                      <a:pt x="203477" y="0"/>
                    </a:lnTo>
                    <a:lnTo>
                      <a:pt x="214122" y="2000"/>
                    </a:lnTo>
                    <a:lnTo>
                      <a:pt x="214122" y="5810"/>
                    </a:lnTo>
                    <a:lnTo>
                      <a:pt x="214122" y="7334"/>
                    </a:lnTo>
                    <a:lnTo>
                      <a:pt x="211074" y="80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0" name="Google Shape;820;p6"/>
            <p:cNvGrpSpPr/>
            <p:nvPr/>
          </p:nvGrpSpPr>
          <p:grpSpPr>
            <a:xfrm>
              <a:off x="5446775" y="4719066"/>
              <a:ext cx="85344" cy="67564"/>
              <a:chOff x="5446775" y="4719066"/>
              <a:chExt cx="85344" cy="67564"/>
            </a:xfrm>
          </p:grpSpPr>
          <p:sp>
            <p:nvSpPr>
              <p:cNvPr id="821" name="Google Shape;821;p6"/>
              <p:cNvSpPr/>
              <p:nvPr/>
            </p:nvSpPr>
            <p:spPr>
              <a:xfrm>
                <a:off x="5446775" y="4719066"/>
                <a:ext cx="73660" cy="5080"/>
              </a:xfrm>
              <a:custGeom>
                <a:rect b="b" l="l" r="r" t="t"/>
                <a:pathLst>
                  <a:path extrusionOk="0" h="5079" w="73660">
                    <a:moveTo>
                      <a:pt x="0" y="0"/>
                    </a:moveTo>
                    <a:lnTo>
                      <a:pt x="13477" y="1893"/>
                    </a:lnTo>
                    <a:lnTo>
                      <a:pt x="26670" y="3143"/>
                    </a:lnTo>
                    <a:lnTo>
                      <a:pt x="39862" y="3964"/>
                    </a:lnTo>
                    <a:lnTo>
                      <a:pt x="53340" y="4571"/>
                    </a:lnTo>
                    <a:lnTo>
                      <a:pt x="63246" y="4571"/>
                    </a:lnTo>
                    <a:lnTo>
                      <a:pt x="66294" y="4571"/>
                    </a:lnTo>
                    <a:lnTo>
                      <a:pt x="73152" y="457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5463539" y="4781550"/>
                <a:ext cx="68580" cy="5080"/>
              </a:xfrm>
              <a:custGeom>
                <a:rect b="b" l="l" r="r" t="t"/>
                <a:pathLst>
                  <a:path extrusionOk="0" h="5079" w="68579">
                    <a:moveTo>
                      <a:pt x="0" y="3810"/>
                    </a:moveTo>
                    <a:lnTo>
                      <a:pt x="10287" y="4345"/>
                    </a:lnTo>
                    <a:lnTo>
                      <a:pt x="20574" y="4667"/>
                    </a:lnTo>
                    <a:lnTo>
                      <a:pt x="30861" y="4560"/>
                    </a:lnTo>
                    <a:lnTo>
                      <a:pt x="41148" y="3810"/>
                    </a:lnTo>
                    <a:lnTo>
                      <a:pt x="48327" y="2571"/>
                    </a:lnTo>
                    <a:lnTo>
                      <a:pt x="55149" y="1333"/>
                    </a:lnTo>
                    <a:lnTo>
                      <a:pt x="61829" y="381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3" name="Google Shape;823;p6"/>
            <p:cNvSpPr/>
            <p:nvPr/>
          </p:nvSpPr>
          <p:spPr>
            <a:xfrm>
              <a:off x="5471921" y="4853940"/>
              <a:ext cx="68580" cy="7620"/>
            </a:xfrm>
            <a:custGeom>
              <a:rect b="b" l="l" r="r" t="t"/>
              <a:pathLst>
                <a:path extrusionOk="0" h="7620" w="68579">
                  <a:moveTo>
                    <a:pt x="0" y="6857"/>
                  </a:moveTo>
                  <a:lnTo>
                    <a:pt x="12549" y="7584"/>
                  </a:lnTo>
                  <a:lnTo>
                    <a:pt x="24384" y="7524"/>
                  </a:lnTo>
                  <a:lnTo>
                    <a:pt x="36218" y="6750"/>
                  </a:lnTo>
                  <a:lnTo>
                    <a:pt x="48768" y="5333"/>
                  </a:lnTo>
                  <a:lnTo>
                    <a:pt x="56388" y="3809"/>
                  </a:lnTo>
                  <a:lnTo>
                    <a:pt x="61722" y="3047"/>
                  </a:lnTo>
                  <a:lnTo>
                    <a:pt x="6858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4" name="Google Shape;824;p6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978817" y="4688560"/>
              <a:ext cx="375526" cy="1562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5" name="Google Shape;825;p6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6118834" y="4940782"/>
              <a:ext cx="113017" cy="12806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26" name="Google Shape;826;p6"/>
            <p:cNvGrpSpPr/>
            <p:nvPr/>
          </p:nvGrpSpPr>
          <p:grpSpPr>
            <a:xfrm>
              <a:off x="6611874" y="4634484"/>
              <a:ext cx="177300" cy="290829"/>
              <a:chOff x="6611874" y="4634484"/>
              <a:chExt cx="177300" cy="290829"/>
            </a:xfrm>
          </p:grpSpPr>
          <p:sp>
            <p:nvSpPr>
              <p:cNvPr id="827" name="Google Shape;827;p6"/>
              <p:cNvSpPr/>
              <p:nvPr/>
            </p:nvSpPr>
            <p:spPr>
              <a:xfrm>
                <a:off x="6611874" y="4634484"/>
                <a:ext cx="12700" cy="165735"/>
              </a:xfrm>
              <a:custGeom>
                <a:rect b="b" l="l" r="r" t="t"/>
                <a:pathLst>
                  <a:path extrusionOk="0" h="165735" w="12700">
                    <a:moveTo>
                      <a:pt x="0" y="0"/>
                    </a:moveTo>
                    <a:lnTo>
                      <a:pt x="3214" y="47363"/>
                    </a:lnTo>
                    <a:lnTo>
                      <a:pt x="4381" y="100964"/>
                    </a:lnTo>
                    <a:lnTo>
                      <a:pt x="4881" y="119824"/>
                    </a:lnTo>
                    <a:lnTo>
                      <a:pt x="6096" y="138684"/>
                    </a:lnTo>
                    <a:lnTo>
                      <a:pt x="6834" y="146173"/>
                    </a:lnTo>
                    <a:lnTo>
                      <a:pt x="8001" y="152876"/>
                    </a:lnTo>
                    <a:lnTo>
                      <a:pt x="9739" y="159150"/>
                    </a:lnTo>
                    <a:lnTo>
                      <a:pt x="12192" y="16535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6656070" y="4712970"/>
                <a:ext cx="62865" cy="93345"/>
              </a:xfrm>
              <a:custGeom>
                <a:rect b="b" l="l" r="r" t="t"/>
                <a:pathLst>
                  <a:path extrusionOk="0" h="93345" w="62865">
                    <a:moveTo>
                      <a:pt x="761" y="12191"/>
                    </a:moveTo>
                    <a:lnTo>
                      <a:pt x="642" y="24753"/>
                    </a:lnTo>
                    <a:lnTo>
                      <a:pt x="380" y="37242"/>
                    </a:lnTo>
                    <a:lnTo>
                      <a:pt x="119" y="49589"/>
                    </a:lnTo>
                    <a:lnTo>
                      <a:pt x="0" y="61721"/>
                    </a:lnTo>
                    <a:lnTo>
                      <a:pt x="25276" y="93190"/>
                    </a:lnTo>
                    <a:lnTo>
                      <a:pt x="33623" y="90963"/>
                    </a:lnTo>
                    <a:lnTo>
                      <a:pt x="60007" y="55911"/>
                    </a:lnTo>
                    <a:lnTo>
                      <a:pt x="62674" y="42398"/>
                    </a:lnTo>
                    <a:lnTo>
                      <a:pt x="62483" y="28955"/>
                    </a:lnTo>
                    <a:lnTo>
                      <a:pt x="36575" y="0"/>
                    </a:lnTo>
                    <a:lnTo>
                      <a:pt x="30479" y="761"/>
                    </a:lnTo>
                    <a:lnTo>
                      <a:pt x="29717" y="8381"/>
                    </a:lnTo>
                    <a:lnTo>
                      <a:pt x="28955" y="16763"/>
                    </a:lnTo>
                    <a:lnTo>
                      <a:pt x="32003" y="19811"/>
                    </a:lnTo>
                    <a:lnTo>
                      <a:pt x="35813" y="2666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6735199" y="4691634"/>
                <a:ext cx="53975" cy="233679"/>
              </a:xfrm>
              <a:custGeom>
                <a:rect b="b" l="l" r="r" t="t"/>
                <a:pathLst>
                  <a:path extrusionOk="0" h="233679" w="53975">
                    <a:moveTo>
                      <a:pt x="51173" y="55625"/>
                    </a:moveTo>
                    <a:lnTo>
                      <a:pt x="51720" y="45469"/>
                    </a:lnTo>
                    <a:lnTo>
                      <a:pt x="52125" y="35528"/>
                    </a:lnTo>
                    <a:lnTo>
                      <a:pt x="52244" y="25729"/>
                    </a:lnTo>
                    <a:lnTo>
                      <a:pt x="51935" y="16001"/>
                    </a:lnTo>
                    <a:lnTo>
                      <a:pt x="51935" y="9905"/>
                    </a:lnTo>
                    <a:lnTo>
                      <a:pt x="48887" y="0"/>
                    </a:lnTo>
                    <a:lnTo>
                      <a:pt x="40505" y="2285"/>
                    </a:lnTo>
                    <a:lnTo>
                      <a:pt x="31515" y="7989"/>
                    </a:lnTo>
                    <a:lnTo>
                      <a:pt x="9298" y="48887"/>
                    </a:lnTo>
                    <a:lnTo>
                      <a:pt x="1940" y="79033"/>
                    </a:lnTo>
                    <a:lnTo>
                      <a:pt x="4691" y="90677"/>
                    </a:lnTo>
                    <a:lnTo>
                      <a:pt x="9905" y="93678"/>
                    </a:lnTo>
                    <a:lnTo>
                      <a:pt x="17264" y="94106"/>
                    </a:lnTo>
                    <a:lnTo>
                      <a:pt x="24622" y="92821"/>
                    </a:lnTo>
                    <a:lnTo>
                      <a:pt x="51935" y="67817"/>
                    </a:lnTo>
                    <a:lnTo>
                      <a:pt x="51935" y="67055"/>
                    </a:lnTo>
                    <a:lnTo>
                      <a:pt x="52697" y="67055"/>
                    </a:lnTo>
                    <a:lnTo>
                      <a:pt x="52697" y="66293"/>
                    </a:lnTo>
                    <a:lnTo>
                      <a:pt x="52697" y="73151"/>
                    </a:lnTo>
                    <a:lnTo>
                      <a:pt x="52697" y="83057"/>
                    </a:lnTo>
                    <a:lnTo>
                      <a:pt x="52697" y="89915"/>
                    </a:lnTo>
                    <a:lnTo>
                      <a:pt x="52816" y="110942"/>
                    </a:lnTo>
                    <a:lnTo>
                      <a:pt x="53078" y="131825"/>
                    </a:lnTo>
                    <a:lnTo>
                      <a:pt x="53339" y="152709"/>
                    </a:lnTo>
                    <a:lnTo>
                      <a:pt x="53459" y="173735"/>
                    </a:lnTo>
                    <a:lnTo>
                      <a:pt x="53328" y="186761"/>
                    </a:lnTo>
                    <a:lnTo>
                      <a:pt x="45077" y="225551"/>
                    </a:lnTo>
                    <a:lnTo>
                      <a:pt x="34218" y="233171"/>
                    </a:lnTo>
                    <a:lnTo>
                      <a:pt x="27932" y="231552"/>
                    </a:lnTo>
                    <a:lnTo>
                      <a:pt x="3250" y="188821"/>
                    </a:lnTo>
                    <a:lnTo>
                      <a:pt x="0" y="160591"/>
                    </a:lnTo>
                    <a:lnTo>
                      <a:pt x="1262" y="146494"/>
                    </a:lnTo>
                    <a:lnTo>
                      <a:pt x="20693" y="112537"/>
                    </a:lnTo>
                    <a:lnTo>
                      <a:pt x="38790" y="97583"/>
                    </a:lnTo>
                    <a:lnTo>
                      <a:pt x="48125" y="9067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0" name="Google Shape;830;p6"/>
            <p:cNvGrpSpPr/>
            <p:nvPr/>
          </p:nvGrpSpPr>
          <p:grpSpPr>
            <a:xfrm>
              <a:off x="6848830" y="4514087"/>
              <a:ext cx="461798" cy="286728"/>
              <a:chOff x="6848830" y="4514087"/>
              <a:chExt cx="461798" cy="286728"/>
            </a:xfrm>
          </p:grpSpPr>
          <p:pic>
            <p:nvPicPr>
              <p:cNvPr id="831" name="Google Shape;831;p6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6848830" y="4557496"/>
                <a:ext cx="351570" cy="2433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2" name="Google Shape;832;p6"/>
              <p:cNvSpPr/>
              <p:nvPr/>
            </p:nvSpPr>
            <p:spPr>
              <a:xfrm>
                <a:off x="7211568" y="4514087"/>
                <a:ext cx="99060" cy="253365"/>
              </a:xfrm>
              <a:custGeom>
                <a:rect b="b" l="l" r="r" t="t"/>
                <a:pathLst>
                  <a:path extrusionOk="0" h="253364" w="99059">
                    <a:moveTo>
                      <a:pt x="13716" y="0"/>
                    </a:moveTo>
                    <a:lnTo>
                      <a:pt x="55721" y="20359"/>
                    </a:lnTo>
                    <a:lnTo>
                      <a:pt x="89058" y="62674"/>
                    </a:lnTo>
                    <a:lnTo>
                      <a:pt x="98298" y="100583"/>
                    </a:lnTo>
                    <a:lnTo>
                      <a:pt x="98809" y="116074"/>
                    </a:lnTo>
                    <a:lnTo>
                      <a:pt x="97821" y="130778"/>
                    </a:lnTo>
                    <a:lnTo>
                      <a:pt x="81736" y="176414"/>
                    </a:lnTo>
                    <a:lnTo>
                      <a:pt x="59376" y="207585"/>
                    </a:lnTo>
                    <a:lnTo>
                      <a:pt x="25241" y="239934"/>
                    </a:lnTo>
                    <a:lnTo>
                      <a:pt x="13370" y="246923"/>
                    </a:lnTo>
                    <a:lnTo>
                      <a:pt x="0" y="25298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257" y="715247"/>
            <a:ext cx="406873" cy="2671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p7"/>
          <p:cNvGrpSpPr/>
          <p:nvPr/>
        </p:nvGrpSpPr>
        <p:grpSpPr>
          <a:xfrm>
            <a:off x="6176285" y="631756"/>
            <a:ext cx="516023" cy="353777"/>
            <a:chOff x="6247637" y="2037587"/>
            <a:chExt cx="352806" cy="261427"/>
          </a:xfrm>
        </p:grpSpPr>
        <p:sp>
          <p:nvSpPr>
            <p:cNvPr id="839" name="Google Shape;839;p7"/>
            <p:cNvSpPr/>
            <p:nvPr/>
          </p:nvSpPr>
          <p:spPr>
            <a:xfrm>
              <a:off x="6247637" y="2184653"/>
              <a:ext cx="60325" cy="17145"/>
            </a:xfrm>
            <a:custGeom>
              <a:rect b="b" l="l" r="r" t="t"/>
              <a:pathLst>
                <a:path extrusionOk="0" h="17144" w="60325">
                  <a:moveTo>
                    <a:pt x="0" y="16763"/>
                  </a:moveTo>
                  <a:lnTo>
                    <a:pt x="11310" y="13346"/>
                  </a:lnTo>
                  <a:lnTo>
                    <a:pt x="22478" y="10001"/>
                  </a:lnTo>
                  <a:lnTo>
                    <a:pt x="33647" y="6798"/>
                  </a:lnTo>
                  <a:lnTo>
                    <a:pt x="44958" y="3809"/>
                  </a:lnTo>
                  <a:lnTo>
                    <a:pt x="52577" y="1523"/>
                  </a:lnTo>
                  <a:lnTo>
                    <a:pt x="54864" y="1523"/>
                  </a:lnTo>
                  <a:lnTo>
                    <a:pt x="60198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0" name="Google Shape;84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45874" y="2127478"/>
              <a:ext cx="74000" cy="1715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7"/>
            <p:cNvSpPr/>
            <p:nvPr/>
          </p:nvSpPr>
          <p:spPr>
            <a:xfrm>
              <a:off x="6457187" y="2237993"/>
              <a:ext cx="1905" cy="51435"/>
            </a:xfrm>
            <a:custGeom>
              <a:rect b="b" l="l" r="r" t="t"/>
              <a:pathLst>
                <a:path extrusionOk="0" h="51435" w="1904">
                  <a:moveTo>
                    <a:pt x="0" y="0"/>
                  </a:moveTo>
                  <a:lnTo>
                    <a:pt x="1524" y="40386"/>
                  </a:lnTo>
                  <a:lnTo>
                    <a:pt x="1524" y="44196"/>
                  </a:lnTo>
                  <a:lnTo>
                    <a:pt x="1524" y="51053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6463283" y="2167889"/>
              <a:ext cx="1905" cy="15240"/>
            </a:xfrm>
            <a:custGeom>
              <a:rect b="b" l="l" r="r" t="t"/>
              <a:pathLst>
                <a:path extrusionOk="0" h="15239" w="1904">
                  <a:moveTo>
                    <a:pt x="1524" y="15239"/>
                  </a:moveTo>
                  <a:lnTo>
                    <a:pt x="762" y="9905"/>
                  </a:lnTo>
                  <a:lnTo>
                    <a:pt x="762" y="5333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6516623" y="2037587"/>
              <a:ext cx="83820" cy="247650"/>
            </a:xfrm>
            <a:custGeom>
              <a:rect b="b" l="l" r="r" t="t"/>
              <a:pathLst>
                <a:path extrusionOk="0" h="247650" w="83820">
                  <a:moveTo>
                    <a:pt x="0" y="0"/>
                  </a:moveTo>
                  <a:lnTo>
                    <a:pt x="38040" y="18752"/>
                  </a:lnTo>
                  <a:lnTo>
                    <a:pt x="69056" y="63912"/>
                  </a:lnTo>
                  <a:lnTo>
                    <a:pt x="80772" y="101346"/>
                  </a:lnTo>
                  <a:lnTo>
                    <a:pt x="83212" y="123574"/>
                  </a:lnTo>
                  <a:lnTo>
                    <a:pt x="82581" y="144875"/>
                  </a:lnTo>
                  <a:lnTo>
                    <a:pt x="72390" y="186689"/>
                  </a:lnTo>
                  <a:lnTo>
                    <a:pt x="43886" y="232767"/>
                  </a:lnTo>
                  <a:lnTo>
                    <a:pt x="25908" y="244602"/>
                  </a:lnTo>
                  <a:lnTo>
                    <a:pt x="22098" y="246126"/>
                  </a:lnTo>
                  <a:lnTo>
                    <a:pt x="18288" y="24765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4" name="Google Shape;844;p7"/>
          <p:cNvSpPr/>
          <p:nvPr/>
        </p:nvSpPr>
        <p:spPr>
          <a:xfrm>
            <a:off x="5588935" y="709095"/>
            <a:ext cx="320425" cy="452860"/>
          </a:xfrm>
          <a:custGeom>
            <a:rect b="b" l="l" r="r" t="t"/>
            <a:pathLst>
              <a:path extrusionOk="0" h="334644" w="219075">
                <a:moveTo>
                  <a:pt x="49529" y="0"/>
                </a:moveTo>
                <a:lnTo>
                  <a:pt x="22205" y="33432"/>
                </a:lnTo>
                <a:lnTo>
                  <a:pt x="9429" y="76985"/>
                </a:lnTo>
                <a:lnTo>
                  <a:pt x="1333" y="132468"/>
                </a:lnTo>
                <a:lnTo>
                  <a:pt x="0" y="160782"/>
                </a:lnTo>
                <a:lnTo>
                  <a:pt x="1083" y="190071"/>
                </a:lnTo>
                <a:lnTo>
                  <a:pt x="14680" y="246078"/>
                </a:lnTo>
                <a:lnTo>
                  <a:pt x="47910" y="297322"/>
                </a:lnTo>
                <a:lnTo>
                  <a:pt x="100202" y="328088"/>
                </a:lnTo>
                <a:lnTo>
                  <a:pt x="153650" y="334196"/>
                </a:lnTo>
                <a:lnTo>
                  <a:pt x="175164" y="331565"/>
                </a:lnTo>
                <a:lnTo>
                  <a:pt x="196536" y="326790"/>
                </a:lnTo>
                <a:lnTo>
                  <a:pt x="218693" y="320802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5" name="Google Shape;8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7814" y="507884"/>
            <a:ext cx="154991" cy="10947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"/>
          <p:cNvSpPr/>
          <p:nvPr/>
        </p:nvSpPr>
        <p:spPr>
          <a:xfrm>
            <a:off x="3848054" y="1560850"/>
            <a:ext cx="2919115" cy="369506"/>
          </a:xfrm>
          <a:custGeom>
            <a:rect b="b" l="l" r="r" t="t"/>
            <a:pathLst>
              <a:path extrusionOk="0" h="273050" w="1995804">
                <a:moveTo>
                  <a:pt x="0" y="163068"/>
                </a:moveTo>
                <a:lnTo>
                  <a:pt x="25527" y="192690"/>
                </a:lnTo>
                <a:lnTo>
                  <a:pt x="57912" y="214884"/>
                </a:lnTo>
                <a:lnTo>
                  <a:pt x="124682" y="233172"/>
                </a:lnTo>
                <a:lnTo>
                  <a:pt x="160031" y="235029"/>
                </a:lnTo>
                <a:lnTo>
                  <a:pt x="194310" y="233172"/>
                </a:lnTo>
                <a:lnTo>
                  <a:pt x="225040" y="229171"/>
                </a:lnTo>
                <a:lnTo>
                  <a:pt x="255555" y="223456"/>
                </a:lnTo>
                <a:lnTo>
                  <a:pt x="285928" y="216884"/>
                </a:lnTo>
                <a:lnTo>
                  <a:pt x="316230" y="210312"/>
                </a:lnTo>
                <a:lnTo>
                  <a:pt x="352936" y="202894"/>
                </a:lnTo>
                <a:lnTo>
                  <a:pt x="389858" y="195548"/>
                </a:lnTo>
                <a:lnTo>
                  <a:pt x="426922" y="188344"/>
                </a:lnTo>
                <a:lnTo>
                  <a:pt x="464058" y="181356"/>
                </a:lnTo>
                <a:lnTo>
                  <a:pt x="506479" y="173104"/>
                </a:lnTo>
                <a:lnTo>
                  <a:pt x="549116" y="165639"/>
                </a:lnTo>
                <a:lnTo>
                  <a:pt x="591895" y="159174"/>
                </a:lnTo>
                <a:lnTo>
                  <a:pt x="634746" y="153924"/>
                </a:lnTo>
                <a:lnTo>
                  <a:pt x="677739" y="149625"/>
                </a:lnTo>
                <a:lnTo>
                  <a:pt x="720947" y="146970"/>
                </a:lnTo>
                <a:lnTo>
                  <a:pt x="764297" y="145887"/>
                </a:lnTo>
                <a:lnTo>
                  <a:pt x="807720" y="146304"/>
                </a:lnTo>
                <a:lnTo>
                  <a:pt x="846558" y="148018"/>
                </a:lnTo>
                <a:lnTo>
                  <a:pt x="885253" y="152019"/>
                </a:lnTo>
                <a:lnTo>
                  <a:pt x="923663" y="158305"/>
                </a:lnTo>
                <a:lnTo>
                  <a:pt x="961644" y="166878"/>
                </a:lnTo>
                <a:lnTo>
                  <a:pt x="1019841" y="185166"/>
                </a:lnTo>
                <a:lnTo>
                  <a:pt x="1075182" y="210312"/>
                </a:lnTo>
                <a:lnTo>
                  <a:pt x="1121687" y="242244"/>
                </a:lnTo>
                <a:lnTo>
                  <a:pt x="1143762" y="267462"/>
                </a:lnTo>
                <a:lnTo>
                  <a:pt x="1149096" y="272796"/>
                </a:lnTo>
                <a:lnTo>
                  <a:pt x="1149858" y="272796"/>
                </a:lnTo>
                <a:lnTo>
                  <a:pt x="1154430" y="268986"/>
                </a:lnTo>
                <a:lnTo>
                  <a:pt x="1159002" y="262128"/>
                </a:lnTo>
                <a:lnTo>
                  <a:pt x="1163574" y="257556"/>
                </a:lnTo>
                <a:lnTo>
                  <a:pt x="1203650" y="222515"/>
                </a:lnTo>
                <a:lnTo>
                  <a:pt x="1244298" y="201739"/>
                </a:lnTo>
                <a:lnTo>
                  <a:pt x="1296781" y="183356"/>
                </a:lnTo>
                <a:lnTo>
                  <a:pt x="1352538" y="169164"/>
                </a:lnTo>
                <a:lnTo>
                  <a:pt x="1411569" y="158877"/>
                </a:lnTo>
                <a:lnTo>
                  <a:pt x="1490900" y="152185"/>
                </a:lnTo>
                <a:lnTo>
                  <a:pt x="1541145" y="151066"/>
                </a:lnTo>
                <a:lnTo>
                  <a:pt x="1591389" y="151376"/>
                </a:lnTo>
                <a:lnTo>
                  <a:pt x="1641348" y="152400"/>
                </a:lnTo>
                <a:lnTo>
                  <a:pt x="1666053" y="153281"/>
                </a:lnTo>
                <a:lnTo>
                  <a:pt x="1690973" y="154305"/>
                </a:lnTo>
                <a:lnTo>
                  <a:pt x="1716035" y="154757"/>
                </a:lnTo>
                <a:lnTo>
                  <a:pt x="1763637" y="151554"/>
                </a:lnTo>
                <a:lnTo>
                  <a:pt x="1806856" y="140529"/>
                </a:lnTo>
                <a:lnTo>
                  <a:pt x="1858041" y="119086"/>
                </a:lnTo>
                <a:lnTo>
                  <a:pt x="1916334" y="87796"/>
                </a:lnTo>
                <a:lnTo>
                  <a:pt x="1956589" y="63698"/>
                </a:lnTo>
                <a:lnTo>
                  <a:pt x="1990344" y="37338"/>
                </a:lnTo>
                <a:lnTo>
                  <a:pt x="1995523" y="27217"/>
                </a:lnTo>
                <a:lnTo>
                  <a:pt x="1995201" y="18097"/>
                </a:lnTo>
                <a:lnTo>
                  <a:pt x="1991308" y="9263"/>
                </a:lnTo>
                <a:lnTo>
                  <a:pt x="1985772" y="0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7" name="Google Shape;847;p7"/>
          <p:cNvGrpSpPr/>
          <p:nvPr/>
        </p:nvGrpSpPr>
        <p:grpSpPr>
          <a:xfrm>
            <a:off x="3903778" y="951421"/>
            <a:ext cx="481287" cy="230984"/>
            <a:chOff x="4693919" y="2273807"/>
            <a:chExt cx="329057" cy="170688"/>
          </a:xfrm>
        </p:grpSpPr>
        <p:sp>
          <p:nvSpPr>
            <p:cNvPr id="848" name="Google Shape;848;p7"/>
            <p:cNvSpPr/>
            <p:nvPr/>
          </p:nvSpPr>
          <p:spPr>
            <a:xfrm>
              <a:off x="4693919" y="2349245"/>
              <a:ext cx="158750" cy="95250"/>
            </a:xfrm>
            <a:custGeom>
              <a:rect b="b" l="l" r="r" t="t"/>
              <a:pathLst>
                <a:path extrusionOk="0" h="95250" w="158750">
                  <a:moveTo>
                    <a:pt x="0" y="11429"/>
                  </a:moveTo>
                  <a:lnTo>
                    <a:pt x="547" y="25110"/>
                  </a:lnTo>
                  <a:lnTo>
                    <a:pt x="2095" y="38004"/>
                  </a:lnTo>
                  <a:lnTo>
                    <a:pt x="4500" y="50756"/>
                  </a:lnTo>
                  <a:lnTo>
                    <a:pt x="7620" y="64007"/>
                  </a:lnTo>
                  <a:lnTo>
                    <a:pt x="9358" y="71425"/>
                  </a:lnTo>
                  <a:lnTo>
                    <a:pt x="11239" y="78771"/>
                  </a:lnTo>
                  <a:lnTo>
                    <a:pt x="13406" y="85975"/>
                  </a:lnTo>
                  <a:lnTo>
                    <a:pt x="16002" y="92963"/>
                  </a:lnTo>
                  <a:lnTo>
                    <a:pt x="16764" y="94487"/>
                  </a:lnTo>
                  <a:lnTo>
                    <a:pt x="16764" y="95249"/>
                  </a:lnTo>
                  <a:lnTo>
                    <a:pt x="16002" y="89153"/>
                  </a:lnTo>
                  <a:lnTo>
                    <a:pt x="13716" y="83819"/>
                  </a:lnTo>
                  <a:lnTo>
                    <a:pt x="12192" y="77723"/>
                  </a:lnTo>
                  <a:lnTo>
                    <a:pt x="9072" y="65103"/>
                  </a:lnTo>
                  <a:lnTo>
                    <a:pt x="7239" y="51053"/>
                  </a:lnTo>
                  <a:lnTo>
                    <a:pt x="7691" y="37004"/>
                  </a:lnTo>
                  <a:lnTo>
                    <a:pt x="43434" y="9143"/>
                  </a:lnTo>
                  <a:lnTo>
                    <a:pt x="54185" y="10620"/>
                  </a:lnTo>
                  <a:lnTo>
                    <a:pt x="86260" y="35468"/>
                  </a:lnTo>
                  <a:lnTo>
                    <a:pt x="96012" y="61721"/>
                  </a:lnTo>
                  <a:lnTo>
                    <a:pt x="96012" y="69341"/>
                  </a:lnTo>
                  <a:lnTo>
                    <a:pt x="92964" y="71627"/>
                  </a:lnTo>
                  <a:lnTo>
                    <a:pt x="86106" y="71627"/>
                  </a:lnTo>
                  <a:lnTo>
                    <a:pt x="76962" y="72389"/>
                  </a:lnTo>
                  <a:lnTo>
                    <a:pt x="77724" y="60959"/>
                  </a:lnTo>
                  <a:lnTo>
                    <a:pt x="77724" y="54863"/>
                  </a:lnTo>
                  <a:lnTo>
                    <a:pt x="77521" y="44279"/>
                  </a:lnTo>
                  <a:lnTo>
                    <a:pt x="78390" y="34194"/>
                  </a:lnTo>
                  <a:lnTo>
                    <a:pt x="103560" y="1416"/>
                  </a:lnTo>
                  <a:lnTo>
                    <a:pt x="111252" y="0"/>
                  </a:lnTo>
                  <a:lnTo>
                    <a:pt x="119312" y="47"/>
                  </a:lnTo>
                  <a:lnTo>
                    <a:pt x="152400" y="24955"/>
                  </a:lnTo>
                  <a:lnTo>
                    <a:pt x="158496" y="49529"/>
                  </a:lnTo>
                  <a:lnTo>
                    <a:pt x="158496" y="57149"/>
                  </a:lnTo>
                  <a:lnTo>
                    <a:pt x="156210" y="62483"/>
                  </a:lnTo>
                  <a:lnTo>
                    <a:pt x="155448" y="64769"/>
                  </a:lnTo>
                  <a:lnTo>
                    <a:pt x="154686" y="65531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4853939" y="2273807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4894325" y="2344673"/>
              <a:ext cx="6350" cy="50800"/>
            </a:xfrm>
            <a:custGeom>
              <a:rect b="b" l="l" r="r" t="t"/>
              <a:pathLst>
                <a:path extrusionOk="0" h="50800" w="6350">
                  <a:moveTo>
                    <a:pt x="0" y="0"/>
                  </a:moveTo>
                  <a:lnTo>
                    <a:pt x="583" y="7881"/>
                  </a:lnTo>
                  <a:lnTo>
                    <a:pt x="1238" y="15621"/>
                  </a:lnTo>
                  <a:lnTo>
                    <a:pt x="2035" y="23360"/>
                  </a:lnTo>
                  <a:lnTo>
                    <a:pt x="3048" y="31242"/>
                  </a:lnTo>
                  <a:lnTo>
                    <a:pt x="3810" y="37338"/>
                  </a:lnTo>
                  <a:lnTo>
                    <a:pt x="5334" y="43434"/>
                  </a:lnTo>
                  <a:lnTo>
                    <a:pt x="6096" y="49530"/>
                  </a:lnTo>
                  <a:lnTo>
                    <a:pt x="6096" y="5029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4942331" y="2296275"/>
              <a:ext cx="80645" cy="90170"/>
            </a:xfrm>
            <a:custGeom>
              <a:rect b="b" l="l" r="r" t="t"/>
              <a:pathLst>
                <a:path extrusionOk="0" h="90169" w="80645">
                  <a:moveTo>
                    <a:pt x="0" y="45350"/>
                  </a:moveTo>
                  <a:lnTo>
                    <a:pt x="1166" y="52982"/>
                  </a:lnTo>
                  <a:lnTo>
                    <a:pt x="2476" y="60114"/>
                  </a:lnTo>
                  <a:lnTo>
                    <a:pt x="4071" y="67103"/>
                  </a:lnTo>
                  <a:lnTo>
                    <a:pt x="6096" y="74306"/>
                  </a:lnTo>
                  <a:lnTo>
                    <a:pt x="6858" y="77354"/>
                  </a:lnTo>
                  <a:lnTo>
                    <a:pt x="7620" y="79640"/>
                  </a:lnTo>
                  <a:lnTo>
                    <a:pt x="9144" y="81926"/>
                  </a:lnTo>
                  <a:lnTo>
                    <a:pt x="7620" y="74306"/>
                  </a:lnTo>
                  <a:lnTo>
                    <a:pt x="3810" y="66686"/>
                  </a:lnTo>
                  <a:lnTo>
                    <a:pt x="3048" y="59066"/>
                  </a:lnTo>
                  <a:lnTo>
                    <a:pt x="1809" y="49018"/>
                  </a:lnTo>
                  <a:lnTo>
                    <a:pt x="1714" y="38683"/>
                  </a:lnTo>
                  <a:lnTo>
                    <a:pt x="3047" y="28634"/>
                  </a:lnTo>
                  <a:lnTo>
                    <a:pt x="32003" y="392"/>
                  </a:lnTo>
                  <a:lnTo>
                    <a:pt x="41076" y="0"/>
                  </a:lnTo>
                  <a:lnTo>
                    <a:pt x="49148" y="1250"/>
                  </a:lnTo>
                  <a:lnTo>
                    <a:pt x="78581" y="32575"/>
                  </a:lnTo>
                  <a:lnTo>
                    <a:pt x="80260" y="51816"/>
                  </a:lnTo>
                  <a:lnTo>
                    <a:pt x="79724" y="62019"/>
                  </a:lnTo>
                  <a:lnTo>
                    <a:pt x="78188" y="72080"/>
                  </a:lnTo>
                  <a:lnTo>
                    <a:pt x="75438" y="81926"/>
                  </a:lnTo>
                  <a:lnTo>
                    <a:pt x="74676" y="84212"/>
                  </a:lnTo>
                  <a:lnTo>
                    <a:pt x="73152" y="87260"/>
                  </a:lnTo>
                  <a:lnTo>
                    <a:pt x="72390" y="8954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52" name="Google Shape;85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8691" y="1325706"/>
            <a:ext cx="187313" cy="194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3" name="Google Shape;853;p7"/>
          <p:cNvGrpSpPr/>
          <p:nvPr/>
        </p:nvGrpSpPr>
        <p:grpSpPr>
          <a:xfrm>
            <a:off x="4983751" y="632076"/>
            <a:ext cx="443021" cy="511660"/>
            <a:chOff x="5432298" y="2037824"/>
            <a:chExt cx="302895" cy="378096"/>
          </a:xfrm>
        </p:grpSpPr>
        <p:pic>
          <p:nvPicPr>
            <p:cNvPr id="854" name="Google Shape;854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65038" y="2037824"/>
              <a:ext cx="91490" cy="87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7"/>
            <p:cNvSpPr/>
            <p:nvPr/>
          </p:nvSpPr>
          <p:spPr>
            <a:xfrm>
              <a:off x="5432298" y="2179700"/>
              <a:ext cx="302895" cy="236220"/>
            </a:xfrm>
            <a:custGeom>
              <a:rect b="b" l="l" r="r" t="t"/>
              <a:pathLst>
                <a:path extrusionOk="0" h="236219" w="302895">
                  <a:moveTo>
                    <a:pt x="235458" y="1142"/>
                  </a:moveTo>
                  <a:lnTo>
                    <a:pt x="233934" y="1142"/>
                  </a:lnTo>
                  <a:lnTo>
                    <a:pt x="230124" y="1142"/>
                  </a:lnTo>
                  <a:lnTo>
                    <a:pt x="227076" y="1142"/>
                  </a:lnTo>
                  <a:lnTo>
                    <a:pt x="218015" y="285"/>
                  </a:lnTo>
                  <a:lnTo>
                    <a:pt x="208311" y="0"/>
                  </a:lnTo>
                  <a:lnTo>
                    <a:pt x="163175" y="6834"/>
                  </a:lnTo>
                  <a:lnTo>
                    <a:pt x="112144" y="25360"/>
                  </a:lnTo>
                  <a:lnTo>
                    <a:pt x="87630" y="36194"/>
                  </a:lnTo>
                  <a:lnTo>
                    <a:pt x="75961" y="40671"/>
                  </a:lnTo>
                  <a:lnTo>
                    <a:pt x="62293" y="46291"/>
                  </a:lnTo>
                  <a:lnTo>
                    <a:pt x="49482" y="53339"/>
                  </a:lnTo>
                  <a:lnTo>
                    <a:pt x="40386" y="62102"/>
                  </a:lnTo>
                  <a:lnTo>
                    <a:pt x="40386" y="62864"/>
                  </a:lnTo>
                  <a:lnTo>
                    <a:pt x="40386" y="63626"/>
                  </a:lnTo>
                  <a:lnTo>
                    <a:pt x="40386" y="65150"/>
                  </a:lnTo>
                  <a:lnTo>
                    <a:pt x="52316" y="69139"/>
                  </a:lnTo>
                  <a:lnTo>
                    <a:pt x="90678" y="73532"/>
                  </a:lnTo>
                  <a:lnTo>
                    <a:pt x="136874" y="76199"/>
                  </a:lnTo>
                  <a:lnTo>
                    <a:pt x="160222" y="77390"/>
                  </a:lnTo>
                  <a:lnTo>
                    <a:pt x="183642" y="78866"/>
                  </a:lnTo>
                  <a:lnTo>
                    <a:pt x="230469" y="84546"/>
                  </a:lnTo>
                  <a:lnTo>
                    <a:pt x="250126" y="97131"/>
                  </a:lnTo>
                  <a:lnTo>
                    <a:pt x="247650" y="104393"/>
                  </a:lnTo>
                  <a:lnTo>
                    <a:pt x="214633" y="129135"/>
                  </a:lnTo>
                  <a:lnTo>
                    <a:pt x="172223" y="151566"/>
                  </a:lnTo>
                  <a:lnTo>
                    <a:pt x="123455" y="174628"/>
                  </a:lnTo>
                  <a:lnTo>
                    <a:pt x="96107" y="187547"/>
                  </a:lnTo>
                  <a:lnTo>
                    <a:pt x="68901" y="200608"/>
                  </a:lnTo>
                  <a:lnTo>
                    <a:pt x="41910" y="213740"/>
                  </a:lnTo>
                  <a:lnTo>
                    <a:pt x="31075" y="218908"/>
                  </a:lnTo>
                  <a:lnTo>
                    <a:pt x="20383" y="224218"/>
                  </a:lnTo>
                  <a:lnTo>
                    <a:pt x="9977" y="229814"/>
                  </a:lnTo>
                  <a:lnTo>
                    <a:pt x="0" y="235838"/>
                  </a:lnTo>
                  <a:lnTo>
                    <a:pt x="15073" y="235291"/>
                  </a:lnTo>
                  <a:lnTo>
                    <a:pt x="59436" y="228218"/>
                  </a:lnTo>
                  <a:lnTo>
                    <a:pt x="122301" y="214312"/>
                  </a:lnTo>
                  <a:lnTo>
                    <a:pt x="153733" y="207644"/>
                  </a:lnTo>
                  <a:lnTo>
                    <a:pt x="185166" y="201548"/>
                  </a:lnTo>
                  <a:lnTo>
                    <a:pt x="207585" y="197155"/>
                  </a:lnTo>
                  <a:lnTo>
                    <a:pt x="230219" y="193262"/>
                  </a:lnTo>
                  <a:lnTo>
                    <a:pt x="275844" y="187832"/>
                  </a:lnTo>
                  <a:lnTo>
                    <a:pt x="302514" y="187070"/>
                  </a:lnTo>
                  <a:lnTo>
                    <a:pt x="294382" y="189797"/>
                  </a:lnTo>
                  <a:lnTo>
                    <a:pt x="286035" y="192309"/>
                  </a:lnTo>
                  <a:lnTo>
                    <a:pt x="277546" y="194679"/>
                  </a:lnTo>
                  <a:lnTo>
                    <a:pt x="268986" y="19697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6" name="Google Shape;856;p7"/>
          <p:cNvSpPr/>
          <p:nvPr/>
        </p:nvSpPr>
        <p:spPr>
          <a:xfrm>
            <a:off x="5026101" y="1341209"/>
            <a:ext cx="7430" cy="67027"/>
          </a:xfrm>
          <a:custGeom>
            <a:rect b="b" l="l" r="r" t="t"/>
            <a:pathLst>
              <a:path extrusionOk="0" h="49530" w="5079">
                <a:moveTo>
                  <a:pt x="762" y="0"/>
                </a:moveTo>
                <a:lnTo>
                  <a:pt x="238" y="8334"/>
                </a:lnTo>
                <a:lnTo>
                  <a:pt x="0" y="16383"/>
                </a:lnTo>
                <a:lnTo>
                  <a:pt x="333" y="24431"/>
                </a:lnTo>
                <a:lnTo>
                  <a:pt x="1524" y="32766"/>
                </a:lnTo>
                <a:lnTo>
                  <a:pt x="2286" y="37338"/>
                </a:lnTo>
                <a:lnTo>
                  <a:pt x="4572" y="42672"/>
                </a:lnTo>
                <a:lnTo>
                  <a:pt x="4572" y="48006"/>
                </a:lnTo>
                <a:lnTo>
                  <a:pt x="4572" y="48768"/>
                </a:lnTo>
                <a:lnTo>
                  <a:pt x="4572" y="49530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7"/>
          <p:cNvSpPr/>
          <p:nvPr/>
        </p:nvSpPr>
        <p:spPr>
          <a:xfrm>
            <a:off x="4997123" y="1242215"/>
            <a:ext cx="21360" cy="6875"/>
          </a:xfrm>
          <a:custGeom>
            <a:rect b="b" l="l" r="r" t="t"/>
            <a:pathLst>
              <a:path extrusionOk="0" h="5080" w="14604">
                <a:moveTo>
                  <a:pt x="0" y="0"/>
                </a:moveTo>
                <a:lnTo>
                  <a:pt x="4572" y="1523"/>
                </a:lnTo>
                <a:lnTo>
                  <a:pt x="9906" y="3047"/>
                </a:lnTo>
                <a:lnTo>
                  <a:pt x="14478" y="4571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7"/>
          <p:cNvGrpSpPr/>
          <p:nvPr/>
        </p:nvGrpSpPr>
        <p:grpSpPr>
          <a:xfrm>
            <a:off x="5123066" y="1287586"/>
            <a:ext cx="176465" cy="116867"/>
            <a:chOff x="5527548" y="2522219"/>
            <a:chExt cx="120650" cy="86360"/>
          </a:xfrm>
        </p:grpSpPr>
        <p:sp>
          <p:nvSpPr>
            <p:cNvPr id="859" name="Google Shape;859;p7"/>
            <p:cNvSpPr/>
            <p:nvPr/>
          </p:nvSpPr>
          <p:spPr>
            <a:xfrm>
              <a:off x="5527548" y="2544317"/>
              <a:ext cx="45085" cy="3175"/>
            </a:xfrm>
            <a:custGeom>
              <a:rect b="b" l="l" r="r" t="t"/>
              <a:pathLst>
                <a:path extrusionOk="0" h="3175" w="45085">
                  <a:moveTo>
                    <a:pt x="0" y="2286"/>
                  </a:moveTo>
                  <a:lnTo>
                    <a:pt x="7762" y="2047"/>
                  </a:lnTo>
                  <a:lnTo>
                    <a:pt x="15240" y="1524"/>
                  </a:lnTo>
                  <a:lnTo>
                    <a:pt x="22717" y="1000"/>
                  </a:lnTo>
                  <a:lnTo>
                    <a:pt x="30480" y="762"/>
                  </a:lnTo>
                  <a:lnTo>
                    <a:pt x="36576" y="0"/>
                  </a:lnTo>
                  <a:lnTo>
                    <a:pt x="40386" y="1524"/>
                  </a:lnTo>
                  <a:lnTo>
                    <a:pt x="44958" y="304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5541264" y="2581655"/>
              <a:ext cx="51435" cy="15240"/>
            </a:xfrm>
            <a:custGeom>
              <a:rect b="b" l="l" r="r" t="t"/>
              <a:pathLst>
                <a:path extrusionOk="0" h="15239" w="51435">
                  <a:moveTo>
                    <a:pt x="0" y="15239"/>
                  </a:moveTo>
                  <a:lnTo>
                    <a:pt x="10858" y="12477"/>
                  </a:lnTo>
                  <a:lnTo>
                    <a:pt x="21717" y="9715"/>
                  </a:lnTo>
                  <a:lnTo>
                    <a:pt x="32575" y="6667"/>
                  </a:lnTo>
                  <a:lnTo>
                    <a:pt x="43434" y="3047"/>
                  </a:lnTo>
                  <a:lnTo>
                    <a:pt x="46482" y="1523"/>
                  </a:lnTo>
                  <a:lnTo>
                    <a:pt x="48768" y="761"/>
                  </a:lnTo>
                  <a:lnTo>
                    <a:pt x="51053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5645658" y="2522219"/>
              <a:ext cx="2540" cy="86360"/>
            </a:xfrm>
            <a:custGeom>
              <a:rect b="b" l="l" r="r" t="t"/>
              <a:pathLst>
                <a:path extrusionOk="0" h="86360" w="2539">
                  <a:moveTo>
                    <a:pt x="2286" y="0"/>
                  </a:moveTo>
                  <a:lnTo>
                    <a:pt x="964" y="10048"/>
                  </a:lnTo>
                  <a:lnTo>
                    <a:pt x="285" y="19812"/>
                  </a:lnTo>
                  <a:lnTo>
                    <a:pt x="35" y="29575"/>
                  </a:lnTo>
                  <a:lnTo>
                    <a:pt x="0" y="39624"/>
                  </a:lnTo>
                  <a:lnTo>
                    <a:pt x="238" y="50351"/>
                  </a:lnTo>
                  <a:lnTo>
                    <a:pt x="762" y="60864"/>
                  </a:lnTo>
                  <a:lnTo>
                    <a:pt x="1285" y="71235"/>
                  </a:lnTo>
                  <a:lnTo>
                    <a:pt x="1524" y="81534"/>
                  </a:lnTo>
                  <a:lnTo>
                    <a:pt x="1524" y="83058"/>
                  </a:lnTo>
                  <a:lnTo>
                    <a:pt x="1524" y="84582"/>
                  </a:lnTo>
                  <a:lnTo>
                    <a:pt x="1524" y="8610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7"/>
          <p:cNvGrpSpPr/>
          <p:nvPr/>
        </p:nvGrpSpPr>
        <p:grpSpPr>
          <a:xfrm>
            <a:off x="4095440" y="2232113"/>
            <a:ext cx="3529759" cy="768297"/>
            <a:chOff x="4095440" y="2232113"/>
            <a:chExt cx="3529759" cy="768297"/>
          </a:xfrm>
        </p:grpSpPr>
        <p:grpSp>
          <p:nvGrpSpPr>
            <p:cNvPr id="863" name="Google Shape;863;p7"/>
            <p:cNvGrpSpPr/>
            <p:nvPr/>
          </p:nvGrpSpPr>
          <p:grpSpPr>
            <a:xfrm>
              <a:off x="4880098" y="2640994"/>
              <a:ext cx="149346" cy="97463"/>
              <a:chOff x="5361431" y="3522332"/>
              <a:chExt cx="102108" cy="72021"/>
            </a:xfrm>
          </p:grpSpPr>
          <p:sp>
            <p:nvSpPr>
              <p:cNvPr id="864" name="Google Shape;864;p7"/>
              <p:cNvSpPr/>
              <p:nvPr/>
            </p:nvSpPr>
            <p:spPr>
              <a:xfrm>
                <a:off x="5361431" y="3522332"/>
                <a:ext cx="67310" cy="6350"/>
              </a:xfrm>
              <a:custGeom>
                <a:rect b="b" l="l" r="r" t="t"/>
                <a:pathLst>
                  <a:path extrusionOk="0" h="6350" w="67310">
                    <a:moveTo>
                      <a:pt x="0" y="4964"/>
                    </a:moveTo>
                    <a:lnTo>
                      <a:pt x="39624" y="2678"/>
                    </a:lnTo>
                    <a:lnTo>
                      <a:pt x="44719" y="1690"/>
                    </a:lnTo>
                    <a:lnTo>
                      <a:pt x="51816" y="488"/>
                    </a:lnTo>
                    <a:lnTo>
                      <a:pt x="58912" y="0"/>
                    </a:lnTo>
                    <a:lnTo>
                      <a:pt x="64008" y="1154"/>
                    </a:lnTo>
                    <a:lnTo>
                      <a:pt x="67056" y="2678"/>
                    </a:lnTo>
                    <a:lnTo>
                      <a:pt x="64769" y="3440"/>
                    </a:lnTo>
                    <a:lnTo>
                      <a:pt x="64008" y="572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5372099" y="3575303"/>
                <a:ext cx="91440" cy="19050"/>
              </a:xfrm>
              <a:custGeom>
                <a:rect b="b" l="l" r="r" t="t"/>
                <a:pathLst>
                  <a:path extrusionOk="0" h="19050" w="91439">
                    <a:moveTo>
                      <a:pt x="0" y="18287"/>
                    </a:moveTo>
                    <a:lnTo>
                      <a:pt x="12465" y="18585"/>
                    </a:lnTo>
                    <a:lnTo>
                      <a:pt x="24860" y="18383"/>
                    </a:lnTo>
                    <a:lnTo>
                      <a:pt x="37397" y="17752"/>
                    </a:lnTo>
                    <a:lnTo>
                      <a:pt x="50292" y="16763"/>
                    </a:lnTo>
                    <a:lnTo>
                      <a:pt x="58662" y="16906"/>
                    </a:lnTo>
                    <a:lnTo>
                      <a:pt x="90678" y="4571"/>
                    </a:lnTo>
                    <a:lnTo>
                      <a:pt x="9144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66" name="Google Shape;866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21074" y="2715737"/>
              <a:ext cx="227576" cy="202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7" name="Google Shape;867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095440" y="2513625"/>
              <a:ext cx="163908" cy="1320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405276" y="2862164"/>
              <a:ext cx="274245" cy="1382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9" name="Google Shape;869;p7"/>
            <p:cNvGrpSpPr/>
            <p:nvPr/>
          </p:nvGrpSpPr>
          <p:grpSpPr>
            <a:xfrm>
              <a:off x="5359430" y="2424978"/>
              <a:ext cx="626644" cy="470389"/>
              <a:chOff x="5689151" y="3362705"/>
              <a:chExt cx="428438" cy="347598"/>
            </a:xfrm>
          </p:grpSpPr>
          <p:sp>
            <p:nvSpPr>
              <p:cNvPr id="870" name="Google Shape;870;p7"/>
              <p:cNvSpPr/>
              <p:nvPr/>
            </p:nvSpPr>
            <p:spPr>
              <a:xfrm>
                <a:off x="5689151" y="3467099"/>
                <a:ext cx="168910" cy="243204"/>
              </a:xfrm>
              <a:custGeom>
                <a:rect b="b" l="l" r="r" t="t"/>
                <a:pathLst>
                  <a:path extrusionOk="0" h="243204" w="168910">
                    <a:moveTo>
                      <a:pt x="21276" y="0"/>
                    </a:moveTo>
                    <a:lnTo>
                      <a:pt x="2309" y="34718"/>
                    </a:lnTo>
                    <a:lnTo>
                      <a:pt x="0" y="73485"/>
                    </a:lnTo>
                    <a:lnTo>
                      <a:pt x="1369" y="96393"/>
                    </a:lnTo>
                    <a:lnTo>
                      <a:pt x="10608" y="142494"/>
                    </a:lnTo>
                    <a:lnTo>
                      <a:pt x="27277" y="186213"/>
                    </a:lnTo>
                    <a:lnTo>
                      <a:pt x="54804" y="224790"/>
                    </a:lnTo>
                    <a:lnTo>
                      <a:pt x="105810" y="242577"/>
                    </a:lnTo>
                    <a:lnTo>
                      <a:pt x="124146" y="239268"/>
                    </a:lnTo>
                    <a:lnTo>
                      <a:pt x="138445" y="232219"/>
                    </a:lnTo>
                    <a:lnTo>
                      <a:pt x="149387" y="226313"/>
                    </a:lnTo>
                    <a:lnTo>
                      <a:pt x="158757" y="220408"/>
                    </a:lnTo>
                    <a:lnTo>
                      <a:pt x="168342" y="2133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1" name="Google Shape;871;p7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762218" y="3396970"/>
                <a:ext cx="257606" cy="2225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2" name="Google Shape;872;p7"/>
              <p:cNvSpPr/>
              <p:nvPr/>
            </p:nvSpPr>
            <p:spPr>
              <a:xfrm>
                <a:off x="6054089" y="3362705"/>
                <a:ext cx="63500" cy="242570"/>
              </a:xfrm>
              <a:custGeom>
                <a:rect b="b" l="l" r="r" t="t"/>
                <a:pathLst>
                  <a:path extrusionOk="0" h="242570" w="63500">
                    <a:moveTo>
                      <a:pt x="0" y="0"/>
                    </a:moveTo>
                    <a:lnTo>
                      <a:pt x="30956" y="32956"/>
                    </a:lnTo>
                    <a:lnTo>
                      <a:pt x="53340" y="71627"/>
                    </a:lnTo>
                    <a:lnTo>
                      <a:pt x="61912" y="109061"/>
                    </a:lnTo>
                    <a:lnTo>
                      <a:pt x="63198" y="128527"/>
                    </a:lnTo>
                    <a:lnTo>
                      <a:pt x="62484" y="147065"/>
                    </a:lnTo>
                    <a:lnTo>
                      <a:pt x="45339" y="195179"/>
                    </a:lnTo>
                    <a:lnTo>
                      <a:pt x="20859" y="228790"/>
                    </a:lnTo>
                    <a:lnTo>
                      <a:pt x="11394" y="236124"/>
                    </a:lnTo>
                    <a:lnTo>
                      <a:pt x="0" y="24231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73" name="Google Shape;873;p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889472" y="3497554"/>
                <a:ext cx="68630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74" name="Google Shape;874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915452" y="2232113"/>
              <a:ext cx="141617" cy="1124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5" name="Google Shape;875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100462" y="2474440"/>
              <a:ext cx="340002" cy="2627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6" name="Google Shape;876;p7"/>
            <p:cNvGrpSpPr/>
            <p:nvPr/>
          </p:nvGrpSpPr>
          <p:grpSpPr>
            <a:xfrm>
              <a:off x="6964253" y="2541500"/>
              <a:ext cx="139872" cy="100368"/>
              <a:chOff x="6786372" y="3448811"/>
              <a:chExt cx="95631" cy="74168"/>
            </a:xfrm>
          </p:grpSpPr>
          <p:sp>
            <p:nvSpPr>
              <p:cNvPr id="877" name="Google Shape;877;p7"/>
              <p:cNvSpPr/>
              <p:nvPr/>
            </p:nvSpPr>
            <p:spPr>
              <a:xfrm>
                <a:off x="6786372" y="3448811"/>
                <a:ext cx="85090" cy="6985"/>
              </a:xfrm>
              <a:custGeom>
                <a:rect b="b" l="l" r="r" t="t"/>
                <a:pathLst>
                  <a:path extrusionOk="0" h="6985" w="85090">
                    <a:moveTo>
                      <a:pt x="0" y="4572"/>
                    </a:moveTo>
                    <a:lnTo>
                      <a:pt x="11275" y="6179"/>
                    </a:lnTo>
                    <a:lnTo>
                      <a:pt x="21621" y="6572"/>
                    </a:lnTo>
                    <a:lnTo>
                      <a:pt x="31825" y="5965"/>
                    </a:lnTo>
                    <a:lnTo>
                      <a:pt x="42672" y="4572"/>
                    </a:lnTo>
                    <a:lnTo>
                      <a:pt x="52970" y="3321"/>
                    </a:lnTo>
                    <a:lnTo>
                      <a:pt x="63341" y="2000"/>
                    </a:lnTo>
                    <a:lnTo>
                      <a:pt x="73854" y="821"/>
                    </a:lnTo>
                    <a:lnTo>
                      <a:pt x="8458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6811518" y="3505199"/>
                <a:ext cx="70485" cy="17780"/>
              </a:xfrm>
              <a:custGeom>
                <a:rect b="b" l="l" r="r" t="t"/>
                <a:pathLst>
                  <a:path extrusionOk="0" h="17779" w="70484">
                    <a:moveTo>
                      <a:pt x="0" y="17525"/>
                    </a:moveTo>
                    <a:lnTo>
                      <a:pt x="42433" y="9917"/>
                    </a:lnTo>
                    <a:lnTo>
                      <a:pt x="65532" y="1523"/>
                    </a:lnTo>
                    <a:lnTo>
                      <a:pt x="7010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79" name="Google Shape;879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323613" y="2334200"/>
              <a:ext cx="301586" cy="3413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0" name="Google Shape;880;p7"/>
          <p:cNvSpPr/>
          <p:nvPr/>
        </p:nvSpPr>
        <p:spPr>
          <a:xfrm>
            <a:off x="2782571" y="1009167"/>
            <a:ext cx="118882" cy="4297"/>
          </a:xfrm>
          <a:custGeom>
            <a:rect b="b" l="l" r="r" t="t"/>
            <a:pathLst>
              <a:path extrusionOk="0" h="3175" w="81279">
                <a:moveTo>
                  <a:pt x="0" y="0"/>
                </a:moveTo>
                <a:lnTo>
                  <a:pt x="10048" y="1440"/>
                </a:lnTo>
                <a:lnTo>
                  <a:pt x="19812" y="2381"/>
                </a:lnTo>
                <a:lnTo>
                  <a:pt x="29575" y="2893"/>
                </a:lnTo>
                <a:lnTo>
                  <a:pt x="39624" y="3047"/>
                </a:lnTo>
                <a:lnTo>
                  <a:pt x="48196" y="2797"/>
                </a:lnTo>
                <a:lnTo>
                  <a:pt x="56769" y="2190"/>
                </a:lnTo>
                <a:lnTo>
                  <a:pt x="65341" y="1440"/>
                </a:lnTo>
                <a:lnTo>
                  <a:pt x="73914" y="761"/>
                </a:lnTo>
                <a:lnTo>
                  <a:pt x="77724" y="761"/>
                </a:lnTo>
                <a:lnTo>
                  <a:pt x="78486" y="761"/>
                </a:lnTo>
                <a:lnTo>
                  <a:pt x="80772" y="761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7"/>
          <p:cNvSpPr/>
          <p:nvPr/>
        </p:nvSpPr>
        <p:spPr>
          <a:xfrm>
            <a:off x="2761397" y="1125014"/>
            <a:ext cx="174608" cy="27498"/>
          </a:xfrm>
          <a:custGeom>
            <a:rect b="b" l="l" r="r" t="t"/>
            <a:pathLst>
              <a:path extrusionOk="0" h="20319" w="119379">
                <a:moveTo>
                  <a:pt x="0" y="20312"/>
                </a:moveTo>
                <a:lnTo>
                  <a:pt x="48541" y="13882"/>
                </a:lnTo>
                <a:lnTo>
                  <a:pt x="76223" y="6524"/>
                </a:lnTo>
                <a:lnTo>
                  <a:pt x="91821" y="2405"/>
                </a:lnTo>
                <a:lnTo>
                  <a:pt x="107418" y="0"/>
                </a:lnTo>
                <a:lnTo>
                  <a:pt x="118872" y="2024"/>
                </a:lnTo>
                <a:lnTo>
                  <a:pt x="118872" y="2786"/>
                </a:lnTo>
                <a:lnTo>
                  <a:pt x="118872" y="3548"/>
                </a:lnTo>
                <a:lnTo>
                  <a:pt x="118872" y="4310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7"/>
          <p:cNvSpPr/>
          <p:nvPr/>
        </p:nvSpPr>
        <p:spPr>
          <a:xfrm>
            <a:off x="2749137" y="1253557"/>
            <a:ext cx="206186" cy="32654"/>
          </a:xfrm>
          <a:custGeom>
            <a:rect b="b" l="l" r="r" t="t"/>
            <a:pathLst>
              <a:path extrusionOk="0" h="24130" w="140970">
                <a:moveTo>
                  <a:pt x="0" y="21336"/>
                </a:moveTo>
                <a:lnTo>
                  <a:pt x="14930" y="23538"/>
                </a:lnTo>
                <a:lnTo>
                  <a:pt x="28575" y="23526"/>
                </a:lnTo>
                <a:lnTo>
                  <a:pt x="42219" y="21657"/>
                </a:lnTo>
                <a:lnTo>
                  <a:pt x="57150" y="18288"/>
                </a:lnTo>
                <a:lnTo>
                  <a:pt x="73604" y="14073"/>
                </a:lnTo>
                <a:lnTo>
                  <a:pt x="89916" y="9715"/>
                </a:lnTo>
                <a:lnTo>
                  <a:pt x="106227" y="5643"/>
                </a:lnTo>
                <a:lnTo>
                  <a:pt x="122682" y="2286"/>
                </a:lnTo>
                <a:lnTo>
                  <a:pt x="128778" y="1524"/>
                </a:lnTo>
                <a:lnTo>
                  <a:pt x="135636" y="762"/>
                </a:lnTo>
                <a:lnTo>
                  <a:pt x="140970" y="0"/>
                </a:lnTo>
              </a:path>
            </a:pathLst>
          </a:custGeom>
          <a:noFill/>
          <a:ln cap="flat" cmpd="sng" w="22900">
            <a:solidFill>
              <a:srgbClr val="800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3" name="Google Shape;883;p7"/>
          <p:cNvGrpSpPr/>
          <p:nvPr/>
        </p:nvGrpSpPr>
        <p:grpSpPr>
          <a:xfrm>
            <a:off x="758817" y="3424681"/>
            <a:ext cx="8439460" cy="1507465"/>
            <a:chOff x="3097730" y="3991355"/>
            <a:chExt cx="6789530" cy="1100710"/>
          </a:xfrm>
        </p:grpSpPr>
        <p:grpSp>
          <p:nvGrpSpPr>
            <p:cNvPr id="884" name="Google Shape;884;p7"/>
            <p:cNvGrpSpPr/>
            <p:nvPr/>
          </p:nvGrpSpPr>
          <p:grpSpPr>
            <a:xfrm>
              <a:off x="3097730" y="4295393"/>
              <a:ext cx="906580" cy="233531"/>
              <a:chOff x="3097730" y="4295393"/>
              <a:chExt cx="906580" cy="233531"/>
            </a:xfrm>
          </p:grpSpPr>
          <p:pic>
            <p:nvPicPr>
              <p:cNvPr id="885" name="Google Shape;885;p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3097730" y="4339219"/>
                <a:ext cx="172584" cy="1897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6" name="Google Shape;886;p7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3296386" y="4364710"/>
                <a:ext cx="102158" cy="1410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87" name="Google Shape;887;p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3417639" y="4335754"/>
                <a:ext cx="468811" cy="1593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8" name="Google Shape;888;p7"/>
              <p:cNvSpPr/>
              <p:nvPr/>
            </p:nvSpPr>
            <p:spPr>
              <a:xfrm>
                <a:off x="3918966" y="4360925"/>
                <a:ext cx="1270" cy="83820"/>
              </a:xfrm>
              <a:custGeom>
                <a:rect b="b" l="l" r="r" t="t"/>
                <a:pathLst>
                  <a:path extrusionOk="0" h="83820" w="1270">
                    <a:moveTo>
                      <a:pt x="0" y="0"/>
                    </a:moveTo>
                    <a:lnTo>
                      <a:pt x="440" y="9144"/>
                    </a:lnTo>
                    <a:lnTo>
                      <a:pt x="666" y="18288"/>
                    </a:lnTo>
                    <a:lnTo>
                      <a:pt x="750" y="27432"/>
                    </a:lnTo>
                    <a:lnTo>
                      <a:pt x="762" y="36576"/>
                    </a:lnTo>
                    <a:lnTo>
                      <a:pt x="750" y="45589"/>
                    </a:lnTo>
                    <a:lnTo>
                      <a:pt x="666" y="54387"/>
                    </a:lnTo>
                    <a:lnTo>
                      <a:pt x="440" y="63043"/>
                    </a:lnTo>
                    <a:lnTo>
                      <a:pt x="0" y="71628"/>
                    </a:lnTo>
                    <a:lnTo>
                      <a:pt x="0" y="76200"/>
                    </a:lnTo>
                    <a:lnTo>
                      <a:pt x="0" y="80010"/>
                    </a:lnTo>
                    <a:lnTo>
                      <a:pt x="0" y="8382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3920490" y="4295393"/>
                <a:ext cx="83820" cy="142875"/>
              </a:xfrm>
              <a:custGeom>
                <a:rect b="b" l="l" r="r" t="t"/>
                <a:pathLst>
                  <a:path extrusionOk="0" h="142875" w="83820">
                    <a:moveTo>
                      <a:pt x="0" y="82296"/>
                    </a:moveTo>
                    <a:lnTo>
                      <a:pt x="37338" y="105918"/>
                    </a:lnTo>
                    <a:lnTo>
                      <a:pt x="65532" y="140208"/>
                    </a:lnTo>
                    <a:lnTo>
                      <a:pt x="70104" y="142494"/>
                    </a:lnTo>
                    <a:lnTo>
                      <a:pt x="71628" y="142494"/>
                    </a:lnTo>
                    <a:lnTo>
                      <a:pt x="72390" y="142494"/>
                    </a:lnTo>
                    <a:lnTo>
                      <a:pt x="76200" y="134874"/>
                    </a:lnTo>
                    <a:lnTo>
                      <a:pt x="82962" y="92583"/>
                    </a:lnTo>
                    <a:lnTo>
                      <a:pt x="83117" y="79438"/>
                    </a:lnTo>
                    <a:lnTo>
                      <a:pt x="83058" y="66294"/>
                    </a:lnTo>
                    <a:lnTo>
                      <a:pt x="83379" y="51685"/>
                    </a:lnTo>
                    <a:lnTo>
                      <a:pt x="82772" y="37433"/>
                    </a:lnTo>
                    <a:lnTo>
                      <a:pt x="80593" y="23324"/>
                    </a:lnTo>
                    <a:lnTo>
                      <a:pt x="76199" y="9144"/>
                    </a:lnTo>
                    <a:lnTo>
                      <a:pt x="74675" y="6096"/>
                    </a:lnTo>
                    <a:lnTo>
                      <a:pt x="73151" y="3048"/>
                    </a:lnTo>
                    <a:lnTo>
                      <a:pt x="7162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0" name="Google Shape;890;p7"/>
            <p:cNvSpPr/>
            <p:nvPr/>
          </p:nvSpPr>
          <p:spPr>
            <a:xfrm>
              <a:off x="4730436" y="4998720"/>
              <a:ext cx="12065" cy="93345"/>
            </a:xfrm>
            <a:custGeom>
              <a:rect b="b" l="l" r="r" t="t"/>
              <a:pathLst>
                <a:path extrusionOk="0" h="93345" w="12064">
                  <a:moveTo>
                    <a:pt x="59" y="0"/>
                  </a:moveTo>
                  <a:lnTo>
                    <a:pt x="1023" y="44041"/>
                  </a:lnTo>
                  <a:lnTo>
                    <a:pt x="7298" y="74771"/>
                  </a:lnTo>
                  <a:lnTo>
                    <a:pt x="9536" y="82998"/>
                  </a:lnTo>
                  <a:lnTo>
                    <a:pt x="11489" y="91440"/>
                  </a:lnTo>
                  <a:lnTo>
                    <a:pt x="11489" y="92202"/>
                  </a:lnTo>
                  <a:lnTo>
                    <a:pt x="11489" y="9296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1" name="Google Shape;891;p7"/>
            <p:cNvGrpSpPr/>
            <p:nvPr/>
          </p:nvGrpSpPr>
          <p:grpSpPr>
            <a:xfrm>
              <a:off x="4709159" y="4908041"/>
              <a:ext cx="150876" cy="167385"/>
              <a:chOff x="4709159" y="4908041"/>
              <a:chExt cx="150876" cy="167385"/>
            </a:xfrm>
          </p:grpSpPr>
          <p:sp>
            <p:nvSpPr>
              <p:cNvPr id="892" name="Google Shape;892;p7"/>
              <p:cNvSpPr/>
              <p:nvPr/>
            </p:nvSpPr>
            <p:spPr>
              <a:xfrm>
                <a:off x="4709159" y="4908041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2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4572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4572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4776215" y="4971287"/>
                <a:ext cx="83820" cy="104139"/>
              </a:xfrm>
              <a:custGeom>
                <a:rect b="b" l="l" r="r" t="t"/>
                <a:pathLst>
                  <a:path extrusionOk="0" h="104139" w="83820">
                    <a:moveTo>
                      <a:pt x="60960" y="15239"/>
                    </a:moveTo>
                    <a:lnTo>
                      <a:pt x="24384" y="0"/>
                    </a:lnTo>
                    <a:lnTo>
                      <a:pt x="19812" y="2285"/>
                    </a:lnTo>
                    <a:lnTo>
                      <a:pt x="18288" y="10667"/>
                    </a:lnTo>
                    <a:lnTo>
                      <a:pt x="17299" y="17609"/>
                    </a:lnTo>
                    <a:lnTo>
                      <a:pt x="17811" y="24479"/>
                    </a:lnTo>
                    <a:lnTo>
                      <a:pt x="53340" y="53339"/>
                    </a:lnTo>
                    <a:lnTo>
                      <a:pt x="59840" y="55673"/>
                    </a:lnTo>
                    <a:lnTo>
                      <a:pt x="66484" y="58292"/>
                    </a:lnTo>
                    <a:lnTo>
                      <a:pt x="72842" y="61483"/>
                    </a:lnTo>
                    <a:lnTo>
                      <a:pt x="78486" y="65531"/>
                    </a:lnTo>
                    <a:lnTo>
                      <a:pt x="81534" y="68579"/>
                    </a:lnTo>
                    <a:lnTo>
                      <a:pt x="83820" y="76199"/>
                    </a:lnTo>
                    <a:lnTo>
                      <a:pt x="80010" y="80009"/>
                    </a:lnTo>
                    <a:lnTo>
                      <a:pt x="64508" y="89487"/>
                    </a:lnTo>
                    <a:lnTo>
                      <a:pt x="38862" y="99250"/>
                    </a:lnTo>
                    <a:lnTo>
                      <a:pt x="13787" y="103584"/>
                    </a:lnTo>
                    <a:lnTo>
                      <a:pt x="0" y="96773"/>
                    </a:lnTo>
                    <a:lnTo>
                      <a:pt x="0" y="94487"/>
                    </a:lnTo>
                    <a:lnTo>
                      <a:pt x="0" y="91439"/>
                    </a:lnTo>
                    <a:lnTo>
                      <a:pt x="0" y="8915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94" name="Google Shape;894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169596" y="4915422"/>
              <a:ext cx="433414" cy="154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5" name="Google Shape;895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862933" y="4876488"/>
              <a:ext cx="217851" cy="15732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96" name="Google Shape;896;p7"/>
            <p:cNvGrpSpPr/>
            <p:nvPr/>
          </p:nvGrpSpPr>
          <p:grpSpPr>
            <a:xfrm>
              <a:off x="6512502" y="4780762"/>
              <a:ext cx="479634" cy="195122"/>
              <a:chOff x="6512502" y="4780762"/>
              <a:chExt cx="479634" cy="195122"/>
            </a:xfrm>
          </p:grpSpPr>
          <p:pic>
            <p:nvPicPr>
              <p:cNvPr id="897" name="Google Shape;897;p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512502" y="4780762"/>
                <a:ext cx="139782" cy="1951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8" name="Google Shape;898;p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675094" y="4828768"/>
                <a:ext cx="317042" cy="1265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99" name="Google Shape;899;p7"/>
            <p:cNvGrpSpPr/>
            <p:nvPr/>
          </p:nvGrpSpPr>
          <p:grpSpPr>
            <a:xfrm>
              <a:off x="7167943" y="4695444"/>
              <a:ext cx="743070" cy="272415"/>
              <a:chOff x="7167943" y="4695444"/>
              <a:chExt cx="743070" cy="272415"/>
            </a:xfrm>
          </p:grpSpPr>
          <p:sp>
            <p:nvSpPr>
              <p:cNvPr id="900" name="Google Shape;900;p7"/>
              <p:cNvSpPr/>
              <p:nvPr/>
            </p:nvSpPr>
            <p:spPr>
              <a:xfrm>
                <a:off x="7167943" y="4804326"/>
                <a:ext cx="57785" cy="97790"/>
              </a:xfrm>
              <a:custGeom>
                <a:rect b="b" l="l" r="r" t="t"/>
                <a:pathLst>
                  <a:path extrusionOk="0" h="97789" w="57784">
                    <a:moveTo>
                      <a:pt x="190" y="22181"/>
                    </a:moveTo>
                    <a:lnTo>
                      <a:pt x="0" y="33147"/>
                    </a:lnTo>
                    <a:lnTo>
                      <a:pt x="380" y="43612"/>
                    </a:lnTo>
                    <a:lnTo>
                      <a:pt x="1047" y="54221"/>
                    </a:lnTo>
                    <a:lnTo>
                      <a:pt x="1714" y="65615"/>
                    </a:lnTo>
                    <a:lnTo>
                      <a:pt x="2595" y="72604"/>
                    </a:lnTo>
                    <a:lnTo>
                      <a:pt x="3047" y="79807"/>
                    </a:lnTo>
                    <a:lnTo>
                      <a:pt x="3214" y="87153"/>
                    </a:lnTo>
                    <a:lnTo>
                      <a:pt x="3238" y="94571"/>
                    </a:lnTo>
                    <a:lnTo>
                      <a:pt x="3238" y="95333"/>
                    </a:lnTo>
                    <a:lnTo>
                      <a:pt x="3238" y="96857"/>
                    </a:lnTo>
                    <a:lnTo>
                      <a:pt x="3238" y="97619"/>
                    </a:lnTo>
                    <a:lnTo>
                      <a:pt x="3155" y="82879"/>
                    </a:lnTo>
                    <a:lnTo>
                      <a:pt x="3143" y="68282"/>
                    </a:lnTo>
                    <a:lnTo>
                      <a:pt x="3559" y="53685"/>
                    </a:lnTo>
                    <a:lnTo>
                      <a:pt x="16335" y="8191"/>
                    </a:lnTo>
                    <a:lnTo>
                      <a:pt x="31742" y="0"/>
                    </a:lnTo>
                    <a:lnTo>
                      <a:pt x="38480" y="1321"/>
                    </a:lnTo>
                    <a:lnTo>
                      <a:pt x="44934" y="4500"/>
                    </a:lnTo>
                    <a:lnTo>
                      <a:pt x="51244" y="8465"/>
                    </a:lnTo>
                    <a:lnTo>
                      <a:pt x="52768" y="9989"/>
                    </a:lnTo>
                    <a:lnTo>
                      <a:pt x="55054" y="10751"/>
                    </a:lnTo>
                    <a:lnTo>
                      <a:pt x="57340" y="1227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7253001" y="4810506"/>
                <a:ext cx="41910" cy="85090"/>
              </a:xfrm>
              <a:custGeom>
                <a:rect b="b" l="l" r="r" t="t"/>
                <a:pathLst>
                  <a:path extrusionOk="0" h="85089" w="41909">
                    <a:moveTo>
                      <a:pt x="6572" y="0"/>
                    </a:moveTo>
                    <a:lnTo>
                      <a:pt x="2107" y="10358"/>
                    </a:lnTo>
                    <a:lnTo>
                      <a:pt x="0" y="18859"/>
                    </a:lnTo>
                    <a:lnTo>
                      <a:pt x="35" y="27646"/>
                    </a:lnTo>
                    <a:lnTo>
                      <a:pt x="9394" y="68865"/>
                    </a:lnTo>
                    <a:lnTo>
                      <a:pt x="19526" y="84582"/>
                    </a:lnTo>
                    <a:lnTo>
                      <a:pt x="29432" y="82296"/>
                    </a:lnTo>
                    <a:lnTo>
                      <a:pt x="34766" y="77724"/>
                    </a:lnTo>
                    <a:lnTo>
                      <a:pt x="37052" y="74676"/>
                    </a:lnTo>
                    <a:lnTo>
                      <a:pt x="39338" y="72389"/>
                    </a:lnTo>
                    <a:lnTo>
                      <a:pt x="41624" y="7010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7254239" y="4789932"/>
                <a:ext cx="60325" cy="50800"/>
              </a:xfrm>
              <a:custGeom>
                <a:rect b="b" l="l" r="r" t="t"/>
                <a:pathLst>
                  <a:path extrusionOk="0" h="50800" w="60325">
                    <a:moveTo>
                      <a:pt x="0" y="41910"/>
                    </a:moveTo>
                    <a:lnTo>
                      <a:pt x="11799" y="48446"/>
                    </a:lnTo>
                    <a:lnTo>
                      <a:pt x="20669" y="50768"/>
                    </a:lnTo>
                    <a:lnTo>
                      <a:pt x="29682" y="48660"/>
                    </a:lnTo>
                    <a:lnTo>
                      <a:pt x="60198" y="18288"/>
                    </a:lnTo>
                    <a:lnTo>
                      <a:pt x="58054" y="11941"/>
                    </a:lnTo>
                    <a:lnTo>
                      <a:pt x="52768" y="7524"/>
                    </a:lnTo>
                    <a:lnTo>
                      <a:pt x="46053" y="4679"/>
                    </a:lnTo>
                    <a:lnTo>
                      <a:pt x="39623" y="3048"/>
                    </a:lnTo>
                    <a:lnTo>
                      <a:pt x="34290" y="2286"/>
                    </a:lnTo>
                    <a:lnTo>
                      <a:pt x="19811" y="0"/>
                    </a:lnTo>
                    <a:lnTo>
                      <a:pt x="16763" y="6858"/>
                    </a:lnTo>
                    <a:lnTo>
                      <a:pt x="14477" y="12954"/>
                    </a:lnTo>
                    <a:lnTo>
                      <a:pt x="18287" y="17526"/>
                    </a:lnTo>
                    <a:lnTo>
                      <a:pt x="21336" y="2133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>
                <a:off x="7333856" y="4794504"/>
                <a:ext cx="44450" cy="173355"/>
              </a:xfrm>
              <a:custGeom>
                <a:rect b="b" l="l" r="r" t="t"/>
                <a:pathLst>
                  <a:path extrusionOk="0" h="173354" w="44450">
                    <a:moveTo>
                      <a:pt x="38492" y="60960"/>
                    </a:moveTo>
                    <a:lnTo>
                      <a:pt x="38707" y="51816"/>
                    </a:lnTo>
                    <a:lnTo>
                      <a:pt x="39064" y="42672"/>
                    </a:lnTo>
                    <a:lnTo>
                      <a:pt x="39135" y="33528"/>
                    </a:lnTo>
                    <a:lnTo>
                      <a:pt x="28586" y="0"/>
                    </a:lnTo>
                    <a:lnTo>
                      <a:pt x="21752" y="500"/>
                    </a:lnTo>
                    <a:lnTo>
                      <a:pt x="16204" y="5715"/>
                    </a:lnTo>
                    <a:lnTo>
                      <a:pt x="12084" y="12644"/>
                    </a:lnTo>
                    <a:lnTo>
                      <a:pt x="9536" y="18288"/>
                    </a:lnTo>
                    <a:lnTo>
                      <a:pt x="5214" y="27479"/>
                    </a:lnTo>
                    <a:lnTo>
                      <a:pt x="1821" y="37528"/>
                    </a:lnTo>
                    <a:lnTo>
                      <a:pt x="0" y="47863"/>
                    </a:lnTo>
                    <a:lnTo>
                      <a:pt x="392" y="57912"/>
                    </a:lnTo>
                    <a:lnTo>
                      <a:pt x="2678" y="68580"/>
                    </a:lnTo>
                    <a:lnTo>
                      <a:pt x="14108" y="68580"/>
                    </a:lnTo>
                    <a:lnTo>
                      <a:pt x="22490" y="68580"/>
                    </a:lnTo>
                    <a:lnTo>
                      <a:pt x="31634" y="68580"/>
                    </a:lnTo>
                    <a:lnTo>
                      <a:pt x="36968" y="64770"/>
                    </a:lnTo>
                    <a:lnTo>
                      <a:pt x="43064" y="57912"/>
                    </a:lnTo>
                    <a:lnTo>
                      <a:pt x="43826" y="57150"/>
                    </a:lnTo>
                    <a:lnTo>
                      <a:pt x="43826" y="56388"/>
                    </a:lnTo>
                    <a:lnTo>
                      <a:pt x="43124" y="63126"/>
                    </a:lnTo>
                    <a:lnTo>
                      <a:pt x="42207" y="69723"/>
                    </a:lnTo>
                    <a:lnTo>
                      <a:pt x="41148" y="76319"/>
                    </a:lnTo>
                    <a:lnTo>
                      <a:pt x="40016" y="83058"/>
                    </a:lnTo>
                    <a:lnTo>
                      <a:pt x="38147" y="101584"/>
                    </a:lnTo>
                    <a:lnTo>
                      <a:pt x="36492" y="120396"/>
                    </a:lnTo>
                    <a:lnTo>
                      <a:pt x="34123" y="139207"/>
                    </a:lnTo>
                    <a:lnTo>
                      <a:pt x="30110" y="157734"/>
                    </a:lnTo>
                    <a:lnTo>
                      <a:pt x="27824" y="166116"/>
                    </a:lnTo>
                    <a:lnTo>
                      <a:pt x="26300" y="172212"/>
                    </a:lnTo>
                    <a:lnTo>
                      <a:pt x="18680" y="172974"/>
                    </a:lnTo>
                    <a:lnTo>
                      <a:pt x="16394" y="168402"/>
                    </a:lnTo>
                    <a:lnTo>
                      <a:pt x="14870" y="163830"/>
                    </a:lnTo>
                    <a:lnTo>
                      <a:pt x="14108" y="15621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>
                <a:off x="7395209" y="4800600"/>
                <a:ext cx="125730" cy="82550"/>
              </a:xfrm>
              <a:custGeom>
                <a:rect b="b" l="l" r="r" t="t"/>
                <a:pathLst>
                  <a:path extrusionOk="0" h="82550" w="125729">
                    <a:moveTo>
                      <a:pt x="0" y="13716"/>
                    </a:moveTo>
                    <a:lnTo>
                      <a:pt x="30444" y="45231"/>
                    </a:lnTo>
                    <a:lnTo>
                      <a:pt x="35052" y="69342"/>
                    </a:lnTo>
                    <a:lnTo>
                      <a:pt x="35052" y="75438"/>
                    </a:lnTo>
                    <a:lnTo>
                      <a:pt x="35814" y="77724"/>
                    </a:lnTo>
                    <a:lnTo>
                      <a:pt x="32004" y="82296"/>
                    </a:lnTo>
                    <a:lnTo>
                      <a:pt x="26670" y="77724"/>
                    </a:lnTo>
                    <a:lnTo>
                      <a:pt x="25908" y="74676"/>
                    </a:lnTo>
                    <a:lnTo>
                      <a:pt x="25146" y="64770"/>
                    </a:lnTo>
                    <a:lnTo>
                      <a:pt x="25169" y="53721"/>
                    </a:lnTo>
                    <a:lnTo>
                      <a:pt x="37397" y="16097"/>
                    </a:lnTo>
                    <a:lnTo>
                      <a:pt x="62484" y="0"/>
                    </a:lnTo>
                    <a:lnTo>
                      <a:pt x="69342" y="762"/>
                    </a:lnTo>
                    <a:lnTo>
                      <a:pt x="73914" y="7620"/>
                    </a:lnTo>
                    <a:lnTo>
                      <a:pt x="76878" y="14847"/>
                    </a:lnTo>
                    <a:lnTo>
                      <a:pt x="78200" y="22574"/>
                    </a:lnTo>
                    <a:lnTo>
                      <a:pt x="78521" y="30444"/>
                    </a:lnTo>
                    <a:lnTo>
                      <a:pt x="78486" y="38100"/>
                    </a:lnTo>
                    <a:lnTo>
                      <a:pt x="78355" y="45541"/>
                    </a:lnTo>
                    <a:lnTo>
                      <a:pt x="78009" y="53054"/>
                    </a:lnTo>
                    <a:lnTo>
                      <a:pt x="77521" y="60709"/>
                    </a:lnTo>
                    <a:lnTo>
                      <a:pt x="76962" y="68580"/>
                    </a:lnTo>
                    <a:lnTo>
                      <a:pt x="76962" y="76962"/>
                    </a:lnTo>
                    <a:lnTo>
                      <a:pt x="118217" y="58733"/>
                    </a:lnTo>
                    <a:lnTo>
                      <a:pt x="125730" y="5029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7466075" y="4777740"/>
                <a:ext cx="53975" cy="45720"/>
              </a:xfrm>
              <a:custGeom>
                <a:rect b="b" l="l" r="r" t="t"/>
                <a:pathLst>
                  <a:path extrusionOk="0" h="45720" w="53975">
                    <a:moveTo>
                      <a:pt x="3809" y="32004"/>
                    </a:moveTo>
                    <a:lnTo>
                      <a:pt x="3047" y="36576"/>
                    </a:lnTo>
                    <a:lnTo>
                      <a:pt x="1523" y="41148"/>
                    </a:lnTo>
                    <a:lnTo>
                      <a:pt x="761" y="44958"/>
                    </a:lnTo>
                    <a:lnTo>
                      <a:pt x="42671" y="33528"/>
                    </a:lnTo>
                    <a:lnTo>
                      <a:pt x="53387" y="18204"/>
                    </a:lnTo>
                    <a:lnTo>
                      <a:pt x="51815" y="12192"/>
                    </a:lnTo>
                    <a:lnTo>
                      <a:pt x="44255" y="5679"/>
                    </a:lnTo>
                    <a:lnTo>
                      <a:pt x="34194" y="1809"/>
                    </a:lnTo>
                    <a:lnTo>
                      <a:pt x="23419" y="83"/>
                    </a:lnTo>
                    <a:lnTo>
                      <a:pt x="13715" y="0"/>
                    </a:lnTo>
                    <a:lnTo>
                      <a:pt x="3809" y="762"/>
                    </a:lnTo>
                    <a:lnTo>
                      <a:pt x="761" y="4572"/>
                    </a:lnTo>
                    <a:lnTo>
                      <a:pt x="0" y="1295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7538465" y="4751653"/>
                <a:ext cx="68580" cy="118745"/>
              </a:xfrm>
              <a:custGeom>
                <a:rect b="b" l="l" r="r" t="t"/>
                <a:pathLst>
                  <a:path extrusionOk="0" h="118745" w="68579">
                    <a:moveTo>
                      <a:pt x="62483" y="16180"/>
                    </a:moveTo>
                    <a:lnTo>
                      <a:pt x="55876" y="9929"/>
                    </a:lnTo>
                    <a:lnTo>
                      <a:pt x="48482" y="3893"/>
                    </a:lnTo>
                    <a:lnTo>
                      <a:pt x="40088" y="0"/>
                    </a:lnTo>
                    <a:lnTo>
                      <a:pt x="30479" y="178"/>
                    </a:lnTo>
                    <a:lnTo>
                      <a:pt x="10048" y="43648"/>
                    </a:lnTo>
                    <a:lnTo>
                      <a:pt x="12001" y="54375"/>
                    </a:lnTo>
                    <a:lnTo>
                      <a:pt x="42957" y="83617"/>
                    </a:lnTo>
                    <a:lnTo>
                      <a:pt x="61721" y="91618"/>
                    </a:lnTo>
                    <a:lnTo>
                      <a:pt x="66293" y="93904"/>
                    </a:lnTo>
                    <a:lnTo>
                      <a:pt x="67817" y="93904"/>
                    </a:lnTo>
                    <a:lnTo>
                      <a:pt x="68579" y="96952"/>
                    </a:lnTo>
                    <a:lnTo>
                      <a:pt x="31087" y="113883"/>
                    </a:lnTo>
                    <a:lnTo>
                      <a:pt x="9727" y="118502"/>
                    </a:lnTo>
                    <a:lnTo>
                      <a:pt x="761" y="117526"/>
                    </a:lnTo>
                    <a:lnTo>
                      <a:pt x="761" y="116764"/>
                    </a:lnTo>
                    <a:lnTo>
                      <a:pt x="0" y="116002"/>
                    </a:lnTo>
                    <a:lnTo>
                      <a:pt x="0" y="11524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7623047" y="4744212"/>
                <a:ext cx="59690" cy="105410"/>
              </a:xfrm>
              <a:custGeom>
                <a:rect b="b" l="l" r="r" t="t"/>
                <a:pathLst>
                  <a:path extrusionOk="0" h="105410" w="59690">
                    <a:moveTo>
                      <a:pt x="48768" y="0"/>
                    </a:moveTo>
                    <a:lnTo>
                      <a:pt x="9906" y="28194"/>
                    </a:lnTo>
                    <a:lnTo>
                      <a:pt x="7358" y="38623"/>
                    </a:lnTo>
                    <a:lnTo>
                      <a:pt x="7810" y="48196"/>
                    </a:lnTo>
                    <a:lnTo>
                      <a:pt x="35242" y="74676"/>
                    </a:lnTo>
                    <a:lnTo>
                      <a:pt x="44434" y="78486"/>
                    </a:lnTo>
                    <a:lnTo>
                      <a:pt x="53340" y="82296"/>
                    </a:lnTo>
                    <a:lnTo>
                      <a:pt x="57150" y="84582"/>
                    </a:lnTo>
                    <a:lnTo>
                      <a:pt x="58674" y="85344"/>
                    </a:lnTo>
                    <a:lnTo>
                      <a:pt x="59436" y="87630"/>
                    </a:lnTo>
                    <a:lnTo>
                      <a:pt x="54625" y="92868"/>
                    </a:lnTo>
                    <a:lnTo>
                      <a:pt x="47815" y="96393"/>
                    </a:lnTo>
                    <a:lnTo>
                      <a:pt x="40147" y="98774"/>
                    </a:lnTo>
                    <a:lnTo>
                      <a:pt x="32766" y="100584"/>
                    </a:lnTo>
                    <a:lnTo>
                      <a:pt x="24753" y="103036"/>
                    </a:lnTo>
                    <a:lnTo>
                      <a:pt x="13811" y="105346"/>
                    </a:lnTo>
                    <a:lnTo>
                      <a:pt x="4155" y="105084"/>
                    </a:lnTo>
                    <a:lnTo>
                      <a:pt x="0" y="99822"/>
                    </a:lnTo>
                    <a:lnTo>
                      <a:pt x="0" y="97536"/>
                    </a:lnTo>
                    <a:lnTo>
                      <a:pt x="762" y="94488"/>
                    </a:lnTo>
                    <a:lnTo>
                      <a:pt x="762" y="9144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7707629" y="4765548"/>
                <a:ext cx="13970" cy="69850"/>
              </a:xfrm>
              <a:custGeom>
                <a:rect b="b" l="l" r="r" t="t"/>
                <a:pathLst>
                  <a:path extrusionOk="0" h="69850" w="13970">
                    <a:moveTo>
                      <a:pt x="0" y="0"/>
                    </a:moveTo>
                    <a:lnTo>
                      <a:pt x="5774" y="11084"/>
                    </a:lnTo>
                    <a:lnTo>
                      <a:pt x="9620" y="21240"/>
                    </a:lnTo>
                    <a:lnTo>
                      <a:pt x="11894" y="31825"/>
                    </a:lnTo>
                    <a:lnTo>
                      <a:pt x="12954" y="44195"/>
                    </a:lnTo>
                    <a:lnTo>
                      <a:pt x="12954" y="52577"/>
                    </a:lnTo>
                    <a:lnTo>
                      <a:pt x="13716" y="60959"/>
                    </a:lnTo>
                    <a:lnTo>
                      <a:pt x="13716" y="6934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7714487" y="4695444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10" name="Google Shape;910;p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758658" y="4732256"/>
                <a:ext cx="152355" cy="1034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11" name="Google Shape;911;p7"/>
            <p:cNvGrpSpPr/>
            <p:nvPr/>
          </p:nvGrpSpPr>
          <p:grpSpPr>
            <a:xfrm>
              <a:off x="8074888" y="4571238"/>
              <a:ext cx="311937" cy="185655"/>
              <a:chOff x="8074888" y="4571238"/>
              <a:chExt cx="311937" cy="185655"/>
            </a:xfrm>
          </p:grpSpPr>
          <p:pic>
            <p:nvPicPr>
              <p:cNvPr id="912" name="Google Shape;912;p7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8074888" y="4658842"/>
                <a:ext cx="118303" cy="980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3" name="Google Shape;913;p7"/>
              <p:cNvSpPr/>
              <p:nvPr/>
            </p:nvSpPr>
            <p:spPr>
              <a:xfrm>
                <a:off x="8228075" y="4638294"/>
                <a:ext cx="5715" cy="71120"/>
              </a:xfrm>
              <a:custGeom>
                <a:rect b="b" l="l" r="r" t="t"/>
                <a:pathLst>
                  <a:path extrusionOk="0" h="71120" w="5715">
                    <a:moveTo>
                      <a:pt x="0" y="0"/>
                    </a:moveTo>
                    <a:lnTo>
                      <a:pt x="559" y="8584"/>
                    </a:lnTo>
                    <a:lnTo>
                      <a:pt x="1047" y="17240"/>
                    </a:lnTo>
                    <a:lnTo>
                      <a:pt x="1393" y="26038"/>
                    </a:lnTo>
                    <a:lnTo>
                      <a:pt x="1524" y="35052"/>
                    </a:lnTo>
                    <a:lnTo>
                      <a:pt x="2119" y="44076"/>
                    </a:lnTo>
                    <a:lnTo>
                      <a:pt x="2857" y="53530"/>
                    </a:lnTo>
                    <a:lnTo>
                      <a:pt x="3881" y="62698"/>
                    </a:lnTo>
                    <a:lnTo>
                      <a:pt x="5334" y="7086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195309" y="457123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2"/>
                    </a:moveTo>
                    <a:lnTo>
                      <a:pt x="0" y="17526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4572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4572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8292083" y="4597146"/>
                <a:ext cx="5080" cy="109220"/>
              </a:xfrm>
              <a:custGeom>
                <a:rect b="b" l="l" r="r" t="t"/>
                <a:pathLst>
                  <a:path extrusionOk="0" h="109220" w="5079">
                    <a:moveTo>
                      <a:pt x="4572" y="0"/>
                    </a:moveTo>
                    <a:lnTo>
                      <a:pt x="4429" y="12442"/>
                    </a:lnTo>
                    <a:lnTo>
                      <a:pt x="4000" y="24669"/>
                    </a:lnTo>
                    <a:lnTo>
                      <a:pt x="3286" y="36754"/>
                    </a:lnTo>
                    <a:lnTo>
                      <a:pt x="2286" y="48767"/>
                    </a:lnTo>
                    <a:lnTo>
                      <a:pt x="1524" y="60757"/>
                    </a:lnTo>
                    <a:lnTo>
                      <a:pt x="1333" y="72675"/>
                    </a:lnTo>
                    <a:lnTo>
                      <a:pt x="1428" y="84451"/>
                    </a:lnTo>
                    <a:lnTo>
                      <a:pt x="1524" y="96011"/>
                    </a:lnTo>
                    <a:lnTo>
                      <a:pt x="762" y="102869"/>
                    </a:lnTo>
                    <a:lnTo>
                      <a:pt x="762" y="105155"/>
                    </a:lnTo>
                    <a:lnTo>
                      <a:pt x="0" y="10896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8289035" y="4620482"/>
                <a:ext cx="97790" cy="77470"/>
              </a:xfrm>
              <a:custGeom>
                <a:rect b="b" l="l" r="r" t="t"/>
                <a:pathLst>
                  <a:path extrusionOk="0" h="77470" w="97790">
                    <a:moveTo>
                      <a:pt x="0" y="39147"/>
                    </a:moveTo>
                    <a:lnTo>
                      <a:pt x="12191" y="2571"/>
                    </a:lnTo>
                    <a:lnTo>
                      <a:pt x="25145" y="0"/>
                    </a:lnTo>
                    <a:lnTo>
                      <a:pt x="32337" y="535"/>
                    </a:lnTo>
                    <a:lnTo>
                      <a:pt x="38099" y="2571"/>
                    </a:lnTo>
                    <a:lnTo>
                      <a:pt x="44957" y="7905"/>
                    </a:lnTo>
                    <a:lnTo>
                      <a:pt x="44957" y="15525"/>
                    </a:lnTo>
                    <a:lnTo>
                      <a:pt x="44957" y="23145"/>
                    </a:lnTo>
                    <a:lnTo>
                      <a:pt x="44958" y="30765"/>
                    </a:lnTo>
                    <a:lnTo>
                      <a:pt x="44958" y="38385"/>
                    </a:lnTo>
                    <a:lnTo>
                      <a:pt x="45720" y="46005"/>
                    </a:lnTo>
                    <a:lnTo>
                      <a:pt x="45720" y="47529"/>
                    </a:lnTo>
                    <a:lnTo>
                      <a:pt x="45720" y="48291"/>
                    </a:lnTo>
                    <a:lnTo>
                      <a:pt x="50292" y="42957"/>
                    </a:lnTo>
                    <a:lnTo>
                      <a:pt x="55626" y="36861"/>
                    </a:lnTo>
                    <a:lnTo>
                      <a:pt x="60960" y="31527"/>
                    </a:lnTo>
                    <a:lnTo>
                      <a:pt x="65817" y="26419"/>
                    </a:lnTo>
                    <a:lnTo>
                      <a:pt x="71247" y="20954"/>
                    </a:lnTo>
                    <a:lnTo>
                      <a:pt x="77247" y="16204"/>
                    </a:lnTo>
                    <a:lnTo>
                      <a:pt x="83820" y="13239"/>
                    </a:lnTo>
                    <a:lnTo>
                      <a:pt x="91440" y="11715"/>
                    </a:lnTo>
                    <a:lnTo>
                      <a:pt x="92964" y="18573"/>
                    </a:lnTo>
                    <a:lnTo>
                      <a:pt x="94488" y="24669"/>
                    </a:lnTo>
                    <a:lnTo>
                      <a:pt x="96131" y="32801"/>
                    </a:lnTo>
                    <a:lnTo>
                      <a:pt x="96774" y="41147"/>
                    </a:lnTo>
                    <a:lnTo>
                      <a:pt x="96845" y="49637"/>
                    </a:lnTo>
                    <a:lnTo>
                      <a:pt x="96774" y="58197"/>
                    </a:lnTo>
                    <a:lnTo>
                      <a:pt x="97536" y="65055"/>
                    </a:lnTo>
                    <a:lnTo>
                      <a:pt x="97536" y="71151"/>
                    </a:lnTo>
                    <a:lnTo>
                      <a:pt x="97536" y="7724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7" name="Google Shape;917;p7"/>
            <p:cNvGrpSpPr/>
            <p:nvPr/>
          </p:nvGrpSpPr>
          <p:grpSpPr>
            <a:xfrm>
              <a:off x="8638793" y="4529637"/>
              <a:ext cx="659130" cy="160346"/>
              <a:chOff x="8638793" y="4529637"/>
              <a:chExt cx="659130" cy="160346"/>
            </a:xfrm>
          </p:grpSpPr>
          <p:sp>
            <p:nvSpPr>
              <p:cNvPr id="918" name="Google Shape;918;p7"/>
              <p:cNvSpPr/>
              <p:nvPr/>
            </p:nvSpPr>
            <p:spPr>
              <a:xfrm>
                <a:off x="8638793" y="4552188"/>
                <a:ext cx="97155" cy="137795"/>
              </a:xfrm>
              <a:custGeom>
                <a:rect b="b" l="l" r="r" t="t"/>
                <a:pathLst>
                  <a:path extrusionOk="0" h="137795" w="97154">
                    <a:moveTo>
                      <a:pt x="73151" y="28193"/>
                    </a:moveTo>
                    <a:lnTo>
                      <a:pt x="73485" y="22288"/>
                    </a:lnTo>
                    <a:lnTo>
                      <a:pt x="73532" y="13525"/>
                    </a:lnTo>
                    <a:lnTo>
                      <a:pt x="71866" y="5048"/>
                    </a:lnTo>
                    <a:lnTo>
                      <a:pt x="67055" y="0"/>
                    </a:lnTo>
                    <a:lnTo>
                      <a:pt x="60269" y="0"/>
                    </a:lnTo>
                    <a:lnTo>
                      <a:pt x="34575" y="31718"/>
                    </a:lnTo>
                    <a:lnTo>
                      <a:pt x="31241" y="52577"/>
                    </a:lnTo>
                    <a:lnTo>
                      <a:pt x="33206" y="61793"/>
                    </a:lnTo>
                    <a:lnTo>
                      <a:pt x="71532" y="86582"/>
                    </a:lnTo>
                    <a:lnTo>
                      <a:pt x="80140" y="89761"/>
                    </a:lnTo>
                    <a:lnTo>
                      <a:pt x="88391" y="93725"/>
                    </a:lnTo>
                    <a:lnTo>
                      <a:pt x="92963" y="96773"/>
                    </a:lnTo>
                    <a:lnTo>
                      <a:pt x="96773" y="103631"/>
                    </a:lnTo>
                    <a:lnTo>
                      <a:pt x="92201" y="108965"/>
                    </a:lnTo>
                    <a:lnTo>
                      <a:pt x="57149" y="128015"/>
                    </a:lnTo>
                    <a:lnTo>
                      <a:pt x="14716" y="137231"/>
                    </a:lnTo>
                    <a:lnTo>
                      <a:pt x="0" y="13716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8763559" y="4557522"/>
                <a:ext cx="57150" cy="111125"/>
              </a:xfrm>
              <a:custGeom>
                <a:rect b="b" l="l" r="r" t="t"/>
                <a:pathLst>
                  <a:path extrusionOk="0" h="111125" w="57150">
                    <a:moveTo>
                      <a:pt x="964" y="37337"/>
                    </a:moveTo>
                    <a:lnTo>
                      <a:pt x="642" y="49125"/>
                    </a:lnTo>
                    <a:lnTo>
                      <a:pt x="107" y="61340"/>
                    </a:lnTo>
                    <a:lnTo>
                      <a:pt x="0" y="73556"/>
                    </a:lnTo>
                    <a:lnTo>
                      <a:pt x="19252" y="110489"/>
                    </a:lnTo>
                    <a:lnTo>
                      <a:pt x="28074" y="111025"/>
                    </a:lnTo>
                    <a:lnTo>
                      <a:pt x="36111" y="108489"/>
                    </a:lnTo>
                    <a:lnTo>
                      <a:pt x="56590" y="74390"/>
                    </a:lnTo>
                    <a:lnTo>
                      <a:pt x="56899" y="61948"/>
                    </a:lnTo>
                    <a:lnTo>
                      <a:pt x="55066" y="50291"/>
                    </a:lnTo>
                    <a:lnTo>
                      <a:pt x="30313" y="9251"/>
                    </a:lnTo>
                    <a:lnTo>
                      <a:pt x="11632" y="0"/>
                    </a:lnTo>
                    <a:lnTo>
                      <a:pt x="9346" y="0"/>
                    </a:lnTo>
                    <a:lnTo>
                      <a:pt x="477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8752331" y="4623816"/>
                <a:ext cx="81915" cy="60960"/>
              </a:xfrm>
              <a:custGeom>
                <a:rect b="b" l="l" r="r" t="t"/>
                <a:pathLst>
                  <a:path extrusionOk="0" h="60960" w="81915">
                    <a:moveTo>
                      <a:pt x="0" y="0"/>
                    </a:moveTo>
                    <a:lnTo>
                      <a:pt x="41148" y="22097"/>
                    </a:lnTo>
                    <a:lnTo>
                      <a:pt x="51482" y="26658"/>
                    </a:lnTo>
                    <a:lnTo>
                      <a:pt x="61531" y="31718"/>
                    </a:lnTo>
                    <a:lnTo>
                      <a:pt x="70723" y="38064"/>
                    </a:lnTo>
                    <a:lnTo>
                      <a:pt x="78486" y="46481"/>
                    </a:lnTo>
                    <a:lnTo>
                      <a:pt x="81534" y="51815"/>
                    </a:lnTo>
                    <a:lnTo>
                      <a:pt x="81534" y="54863"/>
                    </a:lnTo>
                    <a:lnTo>
                      <a:pt x="81534" y="609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8859011" y="4556760"/>
                <a:ext cx="69215" cy="98425"/>
              </a:xfrm>
              <a:custGeom>
                <a:rect b="b" l="l" r="r" t="t"/>
                <a:pathLst>
                  <a:path extrusionOk="0" h="98425" w="69215">
                    <a:moveTo>
                      <a:pt x="0" y="26670"/>
                    </a:moveTo>
                    <a:lnTo>
                      <a:pt x="3810" y="69342"/>
                    </a:lnTo>
                    <a:lnTo>
                      <a:pt x="34111" y="97976"/>
                    </a:lnTo>
                    <a:lnTo>
                      <a:pt x="42767" y="96107"/>
                    </a:lnTo>
                    <a:lnTo>
                      <a:pt x="67151" y="65913"/>
                    </a:lnTo>
                    <a:lnTo>
                      <a:pt x="68615" y="55864"/>
                    </a:lnTo>
                    <a:lnTo>
                      <a:pt x="68580" y="44958"/>
                    </a:lnTo>
                    <a:lnTo>
                      <a:pt x="67627" y="35421"/>
                    </a:lnTo>
                    <a:lnTo>
                      <a:pt x="64960" y="26955"/>
                    </a:lnTo>
                    <a:lnTo>
                      <a:pt x="60864" y="18919"/>
                    </a:lnTo>
                    <a:lnTo>
                      <a:pt x="55626" y="10668"/>
                    </a:lnTo>
                    <a:lnTo>
                      <a:pt x="53340" y="6858"/>
                    </a:lnTo>
                    <a:lnTo>
                      <a:pt x="51816" y="3810"/>
                    </a:lnTo>
                    <a:lnTo>
                      <a:pt x="50291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8958071" y="4535424"/>
                <a:ext cx="37465" cy="92710"/>
              </a:xfrm>
              <a:custGeom>
                <a:rect b="b" l="l" r="r" t="t"/>
                <a:pathLst>
                  <a:path extrusionOk="0" h="92710" w="37465">
                    <a:moveTo>
                      <a:pt x="37338" y="0"/>
                    </a:moveTo>
                    <a:lnTo>
                      <a:pt x="32837" y="13465"/>
                    </a:lnTo>
                    <a:lnTo>
                      <a:pt x="27622" y="26574"/>
                    </a:lnTo>
                    <a:lnTo>
                      <a:pt x="22121" y="39540"/>
                    </a:lnTo>
                    <a:lnTo>
                      <a:pt x="16764" y="52577"/>
                    </a:lnTo>
                    <a:lnTo>
                      <a:pt x="13120" y="61269"/>
                    </a:lnTo>
                    <a:lnTo>
                      <a:pt x="9906" y="70103"/>
                    </a:lnTo>
                    <a:lnTo>
                      <a:pt x="6691" y="78938"/>
                    </a:lnTo>
                    <a:lnTo>
                      <a:pt x="3048" y="87629"/>
                    </a:lnTo>
                    <a:lnTo>
                      <a:pt x="762" y="90677"/>
                    </a:lnTo>
                    <a:lnTo>
                      <a:pt x="762" y="91439"/>
                    </a:lnTo>
                    <a:lnTo>
                      <a:pt x="0" y="9220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983217" y="4544568"/>
                <a:ext cx="44450" cy="98425"/>
              </a:xfrm>
              <a:custGeom>
                <a:rect b="b" l="l" r="r" t="t"/>
                <a:pathLst>
                  <a:path extrusionOk="0" h="98425" w="44450">
                    <a:moveTo>
                      <a:pt x="0" y="0"/>
                    </a:moveTo>
                    <a:lnTo>
                      <a:pt x="6715" y="11441"/>
                    </a:lnTo>
                    <a:lnTo>
                      <a:pt x="13144" y="22955"/>
                    </a:lnTo>
                    <a:lnTo>
                      <a:pt x="19288" y="34611"/>
                    </a:lnTo>
                    <a:lnTo>
                      <a:pt x="25146" y="46481"/>
                    </a:lnTo>
                    <a:lnTo>
                      <a:pt x="30122" y="56221"/>
                    </a:lnTo>
                    <a:lnTo>
                      <a:pt x="34671" y="66103"/>
                    </a:lnTo>
                    <a:lnTo>
                      <a:pt x="38647" y="76271"/>
                    </a:lnTo>
                    <a:lnTo>
                      <a:pt x="41910" y="86867"/>
                    </a:lnTo>
                    <a:lnTo>
                      <a:pt x="43434" y="92963"/>
                    </a:lnTo>
                    <a:lnTo>
                      <a:pt x="44196" y="94488"/>
                    </a:lnTo>
                    <a:lnTo>
                      <a:pt x="43434" y="9829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8974835" y="4591812"/>
                <a:ext cx="62230" cy="17780"/>
              </a:xfrm>
              <a:custGeom>
                <a:rect b="b" l="l" r="r" t="t"/>
                <a:pathLst>
                  <a:path extrusionOk="0" h="17779" w="62229">
                    <a:moveTo>
                      <a:pt x="0" y="17526"/>
                    </a:moveTo>
                    <a:lnTo>
                      <a:pt x="12132" y="13132"/>
                    </a:lnTo>
                    <a:lnTo>
                      <a:pt x="24479" y="9810"/>
                    </a:lnTo>
                    <a:lnTo>
                      <a:pt x="36968" y="6917"/>
                    </a:lnTo>
                    <a:lnTo>
                      <a:pt x="49530" y="3810"/>
                    </a:lnTo>
                    <a:lnTo>
                      <a:pt x="53340" y="3048"/>
                    </a:lnTo>
                    <a:lnTo>
                      <a:pt x="57912" y="1524"/>
                    </a:lnTo>
                    <a:lnTo>
                      <a:pt x="6172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9053643" y="4567428"/>
                <a:ext cx="6985" cy="69850"/>
              </a:xfrm>
              <a:custGeom>
                <a:rect b="b" l="l" r="r" t="t"/>
                <a:pathLst>
                  <a:path extrusionOk="0" h="69850" w="6984">
                    <a:moveTo>
                      <a:pt x="6536" y="0"/>
                    </a:moveTo>
                    <a:lnTo>
                      <a:pt x="3119" y="12084"/>
                    </a:lnTo>
                    <a:lnTo>
                      <a:pt x="916" y="22955"/>
                    </a:lnTo>
                    <a:lnTo>
                      <a:pt x="0" y="33968"/>
                    </a:lnTo>
                    <a:lnTo>
                      <a:pt x="440" y="46481"/>
                    </a:lnTo>
                    <a:lnTo>
                      <a:pt x="440" y="54101"/>
                    </a:lnTo>
                    <a:lnTo>
                      <a:pt x="1202" y="61721"/>
                    </a:lnTo>
                    <a:lnTo>
                      <a:pt x="1202" y="6934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9050750" y="4537769"/>
                <a:ext cx="66040" cy="78740"/>
              </a:xfrm>
              <a:custGeom>
                <a:rect b="b" l="l" r="r" t="t"/>
                <a:pathLst>
                  <a:path extrusionOk="0" h="78739" w="66040">
                    <a:moveTo>
                      <a:pt x="1809" y="39564"/>
                    </a:moveTo>
                    <a:lnTo>
                      <a:pt x="1012" y="31611"/>
                    </a:lnTo>
                    <a:lnTo>
                      <a:pt x="0" y="21085"/>
                    </a:lnTo>
                    <a:lnTo>
                      <a:pt x="845" y="10846"/>
                    </a:lnTo>
                    <a:lnTo>
                      <a:pt x="5619" y="3750"/>
                    </a:lnTo>
                    <a:lnTo>
                      <a:pt x="11406" y="1452"/>
                    </a:lnTo>
                    <a:lnTo>
                      <a:pt x="18764" y="226"/>
                    </a:lnTo>
                    <a:lnTo>
                      <a:pt x="26408" y="0"/>
                    </a:lnTo>
                    <a:lnTo>
                      <a:pt x="33051" y="702"/>
                    </a:lnTo>
                    <a:lnTo>
                      <a:pt x="44481" y="2988"/>
                    </a:lnTo>
                    <a:lnTo>
                      <a:pt x="47529" y="9846"/>
                    </a:lnTo>
                    <a:lnTo>
                      <a:pt x="48291" y="20514"/>
                    </a:lnTo>
                    <a:lnTo>
                      <a:pt x="46743" y="29456"/>
                    </a:lnTo>
                    <a:lnTo>
                      <a:pt x="42767" y="37183"/>
                    </a:lnTo>
                    <a:lnTo>
                      <a:pt x="37361" y="44195"/>
                    </a:lnTo>
                    <a:lnTo>
                      <a:pt x="31527" y="50994"/>
                    </a:lnTo>
                    <a:lnTo>
                      <a:pt x="26955" y="57090"/>
                    </a:lnTo>
                    <a:lnTo>
                      <a:pt x="20097" y="63186"/>
                    </a:lnTo>
                    <a:lnTo>
                      <a:pt x="19335" y="70806"/>
                    </a:lnTo>
                    <a:lnTo>
                      <a:pt x="18573" y="76902"/>
                    </a:lnTo>
                    <a:lnTo>
                      <a:pt x="29241" y="77664"/>
                    </a:lnTo>
                    <a:lnTo>
                      <a:pt x="33051" y="77664"/>
                    </a:lnTo>
                    <a:lnTo>
                      <a:pt x="41171" y="78426"/>
                    </a:lnTo>
                    <a:lnTo>
                      <a:pt x="49434" y="78616"/>
                    </a:lnTo>
                    <a:lnTo>
                      <a:pt x="57697" y="78521"/>
                    </a:lnTo>
                    <a:lnTo>
                      <a:pt x="65817" y="784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9140189" y="4555236"/>
                <a:ext cx="55244" cy="76200"/>
              </a:xfrm>
              <a:custGeom>
                <a:rect b="b" l="l" r="r" t="t"/>
                <a:pathLst>
                  <a:path extrusionOk="0" h="76200" w="55245">
                    <a:moveTo>
                      <a:pt x="0" y="0"/>
                    </a:moveTo>
                    <a:lnTo>
                      <a:pt x="1131" y="9715"/>
                    </a:lnTo>
                    <a:lnTo>
                      <a:pt x="2190" y="19431"/>
                    </a:lnTo>
                    <a:lnTo>
                      <a:pt x="3107" y="29146"/>
                    </a:lnTo>
                    <a:lnTo>
                      <a:pt x="3810" y="38862"/>
                    </a:lnTo>
                    <a:lnTo>
                      <a:pt x="3726" y="46993"/>
                    </a:lnTo>
                    <a:lnTo>
                      <a:pt x="3143" y="55911"/>
                    </a:lnTo>
                    <a:lnTo>
                      <a:pt x="3274" y="64686"/>
                    </a:lnTo>
                    <a:lnTo>
                      <a:pt x="5334" y="72390"/>
                    </a:lnTo>
                    <a:lnTo>
                      <a:pt x="7620" y="76200"/>
                    </a:lnTo>
                    <a:lnTo>
                      <a:pt x="12954" y="76200"/>
                    </a:lnTo>
                    <a:lnTo>
                      <a:pt x="16764" y="75438"/>
                    </a:lnTo>
                    <a:lnTo>
                      <a:pt x="23360" y="74545"/>
                    </a:lnTo>
                    <a:lnTo>
                      <a:pt x="50292" y="59435"/>
                    </a:lnTo>
                    <a:lnTo>
                      <a:pt x="54864" y="548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9143999" y="4575048"/>
                <a:ext cx="26670" cy="12700"/>
              </a:xfrm>
              <a:custGeom>
                <a:rect b="b" l="l" r="r" t="t"/>
                <a:pathLst>
                  <a:path extrusionOk="0" h="12700" w="26670">
                    <a:moveTo>
                      <a:pt x="0" y="12192"/>
                    </a:moveTo>
                    <a:lnTo>
                      <a:pt x="7167" y="9429"/>
                    </a:lnTo>
                    <a:lnTo>
                      <a:pt x="13906" y="6667"/>
                    </a:lnTo>
                    <a:lnTo>
                      <a:pt x="20359" y="3619"/>
                    </a:lnTo>
                    <a:lnTo>
                      <a:pt x="2667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9140189" y="4545330"/>
                <a:ext cx="32384" cy="17145"/>
              </a:xfrm>
              <a:custGeom>
                <a:rect b="b" l="l" r="r" t="t"/>
                <a:pathLst>
                  <a:path extrusionOk="0" h="17145" w="32384">
                    <a:moveTo>
                      <a:pt x="0" y="16763"/>
                    </a:moveTo>
                    <a:lnTo>
                      <a:pt x="8751" y="10929"/>
                    </a:lnTo>
                    <a:lnTo>
                      <a:pt x="15716" y="6667"/>
                    </a:lnTo>
                    <a:lnTo>
                      <a:pt x="22824" y="3262"/>
                    </a:lnTo>
                    <a:lnTo>
                      <a:pt x="3200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9234677" y="4546092"/>
                <a:ext cx="6985" cy="78740"/>
              </a:xfrm>
              <a:custGeom>
                <a:rect b="b" l="l" r="r" t="t"/>
                <a:pathLst>
                  <a:path extrusionOk="0" h="78739" w="6984">
                    <a:moveTo>
                      <a:pt x="3048" y="0"/>
                    </a:moveTo>
                    <a:lnTo>
                      <a:pt x="4286" y="8893"/>
                    </a:lnTo>
                    <a:lnTo>
                      <a:pt x="5524" y="17430"/>
                    </a:lnTo>
                    <a:lnTo>
                      <a:pt x="6477" y="25824"/>
                    </a:lnTo>
                    <a:lnTo>
                      <a:pt x="6858" y="34290"/>
                    </a:lnTo>
                    <a:lnTo>
                      <a:pt x="6929" y="43303"/>
                    </a:lnTo>
                    <a:lnTo>
                      <a:pt x="6858" y="52101"/>
                    </a:lnTo>
                    <a:lnTo>
                      <a:pt x="6215" y="60757"/>
                    </a:lnTo>
                    <a:lnTo>
                      <a:pt x="4572" y="69342"/>
                    </a:lnTo>
                    <a:lnTo>
                      <a:pt x="3048" y="74676"/>
                    </a:lnTo>
                    <a:lnTo>
                      <a:pt x="2286" y="76200"/>
                    </a:lnTo>
                    <a:lnTo>
                      <a:pt x="0" y="7848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9217913" y="4529637"/>
                <a:ext cx="80010" cy="94615"/>
              </a:xfrm>
              <a:custGeom>
                <a:rect b="b" l="l" r="r" t="t"/>
                <a:pathLst>
                  <a:path extrusionOk="0" h="94614" w="80009">
                    <a:moveTo>
                      <a:pt x="0" y="12644"/>
                    </a:moveTo>
                    <a:lnTo>
                      <a:pt x="9108" y="5095"/>
                    </a:lnTo>
                    <a:lnTo>
                      <a:pt x="18002" y="833"/>
                    </a:lnTo>
                    <a:lnTo>
                      <a:pt x="28182" y="0"/>
                    </a:lnTo>
                    <a:lnTo>
                      <a:pt x="41148" y="2738"/>
                    </a:lnTo>
                    <a:lnTo>
                      <a:pt x="76962" y="30170"/>
                    </a:lnTo>
                    <a:lnTo>
                      <a:pt x="79819" y="41743"/>
                    </a:lnTo>
                    <a:lnTo>
                      <a:pt x="78676" y="52458"/>
                    </a:lnTo>
                    <a:lnTo>
                      <a:pt x="51339" y="85605"/>
                    </a:lnTo>
                    <a:lnTo>
                      <a:pt x="42207" y="90392"/>
                    </a:lnTo>
                    <a:lnTo>
                      <a:pt x="32004" y="9417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32" name="Google Shape;932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411436" y="4400524"/>
              <a:ext cx="475824" cy="2057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3" name="Google Shape;933;p7"/>
            <p:cNvSpPr/>
            <p:nvPr/>
          </p:nvSpPr>
          <p:spPr>
            <a:xfrm>
              <a:off x="3214116" y="4553711"/>
              <a:ext cx="810895" cy="99060"/>
            </a:xfrm>
            <a:custGeom>
              <a:rect b="b" l="l" r="r" t="t"/>
              <a:pathLst>
                <a:path extrusionOk="0" h="99060" w="810895">
                  <a:moveTo>
                    <a:pt x="0" y="99060"/>
                  </a:moveTo>
                  <a:lnTo>
                    <a:pt x="17585" y="97797"/>
                  </a:lnTo>
                  <a:lnTo>
                    <a:pt x="34956" y="96393"/>
                  </a:lnTo>
                  <a:lnTo>
                    <a:pt x="52185" y="94988"/>
                  </a:lnTo>
                  <a:lnTo>
                    <a:pt x="69342" y="93726"/>
                  </a:lnTo>
                  <a:lnTo>
                    <a:pt x="122479" y="91094"/>
                  </a:lnTo>
                  <a:lnTo>
                    <a:pt x="175545" y="88677"/>
                  </a:lnTo>
                  <a:lnTo>
                    <a:pt x="228469" y="86117"/>
                  </a:lnTo>
                  <a:lnTo>
                    <a:pt x="281178" y="83058"/>
                  </a:lnTo>
                  <a:lnTo>
                    <a:pt x="329624" y="78890"/>
                  </a:lnTo>
                  <a:lnTo>
                    <a:pt x="377856" y="74295"/>
                  </a:lnTo>
                  <a:lnTo>
                    <a:pt x="425946" y="69127"/>
                  </a:lnTo>
                  <a:lnTo>
                    <a:pt x="473964" y="63246"/>
                  </a:lnTo>
                  <a:lnTo>
                    <a:pt x="520255" y="57019"/>
                  </a:lnTo>
                  <a:lnTo>
                    <a:pt x="566547" y="50006"/>
                  </a:lnTo>
                  <a:lnTo>
                    <a:pt x="612838" y="42564"/>
                  </a:lnTo>
                  <a:lnTo>
                    <a:pt x="659130" y="35052"/>
                  </a:lnTo>
                  <a:lnTo>
                    <a:pt x="687705" y="29920"/>
                  </a:lnTo>
                  <a:lnTo>
                    <a:pt x="716280" y="24860"/>
                  </a:lnTo>
                  <a:lnTo>
                    <a:pt x="773430" y="15240"/>
                  </a:lnTo>
                  <a:lnTo>
                    <a:pt x="809244" y="5333"/>
                  </a:lnTo>
                  <a:lnTo>
                    <a:pt x="810006" y="2285"/>
                  </a:lnTo>
                  <a:lnTo>
                    <a:pt x="81076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7"/>
            <p:cNvSpPr/>
            <p:nvPr/>
          </p:nvSpPr>
          <p:spPr>
            <a:xfrm>
              <a:off x="4155947" y="4361688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7"/>
            <p:cNvSpPr/>
            <p:nvPr/>
          </p:nvSpPr>
          <p:spPr>
            <a:xfrm>
              <a:off x="4177284" y="4494276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6" name="Google Shape;936;p7"/>
            <p:cNvGrpSpPr/>
            <p:nvPr/>
          </p:nvGrpSpPr>
          <p:grpSpPr>
            <a:xfrm>
              <a:off x="4564354" y="4472914"/>
              <a:ext cx="776631" cy="173786"/>
              <a:chOff x="4564354" y="4472914"/>
              <a:chExt cx="776631" cy="173786"/>
            </a:xfrm>
          </p:grpSpPr>
          <p:pic>
            <p:nvPicPr>
              <p:cNvPr id="937" name="Google Shape;937;p7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4564354" y="4472914"/>
                <a:ext cx="151688" cy="1737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8" name="Google Shape;938;p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741900" y="4499584"/>
                <a:ext cx="187502" cy="1387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9" name="Google Shape;939;p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4955260" y="4482058"/>
                <a:ext cx="149402" cy="128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0" name="Google Shape;940;p7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5146522" y="4498822"/>
                <a:ext cx="75107" cy="983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1" name="Google Shape;941;p7"/>
              <p:cNvSpPr/>
              <p:nvPr/>
            </p:nvSpPr>
            <p:spPr>
              <a:xfrm>
                <a:off x="5266944" y="4502657"/>
                <a:ext cx="2540" cy="83185"/>
              </a:xfrm>
              <a:custGeom>
                <a:rect b="b" l="l" r="r" t="t"/>
                <a:pathLst>
                  <a:path extrusionOk="0" h="83185" w="2539">
                    <a:moveTo>
                      <a:pt x="0" y="0"/>
                    </a:moveTo>
                    <a:lnTo>
                      <a:pt x="321" y="17835"/>
                    </a:lnTo>
                    <a:lnTo>
                      <a:pt x="285" y="35814"/>
                    </a:lnTo>
                    <a:lnTo>
                      <a:pt x="107" y="53792"/>
                    </a:lnTo>
                    <a:lnTo>
                      <a:pt x="0" y="71628"/>
                    </a:lnTo>
                    <a:lnTo>
                      <a:pt x="0" y="83058"/>
                    </a:lnTo>
                    <a:lnTo>
                      <a:pt x="0" y="73914"/>
                    </a:lnTo>
                    <a:lnTo>
                      <a:pt x="2286" y="7772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5273040" y="4486655"/>
                <a:ext cx="67945" cy="85090"/>
              </a:xfrm>
              <a:custGeom>
                <a:rect b="b" l="l" r="r" t="t"/>
                <a:pathLst>
                  <a:path extrusionOk="0" h="85089" w="67945">
                    <a:moveTo>
                      <a:pt x="0" y="14477"/>
                    </a:moveTo>
                    <a:lnTo>
                      <a:pt x="7239" y="22776"/>
                    </a:lnTo>
                    <a:lnTo>
                      <a:pt x="13906" y="30003"/>
                    </a:lnTo>
                    <a:lnTo>
                      <a:pt x="21431" y="35373"/>
                    </a:lnTo>
                    <a:lnTo>
                      <a:pt x="31242" y="38099"/>
                    </a:lnTo>
                    <a:lnTo>
                      <a:pt x="38314" y="38016"/>
                    </a:lnTo>
                    <a:lnTo>
                      <a:pt x="43815" y="35718"/>
                    </a:lnTo>
                    <a:lnTo>
                      <a:pt x="48172" y="31563"/>
                    </a:lnTo>
                    <a:lnTo>
                      <a:pt x="51816" y="25907"/>
                    </a:lnTo>
                    <a:lnTo>
                      <a:pt x="55626" y="18287"/>
                    </a:lnTo>
                    <a:lnTo>
                      <a:pt x="55626" y="11429"/>
                    </a:lnTo>
                    <a:lnTo>
                      <a:pt x="55626" y="3047"/>
                    </a:lnTo>
                    <a:lnTo>
                      <a:pt x="55626" y="2285"/>
                    </a:lnTo>
                    <a:lnTo>
                      <a:pt x="55626" y="761"/>
                    </a:lnTo>
                    <a:lnTo>
                      <a:pt x="55626" y="0"/>
                    </a:lnTo>
                    <a:lnTo>
                      <a:pt x="55626" y="5333"/>
                    </a:lnTo>
                    <a:lnTo>
                      <a:pt x="54864" y="8381"/>
                    </a:lnTo>
                    <a:lnTo>
                      <a:pt x="55626" y="14477"/>
                    </a:lnTo>
                    <a:lnTo>
                      <a:pt x="57221" y="25336"/>
                    </a:lnTo>
                    <a:lnTo>
                      <a:pt x="58674" y="36194"/>
                    </a:lnTo>
                    <a:lnTo>
                      <a:pt x="60126" y="47053"/>
                    </a:lnTo>
                    <a:lnTo>
                      <a:pt x="61722" y="57911"/>
                    </a:lnTo>
                    <a:lnTo>
                      <a:pt x="62567" y="64972"/>
                    </a:lnTo>
                    <a:lnTo>
                      <a:pt x="63912" y="71532"/>
                    </a:lnTo>
                    <a:lnTo>
                      <a:pt x="65686" y="77950"/>
                    </a:lnTo>
                    <a:lnTo>
                      <a:pt x="67818" y="8458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3" name="Google Shape;943;p7"/>
            <p:cNvGrpSpPr/>
            <p:nvPr/>
          </p:nvGrpSpPr>
          <p:grpSpPr>
            <a:xfrm>
              <a:off x="5523712" y="4343374"/>
              <a:ext cx="957277" cy="211124"/>
              <a:chOff x="5523712" y="4343374"/>
              <a:chExt cx="957277" cy="211124"/>
            </a:xfrm>
          </p:grpSpPr>
          <p:pic>
            <p:nvPicPr>
              <p:cNvPr id="944" name="Google Shape;944;p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523712" y="4401286"/>
                <a:ext cx="134924" cy="1520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5" name="Google Shape;945;p7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692876" y="4414240"/>
                <a:ext cx="201218" cy="1402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6" name="Google Shape;946;p7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913273" y="4416526"/>
                <a:ext cx="119506" cy="1113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7" name="Google Shape;947;p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071483" y="4373092"/>
                <a:ext cx="253999" cy="1387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8" name="Google Shape;948;p7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348196" y="4343374"/>
                <a:ext cx="132793" cy="1314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49" name="Google Shape;949;p7"/>
            <p:cNvGrpSpPr/>
            <p:nvPr/>
          </p:nvGrpSpPr>
          <p:grpSpPr>
            <a:xfrm>
              <a:off x="6838924" y="4235196"/>
              <a:ext cx="381883" cy="178332"/>
              <a:chOff x="6838924" y="4235196"/>
              <a:chExt cx="381883" cy="178332"/>
            </a:xfrm>
          </p:grpSpPr>
          <p:pic>
            <p:nvPicPr>
              <p:cNvPr id="950" name="Google Shape;950;p7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838924" y="4289272"/>
                <a:ext cx="173786" cy="1242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1" name="Google Shape;951;p7"/>
              <p:cNvSpPr/>
              <p:nvPr/>
            </p:nvSpPr>
            <p:spPr>
              <a:xfrm>
                <a:off x="6970775" y="423519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7061453" y="4247388"/>
                <a:ext cx="1905" cy="113664"/>
              </a:xfrm>
              <a:custGeom>
                <a:rect b="b" l="l" r="r" t="t"/>
                <a:pathLst>
                  <a:path extrusionOk="0" h="113664" w="1904">
                    <a:moveTo>
                      <a:pt x="1524" y="0"/>
                    </a:moveTo>
                    <a:lnTo>
                      <a:pt x="1393" y="13716"/>
                    </a:lnTo>
                    <a:lnTo>
                      <a:pt x="1047" y="27432"/>
                    </a:lnTo>
                    <a:lnTo>
                      <a:pt x="559" y="41148"/>
                    </a:lnTo>
                    <a:lnTo>
                      <a:pt x="0" y="54864"/>
                    </a:lnTo>
                    <a:lnTo>
                      <a:pt x="0" y="69603"/>
                    </a:lnTo>
                    <a:lnTo>
                      <a:pt x="0" y="84201"/>
                    </a:lnTo>
                    <a:lnTo>
                      <a:pt x="0" y="98798"/>
                    </a:lnTo>
                    <a:lnTo>
                      <a:pt x="0" y="11353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7051262" y="4272534"/>
                <a:ext cx="169545" cy="100330"/>
              </a:xfrm>
              <a:custGeom>
                <a:rect b="b" l="l" r="r" t="t"/>
                <a:pathLst>
                  <a:path extrusionOk="0" h="100329" w="169545">
                    <a:moveTo>
                      <a:pt x="3333" y="40386"/>
                    </a:moveTo>
                    <a:lnTo>
                      <a:pt x="845" y="31218"/>
                    </a:lnTo>
                    <a:lnTo>
                      <a:pt x="0" y="25336"/>
                    </a:lnTo>
                    <a:lnTo>
                      <a:pt x="2155" y="20883"/>
                    </a:lnTo>
                    <a:lnTo>
                      <a:pt x="38385" y="3048"/>
                    </a:lnTo>
                    <a:lnTo>
                      <a:pt x="45243" y="1524"/>
                    </a:lnTo>
                    <a:lnTo>
                      <a:pt x="52101" y="0"/>
                    </a:lnTo>
                    <a:lnTo>
                      <a:pt x="60483" y="45720"/>
                    </a:lnTo>
                    <a:lnTo>
                      <a:pt x="60495" y="55554"/>
                    </a:lnTo>
                    <a:lnTo>
                      <a:pt x="60579" y="65532"/>
                    </a:lnTo>
                    <a:lnTo>
                      <a:pt x="60805" y="75509"/>
                    </a:lnTo>
                    <a:lnTo>
                      <a:pt x="61245" y="85344"/>
                    </a:lnTo>
                    <a:lnTo>
                      <a:pt x="61245" y="86868"/>
                    </a:lnTo>
                    <a:lnTo>
                      <a:pt x="61245" y="88392"/>
                    </a:lnTo>
                    <a:lnTo>
                      <a:pt x="62007" y="89916"/>
                    </a:lnTo>
                    <a:lnTo>
                      <a:pt x="62007" y="84582"/>
                    </a:lnTo>
                    <a:lnTo>
                      <a:pt x="61245" y="83820"/>
                    </a:lnTo>
                    <a:lnTo>
                      <a:pt x="60483" y="79248"/>
                    </a:lnTo>
                    <a:lnTo>
                      <a:pt x="60340" y="72175"/>
                    </a:lnTo>
                    <a:lnTo>
                      <a:pt x="60483" y="64960"/>
                    </a:lnTo>
                    <a:lnTo>
                      <a:pt x="61769" y="58031"/>
                    </a:lnTo>
                    <a:lnTo>
                      <a:pt x="99345" y="36576"/>
                    </a:lnTo>
                    <a:lnTo>
                      <a:pt x="110013" y="36576"/>
                    </a:lnTo>
                    <a:lnTo>
                      <a:pt x="114585" y="43434"/>
                    </a:lnTo>
                    <a:lnTo>
                      <a:pt x="116955" y="49768"/>
                    </a:lnTo>
                    <a:lnTo>
                      <a:pt x="117538" y="57531"/>
                    </a:lnTo>
                    <a:lnTo>
                      <a:pt x="116836" y="65293"/>
                    </a:lnTo>
                    <a:lnTo>
                      <a:pt x="115347" y="71628"/>
                    </a:lnTo>
                    <a:lnTo>
                      <a:pt x="113061" y="80010"/>
                    </a:lnTo>
                    <a:lnTo>
                      <a:pt x="109251" y="87630"/>
                    </a:lnTo>
                    <a:lnTo>
                      <a:pt x="108489" y="96012"/>
                    </a:lnTo>
                    <a:lnTo>
                      <a:pt x="108489" y="96774"/>
                    </a:lnTo>
                    <a:lnTo>
                      <a:pt x="108489" y="97536"/>
                    </a:lnTo>
                    <a:lnTo>
                      <a:pt x="108489" y="99060"/>
                    </a:lnTo>
                    <a:lnTo>
                      <a:pt x="117276" y="99869"/>
                    </a:lnTo>
                    <a:lnTo>
                      <a:pt x="157829" y="88011"/>
                    </a:lnTo>
                    <a:lnTo>
                      <a:pt x="163568" y="82510"/>
                    </a:lnTo>
                    <a:lnTo>
                      <a:pt x="169449" y="7543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4" name="Google Shape;954;p7"/>
            <p:cNvGrpSpPr/>
            <p:nvPr/>
          </p:nvGrpSpPr>
          <p:grpSpPr>
            <a:xfrm>
              <a:off x="7575778" y="4154398"/>
              <a:ext cx="933119" cy="218244"/>
              <a:chOff x="7575778" y="4154398"/>
              <a:chExt cx="933119" cy="218244"/>
            </a:xfrm>
          </p:grpSpPr>
          <p:pic>
            <p:nvPicPr>
              <p:cNvPr id="955" name="Google Shape;955;p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575778" y="4232884"/>
                <a:ext cx="208076" cy="1397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6" name="Google Shape;956;p7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811998" y="4226026"/>
                <a:ext cx="150164" cy="1161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7" name="Google Shape;957;p7"/>
              <p:cNvSpPr/>
              <p:nvPr/>
            </p:nvSpPr>
            <p:spPr>
              <a:xfrm>
                <a:off x="8004810" y="4247388"/>
                <a:ext cx="54610" cy="20320"/>
              </a:xfrm>
              <a:custGeom>
                <a:rect b="b" l="l" r="r" t="t"/>
                <a:pathLst>
                  <a:path extrusionOk="0" h="20320" w="54609">
                    <a:moveTo>
                      <a:pt x="0" y="19812"/>
                    </a:moveTo>
                    <a:lnTo>
                      <a:pt x="10156" y="16252"/>
                    </a:lnTo>
                    <a:lnTo>
                      <a:pt x="20097" y="12477"/>
                    </a:lnTo>
                    <a:lnTo>
                      <a:pt x="29896" y="8560"/>
                    </a:lnTo>
                    <a:lnTo>
                      <a:pt x="39624" y="4572"/>
                    </a:lnTo>
                    <a:lnTo>
                      <a:pt x="47243" y="2286"/>
                    </a:lnTo>
                    <a:lnTo>
                      <a:pt x="49529" y="1524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58" name="Google Shape;958;p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096224" y="4154398"/>
                <a:ext cx="412673" cy="1516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59" name="Google Shape;959;p7"/>
            <p:cNvGrpSpPr/>
            <p:nvPr/>
          </p:nvGrpSpPr>
          <p:grpSpPr>
            <a:xfrm>
              <a:off x="8703564" y="4043171"/>
              <a:ext cx="632035" cy="218186"/>
              <a:chOff x="8703564" y="4043171"/>
              <a:chExt cx="632035" cy="218186"/>
            </a:xfrm>
          </p:grpSpPr>
          <p:sp>
            <p:nvSpPr>
              <p:cNvPr id="960" name="Google Shape;960;p7"/>
              <p:cNvSpPr/>
              <p:nvPr/>
            </p:nvSpPr>
            <p:spPr>
              <a:xfrm>
                <a:off x="8703564" y="4091177"/>
                <a:ext cx="113030" cy="170180"/>
              </a:xfrm>
              <a:custGeom>
                <a:rect b="b" l="l" r="r" t="t"/>
                <a:pathLst>
                  <a:path extrusionOk="0" h="170179" w="113029">
                    <a:moveTo>
                      <a:pt x="35051" y="0"/>
                    </a:moveTo>
                    <a:lnTo>
                      <a:pt x="15120" y="48327"/>
                    </a:lnTo>
                    <a:lnTo>
                      <a:pt x="6215" y="85903"/>
                    </a:lnTo>
                    <a:lnTo>
                      <a:pt x="166" y="127789"/>
                    </a:lnTo>
                    <a:lnTo>
                      <a:pt x="0" y="148590"/>
                    </a:lnTo>
                    <a:lnTo>
                      <a:pt x="1881" y="158245"/>
                    </a:lnTo>
                    <a:lnTo>
                      <a:pt x="6476" y="165830"/>
                    </a:lnTo>
                    <a:lnTo>
                      <a:pt x="13930" y="170128"/>
                    </a:lnTo>
                    <a:lnTo>
                      <a:pt x="24383" y="169926"/>
                    </a:lnTo>
                    <a:lnTo>
                      <a:pt x="59435" y="136398"/>
                    </a:lnTo>
                    <a:lnTo>
                      <a:pt x="65912" y="113252"/>
                    </a:lnTo>
                    <a:lnTo>
                      <a:pt x="65651" y="100929"/>
                    </a:lnTo>
                    <a:lnTo>
                      <a:pt x="60959" y="90678"/>
                    </a:lnTo>
                    <a:lnTo>
                      <a:pt x="57149" y="86868"/>
                    </a:lnTo>
                    <a:lnTo>
                      <a:pt x="53339" y="86868"/>
                    </a:lnTo>
                    <a:lnTo>
                      <a:pt x="48767" y="86106"/>
                    </a:lnTo>
                    <a:lnTo>
                      <a:pt x="53339" y="88392"/>
                    </a:lnTo>
                    <a:lnTo>
                      <a:pt x="59435" y="90678"/>
                    </a:lnTo>
                    <a:lnTo>
                      <a:pt x="66293" y="90677"/>
                    </a:lnTo>
                    <a:lnTo>
                      <a:pt x="74675" y="91439"/>
                    </a:lnTo>
                    <a:lnTo>
                      <a:pt x="82295" y="90677"/>
                    </a:lnTo>
                    <a:lnTo>
                      <a:pt x="90677" y="88391"/>
                    </a:lnTo>
                    <a:lnTo>
                      <a:pt x="92963" y="87630"/>
                    </a:lnTo>
                    <a:lnTo>
                      <a:pt x="93725" y="86867"/>
                    </a:lnTo>
                    <a:lnTo>
                      <a:pt x="95249" y="86105"/>
                    </a:lnTo>
                    <a:lnTo>
                      <a:pt x="99595" y="130456"/>
                    </a:lnTo>
                    <a:lnTo>
                      <a:pt x="106858" y="142291"/>
                    </a:lnTo>
                    <a:lnTo>
                      <a:pt x="112775" y="14706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8836628" y="4163567"/>
                <a:ext cx="76835" cy="82550"/>
              </a:xfrm>
              <a:custGeom>
                <a:rect b="b" l="l" r="r" t="t"/>
                <a:pathLst>
                  <a:path extrusionOk="0" h="82550" w="76834">
                    <a:moveTo>
                      <a:pt x="40671" y="26670"/>
                    </a:moveTo>
                    <a:lnTo>
                      <a:pt x="18573" y="0"/>
                    </a:lnTo>
                    <a:lnTo>
                      <a:pt x="14001" y="3048"/>
                    </a:lnTo>
                    <a:lnTo>
                      <a:pt x="2059" y="39457"/>
                    </a:lnTo>
                    <a:lnTo>
                      <a:pt x="1047" y="49530"/>
                    </a:lnTo>
                    <a:lnTo>
                      <a:pt x="273" y="57197"/>
                    </a:lnTo>
                    <a:lnTo>
                      <a:pt x="0" y="66294"/>
                    </a:lnTo>
                    <a:lnTo>
                      <a:pt x="1583" y="74818"/>
                    </a:lnTo>
                    <a:lnTo>
                      <a:pt x="6381" y="80772"/>
                    </a:lnTo>
                    <a:lnTo>
                      <a:pt x="12358" y="82129"/>
                    </a:lnTo>
                    <a:lnTo>
                      <a:pt x="17621" y="80200"/>
                    </a:lnTo>
                    <a:lnTo>
                      <a:pt x="35933" y="46124"/>
                    </a:lnTo>
                    <a:lnTo>
                      <a:pt x="39147" y="32766"/>
                    </a:lnTo>
                    <a:lnTo>
                      <a:pt x="40671" y="28194"/>
                    </a:lnTo>
                    <a:lnTo>
                      <a:pt x="42195" y="25146"/>
                    </a:lnTo>
                    <a:lnTo>
                      <a:pt x="43719" y="28194"/>
                    </a:lnTo>
                    <a:lnTo>
                      <a:pt x="46767" y="35052"/>
                    </a:lnTo>
                    <a:lnTo>
                      <a:pt x="49053" y="38862"/>
                    </a:lnTo>
                    <a:lnTo>
                      <a:pt x="52947" y="46863"/>
                    </a:lnTo>
                    <a:lnTo>
                      <a:pt x="57911" y="54292"/>
                    </a:lnTo>
                    <a:lnTo>
                      <a:pt x="64162" y="60293"/>
                    </a:lnTo>
                    <a:lnTo>
                      <a:pt x="71913" y="64008"/>
                    </a:lnTo>
                    <a:lnTo>
                      <a:pt x="73437" y="64008"/>
                    </a:lnTo>
                    <a:lnTo>
                      <a:pt x="74961" y="64770"/>
                    </a:lnTo>
                    <a:lnTo>
                      <a:pt x="76485" y="647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8931402" y="4154423"/>
                <a:ext cx="77470" cy="53340"/>
              </a:xfrm>
              <a:custGeom>
                <a:rect b="b" l="l" r="r" t="t"/>
                <a:pathLst>
                  <a:path extrusionOk="0" h="53339" w="77470">
                    <a:moveTo>
                      <a:pt x="0" y="3810"/>
                    </a:moveTo>
                    <a:lnTo>
                      <a:pt x="16764" y="47244"/>
                    </a:lnTo>
                    <a:lnTo>
                      <a:pt x="28956" y="52578"/>
                    </a:lnTo>
                    <a:lnTo>
                      <a:pt x="36576" y="53340"/>
                    </a:lnTo>
                    <a:lnTo>
                      <a:pt x="37338" y="42672"/>
                    </a:lnTo>
                    <a:lnTo>
                      <a:pt x="37338" y="37338"/>
                    </a:lnTo>
                    <a:lnTo>
                      <a:pt x="37540" y="30027"/>
                    </a:lnTo>
                    <a:lnTo>
                      <a:pt x="37242" y="22860"/>
                    </a:lnTo>
                    <a:lnTo>
                      <a:pt x="36802" y="15692"/>
                    </a:lnTo>
                    <a:lnTo>
                      <a:pt x="36576" y="8382"/>
                    </a:lnTo>
                    <a:lnTo>
                      <a:pt x="36576" y="6096"/>
                    </a:lnTo>
                    <a:lnTo>
                      <a:pt x="36576" y="3048"/>
                    </a:lnTo>
                    <a:lnTo>
                      <a:pt x="36576" y="0"/>
                    </a:lnTo>
                    <a:lnTo>
                      <a:pt x="38862" y="5334"/>
                    </a:lnTo>
                    <a:lnTo>
                      <a:pt x="65532" y="38100"/>
                    </a:lnTo>
                    <a:lnTo>
                      <a:pt x="71628" y="40386"/>
                    </a:lnTo>
                    <a:lnTo>
                      <a:pt x="73152" y="41148"/>
                    </a:lnTo>
                    <a:lnTo>
                      <a:pt x="76962" y="4038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8999577" y="4105536"/>
                <a:ext cx="54610" cy="99695"/>
              </a:xfrm>
              <a:custGeom>
                <a:rect b="b" l="l" r="r" t="t"/>
                <a:pathLst>
                  <a:path extrusionOk="0" h="99695" w="54609">
                    <a:moveTo>
                      <a:pt x="36218" y="13073"/>
                    </a:moveTo>
                    <a:lnTo>
                      <a:pt x="29896" y="6524"/>
                    </a:lnTo>
                    <a:lnTo>
                      <a:pt x="23360" y="1262"/>
                    </a:lnTo>
                    <a:lnTo>
                      <a:pt x="16394" y="0"/>
                    </a:lnTo>
                    <a:lnTo>
                      <a:pt x="8786" y="5453"/>
                    </a:lnTo>
                    <a:lnTo>
                      <a:pt x="4048" y="13394"/>
                    </a:lnTo>
                    <a:lnTo>
                      <a:pt x="1166" y="22121"/>
                    </a:lnTo>
                    <a:lnTo>
                      <a:pt x="0" y="31277"/>
                    </a:lnTo>
                    <a:lnTo>
                      <a:pt x="404" y="40505"/>
                    </a:lnTo>
                    <a:lnTo>
                      <a:pt x="32968" y="64924"/>
                    </a:lnTo>
                    <a:lnTo>
                      <a:pt x="41838" y="66698"/>
                    </a:lnTo>
                    <a:lnTo>
                      <a:pt x="49994" y="69472"/>
                    </a:lnTo>
                    <a:lnTo>
                      <a:pt x="54506" y="74033"/>
                    </a:lnTo>
                    <a:lnTo>
                      <a:pt x="52887" y="79867"/>
                    </a:lnTo>
                    <a:lnTo>
                      <a:pt x="46696" y="84701"/>
                    </a:lnTo>
                    <a:lnTo>
                      <a:pt x="39076" y="88392"/>
                    </a:lnTo>
                    <a:lnTo>
                      <a:pt x="33170" y="90797"/>
                    </a:lnTo>
                    <a:lnTo>
                      <a:pt x="27527" y="94035"/>
                    </a:lnTo>
                    <a:lnTo>
                      <a:pt x="21169" y="97274"/>
                    </a:lnTo>
                    <a:lnTo>
                      <a:pt x="14525" y="99369"/>
                    </a:lnTo>
                    <a:lnTo>
                      <a:pt x="8024" y="99179"/>
                    </a:lnTo>
                    <a:lnTo>
                      <a:pt x="8024" y="98417"/>
                    </a:lnTo>
                    <a:lnTo>
                      <a:pt x="8024" y="97655"/>
                    </a:lnTo>
                    <a:lnTo>
                      <a:pt x="8024" y="9689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9075420" y="4085081"/>
                <a:ext cx="52705" cy="94615"/>
              </a:xfrm>
              <a:custGeom>
                <a:rect b="b" l="l" r="r" t="t"/>
                <a:pathLst>
                  <a:path extrusionOk="0" h="94614" w="52704">
                    <a:moveTo>
                      <a:pt x="35814" y="0"/>
                    </a:moveTo>
                    <a:lnTo>
                      <a:pt x="7822" y="32801"/>
                    </a:lnTo>
                    <a:lnTo>
                      <a:pt x="9620" y="39147"/>
                    </a:lnTo>
                    <a:lnTo>
                      <a:pt x="13846" y="44207"/>
                    </a:lnTo>
                    <a:lnTo>
                      <a:pt x="20574" y="48768"/>
                    </a:lnTo>
                    <a:lnTo>
                      <a:pt x="26967" y="51720"/>
                    </a:lnTo>
                    <a:lnTo>
                      <a:pt x="33432" y="54102"/>
                    </a:lnTo>
                    <a:lnTo>
                      <a:pt x="39754" y="56483"/>
                    </a:lnTo>
                    <a:lnTo>
                      <a:pt x="45720" y="59436"/>
                    </a:lnTo>
                    <a:lnTo>
                      <a:pt x="52578" y="63246"/>
                    </a:lnTo>
                    <a:lnTo>
                      <a:pt x="46482" y="68580"/>
                    </a:lnTo>
                    <a:lnTo>
                      <a:pt x="41910" y="71628"/>
                    </a:lnTo>
                    <a:lnTo>
                      <a:pt x="31932" y="78307"/>
                    </a:lnTo>
                    <a:lnTo>
                      <a:pt x="21526" y="84486"/>
                    </a:lnTo>
                    <a:lnTo>
                      <a:pt x="10834" y="89951"/>
                    </a:lnTo>
                    <a:lnTo>
                      <a:pt x="0" y="944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9144000" y="4112513"/>
                <a:ext cx="6985" cy="67945"/>
              </a:xfrm>
              <a:custGeom>
                <a:rect b="b" l="l" r="r" t="t"/>
                <a:pathLst>
                  <a:path extrusionOk="0" h="67945" w="6984">
                    <a:moveTo>
                      <a:pt x="0" y="0"/>
                    </a:moveTo>
                    <a:lnTo>
                      <a:pt x="6858" y="44886"/>
                    </a:lnTo>
                    <a:lnTo>
                      <a:pt x="6858" y="52577"/>
                    </a:lnTo>
                    <a:lnTo>
                      <a:pt x="6858" y="60269"/>
                    </a:lnTo>
                    <a:lnTo>
                      <a:pt x="6858" y="6781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9149334" y="4043171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9197626" y="4082033"/>
                <a:ext cx="62230" cy="83185"/>
              </a:xfrm>
              <a:custGeom>
                <a:rect b="b" l="l" r="r" t="t"/>
                <a:pathLst>
                  <a:path extrusionOk="0" h="83185" w="62229">
                    <a:moveTo>
                      <a:pt x="50006" y="51815"/>
                    </a:moveTo>
                    <a:lnTo>
                      <a:pt x="40862" y="11429"/>
                    </a:lnTo>
                    <a:lnTo>
                      <a:pt x="35528" y="0"/>
                    </a:lnTo>
                    <a:lnTo>
                      <a:pt x="28670" y="3809"/>
                    </a:lnTo>
                    <a:lnTo>
                      <a:pt x="5810" y="40385"/>
                    </a:lnTo>
                    <a:lnTo>
                      <a:pt x="0" y="62674"/>
                    </a:lnTo>
                    <a:lnTo>
                      <a:pt x="773" y="74247"/>
                    </a:lnTo>
                    <a:lnTo>
                      <a:pt x="7334" y="81533"/>
                    </a:lnTo>
                    <a:lnTo>
                      <a:pt x="14382" y="82915"/>
                    </a:lnTo>
                    <a:lnTo>
                      <a:pt x="21431" y="81724"/>
                    </a:lnTo>
                    <a:lnTo>
                      <a:pt x="45434" y="48767"/>
                    </a:lnTo>
                    <a:lnTo>
                      <a:pt x="46196" y="46481"/>
                    </a:lnTo>
                    <a:lnTo>
                      <a:pt x="46196" y="45719"/>
                    </a:lnTo>
                    <a:lnTo>
                      <a:pt x="46958" y="43433"/>
                    </a:lnTo>
                    <a:lnTo>
                      <a:pt x="47351" y="50732"/>
                    </a:lnTo>
                    <a:lnTo>
                      <a:pt x="47815" y="57816"/>
                    </a:lnTo>
                    <a:lnTo>
                      <a:pt x="48994" y="64758"/>
                    </a:lnTo>
                    <a:lnTo>
                      <a:pt x="51530" y="71627"/>
                    </a:lnTo>
                    <a:lnTo>
                      <a:pt x="54578" y="76961"/>
                    </a:lnTo>
                    <a:lnTo>
                      <a:pt x="56102" y="77723"/>
                    </a:lnTo>
                    <a:lnTo>
                      <a:pt x="62198" y="792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9285434" y="4088129"/>
                <a:ext cx="50165" cy="66040"/>
              </a:xfrm>
              <a:custGeom>
                <a:rect b="b" l="l" r="r" t="t"/>
                <a:pathLst>
                  <a:path extrusionOk="0" h="66039" w="50165">
                    <a:moveTo>
                      <a:pt x="1821" y="13715"/>
                    </a:moveTo>
                    <a:lnTo>
                      <a:pt x="833" y="23872"/>
                    </a:lnTo>
                    <a:lnTo>
                      <a:pt x="202" y="33813"/>
                    </a:lnTo>
                    <a:lnTo>
                      <a:pt x="0" y="43612"/>
                    </a:lnTo>
                    <a:lnTo>
                      <a:pt x="297" y="53339"/>
                    </a:lnTo>
                    <a:lnTo>
                      <a:pt x="297" y="59435"/>
                    </a:lnTo>
                    <a:lnTo>
                      <a:pt x="1059" y="64769"/>
                    </a:lnTo>
                    <a:lnTo>
                      <a:pt x="7155" y="65531"/>
                    </a:lnTo>
                    <a:lnTo>
                      <a:pt x="7917" y="65531"/>
                    </a:lnTo>
                    <a:lnTo>
                      <a:pt x="8679" y="65531"/>
                    </a:lnTo>
                    <a:lnTo>
                      <a:pt x="10334" y="58912"/>
                    </a:lnTo>
                    <a:lnTo>
                      <a:pt x="11060" y="52577"/>
                    </a:lnTo>
                    <a:lnTo>
                      <a:pt x="11358" y="46243"/>
                    </a:lnTo>
                    <a:lnTo>
                      <a:pt x="11727" y="39623"/>
                    </a:lnTo>
                    <a:lnTo>
                      <a:pt x="27729" y="0"/>
                    </a:lnTo>
                    <a:lnTo>
                      <a:pt x="33063" y="3809"/>
                    </a:lnTo>
                    <a:lnTo>
                      <a:pt x="46779" y="46481"/>
                    </a:lnTo>
                    <a:lnTo>
                      <a:pt x="49827" y="548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69" name="Google Shape;969;p7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480778" y="3991355"/>
              <a:ext cx="360476" cy="1432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0" name="Google Shape;970;p7"/>
            <p:cNvGrpSpPr/>
            <p:nvPr/>
          </p:nvGrpSpPr>
          <p:grpSpPr>
            <a:xfrm>
              <a:off x="9511330" y="4670298"/>
              <a:ext cx="351617" cy="209931"/>
              <a:chOff x="9511330" y="4670298"/>
              <a:chExt cx="351617" cy="209931"/>
            </a:xfrm>
          </p:grpSpPr>
          <p:pic>
            <p:nvPicPr>
              <p:cNvPr id="971" name="Google Shape;971;p7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9511330" y="4679416"/>
                <a:ext cx="284205" cy="1483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2" name="Google Shape;972;p7"/>
              <p:cNvSpPr/>
              <p:nvPr/>
            </p:nvSpPr>
            <p:spPr>
              <a:xfrm>
                <a:off x="9842754" y="4670298"/>
                <a:ext cx="14604" cy="102870"/>
              </a:xfrm>
              <a:custGeom>
                <a:rect b="b" l="l" r="r" t="t"/>
                <a:pathLst>
                  <a:path extrusionOk="0" h="102870" w="14604">
                    <a:moveTo>
                      <a:pt x="4572" y="0"/>
                    </a:moveTo>
                    <a:lnTo>
                      <a:pt x="9334" y="11072"/>
                    </a:lnTo>
                    <a:lnTo>
                      <a:pt x="12382" y="21145"/>
                    </a:lnTo>
                    <a:lnTo>
                      <a:pt x="14001" y="31503"/>
                    </a:lnTo>
                    <a:lnTo>
                      <a:pt x="14478" y="43434"/>
                    </a:lnTo>
                    <a:lnTo>
                      <a:pt x="13073" y="58721"/>
                    </a:lnTo>
                    <a:lnTo>
                      <a:pt x="9525" y="73723"/>
                    </a:lnTo>
                    <a:lnTo>
                      <a:pt x="4833" y="88439"/>
                    </a:lnTo>
                    <a:lnTo>
                      <a:pt x="0" y="1028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9841992" y="4859274"/>
                <a:ext cx="20955" cy="20955"/>
              </a:xfrm>
              <a:custGeom>
                <a:rect b="b" l="l" r="r" t="t"/>
                <a:pathLst>
                  <a:path extrusionOk="0" h="20954" w="20954">
                    <a:moveTo>
                      <a:pt x="20574" y="20574"/>
                    </a:moveTo>
                    <a:lnTo>
                      <a:pt x="13394" y="13501"/>
                    </a:lnTo>
                    <a:lnTo>
                      <a:pt x="8286" y="8572"/>
                    </a:lnTo>
                    <a:lnTo>
                      <a:pt x="4179" y="450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74" name="Google Shape;974;p7"/>
          <p:cNvGrpSpPr/>
          <p:nvPr/>
        </p:nvGrpSpPr>
        <p:grpSpPr>
          <a:xfrm>
            <a:off x="1524000" y="5599153"/>
            <a:ext cx="7551740" cy="1164088"/>
            <a:chOff x="3487648" y="5377434"/>
            <a:chExt cx="5592089" cy="748029"/>
          </a:xfrm>
        </p:grpSpPr>
        <p:sp>
          <p:nvSpPr>
            <p:cNvPr id="975" name="Google Shape;975;p7"/>
            <p:cNvSpPr/>
            <p:nvPr/>
          </p:nvSpPr>
          <p:spPr>
            <a:xfrm>
              <a:off x="3600450" y="5948934"/>
              <a:ext cx="2063750" cy="19685"/>
            </a:xfrm>
            <a:custGeom>
              <a:rect b="b" l="l" r="r" t="t"/>
              <a:pathLst>
                <a:path extrusionOk="0" h="19685" w="2063750">
                  <a:moveTo>
                    <a:pt x="0" y="15239"/>
                  </a:moveTo>
                  <a:lnTo>
                    <a:pt x="19431" y="14918"/>
                  </a:lnTo>
                  <a:lnTo>
                    <a:pt x="38862" y="14954"/>
                  </a:lnTo>
                  <a:lnTo>
                    <a:pt x="58293" y="15132"/>
                  </a:lnTo>
                  <a:lnTo>
                    <a:pt x="77724" y="15239"/>
                  </a:lnTo>
                  <a:lnTo>
                    <a:pt x="113037" y="15251"/>
                  </a:lnTo>
                  <a:lnTo>
                    <a:pt x="148209" y="15335"/>
                  </a:lnTo>
                  <a:lnTo>
                    <a:pt x="183380" y="15561"/>
                  </a:lnTo>
                  <a:lnTo>
                    <a:pt x="218694" y="16001"/>
                  </a:lnTo>
                  <a:lnTo>
                    <a:pt x="269676" y="16454"/>
                  </a:lnTo>
                  <a:lnTo>
                    <a:pt x="320802" y="16763"/>
                  </a:lnTo>
                  <a:lnTo>
                    <a:pt x="371927" y="17073"/>
                  </a:lnTo>
                  <a:lnTo>
                    <a:pt x="422909" y="17525"/>
                  </a:lnTo>
                  <a:lnTo>
                    <a:pt x="471830" y="17897"/>
                  </a:lnTo>
                  <a:lnTo>
                    <a:pt x="520750" y="18123"/>
                  </a:lnTo>
                  <a:lnTo>
                    <a:pt x="569671" y="18239"/>
                  </a:lnTo>
                  <a:lnTo>
                    <a:pt x="618591" y="18281"/>
                  </a:lnTo>
                  <a:lnTo>
                    <a:pt x="667512" y="18287"/>
                  </a:lnTo>
                  <a:lnTo>
                    <a:pt x="721924" y="18659"/>
                  </a:lnTo>
                  <a:lnTo>
                    <a:pt x="776374" y="18885"/>
                  </a:lnTo>
                  <a:lnTo>
                    <a:pt x="830896" y="19001"/>
                  </a:lnTo>
                  <a:lnTo>
                    <a:pt x="885529" y="19043"/>
                  </a:lnTo>
                  <a:lnTo>
                    <a:pt x="940308" y="19049"/>
                  </a:lnTo>
                  <a:lnTo>
                    <a:pt x="994518" y="19243"/>
                  </a:lnTo>
                  <a:lnTo>
                    <a:pt x="1048729" y="19196"/>
                  </a:lnTo>
                  <a:lnTo>
                    <a:pt x="1102940" y="18950"/>
                  </a:lnTo>
                  <a:lnTo>
                    <a:pt x="1157151" y="18543"/>
                  </a:lnTo>
                  <a:lnTo>
                    <a:pt x="1211362" y="18016"/>
                  </a:lnTo>
                  <a:lnTo>
                    <a:pt x="1265573" y="17410"/>
                  </a:lnTo>
                  <a:lnTo>
                    <a:pt x="1319784" y="16763"/>
                  </a:lnTo>
                  <a:lnTo>
                    <a:pt x="1369754" y="15942"/>
                  </a:lnTo>
                  <a:lnTo>
                    <a:pt x="1419831" y="15014"/>
                  </a:lnTo>
                  <a:lnTo>
                    <a:pt x="1469993" y="14001"/>
                  </a:lnTo>
                  <a:lnTo>
                    <a:pt x="1520218" y="12925"/>
                  </a:lnTo>
                  <a:lnTo>
                    <a:pt x="1570485" y="11807"/>
                  </a:lnTo>
                  <a:lnTo>
                    <a:pt x="1620774" y="10667"/>
                  </a:lnTo>
                  <a:lnTo>
                    <a:pt x="1670304" y="9091"/>
                  </a:lnTo>
                  <a:lnTo>
                    <a:pt x="1719834" y="7450"/>
                  </a:lnTo>
                  <a:lnTo>
                    <a:pt x="1769364" y="5810"/>
                  </a:lnTo>
                  <a:lnTo>
                    <a:pt x="1818894" y="4233"/>
                  </a:lnTo>
                  <a:lnTo>
                    <a:pt x="1868424" y="2783"/>
                  </a:lnTo>
                  <a:lnTo>
                    <a:pt x="1917954" y="1523"/>
                  </a:lnTo>
                  <a:lnTo>
                    <a:pt x="1948362" y="642"/>
                  </a:lnTo>
                  <a:lnTo>
                    <a:pt x="1978914" y="190"/>
                  </a:lnTo>
                  <a:lnTo>
                    <a:pt x="2009465" y="23"/>
                  </a:lnTo>
                  <a:lnTo>
                    <a:pt x="2039874" y="0"/>
                  </a:lnTo>
                  <a:lnTo>
                    <a:pt x="2047494" y="0"/>
                  </a:lnTo>
                  <a:lnTo>
                    <a:pt x="2055876" y="0"/>
                  </a:lnTo>
                  <a:lnTo>
                    <a:pt x="2063495" y="0"/>
                  </a:lnTo>
                  <a:lnTo>
                    <a:pt x="2056840" y="2750"/>
                  </a:lnTo>
                  <a:lnTo>
                    <a:pt x="2050256" y="4286"/>
                  </a:lnTo>
                  <a:lnTo>
                    <a:pt x="2043243" y="4822"/>
                  </a:lnTo>
                  <a:lnTo>
                    <a:pt x="2035302" y="4571"/>
                  </a:lnTo>
                  <a:lnTo>
                    <a:pt x="2028444" y="3809"/>
                  </a:lnTo>
                  <a:lnTo>
                    <a:pt x="2022348" y="3047"/>
                  </a:lnTo>
                  <a:lnTo>
                    <a:pt x="2015489" y="228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6" name="Google Shape;976;p7"/>
            <p:cNvGrpSpPr/>
            <p:nvPr/>
          </p:nvGrpSpPr>
          <p:grpSpPr>
            <a:xfrm>
              <a:off x="3487648" y="5629630"/>
              <a:ext cx="424484" cy="166928"/>
              <a:chOff x="3487648" y="5629630"/>
              <a:chExt cx="424484" cy="166928"/>
            </a:xfrm>
          </p:grpSpPr>
          <p:pic>
            <p:nvPicPr>
              <p:cNvPr id="977" name="Google Shape;977;p7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3487648" y="5631916"/>
                <a:ext cx="116827" cy="1646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8" name="Google Shape;978;p7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3645382" y="5629630"/>
                <a:ext cx="266750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79" name="Google Shape;979;p7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4173448" y="5641822"/>
              <a:ext cx="357428" cy="151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0" name="Google Shape;980;p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4741138" y="5639536"/>
              <a:ext cx="201587" cy="133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7"/>
            <p:cNvGrpSpPr/>
            <p:nvPr/>
          </p:nvGrpSpPr>
          <p:grpSpPr>
            <a:xfrm>
              <a:off x="5100802" y="5583910"/>
              <a:ext cx="493064" cy="270679"/>
              <a:chOff x="5100802" y="5583910"/>
              <a:chExt cx="493064" cy="270679"/>
            </a:xfrm>
          </p:grpSpPr>
          <p:pic>
            <p:nvPicPr>
              <p:cNvPr id="982" name="Google Shape;982;p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100802" y="5633440"/>
                <a:ext cx="85394" cy="2211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3" name="Google Shape;983;p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211554" y="5583910"/>
                <a:ext cx="382312" cy="1803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84" name="Google Shape;984;p7"/>
            <p:cNvGrpSpPr/>
            <p:nvPr/>
          </p:nvGrpSpPr>
          <p:grpSpPr>
            <a:xfrm>
              <a:off x="5685853" y="5580125"/>
              <a:ext cx="51245" cy="166878"/>
              <a:chOff x="5685853" y="5580125"/>
              <a:chExt cx="51245" cy="166878"/>
            </a:xfrm>
          </p:grpSpPr>
          <p:sp>
            <p:nvSpPr>
              <p:cNvPr id="985" name="Google Shape;985;p7"/>
              <p:cNvSpPr/>
              <p:nvPr/>
            </p:nvSpPr>
            <p:spPr>
              <a:xfrm>
                <a:off x="5685853" y="5580125"/>
                <a:ext cx="37465" cy="102235"/>
              </a:xfrm>
              <a:custGeom>
                <a:rect b="b" l="l" r="r" t="t"/>
                <a:pathLst>
                  <a:path extrusionOk="0" h="102235" w="37464">
                    <a:moveTo>
                      <a:pt x="1714" y="26670"/>
                    </a:moveTo>
                    <a:lnTo>
                      <a:pt x="714" y="20181"/>
                    </a:lnTo>
                    <a:lnTo>
                      <a:pt x="0" y="13049"/>
                    </a:lnTo>
                    <a:lnTo>
                      <a:pt x="1285" y="6631"/>
                    </a:lnTo>
                    <a:lnTo>
                      <a:pt x="6286" y="2286"/>
                    </a:lnTo>
                    <a:lnTo>
                      <a:pt x="14668" y="0"/>
                    </a:lnTo>
                    <a:lnTo>
                      <a:pt x="22288" y="1524"/>
                    </a:lnTo>
                    <a:lnTo>
                      <a:pt x="28384" y="6858"/>
                    </a:lnTo>
                    <a:lnTo>
                      <a:pt x="33337" y="14466"/>
                    </a:lnTo>
                    <a:lnTo>
                      <a:pt x="36004" y="23145"/>
                    </a:lnTo>
                    <a:lnTo>
                      <a:pt x="36956" y="32254"/>
                    </a:lnTo>
                    <a:lnTo>
                      <a:pt x="36766" y="41148"/>
                    </a:lnTo>
                    <a:lnTo>
                      <a:pt x="34730" y="52208"/>
                    </a:lnTo>
                    <a:lnTo>
                      <a:pt x="31337" y="62769"/>
                    </a:lnTo>
                    <a:lnTo>
                      <a:pt x="27229" y="73187"/>
                    </a:lnTo>
                    <a:lnTo>
                      <a:pt x="23050" y="83820"/>
                    </a:lnTo>
                    <a:lnTo>
                      <a:pt x="20002" y="92964"/>
                    </a:lnTo>
                    <a:lnTo>
                      <a:pt x="19240" y="96012"/>
                    </a:lnTo>
                    <a:lnTo>
                      <a:pt x="18478" y="10210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7"/>
              <p:cNvSpPr/>
              <p:nvPr/>
            </p:nvSpPr>
            <p:spPr>
              <a:xfrm>
                <a:off x="5714238" y="5724143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7" name="Google Shape;987;p7"/>
            <p:cNvGrpSpPr/>
            <p:nvPr/>
          </p:nvGrpSpPr>
          <p:grpSpPr>
            <a:xfrm>
              <a:off x="5910072" y="5659373"/>
              <a:ext cx="152019" cy="89535"/>
              <a:chOff x="5910072" y="5659373"/>
              <a:chExt cx="152019" cy="89535"/>
            </a:xfrm>
          </p:grpSpPr>
          <p:sp>
            <p:nvSpPr>
              <p:cNvPr id="988" name="Google Shape;988;p7"/>
              <p:cNvSpPr/>
              <p:nvPr/>
            </p:nvSpPr>
            <p:spPr>
              <a:xfrm>
                <a:off x="5910072" y="5700521"/>
                <a:ext cx="86995" cy="1270"/>
              </a:xfrm>
              <a:custGeom>
                <a:rect b="b" l="l" r="r" t="t"/>
                <a:pathLst>
                  <a:path extrusionOk="0" h="1270" w="86995">
                    <a:moveTo>
                      <a:pt x="0" y="762"/>
                    </a:moveTo>
                    <a:lnTo>
                      <a:pt x="13716" y="750"/>
                    </a:lnTo>
                    <a:lnTo>
                      <a:pt x="27432" y="666"/>
                    </a:lnTo>
                    <a:lnTo>
                      <a:pt x="41148" y="440"/>
                    </a:lnTo>
                    <a:lnTo>
                      <a:pt x="54864" y="0"/>
                    </a:lnTo>
                    <a:lnTo>
                      <a:pt x="62865" y="0"/>
                    </a:lnTo>
                    <a:lnTo>
                      <a:pt x="70866" y="0"/>
                    </a:lnTo>
                    <a:lnTo>
                      <a:pt x="78867" y="0"/>
                    </a:lnTo>
                    <a:lnTo>
                      <a:pt x="8686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>
                <a:off x="6003036" y="5659373"/>
                <a:ext cx="59055" cy="89535"/>
              </a:xfrm>
              <a:custGeom>
                <a:rect b="b" l="l" r="r" t="t"/>
                <a:pathLst>
                  <a:path extrusionOk="0" h="89535" w="59054">
                    <a:moveTo>
                      <a:pt x="1524" y="0"/>
                    </a:moveTo>
                    <a:lnTo>
                      <a:pt x="36635" y="15501"/>
                    </a:lnTo>
                    <a:lnTo>
                      <a:pt x="43148" y="17716"/>
                    </a:lnTo>
                    <a:lnTo>
                      <a:pt x="49232" y="20788"/>
                    </a:lnTo>
                    <a:lnTo>
                      <a:pt x="54102" y="25145"/>
                    </a:lnTo>
                    <a:lnTo>
                      <a:pt x="58674" y="32003"/>
                    </a:lnTo>
                    <a:lnTo>
                      <a:pt x="54102" y="41147"/>
                    </a:lnTo>
                    <a:lnTo>
                      <a:pt x="19109" y="77128"/>
                    </a:lnTo>
                    <a:lnTo>
                      <a:pt x="3048" y="87630"/>
                    </a:lnTo>
                    <a:lnTo>
                      <a:pt x="0" y="89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90" name="Google Shape;990;p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6446589" y="5614533"/>
              <a:ext cx="246843" cy="1751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1" name="Google Shape;991;p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6832066" y="5606770"/>
              <a:ext cx="233984" cy="22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2" name="Google Shape;992;p7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264120" y="5542762"/>
              <a:ext cx="141020" cy="1554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3" name="Google Shape;993;p7"/>
            <p:cNvGrpSpPr/>
            <p:nvPr/>
          </p:nvGrpSpPr>
          <p:grpSpPr>
            <a:xfrm>
              <a:off x="7592542" y="5434558"/>
              <a:ext cx="929690" cy="232460"/>
              <a:chOff x="7592542" y="5434558"/>
              <a:chExt cx="929690" cy="232460"/>
            </a:xfrm>
          </p:grpSpPr>
          <p:pic>
            <p:nvPicPr>
              <p:cNvPr id="994" name="Google Shape;994;p7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7592542" y="5551906"/>
                <a:ext cx="205790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5" name="Google Shape;995;p7"/>
              <p:cNvSpPr/>
              <p:nvPr/>
            </p:nvSpPr>
            <p:spPr>
              <a:xfrm>
                <a:off x="7814214" y="5489447"/>
                <a:ext cx="314960" cy="158115"/>
              </a:xfrm>
              <a:custGeom>
                <a:rect b="b" l="l" r="r" t="t"/>
                <a:pathLst>
                  <a:path extrusionOk="0" h="158114" w="314959">
                    <a:moveTo>
                      <a:pt x="29813" y="0"/>
                    </a:moveTo>
                    <a:lnTo>
                      <a:pt x="30849" y="10417"/>
                    </a:lnTo>
                    <a:lnTo>
                      <a:pt x="31813" y="21050"/>
                    </a:lnTo>
                    <a:lnTo>
                      <a:pt x="32920" y="31825"/>
                    </a:lnTo>
                    <a:lnTo>
                      <a:pt x="34385" y="42672"/>
                    </a:lnTo>
                    <a:lnTo>
                      <a:pt x="36218" y="56268"/>
                    </a:lnTo>
                    <a:lnTo>
                      <a:pt x="38195" y="69723"/>
                    </a:lnTo>
                    <a:lnTo>
                      <a:pt x="40171" y="83177"/>
                    </a:lnTo>
                    <a:lnTo>
                      <a:pt x="42005" y="96774"/>
                    </a:lnTo>
                    <a:lnTo>
                      <a:pt x="43148" y="104655"/>
                    </a:lnTo>
                    <a:lnTo>
                      <a:pt x="44291" y="112395"/>
                    </a:lnTo>
                    <a:lnTo>
                      <a:pt x="45434" y="120134"/>
                    </a:lnTo>
                    <a:lnTo>
                      <a:pt x="46577" y="128016"/>
                    </a:lnTo>
                    <a:lnTo>
                      <a:pt x="23610" y="91963"/>
                    </a:lnTo>
                    <a:lnTo>
                      <a:pt x="0" y="118014"/>
                    </a:lnTo>
                    <a:lnTo>
                      <a:pt x="678" y="127670"/>
                    </a:lnTo>
                    <a:lnTo>
                      <a:pt x="30575" y="157734"/>
                    </a:lnTo>
                    <a:lnTo>
                      <a:pt x="42922" y="157710"/>
                    </a:lnTo>
                    <a:lnTo>
                      <a:pt x="84581" y="129551"/>
                    </a:lnTo>
                    <a:lnTo>
                      <a:pt x="99155" y="82296"/>
                    </a:lnTo>
                    <a:lnTo>
                      <a:pt x="77974" y="120646"/>
                    </a:lnTo>
                    <a:lnTo>
                      <a:pt x="118336" y="133600"/>
                    </a:lnTo>
                    <a:lnTo>
                      <a:pt x="153447" y="111918"/>
                    </a:lnTo>
                    <a:lnTo>
                      <a:pt x="165353" y="75116"/>
                    </a:lnTo>
                    <a:lnTo>
                      <a:pt x="145244" y="52816"/>
                    </a:lnTo>
                    <a:lnTo>
                      <a:pt x="138493" y="53339"/>
                    </a:lnTo>
                    <a:lnTo>
                      <a:pt x="173081" y="79355"/>
                    </a:lnTo>
                    <a:lnTo>
                      <a:pt x="182308" y="76676"/>
                    </a:lnTo>
                    <a:lnTo>
                      <a:pt x="191678" y="74140"/>
                    </a:lnTo>
                    <a:lnTo>
                      <a:pt x="201263" y="72389"/>
                    </a:lnTo>
                    <a:lnTo>
                      <a:pt x="205073" y="72389"/>
                    </a:lnTo>
                    <a:lnTo>
                      <a:pt x="206597" y="72389"/>
                    </a:lnTo>
                    <a:lnTo>
                      <a:pt x="208883" y="72389"/>
                    </a:lnTo>
                    <a:lnTo>
                      <a:pt x="208597" y="79462"/>
                    </a:lnTo>
                    <a:lnTo>
                      <a:pt x="207740" y="86105"/>
                    </a:lnTo>
                    <a:lnTo>
                      <a:pt x="206311" y="92749"/>
                    </a:lnTo>
                    <a:lnTo>
                      <a:pt x="204311" y="99821"/>
                    </a:lnTo>
                    <a:lnTo>
                      <a:pt x="201763" y="107834"/>
                    </a:lnTo>
                    <a:lnTo>
                      <a:pt x="199358" y="115919"/>
                    </a:lnTo>
                    <a:lnTo>
                      <a:pt x="198096" y="124146"/>
                    </a:lnTo>
                    <a:lnTo>
                      <a:pt x="198977" y="132587"/>
                    </a:lnTo>
                    <a:lnTo>
                      <a:pt x="208264" y="131290"/>
                    </a:lnTo>
                    <a:lnTo>
                      <a:pt x="242744" y="107715"/>
                    </a:lnTo>
                    <a:lnTo>
                      <a:pt x="270605" y="70103"/>
                    </a:lnTo>
                    <a:lnTo>
                      <a:pt x="275379" y="35028"/>
                    </a:lnTo>
                    <a:lnTo>
                      <a:pt x="269938" y="37147"/>
                    </a:lnTo>
                    <a:lnTo>
                      <a:pt x="258413" y="78485"/>
                    </a:lnTo>
                    <a:lnTo>
                      <a:pt x="298037" y="96011"/>
                    </a:lnTo>
                    <a:lnTo>
                      <a:pt x="303335" y="97952"/>
                    </a:lnTo>
                    <a:lnTo>
                      <a:pt x="309562" y="100679"/>
                    </a:lnTo>
                    <a:lnTo>
                      <a:pt x="314217" y="104691"/>
                    </a:lnTo>
                    <a:lnTo>
                      <a:pt x="314801" y="110489"/>
                    </a:lnTo>
                    <a:lnTo>
                      <a:pt x="309002" y="118312"/>
                    </a:lnTo>
                    <a:lnTo>
                      <a:pt x="299275" y="123920"/>
                    </a:lnTo>
                    <a:lnTo>
                      <a:pt x="288547" y="127956"/>
                    </a:lnTo>
                    <a:lnTo>
                      <a:pt x="279749" y="131063"/>
                    </a:lnTo>
                    <a:lnTo>
                      <a:pt x="270498" y="134516"/>
                    </a:lnTo>
                    <a:lnTo>
                      <a:pt x="258317" y="138683"/>
                    </a:lnTo>
                    <a:lnTo>
                      <a:pt x="245995" y="141136"/>
                    </a:lnTo>
                    <a:lnTo>
                      <a:pt x="236315" y="139445"/>
                    </a:lnTo>
                    <a:lnTo>
                      <a:pt x="234791" y="137921"/>
                    </a:lnTo>
                    <a:lnTo>
                      <a:pt x="234029" y="135635"/>
                    </a:lnTo>
                    <a:lnTo>
                      <a:pt x="232505" y="13334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96" name="Google Shape;996;p7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8169376" y="5434558"/>
                <a:ext cx="352856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7" name="Google Shape;997;p7"/>
            <p:cNvGrpSpPr/>
            <p:nvPr/>
          </p:nvGrpSpPr>
          <p:grpSpPr>
            <a:xfrm>
              <a:off x="8830817" y="5377434"/>
              <a:ext cx="248920" cy="135255"/>
              <a:chOff x="8830817" y="5377434"/>
              <a:chExt cx="248920" cy="135255"/>
            </a:xfrm>
          </p:grpSpPr>
          <p:sp>
            <p:nvSpPr>
              <p:cNvPr id="998" name="Google Shape;998;p7"/>
              <p:cNvSpPr/>
              <p:nvPr/>
            </p:nvSpPr>
            <p:spPr>
              <a:xfrm>
                <a:off x="8859773" y="5377434"/>
                <a:ext cx="3175" cy="135255"/>
              </a:xfrm>
              <a:custGeom>
                <a:rect b="b" l="l" r="r" t="t"/>
                <a:pathLst>
                  <a:path extrusionOk="0" h="135254" w="3175">
                    <a:moveTo>
                      <a:pt x="761" y="0"/>
                    </a:moveTo>
                    <a:lnTo>
                      <a:pt x="1976" y="13037"/>
                    </a:lnTo>
                    <a:lnTo>
                      <a:pt x="2476" y="26003"/>
                    </a:lnTo>
                    <a:lnTo>
                      <a:pt x="2690" y="39112"/>
                    </a:lnTo>
                    <a:lnTo>
                      <a:pt x="3047" y="52577"/>
                    </a:lnTo>
                    <a:lnTo>
                      <a:pt x="2678" y="67329"/>
                    </a:lnTo>
                    <a:lnTo>
                      <a:pt x="1809" y="82010"/>
                    </a:lnTo>
                    <a:lnTo>
                      <a:pt x="797" y="96833"/>
                    </a:lnTo>
                    <a:lnTo>
                      <a:pt x="0" y="112013"/>
                    </a:lnTo>
                    <a:lnTo>
                      <a:pt x="0" y="119633"/>
                    </a:lnTo>
                    <a:lnTo>
                      <a:pt x="0" y="127253"/>
                    </a:lnTo>
                    <a:lnTo>
                      <a:pt x="0" y="13487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7"/>
              <p:cNvSpPr/>
              <p:nvPr/>
            </p:nvSpPr>
            <p:spPr>
              <a:xfrm>
                <a:off x="8830817" y="5404104"/>
                <a:ext cx="248920" cy="97155"/>
              </a:xfrm>
              <a:custGeom>
                <a:rect b="b" l="l" r="r" t="t"/>
                <a:pathLst>
                  <a:path extrusionOk="0" h="97154" w="248920">
                    <a:moveTo>
                      <a:pt x="0" y="21336"/>
                    </a:moveTo>
                    <a:lnTo>
                      <a:pt x="14287" y="17573"/>
                    </a:lnTo>
                    <a:lnTo>
                      <a:pt x="28575" y="14097"/>
                    </a:lnTo>
                    <a:lnTo>
                      <a:pt x="42862" y="10620"/>
                    </a:lnTo>
                    <a:lnTo>
                      <a:pt x="57150" y="6858"/>
                    </a:lnTo>
                    <a:lnTo>
                      <a:pt x="63436" y="4929"/>
                    </a:lnTo>
                    <a:lnTo>
                      <a:pt x="69723" y="2857"/>
                    </a:lnTo>
                    <a:lnTo>
                      <a:pt x="76009" y="1071"/>
                    </a:lnTo>
                    <a:lnTo>
                      <a:pt x="82296" y="0"/>
                    </a:lnTo>
                    <a:lnTo>
                      <a:pt x="83058" y="0"/>
                    </a:lnTo>
                    <a:lnTo>
                      <a:pt x="83820" y="0"/>
                    </a:lnTo>
                    <a:lnTo>
                      <a:pt x="84379" y="6869"/>
                    </a:lnTo>
                    <a:lnTo>
                      <a:pt x="84867" y="13811"/>
                    </a:lnTo>
                    <a:lnTo>
                      <a:pt x="85213" y="20895"/>
                    </a:lnTo>
                    <a:lnTo>
                      <a:pt x="85344" y="28194"/>
                    </a:lnTo>
                    <a:lnTo>
                      <a:pt x="84272" y="41338"/>
                    </a:lnTo>
                    <a:lnTo>
                      <a:pt x="82486" y="54483"/>
                    </a:lnTo>
                    <a:lnTo>
                      <a:pt x="80414" y="67627"/>
                    </a:lnTo>
                    <a:lnTo>
                      <a:pt x="78486" y="80772"/>
                    </a:lnTo>
                    <a:lnTo>
                      <a:pt x="78486" y="83058"/>
                    </a:lnTo>
                    <a:lnTo>
                      <a:pt x="76962" y="89154"/>
                    </a:lnTo>
                    <a:lnTo>
                      <a:pt x="76962" y="91440"/>
                    </a:lnTo>
                    <a:lnTo>
                      <a:pt x="76878" y="84712"/>
                    </a:lnTo>
                    <a:lnTo>
                      <a:pt x="76866" y="78200"/>
                    </a:lnTo>
                    <a:lnTo>
                      <a:pt x="77283" y="71830"/>
                    </a:lnTo>
                    <a:lnTo>
                      <a:pt x="99822" y="39624"/>
                    </a:lnTo>
                    <a:lnTo>
                      <a:pt x="122967" y="35123"/>
                    </a:lnTo>
                    <a:lnTo>
                      <a:pt x="130302" y="35814"/>
                    </a:lnTo>
                    <a:lnTo>
                      <a:pt x="140970" y="38100"/>
                    </a:lnTo>
                    <a:lnTo>
                      <a:pt x="143256" y="45720"/>
                    </a:lnTo>
                    <a:lnTo>
                      <a:pt x="144018" y="54864"/>
                    </a:lnTo>
                    <a:lnTo>
                      <a:pt x="143934" y="62614"/>
                    </a:lnTo>
                    <a:lnTo>
                      <a:pt x="136398" y="91440"/>
                    </a:lnTo>
                    <a:lnTo>
                      <a:pt x="136398" y="96012"/>
                    </a:lnTo>
                    <a:lnTo>
                      <a:pt x="181832" y="76200"/>
                    </a:lnTo>
                    <a:lnTo>
                      <a:pt x="202822" y="37540"/>
                    </a:lnTo>
                    <a:lnTo>
                      <a:pt x="194536" y="29896"/>
                    </a:lnTo>
                    <a:lnTo>
                      <a:pt x="187166" y="30003"/>
                    </a:lnTo>
                    <a:lnTo>
                      <a:pt x="163830" y="61722"/>
                    </a:lnTo>
                    <a:lnTo>
                      <a:pt x="207906" y="83784"/>
                    </a:lnTo>
                    <a:lnTo>
                      <a:pt x="234815" y="83046"/>
                    </a:lnTo>
                    <a:lnTo>
                      <a:pt x="248411" y="815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00" name="Google Shape;1000;p7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7048474" y="5932906"/>
              <a:ext cx="79298" cy="869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1" name="Google Shape;1001;p7"/>
            <p:cNvGrpSpPr/>
            <p:nvPr/>
          </p:nvGrpSpPr>
          <p:grpSpPr>
            <a:xfrm>
              <a:off x="7208519" y="5878067"/>
              <a:ext cx="800481" cy="247396"/>
              <a:chOff x="7208519" y="5878067"/>
              <a:chExt cx="800481" cy="247396"/>
            </a:xfrm>
          </p:grpSpPr>
          <p:sp>
            <p:nvSpPr>
              <p:cNvPr id="1002" name="Google Shape;1002;p7"/>
              <p:cNvSpPr/>
              <p:nvPr/>
            </p:nvSpPr>
            <p:spPr>
              <a:xfrm>
                <a:off x="7208519" y="5998463"/>
                <a:ext cx="76200" cy="127000"/>
              </a:xfrm>
              <a:custGeom>
                <a:rect b="b" l="l" r="r" t="t"/>
                <a:pathLst>
                  <a:path extrusionOk="0" h="127000" w="76200">
                    <a:moveTo>
                      <a:pt x="0" y="0"/>
                    </a:moveTo>
                    <a:lnTo>
                      <a:pt x="154" y="12906"/>
                    </a:lnTo>
                    <a:lnTo>
                      <a:pt x="666" y="25527"/>
                    </a:lnTo>
                    <a:lnTo>
                      <a:pt x="1607" y="38147"/>
                    </a:lnTo>
                    <a:lnTo>
                      <a:pt x="3048" y="51054"/>
                    </a:lnTo>
                    <a:lnTo>
                      <a:pt x="4083" y="63746"/>
                    </a:lnTo>
                    <a:lnTo>
                      <a:pt x="5048" y="76581"/>
                    </a:lnTo>
                    <a:lnTo>
                      <a:pt x="6155" y="89415"/>
                    </a:lnTo>
                    <a:lnTo>
                      <a:pt x="7620" y="102108"/>
                    </a:lnTo>
                    <a:lnTo>
                      <a:pt x="7620" y="108204"/>
                    </a:lnTo>
                    <a:lnTo>
                      <a:pt x="7620" y="118872"/>
                    </a:lnTo>
                    <a:lnTo>
                      <a:pt x="13716" y="122682"/>
                    </a:lnTo>
                    <a:lnTo>
                      <a:pt x="18288" y="126492"/>
                    </a:lnTo>
                    <a:lnTo>
                      <a:pt x="56292" y="111728"/>
                    </a:lnTo>
                    <a:lnTo>
                      <a:pt x="75438" y="96012"/>
                    </a:lnTo>
                    <a:lnTo>
                      <a:pt x="75438" y="95250"/>
                    </a:lnTo>
                    <a:lnTo>
                      <a:pt x="76200" y="944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7"/>
              <p:cNvSpPr/>
              <p:nvPr/>
            </p:nvSpPr>
            <p:spPr>
              <a:xfrm>
                <a:off x="7229855" y="6051041"/>
                <a:ext cx="49530" cy="30480"/>
              </a:xfrm>
              <a:custGeom>
                <a:rect b="b" l="l" r="r" t="t"/>
                <a:pathLst>
                  <a:path extrusionOk="0" h="30479" w="49529">
                    <a:moveTo>
                      <a:pt x="0" y="30480"/>
                    </a:moveTo>
                    <a:lnTo>
                      <a:pt x="9953" y="24884"/>
                    </a:lnTo>
                    <a:lnTo>
                      <a:pt x="20193" y="19431"/>
                    </a:lnTo>
                    <a:lnTo>
                      <a:pt x="30432" y="13977"/>
                    </a:lnTo>
                    <a:lnTo>
                      <a:pt x="40386" y="8382"/>
                    </a:lnTo>
                    <a:lnTo>
                      <a:pt x="45719" y="4572"/>
                    </a:lnTo>
                    <a:lnTo>
                      <a:pt x="47243" y="3810"/>
                    </a:lnTo>
                    <a:lnTo>
                      <a:pt x="4952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7"/>
              <p:cNvSpPr/>
              <p:nvPr/>
            </p:nvSpPr>
            <p:spPr>
              <a:xfrm>
                <a:off x="7214615" y="5990843"/>
                <a:ext cx="45085" cy="14604"/>
              </a:xfrm>
              <a:custGeom>
                <a:rect b="b" l="l" r="r" t="t"/>
                <a:pathLst>
                  <a:path extrusionOk="0" h="14604" w="45084">
                    <a:moveTo>
                      <a:pt x="0" y="14478"/>
                    </a:moveTo>
                    <a:lnTo>
                      <a:pt x="10668" y="6215"/>
                    </a:lnTo>
                    <a:lnTo>
                      <a:pt x="20193" y="2095"/>
                    </a:lnTo>
                    <a:lnTo>
                      <a:pt x="30861" y="547"/>
                    </a:lnTo>
                    <a:lnTo>
                      <a:pt x="4495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7"/>
              <p:cNvSpPr/>
              <p:nvPr/>
            </p:nvSpPr>
            <p:spPr>
              <a:xfrm>
                <a:off x="7304424" y="5987033"/>
                <a:ext cx="60960" cy="121285"/>
              </a:xfrm>
              <a:custGeom>
                <a:rect b="b" l="l" r="r" t="t"/>
                <a:pathLst>
                  <a:path extrusionOk="0" h="121285" w="60959">
                    <a:moveTo>
                      <a:pt x="45065" y="22098"/>
                    </a:moveTo>
                    <a:lnTo>
                      <a:pt x="14585" y="0"/>
                    </a:lnTo>
                    <a:lnTo>
                      <a:pt x="10775" y="4572"/>
                    </a:lnTo>
                    <a:lnTo>
                      <a:pt x="6965" y="12954"/>
                    </a:lnTo>
                    <a:lnTo>
                      <a:pt x="3119" y="22026"/>
                    </a:lnTo>
                    <a:lnTo>
                      <a:pt x="773" y="31813"/>
                    </a:lnTo>
                    <a:lnTo>
                      <a:pt x="0" y="41886"/>
                    </a:lnTo>
                    <a:lnTo>
                      <a:pt x="869" y="51816"/>
                    </a:lnTo>
                    <a:lnTo>
                      <a:pt x="29825" y="78486"/>
                    </a:lnTo>
                    <a:lnTo>
                      <a:pt x="44207" y="83439"/>
                    </a:lnTo>
                    <a:lnTo>
                      <a:pt x="51577" y="86415"/>
                    </a:lnTo>
                    <a:lnTo>
                      <a:pt x="58019" y="90678"/>
                    </a:lnTo>
                    <a:lnTo>
                      <a:pt x="60352" y="95440"/>
                    </a:lnTo>
                    <a:lnTo>
                      <a:pt x="58400" y="100203"/>
                    </a:lnTo>
                    <a:lnTo>
                      <a:pt x="19633" y="119872"/>
                    </a:lnTo>
                    <a:lnTo>
                      <a:pt x="8489" y="121158"/>
                    </a:lnTo>
                    <a:lnTo>
                      <a:pt x="6203" y="121158"/>
                    </a:lnTo>
                    <a:lnTo>
                      <a:pt x="3917" y="120396"/>
                    </a:lnTo>
                    <a:lnTo>
                      <a:pt x="1631" y="1203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7"/>
              <p:cNvSpPr/>
              <p:nvPr/>
            </p:nvSpPr>
            <p:spPr>
              <a:xfrm>
                <a:off x="7367777" y="5995415"/>
                <a:ext cx="71120" cy="80010"/>
              </a:xfrm>
              <a:custGeom>
                <a:rect b="b" l="l" r="r" t="t"/>
                <a:pathLst>
                  <a:path extrusionOk="0" h="80010" w="71120">
                    <a:moveTo>
                      <a:pt x="0" y="6857"/>
                    </a:moveTo>
                    <a:lnTo>
                      <a:pt x="12001" y="5714"/>
                    </a:lnTo>
                    <a:lnTo>
                      <a:pt x="24003" y="4571"/>
                    </a:lnTo>
                    <a:lnTo>
                      <a:pt x="36004" y="3428"/>
                    </a:lnTo>
                    <a:lnTo>
                      <a:pt x="48006" y="2285"/>
                    </a:lnTo>
                    <a:lnTo>
                      <a:pt x="55626" y="1523"/>
                    </a:lnTo>
                    <a:lnTo>
                      <a:pt x="63246" y="761"/>
                    </a:lnTo>
                    <a:lnTo>
                      <a:pt x="70866" y="0"/>
                    </a:lnTo>
                    <a:lnTo>
                      <a:pt x="64769" y="1523"/>
                    </a:lnTo>
                    <a:lnTo>
                      <a:pt x="58674" y="3047"/>
                    </a:lnTo>
                    <a:lnTo>
                      <a:pt x="53340" y="6857"/>
                    </a:lnTo>
                    <a:lnTo>
                      <a:pt x="47374" y="10727"/>
                    </a:lnTo>
                    <a:lnTo>
                      <a:pt x="42195" y="15525"/>
                    </a:lnTo>
                    <a:lnTo>
                      <a:pt x="38016" y="21324"/>
                    </a:lnTo>
                    <a:lnTo>
                      <a:pt x="35052" y="28193"/>
                    </a:lnTo>
                    <a:lnTo>
                      <a:pt x="33885" y="35409"/>
                    </a:lnTo>
                    <a:lnTo>
                      <a:pt x="33718" y="43052"/>
                    </a:lnTo>
                    <a:lnTo>
                      <a:pt x="34409" y="50696"/>
                    </a:lnTo>
                    <a:lnTo>
                      <a:pt x="50292" y="79247"/>
                    </a:lnTo>
                    <a:lnTo>
                      <a:pt x="51816" y="79247"/>
                    </a:lnTo>
                    <a:lnTo>
                      <a:pt x="53340" y="80009"/>
                    </a:lnTo>
                    <a:lnTo>
                      <a:pt x="54864" y="8000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7"/>
              <p:cNvSpPr/>
              <p:nvPr/>
            </p:nvSpPr>
            <p:spPr>
              <a:xfrm>
                <a:off x="7476743" y="5998463"/>
                <a:ext cx="15240" cy="86360"/>
              </a:xfrm>
              <a:custGeom>
                <a:rect b="b" l="l" r="r" t="t"/>
                <a:pathLst>
                  <a:path extrusionOk="0" h="86360" w="15240">
                    <a:moveTo>
                      <a:pt x="0" y="0"/>
                    </a:moveTo>
                    <a:lnTo>
                      <a:pt x="7620" y="42672"/>
                    </a:lnTo>
                    <a:lnTo>
                      <a:pt x="9763" y="51946"/>
                    </a:lnTo>
                    <a:lnTo>
                      <a:pt x="11620" y="61436"/>
                    </a:lnTo>
                    <a:lnTo>
                      <a:pt x="13192" y="71068"/>
                    </a:lnTo>
                    <a:lnTo>
                      <a:pt x="14478" y="80772"/>
                    </a:lnTo>
                    <a:lnTo>
                      <a:pt x="14478" y="83058"/>
                    </a:lnTo>
                    <a:lnTo>
                      <a:pt x="14478" y="84582"/>
                    </a:lnTo>
                    <a:lnTo>
                      <a:pt x="15240" y="861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7"/>
              <p:cNvSpPr/>
              <p:nvPr/>
            </p:nvSpPr>
            <p:spPr>
              <a:xfrm>
                <a:off x="7527559" y="5996177"/>
                <a:ext cx="7620" cy="66040"/>
              </a:xfrm>
              <a:custGeom>
                <a:rect b="b" l="l" r="r" t="t"/>
                <a:pathLst>
                  <a:path extrusionOk="0" h="66039" w="7620">
                    <a:moveTo>
                      <a:pt x="4048" y="0"/>
                    </a:moveTo>
                    <a:lnTo>
                      <a:pt x="2809" y="10286"/>
                    </a:lnTo>
                    <a:lnTo>
                      <a:pt x="1571" y="20573"/>
                    </a:lnTo>
                    <a:lnTo>
                      <a:pt x="619" y="30860"/>
                    </a:lnTo>
                    <a:lnTo>
                      <a:pt x="238" y="41147"/>
                    </a:lnTo>
                    <a:lnTo>
                      <a:pt x="0" y="47208"/>
                    </a:lnTo>
                    <a:lnTo>
                      <a:pt x="47" y="54197"/>
                    </a:lnTo>
                    <a:lnTo>
                      <a:pt x="1524" y="60757"/>
                    </a:lnTo>
                    <a:lnTo>
                      <a:pt x="5572" y="65531"/>
                    </a:lnTo>
                    <a:lnTo>
                      <a:pt x="6334" y="65531"/>
                    </a:lnTo>
                    <a:lnTo>
                      <a:pt x="7096" y="6553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7"/>
              <p:cNvSpPr/>
              <p:nvPr/>
            </p:nvSpPr>
            <p:spPr>
              <a:xfrm>
                <a:off x="7533131" y="5982461"/>
                <a:ext cx="74295" cy="99060"/>
              </a:xfrm>
              <a:custGeom>
                <a:rect b="b" l="l" r="r" t="t"/>
                <a:pathLst>
                  <a:path extrusionOk="0" h="99060" w="74295">
                    <a:moveTo>
                      <a:pt x="0" y="19050"/>
                    </a:moveTo>
                    <a:lnTo>
                      <a:pt x="35814" y="41910"/>
                    </a:lnTo>
                    <a:lnTo>
                      <a:pt x="43422" y="42433"/>
                    </a:lnTo>
                    <a:lnTo>
                      <a:pt x="50387" y="41528"/>
                    </a:lnTo>
                    <a:lnTo>
                      <a:pt x="73914" y="6857"/>
                    </a:lnTo>
                    <a:lnTo>
                      <a:pt x="73914" y="3047"/>
                    </a:lnTo>
                    <a:lnTo>
                      <a:pt x="73914" y="3809"/>
                    </a:lnTo>
                    <a:lnTo>
                      <a:pt x="73914" y="0"/>
                    </a:lnTo>
                    <a:lnTo>
                      <a:pt x="73759" y="15430"/>
                    </a:lnTo>
                    <a:lnTo>
                      <a:pt x="73247" y="30860"/>
                    </a:lnTo>
                    <a:lnTo>
                      <a:pt x="72306" y="46291"/>
                    </a:lnTo>
                    <a:lnTo>
                      <a:pt x="70866" y="61721"/>
                    </a:lnTo>
                    <a:lnTo>
                      <a:pt x="70246" y="70985"/>
                    </a:lnTo>
                    <a:lnTo>
                      <a:pt x="69913" y="80390"/>
                    </a:lnTo>
                    <a:lnTo>
                      <a:pt x="70437" y="89796"/>
                    </a:lnTo>
                    <a:lnTo>
                      <a:pt x="72390" y="990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7"/>
              <p:cNvSpPr/>
              <p:nvPr/>
            </p:nvSpPr>
            <p:spPr>
              <a:xfrm>
                <a:off x="7649717" y="5967221"/>
                <a:ext cx="22225" cy="98425"/>
              </a:xfrm>
              <a:custGeom>
                <a:rect b="b" l="l" r="r" t="t"/>
                <a:pathLst>
                  <a:path extrusionOk="0" h="98425" w="22225">
                    <a:moveTo>
                      <a:pt x="22098" y="0"/>
                    </a:moveTo>
                    <a:lnTo>
                      <a:pt x="2250" y="47434"/>
                    </a:lnTo>
                    <a:lnTo>
                      <a:pt x="0" y="93726"/>
                    </a:lnTo>
                    <a:lnTo>
                      <a:pt x="0" y="95250"/>
                    </a:lnTo>
                    <a:lnTo>
                      <a:pt x="0" y="96774"/>
                    </a:lnTo>
                    <a:lnTo>
                      <a:pt x="0" y="9829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7"/>
              <p:cNvSpPr/>
              <p:nvPr/>
            </p:nvSpPr>
            <p:spPr>
              <a:xfrm>
                <a:off x="7664957" y="5974841"/>
                <a:ext cx="26034" cy="106045"/>
              </a:xfrm>
              <a:custGeom>
                <a:rect b="b" l="l" r="r" t="t"/>
                <a:pathLst>
                  <a:path extrusionOk="0" h="106045" w="26034">
                    <a:moveTo>
                      <a:pt x="0" y="0"/>
                    </a:moveTo>
                    <a:lnTo>
                      <a:pt x="7620" y="44958"/>
                    </a:lnTo>
                    <a:lnTo>
                      <a:pt x="11596" y="55947"/>
                    </a:lnTo>
                    <a:lnTo>
                      <a:pt x="15430" y="67151"/>
                    </a:lnTo>
                    <a:lnTo>
                      <a:pt x="18978" y="78497"/>
                    </a:lnTo>
                    <a:lnTo>
                      <a:pt x="22098" y="89916"/>
                    </a:lnTo>
                    <a:lnTo>
                      <a:pt x="24384" y="98298"/>
                    </a:lnTo>
                    <a:lnTo>
                      <a:pt x="24384" y="100584"/>
                    </a:lnTo>
                    <a:lnTo>
                      <a:pt x="25908" y="10591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7"/>
              <p:cNvSpPr/>
              <p:nvPr/>
            </p:nvSpPr>
            <p:spPr>
              <a:xfrm>
                <a:off x="7645907" y="5977889"/>
                <a:ext cx="109855" cy="76200"/>
              </a:xfrm>
              <a:custGeom>
                <a:rect b="b" l="l" r="r" t="t"/>
                <a:pathLst>
                  <a:path extrusionOk="0" h="76200" w="109854">
                    <a:moveTo>
                      <a:pt x="0" y="57150"/>
                    </a:moveTo>
                    <a:lnTo>
                      <a:pt x="12572" y="49958"/>
                    </a:lnTo>
                    <a:lnTo>
                      <a:pt x="25145" y="43053"/>
                    </a:lnTo>
                    <a:lnTo>
                      <a:pt x="37718" y="36147"/>
                    </a:lnTo>
                    <a:lnTo>
                      <a:pt x="73151" y="7620"/>
                    </a:lnTo>
                    <a:lnTo>
                      <a:pt x="74675" y="6096"/>
                    </a:lnTo>
                    <a:lnTo>
                      <a:pt x="72389" y="6858"/>
                    </a:lnTo>
                    <a:lnTo>
                      <a:pt x="76199" y="6096"/>
                    </a:lnTo>
                    <a:lnTo>
                      <a:pt x="82927" y="6298"/>
                    </a:lnTo>
                    <a:lnTo>
                      <a:pt x="89439" y="6572"/>
                    </a:lnTo>
                    <a:lnTo>
                      <a:pt x="95809" y="6417"/>
                    </a:lnTo>
                    <a:lnTo>
                      <a:pt x="102107" y="5334"/>
                    </a:lnTo>
                    <a:lnTo>
                      <a:pt x="106680" y="3810"/>
                    </a:lnTo>
                    <a:lnTo>
                      <a:pt x="105918" y="3048"/>
                    </a:lnTo>
                    <a:lnTo>
                      <a:pt x="108204" y="0"/>
                    </a:lnTo>
                    <a:lnTo>
                      <a:pt x="91451" y="41243"/>
                    </a:lnTo>
                    <a:lnTo>
                      <a:pt x="90535" y="58412"/>
                    </a:lnTo>
                    <a:lnTo>
                      <a:pt x="91821" y="65913"/>
                    </a:lnTo>
                    <a:lnTo>
                      <a:pt x="95392" y="72270"/>
                    </a:lnTo>
                    <a:lnTo>
                      <a:pt x="102107" y="76200"/>
                    </a:lnTo>
                    <a:lnTo>
                      <a:pt x="104394" y="76200"/>
                    </a:lnTo>
                    <a:lnTo>
                      <a:pt x="107442" y="76200"/>
                    </a:lnTo>
                    <a:lnTo>
                      <a:pt x="109728" y="762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7"/>
              <p:cNvSpPr/>
              <p:nvPr/>
            </p:nvSpPr>
            <p:spPr>
              <a:xfrm>
                <a:off x="7779817" y="5987795"/>
                <a:ext cx="52069" cy="76835"/>
              </a:xfrm>
              <a:custGeom>
                <a:rect b="b" l="l" r="r" t="t"/>
                <a:pathLst>
                  <a:path extrusionOk="0" h="76835" w="52070">
                    <a:moveTo>
                      <a:pt x="19252" y="6095"/>
                    </a:moveTo>
                    <a:lnTo>
                      <a:pt x="0" y="35480"/>
                    </a:lnTo>
                    <a:lnTo>
                      <a:pt x="869" y="44767"/>
                    </a:lnTo>
                    <a:lnTo>
                      <a:pt x="27324" y="76307"/>
                    </a:lnTo>
                    <a:lnTo>
                      <a:pt x="35254" y="76199"/>
                    </a:lnTo>
                    <a:lnTo>
                      <a:pt x="51458" y="39647"/>
                    </a:lnTo>
                    <a:lnTo>
                      <a:pt x="50589" y="30670"/>
                    </a:lnTo>
                    <a:lnTo>
                      <a:pt x="48148" y="21978"/>
                    </a:lnTo>
                    <a:lnTo>
                      <a:pt x="43636" y="13715"/>
                    </a:lnTo>
                    <a:lnTo>
                      <a:pt x="39826" y="8381"/>
                    </a:lnTo>
                    <a:lnTo>
                      <a:pt x="34492" y="4571"/>
                    </a:lnTo>
                    <a:lnTo>
                      <a:pt x="29920" y="761"/>
                    </a:lnTo>
                    <a:lnTo>
                      <a:pt x="2992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7"/>
              <p:cNvSpPr/>
              <p:nvPr/>
            </p:nvSpPr>
            <p:spPr>
              <a:xfrm>
                <a:off x="7861553" y="5979413"/>
                <a:ext cx="5080" cy="89535"/>
              </a:xfrm>
              <a:custGeom>
                <a:rect b="b" l="l" r="r" t="t"/>
                <a:pathLst>
                  <a:path extrusionOk="0" h="89535" w="5079">
                    <a:moveTo>
                      <a:pt x="4572" y="0"/>
                    </a:moveTo>
                    <a:lnTo>
                      <a:pt x="3048" y="44958"/>
                    </a:lnTo>
                    <a:lnTo>
                      <a:pt x="1928" y="55244"/>
                    </a:lnTo>
                    <a:lnTo>
                      <a:pt x="952" y="65532"/>
                    </a:lnTo>
                    <a:lnTo>
                      <a:pt x="261" y="75819"/>
                    </a:lnTo>
                    <a:lnTo>
                      <a:pt x="0" y="86106"/>
                    </a:lnTo>
                    <a:lnTo>
                      <a:pt x="0" y="86868"/>
                    </a:lnTo>
                    <a:lnTo>
                      <a:pt x="0" y="88392"/>
                    </a:lnTo>
                    <a:lnTo>
                      <a:pt x="0" y="89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7"/>
              <p:cNvSpPr/>
              <p:nvPr/>
            </p:nvSpPr>
            <p:spPr>
              <a:xfrm>
                <a:off x="7859267" y="5963411"/>
                <a:ext cx="72390" cy="78105"/>
              </a:xfrm>
              <a:custGeom>
                <a:rect b="b" l="l" r="r" t="t"/>
                <a:pathLst>
                  <a:path extrusionOk="0" h="78104" w="72390">
                    <a:moveTo>
                      <a:pt x="0" y="16001"/>
                    </a:moveTo>
                    <a:lnTo>
                      <a:pt x="1523" y="0"/>
                    </a:lnTo>
                    <a:lnTo>
                      <a:pt x="3047" y="761"/>
                    </a:lnTo>
                    <a:lnTo>
                      <a:pt x="19049" y="761"/>
                    </a:lnTo>
                    <a:lnTo>
                      <a:pt x="27682" y="238"/>
                    </a:lnTo>
                    <a:lnTo>
                      <a:pt x="36099" y="571"/>
                    </a:lnTo>
                    <a:lnTo>
                      <a:pt x="43803" y="2905"/>
                    </a:lnTo>
                    <a:lnTo>
                      <a:pt x="50292" y="8381"/>
                    </a:lnTo>
                    <a:lnTo>
                      <a:pt x="53220" y="15359"/>
                    </a:lnTo>
                    <a:lnTo>
                      <a:pt x="52577" y="23050"/>
                    </a:lnTo>
                    <a:lnTo>
                      <a:pt x="27503" y="53613"/>
                    </a:lnTo>
                    <a:lnTo>
                      <a:pt x="20574" y="57911"/>
                    </a:lnTo>
                    <a:lnTo>
                      <a:pt x="17526" y="60197"/>
                    </a:lnTo>
                    <a:lnTo>
                      <a:pt x="19050" y="59435"/>
                    </a:lnTo>
                    <a:lnTo>
                      <a:pt x="17526" y="60959"/>
                    </a:lnTo>
                    <a:lnTo>
                      <a:pt x="20574" y="63245"/>
                    </a:lnTo>
                    <a:lnTo>
                      <a:pt x="25908" y="64769"/>
                    </a:lnTo>
                    <a:lnTo>
                      <a:pt x="29718" y="67055"/>
                    </a:lnTo>
                    <a:lnTo>
                      <a:pt x="36445" y="69341"/>
                    </a:lnTo>
                    <a:lnTo>
                      <a:pt x="42957" y="71627"/>
                    </a:lnTo>
                    <a:lnTo>
                      <a:pt x="49327" y="73913"/>
                    </a:lnTo>
                    <a:lnTo>
                      <a:pt x="55626" y="76199"/>
                    </a:lnTo>
                    <a:lnTo>
                      <a:pt x="61722" y="77723"/>
                    </a:lnTo>
                    <a:lnTo>
                      <a:pt x="67056" y="77723"/>
                    </a:lnTo>
                    <a:lnTo>
                      <a:pt x="72390" y="7772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7"/>
              <p:cNvSpPr/>
              <p:nvPr/>
            </p:nvSpPr>
            <p:spPr>
              <a:xfrm>
                <a:off x="7969376" y="5878067"/>
                <a:ext cx="7620" cy="37465"/>
              </a:xfrm>
              <a:custGeom>
                <a:rect b="b" l="l" r="r" t="t"/>
                <a:pathLst>
                  <a:path extrusionOk="0" h="37464" w="7620">
                    <a:moveTo>
                      <a:pt x="1143" y="0"/>
                    </a:moveTo>
                    <a:lnTo>
                      <a:pt x="642" y="7846"/>
                    </a:lnTo>
                    <a:lnTo>
                      <a:pt x="0" y="18192"/>
                    </a:lnTo>
                    <a:lnTo>
                      <a:pt x="500" y="28396"/>
                    </a:lnTo>
                    <a:lnTo>
                      <a:pt x="3429" y="35814"/>
                    </a:lnTo>
                    <a:lnTo>
                      <a:pt x="4191" y="36576"/>
                    </a:lnTo>
                    <a:lnTo>
                      <a:pt x="5715" y="36576"/>
                    </a:lnTo>
                    <a:lnTo>
                      <a:pt x="7239" y="373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7"/>
              <p:cNvSpPr/>
              <p:nvPr/>
            </p:nvSpPr>
            <p:spPr>
              <a:xfrm>
                <a:off x="7984235" y="5886449"/>
                <a:ext cx="24765" cy="44450"/>
              </a:xfrm>
              <a:custGeom>
                <a:rect b="b" l="l" r="r" t="t"/>
                <a:pathLst>
                  <a:path extrusionOk="0" h="44450" w="24765">
                    <a:moveTo>
                      <a:pt x="24383" y="0"/>
                    </a:moveTo>
                    <a:lnTo>
                      <a:pt x="18478" y="9501"/>
                    </a:lnTo>
                    <a:lnTo>
                      <a:pt x="13144" y="18859"/>
                    </a:lnTo>
                    <a:lnTo>
                      <a:pt x="8096" y="28503"/>
                    </a:lnTo>
                    <a:lnTo>
                      <a:pt x="3047" y="38862"/>
                    </a:lnTo>
                    <a:lnTo>
                      <a:pt x="2285" y="40386"/>
                    </a:lnTo>
                    <a:lnTo>
                      <a:pt x="1523" y="42672"/>
                    </a:lnTo>
                    <a:lnTo>
                      <a:pt x="0" y="441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18" name="Google Shape;1018;p7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8241766" y="5832322"/>
              <a:ext cx="317804" cy="2507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8"/>
          <p:cNvGrpSpPr/>
          <p:nvPr/>
        </p:nvGrpSpPr>
        <p:grpSpPr>
          <a:xfrm>
            <a:off x="2189873" y="748513"/>
            <a:ext cx="6380069" cy="1552172"/>
            <a:chOff x="3970756" y="2031466"/>
            <a:chExt cx="3781070" cy="968552"/>
          </a:xfrm>
        </p:grpSpPr>
        <p:grpSp>
          <p:nvGrpSpPr>
            <p:cNvPr id="1024" name="Google Shape;1024;p8"/>
            <p:cNvGrpSpPr/>
            <p:nvPr/>
          </p:nvGrpSpPr>
          <p:grpSpPr>
            <a:xfrm>
              <a:off x="4751806" y="2031466"/>
              <a:ext cx="454202" cy="466775"/>
              <a:chOff x="4751806" y="2031466"/>
              <a:chExt cx="454202" cy="466775"/>
            </a:xfrm>
          </p:grpSpPr>
          <p:pic>
            <p:nvPicPr>
              <p:cNvPr id="1025" name="Google Shape;1025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828006" y="2204440"/>
                <a:ext cx="221792" cy="2256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6" name="Google Shape;1026;p8"/>
              <p:cNvSpPr/>
              <p:nvPr/>
            </p:nvSpPr>
            <p:spPr>
              <a:xfrm>
                <a:off x="5082539" y="2175509"/>
                <a:ext cx="60960" cy="239395"/>
              </a:xfrm>
              <a:custGeom>
                <a:rect b="b" l="l" r="r" t="t"/>
                <a:pathLst>
                  <a:path extrusionOk="0" h="239394" w="60960">
                    <a:moveTo>
                      <a:pt x="0" y="0"/>
                    </a:moveTo>
                    <a:lnTo>
                      <a:pt x="38100" y="32003"/>
                    </a:lnTo>
                    <a:lnTo>
                      <a:pt x="58388" y="82676"/>
                    </a:lnTo>
                    <a:lnTo>
                      <a:pt x="60924" y="110656"/>
                    </a:lnTo>
                    <a:lnTo>
                      <a:pt x="58674" y="137922"/>
                    </a:lnTo>
                    <a:lnTo>
                      <a:pt x="51446" y="165651"/>
                    </a:lnTo>
                    <a:lnTo>
                      <a:pt x="40290" y="192309"/>
                    </a:lnTo>
                    <a:lnTo>
                      <a:pt x="25562" y="217110"/>
                    </a:lnTo>
                    <a:lnTo>
                      <a:pt x="7620" y="2392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27" name="Google Shape;1027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51806" y="2251684"/>
                <a:ext cx="176072" cy="246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8" name="Google Shape;1028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120614" y="2031466"/>
                <a:ext cx="85394" cy="914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29" name="Google Shape;1029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991330" y="2366746"/>
              <a:ext cx="137972" cy="1593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0" name="Google Shape;1030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70756" y="2213584"/>
              <a:ext cx="96824" cy="105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1" name="Google Shape;1031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167352" y="2474188"/>
              <a:ext cx="192836" cy="1090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32" name="Google Shape;1032;p8"/>
            <p:cNvGrpSpPr/>
            <p:nvPr/>
          </p:nvGrpSpPr>
          <p:grpSpPr>
            <a:xfrm>
              <a:off x="4466843" y="2346959"/>
              <a:ext cx="58420" cy="67691"/>
              <a:chOff x="4466843" y="2346959"/>
              <a:chExt cx="58420" cy="67691"/>
            </a:xfrm>
          </p:grpSpPr>
          <p:sp>
            <p:nvSpPr>
              <p:cNvPr id="1033" name="Google Shape;1033;p8"/>
              <p:cNvSpPr/>
              <p:nvPr/>
            </p:nvSpPr>
            <p:spPr>
              <a:xfrm>
                <a:off x="4466843" y="2346959"/>
                <a:ext cx="48895" cy="13970"/>
              </a:xfrm>
              <a:custGeom>
                <a:rect b="b" l="l" r="r" t="t"/>
                <a:pathLst>
                  <a:path extrusionOk="0" h="13969" w="48895">
                    <a:moveTo>
                      <a:pt x="0" y="13715"/>
                    </a:moveTo>
                    <a:lnTo>
                      <a:pt x="9846" y="9763"/>
                    </a:lnTo>
                    <a:lnTo>
                      <a:pt x="19907" y="6095"/>
                    </a:lnTo>
                    <a:lnTo>
                      <a:pt x="30110" y="3000"/>
                    </a:lnTo>
                    <a:lnTo>
                      <a:pt x="40386" y="761"/>
                    </a:lnTo>
                    <a:lnTo>
                      <a:pt x="44958" y="761"/>
                    </a:lnTo>
                    <a:lnTo>
                      <a:pt x="45720" y="0"/>
                    </a:lnTo>
                    <a:lnTo>
                      <a:pt x="48768" y="76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4482083" y="2410205"/>
                <a:ext cx="43180" cy="4445"/>
              </a:xfrm>
              <a:custGeom>
                <a:rect b="b" l="l" r="r" t="t"/>
                <a:pathLst>
                  <a:path extrusionOk="0" h="4444" w="43179">
                    <a:moveTo>
                      <a:pt x="0" y="3048"/>
                    </a:moveTo>
                    <a:lnTo>
                      <a:pt x="11596" y="3964"/>
                    </a:lnTo>
                    <a:lnTo>
                      <a:pt x="21907" y="4095"/>
                    </a:lnTo>
                    <a:lnTo>
                      <a:pt x="31932" y="2940"/>
                    </a:lnTo>
                    <a:lnTo>
                      <a:pt x="4267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5" name="Google Shape;1035;p8"/>
            <p:cNvSpPr/>
            <p:nvPr/>
          </p:nvSpPr>
          <p:spPr>
            <a:xfrm>
              <a:off x="4840985" y="2479548"/>
              <a:ext cx="487045" cy="123825"/>
            </a:xfrm>
            <a:custGeom>
              <a:rect b="b" l="l" r="r" t="t"/>
              <a:pathLst>
                <a:path extrusionOk="0" h="123825" w="487045">
                  <a:moveTo>
                    <a:pt x="0" y="106680"/>
                  </a:moveTo>
                  <a:lnTo>
                    <a:pt x="10179" y="110013"/>
                  </a:lnTo>
                  <a:lnTo>
                    <a:pt x="20288" y="113919"/>
                  </a:lnTo>
                  <a:lnTo>
                    <a:pt x="30539" y="117824"/>
                  </a:lnTo>
                  <a:lnTo>
                    <a:pt x="41148" y="121158"/>
                  </a:lnTo>
                  <a:lnTo>
                    <a:pt x="53982" y="123277"/>
                  </a:lnTo>
                  <a:lnTo>
                    <a:pt x="67817" y="123825"/>
                  </a:lnTo>
                  <a:lnTo>
                    <a:pt x="81653" y="122658"/>
                  </a:lnTo>
                  <a:lnTo>
                    <a:pt x="125158" y="105727"/>
                  </a:lnTo>
                  <a:lnTo>
                    <a:pt x="154686" y="88392"/>
                  </a:lnTo>
                  <a:lnTo>
                    <a:pt x="164544" y="83308"/>
                  </a:lnTo>
                  <a:lnTo>
                    <a:pt x="207275" y="70270"/>
                  </a:lnTo>
                  <a:lnTo>
                    <a:pt x="219360" y="69913"/>
                  </a:lnTo>
                  <a:lnTo>
                    <a:pt x="231302" y="70985"/>
                  </a:lnTo>
                  <a:lnTo>
                    <a:pt x="265033" y="89344"/>
                  </a:lnTo>
                  <a:lnTo>
                    <a:pt x="272796" y="99060"/>
                  </a:lnTo>
                  <a:lnTo>
                    <a:pt x="275082" y="102108"/>
                  </a:lnTo>
                  <a:lnTo>
                    <a:pt x="276606" y="104394"/>
                  </a:lnTo>
                  <a:lnTo>
                    <a:pt x="276606" y="96012"/>
                  </a:lnTo>
                  <a:lnTo>
                    <a:pt x="277368" y="88392"/>
                  </a:lnTo>
                  <a:lnTo>
                    <a:pt x="304038" y="58674"/>
                  </a:lnTo>
                  <a:lnTo>
                    <a:pt x="352627" y="49410"/>
                  </a:lnTo>
                  <a:lnTo>
                    <a:pt x="389382" y="48768"/>
                  </a:lnTo>
                  <a:lnTo>
                    <a:pt x="400812" y="48196"/>
                  </a:lnTo>
                  <a:lnTo>
                    <a:pt x="412242" y="47625"/>
                  </a:lnTo>
                  <a:lnTo>
                    <a:pt x="423672" y="47053"/>
                  </a:lnTo>
                  <a:lnTo>
                    <a:pt x="435102" y="46482"/>
                  </a:lnTo>
                  <a:lnTo>
                    <a:pt x="475488" y="32766"/>
                  </a:lnTo>
                  <a:lnTo>
                    <a:pt x="478536" y="27432"/>
                  </a:lnTo>
                  <a:lnTo>
                    <a:pt x="482345" y="22098"/>
                  </a:lnTo>
                  <a:lnTo>
                    <a:pt x="485394" y="15240"/>
                  </a:lnTo>
                  <a:lnTo>
                    <a:pt x="486156" y="9144"/>
                  </a:lnTo>
                  <a:lnTo>
                    <a:pt x="486918" y="6096"/>
                  </a:lnTo>
                  <a:lnTo>
                    <a:pt x="486156" y="3048"/>
                  </a:lnTo>
                  <a:lnTo>
                    <a:pt x="486156" y="0"/>
                  </a:lnTo>
                  <a:lnTo>
                    <a:pt x="479298" y="0"/>
                  </a:lnTo>
                  <a:lnTo>
                    <a:pt x="472440" y="0"/>
                  </a:lnTo>
                  <a:lnTo>
                    <a:pt x="466344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" name="Google Shape;1036;p8"/>
            <p:cNvGrpSpPr/>
            <p:nvPr/>
          </p:nvGrpSpPr>
          <p:grpSpPr>
            <a:xfrm>
              <a:off x="5251678" y="2222728"/>
              <a:ext cx="666646" cy="294944"/>
              <a:chOff x="5251678" y="2222728"/>
              <a:chExt cx="666646" cy="294944"/>
            </a:xfrm>
          </p:grpSpPr>
          <p:pic>
            <p:nvPicPr>
              <p:cNvPr id="1037" name="Google Shape;1037;p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251678" y="2222728"/>
                <a:ext cx="211136" cy="1882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8" name="Google Shape;1038;p8"/>
              <p:cNvSpPr/>
              <p:nvPr/>
            </p:nvSpPr>
            <p:spPr>
              <a:xfrm>
                <a:off x="5488686" y="2425446"/>
                <a:ext cx="379730" cy="81915"/>
              </a:xfrm>
              <a:custGeom>
                <a:rect b="b" l="l" r="r" t="t"/>
                <a:pathLst>
                  <a:path extrusionOk="0" h="81914" w="379729">
                    <a:moveTo>
                      <a:pt x="0" y="0"/>
                    </a:moveTo>
                    <a:lnTo>
                      <a:pt x="17526" y="38099"/>
                    </a:lnTo>
                    <a:lnTo>
                      <a:pt x="52030" y="69818"/>
                    </a:lnTo>
                    <a:lnTo>
                      <a:pt x="88844" y="80986"/>
                    </a:lnTo>
                    <a:lnTo>
                      <a:pt x="112395" y="81343"/>
                    </a:lnTo>
                    <a:lnTo>
                      <a:pt x="135945" y="78557"/>
                    </a:lnTo>
                    <a:lnTo>
                      <a:pt x="158496" y="73913"/>
                    </a:lnTo>
                    <a:lnTo>
                      <a:pt x="189797" y="65484"/>
                    </a:lnTo>
                    <a:lnTo>
                      <a:pt x="220884" y="55625"/>
                    </a:lnTo>
                    <a:lnTo>
                      <a:pt x="251829" y="45196"/>
                    </a:lnTo>
                    <a:lnTo>
                      <a:pt x="282702" y="35051"/>
                    </a:lnTo>
                    <a:lnTo>
                      <a:pt x="304871" y="27872"/>
                    </a:lnTo>
                    <a:lnTo>
                      <a:pt x="326898" y="21050"/>
                    </a:lnTo>
                    <a:lnTo>
                      <a:pt x="348924" y="14370"/>
                    </a:lnTo>
                    <a:lnTo>
                      <a:pt x="371094" y="7619"/>
                    </a:lnTo>
                    <a:lnTo>
                      <a:pt x="379476" y="4571"/>
                    </a:lnTo>
                    <a:lnTo>
                      <a:pt x="363474" y="609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39" name="Google Shape;1039;p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836894" y="2394940"/>
                <a:ext cx="81430" cy="1227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0" name="Google Shape;1040;p8"/>
            <p:cNvGrpSpPr/>
            <p:nvPr/>
          </p:nvGrpSpPr>
          <p:grpSpPr>
            <a:xfrm>
              <a:off x="6065519" y="2347721"/>
              <a:ext cx="590549" cy="173101"/>
              <a:chOff x="6065519" y="2347721"/>
              <a:chExt cx="590549" cy="173101"/>
            </a:xfrm>
          </p:grpSpPr>
          <p:sp>
            <p:nvSpPr>
              <p:cNvPr id="1041" name="Google Shape;1041;p8"/>
              <p:cNvSpPr/>
              <p:nvPr/>
            </p:nvSpPr>
            <p:spPr>
              <a:xfrm>
                <a:off x="6075425" y="2391917"/>
                <a:ext cx="14604" cy="128905"/>
              </a:xfrm>
              <a:custGeom>
                <a:rect b="b" l="l" r="r" t="t"/>
                <a:pathLst>
                  <a:path extrusionOk="0" h="128905" w="14604">
                    <a:moveTo>
                      <a:pt x="0" y="0"/>
                    </a:moveTo>
                    <a:lnTo>
                      <a:pt x="7608" y="41148"/>
                    </a:lnTo>
                    <a:lnTo>
                      <a:pt x="12668" y="86868"/>
                    </a:lnTo>
                    <a:lnTo>
                      <a:pt x="13716" y="118872"/>
                    </a:lnTo>
                    <a:lnTo>
                      <a:pt x="14478" y="121920"/>
                    </a:lnTo>
                    <a:lnTo>
                      <a:pt x="14478" y="124968"/>
                    </a:lnTo>
                    <a:lnTo>
                      <a:pt x="14478" y="12877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6065519" y="2380487"/>
                <a:ext cx="113030" cy="132715"/>
              </a:xfrm>
              <a:custGeom>
                <a:rect b="b" l="l" r="r" t="t"/>
                <a:pathLst>
                  <a:path extrusionOk="0" h="132714" w="113029">
                    <a:moveTo>
                      <a:pt x="0" y="13715"/>
                    </a:moveTo>
                    <a:lnTo>
                      <a:pt x="7310" y="5048"/>
                    </a:lnTo>
                    <a:lnTo>
                      <a:pt x="14477" y="952"/>
                    </a:lnTo>
                    <a:lnTo>
                      <a:pt x="23360" y="0"/>
                    </a:lnTo>
                    <a:lnTo>
                      <a:pt x="35814" y="761"/>
                    </a:lnTo>
                    <a:lnTo>
                      <a:pt x="79248" y="14477"/>
                    </a:lnTo>
                    <a:lnTo>
                      <a:pt x="86963" y="27336"/>
                    </a:lnTo>
                    <a:lnTo>
                      <a:pt x="85570" y="34516"/>
                    </a:lnTo>
                    <a:lnTo>
                      <a:pt x="52494" y="68591"/>
                    </a:lnTo>
                    <a:lnTo>
                      <a:pt x="41910" y="76199"/>
                    </a:lnTo>
                    <a:lnTo>
                      <a:pt x="37195" y="79843"/>
                    </a:lnTo>
                    <a:lnTo>
                      <a:pt x="31623" y="84772"/>
                    </a:lnTo>
                    <a:lnTo>
                      <a:pt x="27765" y="90558"/>
                    </a:lnTo>
                    <a:lnTo>
                      <a:pt x="28194" y="96773"/>
                    </a:lnTo>
                    <a:lnTo>
                      <a:pt x="65270" y="121527"/>
                    </a:lnTo>
                    <a:lnTo>
                      <a:pt x="109728" y="132587"/>
                    </a:lnTo>
                    <a:lnTo>
                      <a:pt x="110490" y="132587"/>
                    </a:lnTo>
                    <a:lnTo>
                      <a:pt x="112014" y="132587"/>
                    </a:lnTo>
                    <a:lnTo>
                      <a:pt x="112776" y="13258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6184391" y="2418587"/>
                <a:ext cx="78105" cy="86995"/>
              </a:xfrm>
              <a:custGeom>
                <a:rect b="b" l="l" r="r" t="t"/>
                <a:pathLst>
                  <a:path extrusionOk="0" h="86994" w="78104">
                    <a:moveTo>
                      <a:pt x="48005" y="23622"/>
                    </a:moveTo>
                    <a:lnTo>
                      <a:pt x="45624" y="17573"/>
                    </a:lnTo>
                    <a:lnTo>
                      <a:pt x="42671" y="10096"/>
                    </a:lnTo>
                    <a:lnTo>
                      <a:pt x="38576" y="3476"/>
                    </a:lnTo>
                    <a:lnTo>
                      <a:pt x="32765" y="0"/>
                    </a:lnTo>
                    <a:lnTo>
                      <a:pt x="26146" y="1476"/>
                    </a:lnTo>
                    <a:lnTo>
                      <a:pt x="4000" y="46005"/>
                    </a:lnTo>
                    <a:lnTo>
                      <a:pt x="0" y="74676"/>
                    </a:lnTo>
                    <a:lnTo>
                      <a:pt x="0" y="84582"/>
                    </a:lnTo>
                    <a:lnTo>
                      <a:pt x="5333" y="86868"/>
                    </a:lnTo>
                    <a:lnTo>
                      <a:pt x="15239" y="86868"/>
                    </a:lnTo>
                    <a:lnTo>
                      <a:pt x="40862" y="47148"/>
                    </a:lnTo>
                    <a:lnTo>
                      <a:pt x="44195" y="26670"/>
                    </a:lnTo>
                    <a:lnTo>
                      <a:pt x="44195" y="25908"/>
                    </a:lnTo>
                    <a:lnTo>
                      <a:pt x="44195" y="25146"/>
                    </a:lnTo>
                    <a:lnTo>
                      <a:pt x="45160" y="33242"/>
                    </a:lnTo>
                    <a:lnTo>
                      <a:pt x="46196" y="41338"/>
                    </a:lnTo>
                    <a:lnTo>
                      <a:pt x="47946" y="49149"/>
                    </a:lnTo>
                    <a:lnTo>
                      <a:pt x="51053" y="56388"/>
                    </a:lnTo>
                    <a:lnTo>
                      <a:pt x="55625" y="64770"/>
                    </a:lnTo>
                    <a:lnTo>
                      <a:pt x="63245" y="67056"/>
                    </a:lnTo>
                    <a:lnTo>
                      <a:pt x="71627" y="67056"/>
                    </a:lnTo>
                    <a:lnTo>
                      <a:pt x="73913" y="67056"/>
                    </a:lnTo>
                    <a:lnTo>
                      <a:pt x="76199" y="67056"/>
                    </a:lnTo>
                    <a:lnTo>
                      <a:pt x="77723" y="6705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6271450" y="2422219"/>
                <a:ext cx="76835" cy="68580"/>
              </a:xfrm>
              <a:custGeom>
                <a:rect b="b" l="l" r="r" t="t"/>
                <a:pathLst>
                  <a:path extrusionOk="0" h="68580" w="76835">
                    <a:moveTo>
                      <a:pt x="5905" y="14656"/>
                    </a:moveTo>
                    <a:lnTo>
                      <a:pt x="5310" y="25026"/>
                    </a:lnTo>
                    <a:lnTo>
                      <a:pt x="5143" y="34754"/>
                    </a:lnTo>
                    <a:lnTo>
                      <a:pt x="6119" y="44338"/>
                    </a:lnTo>
                    <a:lnTo>
                      <a:pt x="8953" y="54280"/>
                    </a:lnTo>
                    <a:lnTo>
                      <a:pt x="11239" y="59614"/>
                    </a:lnTo>
                    <a:lnTo>
                      <a:pt x="14287" y="63424"/>
                    </a:lnTo>
                    <a:lnTo>
                      <a:pt x="16573" y="67996"/>
                    </a:lnTo>
                    <a:lnTo>
                      <a:pt x="15811" y="67996"/>
                    </a:lnTo>
                    <a:lnTo>
                      <a:pt x="11418" y="61924"/>
                    </a:lnTo>
                    <a:lnTo>
                      <a:pt x="0" y="25515"/>
                    </a:lnTo>
                    <a:lnTo>
                      <a:pt x="1666" y="16918"/>
                    </a:lnTo>
                    <a:lnTo>
                      <a:pt x="5905" y="9322"/>
                    </a:lnTo>
                    <a:lnTo>
                      <a:pt x="11703" y="3929"/>
                    </a:lnTo>
                    <a:lnTo>
                      <a:pt x="18573" y="1035"/>
                    </a:lnTo>
                    <a:lnTo>
                      <a:pt x="26158" y="0"/>
                    </a:lnTo>
                    <a:lnTo>
                      <a:pt x="34099" y="178"/>
                    </a:lnTo>
                    <a:lnTo>
                      <a:pt x="69913" y="21228"/>
                    </a:lnTo>
                    <a:lnTo>
                      <a:pt x="76771" y="51232"/>
                    </a:lnTo>
                    <a:lnTo>
                      <a:pt x="76771" y="52756"/>
                    </a:lnTo>
                    <a:lnTo>
                      <a:pt x="76771" y="5732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367664" y="2347721"/>
                <a:ext cx="91440" cy="114935"/>
              </a:xfrm>
              <a:custGeom>
                <a:rect b="b" l="l" r="r" t="t"/>
                <a:pathLst>
                  <a:path extrusionOk="0" h="114935" w="91439">
                    <a:moveTo>
                      <a:pt x="39231" y="0"/>
                    </a:moveTo>
                    <a:lnTo>
                      <a:pt x="43945" y="38790"/>
                    </a:lnTo>
                    <a:lnTo>
                      <a:pt x="52197" y="82034"/>
                    </a:lnTo>
                    <a:lnTo>
                      <a:pt x="23800" y="54292"/>
                    </a:lnTo>
                    <a:lnTo>
                      <a:pt x="1226" y="85248"/>
                    </a:lnTo>
                    <a:lnTo>
                      <a:pt x="0" y="96714"/>
                    </a:lnTo>
                    <a:lnTo>
                      <a:pt x="3417" y="106680"/>
                    </a:lnTo>
                    <a:lnTo>
                      <a:pt x="11084" y="112478"/>
                    </a:lnTo>
                    <a:lnTo>
                      <a:pt x="21324" y="114776"/>
                    </a:lnTo>
                    <a:lnTo>
                      <a:pt x="32134" y="114931"/>
                    </a:lnTo>
                    <a:lnTo>
                      <a:pt x="41517" y="114300"/>
                    </a:lnTo>
                    <a:lnTo>
                      <a:pt x="55042" y="112395"/>
                    </a:lnTo>
                    <a:lnTo>
                      <a:pt x="67425" y="108204"/>
                    </a:lnTo>
                    <a:lnTo>
                      <a:pt x="79236" y="102298"/>
                    </a:lnTo>
                    <a:lnTo>
                      <a:pt x="91047" y="9524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6461640" y="2384297"/>
                <a:ext cx="44450" cy="59690"/>
              </a:xfrm>
              <a:custGeom>
                <a:rect b="b" l="l" r="r" t="t"/>
                <a:pathLst>
                  <a:path extrusionOk="0" h="59689" w="44450">
                    <a:moveTo>
                      <a:pt x="13073" y="12191"/>
                    </a:moveTo>
                    <a:lnTo>
                      <a:pt x="5476" y="19073"/>
                    </a:lnTo>
                    <a:lnTo>
                      <a:pt x="1452" y="24383"/>
                    </a:lnTo>
                    <a:lnTo>
                      <a:pt x="0" y="30837"/>
                    </a:lnTo>
                    <a:lnTo>
                      <a:pt x="119" y="41147"/>
                    </a:lnTo>
                    <a:lnTo>
                      <a:pt x="881" y="50291"/>
                    </a:lnTo>
                    <a:lnTo>
                      <a:pt x="6215" y="57149"/>
                    </a:lnTo>
                    <a:lnTo>
                      <a:pt x="15359" y="58673"/>
                    </a:lnTo>
                    <a:lnTo>
                      <a:pt x="22490" y="59185"/>
                    </a:lnTo>
                    <a:lnTo>
                      <a:pt x="28979" y="58197"/>
                    </a:lnTo>
                    <a:lnTo>
                      <a:pt x="44243" y="26396"/>
                    </a:lnTo>
                    <a:lnTo>
                      <a:pt x="42791" y="19049"/>
                    </a:lnTo>
                    <a:lnTo>
                      <a:pt x="39588" y="13180"/>
                    </a:lnTo>
                    <a:lnTo>
                      <a:pt x="34885" y="7524"/>
                    </a:lnTo>
                    <a:lnTo>
                      <a:pt x="29182" y="2869"/>
                    </a:lnTo>
                    <a:lnTo>
                      <a:pt x="22979" y="0"/>
                    </a:lnTo>
                    <a:lnTo>
                      <a:pt x="20693" y="0"/>
                    </a:lnTo>
                    <a:lnTo>
                      <a:pt x="19931" y="0"/>
                    </a:lnTo>
                    <a:lnTo>
                      <a:pt x="18407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6545579" y="2351531"/>
                <a:ext cx="110489" cy="81915"/>
              </a:xfrm>
              <a:custGeom>
                <a:rect b="b" l="l" r="r" t="t"/>
                <a:pathLst>
                  <a:path extrusionOk="0" h="81914" w="110490">
                    <a:moveTo>
                      <a:pt x="0" y="32765"/>
                    </a:moveTo>
                    <a:lnTo>
                      <a:pt x="892" y="39600"/>
                    </a:lnTo>
                    <a:lnTo>
                      <a:pt x="1428" y="45719"/>
                    </a:lnTo>
                    <a:lnTo>
                      <a:pt x="1821" y="51839"/>
                    </a:lnTo>
                    <a:lnTo>
                      <a:pt x="2286" y="58673"/>
                    </a:lnTo>
                    <a:lnTo>
                      <a:pt x="2286" y="62483"/>
                    </a:lnTo>
                    <a:lnTo>
                      <a:pt x="3048" y="66293"/>
                    </a:lnTo>
                    <a:lnTo>
                      <a:pt x="3048" y="70103"/>
                    </a:lnTo>
                    <a:lnTo>
                      <a:pt x="3048" y="70865"/>
                    </a:lnTo>
                    <a:lnTo>
                      <a:pt x="3048" y="70103"/>
                    </a:lnTo>
                    <a:lnTo>
                      <a:pt x="3048" y="62483"/>
                    </a:lnTo>
                    <a:lnTo>
                      <a:pt x="3048" y="55625"/>
                    </a:lnTo>
                    <a:lnTo>
                      <a:pt x="2286" y="48005"/>
                    </a:lnTo>
                    <a:lnTo>
                      <a:pt x="2762" y="41100"/>
                    </a:lnTo>
                    <a:lnTo>
                      <a:pt x="26670" y="18287"/>
                    </a:lnTo>
                    <a:lnTo>
                      <a:pt x="32766" y="20573"/>
                    </a:lnTo>
                    <a:lnTo>
                      <a:pt x="55626" y="56387"/>
                    </a:lnTo>
                    <a:lnTo>
                      <a:pt x="55626" y="64769"/>
                    </a:lnTo>
                    <a:lnTo>
                      <a:pt x="56388" y="69341"/>
                    </a:lnTo>
                    <a:lnTo>
                      <a:pt x="54864" y="68579"/>
                    </a:lnTo>
                    <a:lnTo>
                      <a:pt x="54864" y="69341"/>
                    </a:lnTo>
                    <a:lnTo>
                      <a:pt x="53542" y="62353"/>
                    </a:lnTo>
                    <a:lnTo>
                      <a:pt x="52863" y="55149"/>
                    </a:lnTo>
                    <a:lnTo>
                      <a:pt x="52613" y="47803"/>
                    </a:lnTo>
                    <a:lnTo>
                      <a:pt x="52577" y="40385"/>
                    </a:lnTo>
                    <a:lnTo>
                      <a:pt x="53625" y="31611"/>
                    </a:lnTo>
                    <a:lnTo>
                      <a:pt x="75437" y="0"/>
                    </a:lnTo>
                    <a:lnTo>
                      <a:pt x="81533" y="761"/>
                    </a:lnTo>
                    <a:lnTo>
                      <a:pt x="106620" y="29610"/>
                    </a:lnTo>
                    <a:lnTo>
                      <a:pt x="110025" y="52161"/>
                    </a:lnTo>
                    <a:lnTo>
                      <a:pt x="109728" y="64007"/>
                    </a:lnTo>
                    <a:lnTo>
                      <a:pt x="108966" y="73151"/>
                    </a:lnTo>
                    <a:lnTo>
                      <a:pt x="108966" y="76199"/>
                    </a:lnTo>
                    <a:lnTo>
                      <a:pt x="105918" y="8153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48" name="Google Shape;1048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67118" y="2258542"/>
              <a:ext cx="344474" cy="2134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49" name="Google Shape;1049;p8"/>
            <p:cNvGrpSpPr/>
            <p:nvPr/>
          </p:nvGrpSpPr>
          <p:grpSpPr>
            <a:xfrm>
              <a:off x="5257799" y="2764535"/>
              <a:ext cx="419887" cy="235483"/>
              <a:chOff x="5257799" y="2764535"/>
              <a:chExt cx="419887" cy="235483"/>
            </a:xfrm>
          </p:grpSpPr>
          <p:sp>
            <p:nvSpPr>
              <p:cNvPr id="1050" name="Google Shape;1050;p8"/>
              <p:cNvSpPr/>
              <p:nvPr/>
            </p:nvSpPr>
            <p:spPr>
              <a:xfrm>
                <a:off x="5257799" y="2764535"/>
                <a:ext cx="351790" cy="210820"/>
              </a:xfrm>
              <a:custGeom>
                <a:rect b="b" l="l" r="r" t="t"/>
                <a:pathLst>
                  <a:path extrusionOk="0" h="210819" w="351789">
                    <a:moveTo>
                      <a:pt x="0" y="0"/>
                    </a:moveTo>
                    <a:lnTo>
                      <a:pt x="7524" y="50018"/>
                    </a:lnTo>
                    <a:lnTo>
                      <a:pt x="9715" y="67341"/>
                    </a:lnTo>
                    <a:lnTo>
                      <a:pt x="12192" y="84522"/>
                    </a:lnTo>
                    <a:lnTo>
                      <a:pt x="25812" y="137064"/>
                    </a:lnTo>
                    <a:lnTo>
                      <a:pt x="57459" y="186844"/>
                    </a:lnTo>
                    <a:lnTo>
                      <a:pt x="95607" y="206680"/>
                    </a:lnTo>
                    <a:lnTo>
                      <a:pt x="140958" y="210502"/>
                    </a:lnTo>
                    <a:lnTo>
                      <a:pt x="163734" y="208978"/>
                    </a:lnTo>
                    <a:lnTo>
                      <a:pt x="208788" y="201929"/>
                    </a:lnTo>
                    <a:lnTo>
                      <a:pt x="259365" y="191833"/>
                    </a:lnTo>
                    <a:lnTo>
                      <a:pt x="309372" y="180593"/>
                    </a:lnTo>
                    <a:lnTo>
                      <a:pt x="318527" y="178510"/>
                    </a:lnTo>
                    <a:lnTo>
                      <a:pt x="328326" y="176498"/>
                    </a:lnTo>
                    <a:lnTo>
                      <a:pt x="337982" y="174057"/>
                    </a:lnTo>
                    <a:lnTo>
                      <a:pt x="346710" y="170687"/>
                    </a:lnTo>
                    <a:lnTo>
                      <a:pt x="351282" y="169163"/>
                    </a:lnTo>
                    <a:lnTo>
                      <a:pt x="349758" y="164591"/>
                    </a:lnTo>
                    <a:lnTo>
                      <a:pt x="349758" y="16078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51" name="Google Shape;1051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578576" y="2852902"/>
                <a:ext cx="99110" cy="1471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52" name="Google Shape;1052;p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98616" y="2845282"/>
              <a:ext cx="473252" cy="15214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3" name="Google Shape;1053;p8"/>
            <p:cNvGrpSpPr/>
            <p:nvPr/>
          </p:nvGrpSpPr>
          <p:grpSpPr>
            <a:xfrm>
              <a:off x="6503669" y="2682240"/>
              <a:ext cx="1248157" cy="254508"/>
              <a:chOff x="6503669" y="2682240"/>
              <a:chExt cx="1248157" cy="254508"/>
            </a:xfrm>
          </p:grpSpPr>
          <p:sp>
            <p:nvSpPr>
              <p:cNvPr id="1054" name="Google Shape;1054;p8"/>
              <p:cNvSpPr/>
              <p:nvPr/>
            </p:nvSpPr>
            <p:spPr>
              <a:xfrm>
                <a:off x="6511289" y="2811018"/>
                <a:ext cx="22225" cy="125730"/>
              </a:xfrm>
              <a:custGeom>
                <a:rect b="b" l="l" r="r" t="t"/>
                <a:pathLst>
                  <a:path extrusionOk="0" h="125730" w="22225">
                    <a:moveTo>
                      <a:pt x="0" y="0"/>
                    </a:moveTo>
                    <a:lnTo>
                      <a:pt x="14144" y="47363"/>
                    </a:lnTo>
                    <a:lnTo>
                      <a:pt x="20002" y="94868"/>
                    </a:lnTo>
                    <a:lnTo>
                      <a:pt x="21050" y="110299"/>
                    </a:lnTo>
                    <a:lnTo>
                      <a:pt x="22098" y="12573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6503669" y="2870454"/>
                <a:ext cx="51435" cy="18415"/>
              </a:xfrm>
              <a:custGeom>
                <a:rect b="b" l="l" r="r" t="t"/>
                <a:pathLst>
                  <a:path extrusionOk="0" h="18414" w="51434">
                    <a:moveTo>
                      <a:pt x="0" y="18287"/>
                    </a:moveTo>
                    <a:lnTo>
                      <a:pt x="42671" y="1523"/>
                    </a:lnTo>
                    <a:lnTo>
                      <a:pt x="45719" y="761"/>
                    </a:lnTo>
                    <a:lnTo>
                      <a:pt x="48006" y="0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6579869" y="2848356"/>
                <a:ext cx="66040" cy="80010"/>
              </a:xfrm>
              <a:custGeom>
                <a:rect b="b" l="l" r="r" t="t"/>
                <a:pathLst>
                  <a:path extrusionOk="0" h="80010" w="66040">
                    <a:moveTo>
                      <a:pt x="0" y="20574"/>
                    </a:moveTo>
                    <a:lnTo>
                      <a:pt x="42588" y="33051"/>
                    </a:lnTo>
                    <a:lnTo>
                      <a:pt x="50292" y="72390"/>
                    </a:lnTo>
                    <a:lnTo>
                      <a:pt x="44958" y="80010"/>
                    </a:lnTo>
                    <a:lnTo>
                      <a:pt x="36576" y="78486"/>
                    </a:lnTo>
                    <a:lnTo>
                      <a:pt x="29801" y="39921"/>
                    </a:lnTo>
                    <a:lnTo>
                      <a:pt x="57150" y="3810"/>
                    </a:lnTo>
                    <a:lnTo>
                      <a:pt x="59436" y="2286"/>
                    </a:lnTo>
                    <a:lnTo>
                      <a:pt x="6553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6665630" y="2830830"/>
                <a:ext cx="73025" cy="98425"/>
              </a:xfrm>
              <a:custGeom>
                <a:rect b="b" l="l" r="r" t="t"/>
                <a:pathLst>
                  <a:path extrusionOk="0" h="98425" w="73025">
                    <a:moveTo>
                      <a:pt x="46065" y="50291"/>
                    </a:moveTo>
                    <a:lnTo>
                      <a:pt x="33111" y="11429"/>
                    </a:lnTo>
                    <a:lnTo>
                      <a:pt x="29301" y="0"/>
                    </a:lnTo>
                    <a:lnTo>
                      <a:pt x="8310" y="34159"/>
                    </a:lnTo>
                    <a:lnTo>
                      <a:pt x="5679" y="44195"/>
                    </a:lnTo>
                    <a:lnTo>
                      <a:pt x="2928" y="54506"/>
                    </a:lnTo>
                    <a:lnTo>
                      <a:pt x="821" y="65531"/>
                    </a:lnTo>
                    <a:lnTo>
                      <a:pt x="0" y="76557"/>
                    </a:lnTo>
                    <a:lnTo>
                      <a:pt x="1107" y="86867"/>
                    </a:lnTo>
                    <a:lnTo>
                      <a:pt x="2631" y="94487"/>
                    </a:lnTo>
                    <a:lnTo>
                      <a:pt x="14061" y="98297"/>
                    </a:lnTo>
                    <a:lnTo>
                      <a:pt x="20919" y="94487"/>
                    </a:lnTo>
                    <a:lnTo>
                      <a:pt x="41862" y="54602"/>
                    </a:lnTo>
                    <a:lnTo>
                      <a:pt x="44541" y="31241"/>
                    </a:lnTo>
                    <a:lnTo>
                      <a:pt x="46827" y="38861"/>
                    </a:lnTo>
                    <a:lnTo>
                      <a:pt x="49113" y="45719"/>
                    </a:lnTo>
                    <a:lnTo>
                      <a:pt x="52923" y="52577"/>
                    </a:lnTo>
                    <a:lnTo>
                      <a:pt x="56733" y="59435"/>
                    </a:lnTo>
                    <a:lnTo>
                      <a:pt x="62067" y="67055"/>
                    </a:lnTo>
                    <a:lnTo>
                      <a:pt x="68925" y="71627"/>
                    </a:lnTo>
                    <a:lnTo>
                      <a:pt x="70449" y="71627"/>
                    </a:lnTo>
                    <a:lnTo>
                      <a:pt x="71211" y="72389"/>
                    </a:lnTo>
                    <a:lnTo>
                      <a:pt x="72735" y="7238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6751319" y="2827710"/>
                <a:ext cx="69850" cy="73660"/>
              </a:xfrm>
              <a:custGeom>
                <a:rect b="b" l="l" r="r" t="t"/>
                <a:pathLst>
                  <a:path extrusionOk="0" h="73660" w="69850">
                    <a:moveTo>
                      <a:pt x="0" y="24455"/>
                    </a:moveTo>
                    <a:lnTo>
                      <a:pt x="738" y="34028"/>
                    </a:lnTo>
                    <a:lnTo>
                      <a:pt x="1905" y="42743"/>
                    </a:lnTo>
                    <a:lnTo>
                      <a:pt x="3643" y="51458"/>
                    </a:lnTo>
                    <a:lnTo>
                      <a:pt x="6096" y="61031"/>
                    </a:lnTo>
                    <a:lnTo>
                      <a:pt x="6858" y="64841"/>
                    </a:lnTo>
                    <a:lnTo>
                      <a:pt x="8382" y="69413"/>
                    </a:lnTo>
                    <a:lnTo>
                      <a:pt x="9906" y="73223"/>
                    </a:lnTo>
                    <a:lnTo>
                      <a:pt x="9655" y="66496"/>
                    </a:lnTo>
                    <a:lnTo>
                      <a:pt x="9048" y="59983"/>
                    </a:lnTo>
                    <a:lnTo>
                      <a:pt x="8298" y="53613"/>
                    </a:lnTo>
                    <a:lnTo>
                      <a:pt x="7620" y="47315"/>
                    </a:lnTo>
                    <a:lnTo>
                      <a:pt x="13715" y="9215"/>
                    </a:lnTo>
                    <a:lnTo>
                      <a:pt x="31182" y="0"/>
                    </a:lnTo>
                    <a:lnTo>
                      <a:pt x="38099" y="833"/>
                    </a:lnTo>
                    <a:lnTo>
                      <a:pt x="66448" y="32480"/>
                    </a:lnTo>
                    <a:lnTo>
                      <a:pt x="69342" y="57983"/>
                    </a:lnTo>
                    <a:lnTo>
                      <a:pt x="69342" y="60269"/>
                    </a:lnTo>
                    <a:lnTo>
                      <a:pt x="69342" y="61793"/>
                    </a:lnTo>
                    <a:lnTo>
                      <a:pt x="69342" y="6407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6820661" y="2798826"/>
                <a:ext cx="63500" cy="92710"/>
              </a:xfrm>
              <a:custGeom>
                <a:rect b="b" l="l" r="r" t="t"/>
                <a:pathLst>
                  <a:path extrusionOk="0" h="92710" w="63500">
                    <a:moveTo>
                      <a:pt x="31242" y="23622"/>
                    </a:moveTo>
                    <a:lnTo>
                      <a:pt x="31242" y="19812"/>
                    </a:lnTo>
                    <a:lnTo>
                      <a:pt x="34290" y="6096"/>
                    </a:lnTo>
                    <a:lnTo>
                      <a:pt x="33528" y="762"/>
                    </a:lnTo>
                    <a:lnTo>
                      <a:pt x="33528" y="0"/>
                    </a:lnTo>
                    <a:lnTo>
                      <a:pt x="32766" y="0"/>
                    </a:lnTo>
                    <a:lnTo>
                      <a:pt x="27229" y="4405"/>
                    </a:lnTo>
                    <a:lnTo>
                      <a:pt x="8905" y="43517"/>
                    </a:lnTo>
                    <a:lnTo>
                      <a:pt x="9906" y="50292"/>
                    </a:lnTo>
                    <a:lnTo>
                      <a:pt x="12954" y="58674"/>
                    </a:lnTo>
                    <a:lnTo>
                      <a:pt x="25146" y="59436"/>
                    </a:lnTo>
                    <a:lnTo>
                      <a:pt x="32004" y="60960"/>
                    </a:lnTo>
                    <a:lnTo>
                      <a:pt x="39207" y="61912"/>
                    </a:lnTo>
                    <a:lnTo>
                      <a:pt x="46767" y="62865"/>
                    </a:lnTo>
                    <a:lnTo>
                      <a:pt x="54185" y="64389"/>
                    </a:lnTo>
                    <a:lnTo>
                      <a:pt x="60960" y="67056"/>
                    </a:lnTo>
                    <a:lnTo>
                      <a:pt x="61722" y="67056"/>
                    </a:lnTo>
                    <a:lnTo>
                      <a:pt x="62484" y="67818"/>
                    </a:lnTo>
                    <a:lnTo>
                      <a:pt x="63246" y="68580"/>
                    </a:lnTo>
                    <a:lnTo>
                      <a:pt x="60198" y="75438"/>
                    </a:lnTo>
                    <a:lnTo>
                      <a:pt x="57150" y="75438"/>
                    </a:lnTo>
                    <a:lnTo>
                      <a:pt x="48768" y="79248"/>
                    </a:lnTo>
                    <a:lnTo>
                      <a:pt x="38897" y="83950"/>
                    </a:lnTo>
                    <a:lnTo>
                      <a:pt x="28670" y="87725"/>
                    </a:lnTo>
                    <a:lnTo>
                      <a:pt x="18014" y="90499"/>
                    </a:lnTo>
                    <a:lnTo>
                      <a:pt x="6858" y="92202"/>
                    </a:lnTo>
                    <a:lnTo>
                      <a:pt x="4572" y="92202"/>
                    </a:lnTo>
                    <a:lnTo>
                      <a:pt x="2286" y="92202"/>
                    </a:lnTo>
                    <a:lnTo>
                      <a:pt x="0" y="9220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6918197" y="2748438"/>
                <a:ext cx="41910" cy="135890"/>
              </a:xfrm>
              <a:custGeom>
                <a:rect b="b" l="l" r="r" t="t"/>
                <a:pathLst>
                  <a:path extrusionOk="0" h="135889" w="41909">
                    <a:moveTo>
                      <a:pt x="22098" y="135731"/>
                    </a:moveTo>
                    <a:lnTo>
                      <a:pt x="19812" y="125313"/>
                    </a:lnTo>
                    <a:lnTo>
                      <a:pt x="17526" y="114680"/>
                    </a:lnTo>
                    <a:lnTo>
                      <a:pt x="15240" y="103905"/>
                    </a:lnTo>
                    <a:lnTo>
                      <a:pt x="12954" y="93059"/>
                    </a:lnTo>
                    <a:lnTo>
                      <a:pt x="9882" y="79902"/>
                    </a:lnTo>
                    <a:lnTo>
                      <a:pt x="1524" y="39719"/>
                    </a:lnTo>
                    <a:lnTo>
                      <a:pt x="0" y="21526"/>
                    </a:lnTo>
                    <a:lnTo>
                      <a:pt x="452" y="11537"/>
                    </a:lnTo>
                    <a:lnTo>
                      <a:pt x="3048" y="3905"/>
                    </a:lnTo>
                    <a:lnTo>
                      <a:pt x="7929" y="773"/>
                    </a:lnTo>
                    <a:lnTo>
                      <a:pt x="14668" y="0"/>
                    </a:lnTo>
                    <a:lnTo>
                      <a:pt x="21693" y="797"/>
                    </a:lnTo>
                    <a:lnTo>
                      <a:pt x="27432" y="2381"/>
                    </a:lnTo>
                    <a:lnTo>
                      <a:pt x="35052" y="6191"/>
                    </a:lnTo>
                    <a:lnTo>
                      <a:pt x="38100" y="12287"/>
                    </a:lnTo>
                    <a:lnTo>
                      <a:pt x="41910" y="1914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18197" y="2818638"/>
                <a:ext cx="76200" cy="33655"/>
              </a:xfrm>
              <a:custGeom>
                <a:rect b="b" l="l" r="r" t="t"/>
                <a:pathLst>
                  <a:path extrusionOk="0" h="33655" w="76200">
                    <a:moveTo>
                      <a:pt x="0" y="33527"/>
                    </a:moveTo>
                    <a:lnTo>
                      <a:pt x="33647" y="15311"/>
                    </a:lnTo>
                    <a:lnTo>
                      <a:pt x="68318" y="1869"/>
                    </a:lnTo>
                    <a:lnTo>
                      <a:pt x="7619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990968" y="2798064"/>
                <a:ext cx="41275" cy="81280"/>
              </a:xfrm>
              <a:custGeom>
                <a:rect b="b" l="l" r="r" t="t"/>
                <a:pathLst>
                  <a:path extrusionOk="0" h="81280" w="41275">
                    <a:moveTo>
                      <a:pt x="33147" y="15239"/>
                    </a:moveTo>
                    <a:lnTo>
                      <a:pt x="30229" y="12406"/>
                    </a:lnTo>
                    <a:lnTo>
                      <a:pt x="24098" y="7429"/>
                    </a:lnTo>
                    <a:lnTo>
                      <a:pt x="16966" y="3881"/>
                    </a:lnTo>
                    <a:lnTo>
                      <a:pt x="11049" y="5333"/>
                    </a:lnTo>
                    <a:lnTo>
                      <a:pt x="6393" y="12965"/>
                    </a:lnTo>
                    <a:lnTo>
                      <a:pt x="3524" y="22383"/>
                    </a:lnTo>
                    <a:lnTo>
                      <a:pt x="1940" y="32230"/>
                    </a:lnTo>
                    <a:lnTo>
                      <a:pt x="1143" y="41147"/>
                    </a:lnTo>
                    <a:lnTo>
                      <a:pt x="71" y="50827"/>
                    </a:lnTo>
                    <a:lnTo>
                      <a:pt x="0" y="60864"/>
                    </a:lnTo>
                    <a:lnTo>
                      <a:pt x="2214" y="70187"/>
                    </a:lnTo>
                    <a:lnTo>
                      <a:pt x="8001" y="77723"/>
                    </a:lnTo>
                    <a:lnTo>
                      <a:pt x="18002" y="81117"/>
                    </a:lnTo>
                    <a:lnTo>
                      <a:pt x="26860" y="78009"/>
                    </a:lnTo>
                    <a:lnTo>
                      <a:pt x="33718" y="70758"/>
                    </a:lnTo>
                    <a:lnTo>
                      <a:pt x="37719" y="61721"/>
                    </a:lnTo>
                    <a:lnTo>
                      <a:pt x="40159" y="50970"/>
                    </a:lnTo>
                    <a:lnTo>
                      <a:pt x="40671" y="39719"/>
                    </a:lnTo>
                    <a:lnTo>
                      <a:pt x="39326" y="28610"/>
                    </a:lnTo>
                    <a:lnTo>
                      <a:pt x="36195" y="18287"/>
                    </a:lnTo>
                    <a:lnTo>
                      <a:pt x="33909" y="11429"/>
                    </a:lnTo>
                    <a:lnTo>
                      <a:pt x="28575" y="2285"/>
                    </a:lnTo>
                    <a:lnTo>
                      <a:pt x="20955" y="0"/>
                    </a:lnTo>
                    <a:lnTo>
                      <a:pt x="20193" y="0"/>
                    </a:lnTo>
                    <a:lnTo>
                      <a:pt x="19431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7079741" y="2782824"/>
                <a:ext cx="22860" cy="86360"/>
              </a:xfrm>
              <a:custGeom>
                <a:rect b="b" l="l" r="r" t="t"/>
                <a:pathLst>
                  <a:path extrusionOk="0" h="86360" w="22859">
                    <a:moveTo>
                      <a:pt x="0" y="18287"/>
                    </a:moveTo>
                    <a:lnTo>
                      <a:pt x="17942" y="58721"/>
                    </a:lnTo>
                    <a:lnTo>
                      <a:pt x="18764" y="67055"/>
                    </a:lnTo>
                    <a:lnTo>
                      <a:pt x="18585" y="75390"/>
                    </a:lnTo>
                    <a:lnTo>
                      <a:pt x="16764" y="82295"/>
                    </a:lnTo>
                    <a:lnTo>
                      <a:pt x="13716" y="84581"/>
                    </a:lnTo>
                    <a:lnTo>
                      <a:pt x="12954" y="86105"/>
                    </a:lnTo>
                    <a:lnTo>
                      <a:pt x="3048" y="54863"/>
                    </a:lnTo>
                    <a:lnTo>
                      <a:pt x="3309" y="42576"/>
                    </a:lnTo>
                    <a:lnTo>
                      <a:pt x="4572" y="30860"/>
                    </a:lnTo>
                    <a:lnTo>
                      <a:pt x="7548" y="19716"/>
                    </a:lnTo>
                    <a:lnTo>
                      <a:pt x="12953" y="9143"/>
                    </a:lnTo>
                    <a:lnTo>
                      <a:pt x="17525" y="3047"/>
                    </a:lnTo>
                    <a:lnTo>
                      <a:pt x="18287" y="1523"/>
                    </a:lnTo>
                    <a:lnTo>
                      <a:pt x="22859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>
                <a:off x="7146797" y="2768346"/>
                <a:ext cx="125730" cy="88900"/>
              </a:xfrm>
              <a:custGeom>
                <a:rect b="b" l="l" r="r" t="t"/>
                <a:pathLst>
                  <a:path extrusionOk="0" h="88900" w="125729">
                    <a:moveTo>
                      <a:pt x="0" y="36575"/>
                    </a:moveTo>
                    <a:lnTo>
                      <a:pt x="7620" y="77723"/>
                    </a:lnTo>
                    <a:lnTo>
                      <a:pt x="8382" y="83057"/>
                    </a:lnTo>
                    <a:lnTo>
                      <a:pt x="9144" y="88391"/>
                    </a:lnTo>
                    <a:lnTo>
                      <a:pt x="9417" y="88677"/>
                    </a:lnTo>
                    <a:lnTo>
                      <a:pt x="8477" y="83248"/>
                    </a:lnTo>
                    <a:lnTo>
                      <a:pt x="7108" y="76390"/>
                    </a:lnTo>
                    <a:lnTo>
                      <a:pt x="6096" y="72389"/>
                    </a:lnTo>
                    <a:lnTo>
                      <a:pt x="5762" y="62007"/>
                    </a:lnTo>
                    <a:lnTo>
                      <a:pt x="21621" y="21526"/>
                    </a:lnTo>
                    <a:lnTo>
                      <a:pt x="54959" y="42160"/>
                    </a:lnTo>
                    <a:lnTo>
                      <a:pt x="52577" y="66293"/>
                    </a:lnTo>
                    <a:lnTo>
                      <a:pt x="51816" y="66293"/>
                    </a:lnTo>
                    <a:lnTo>
                      <a:pt x="60864" y="23526"/>
                    </a:lnTo>
                    <a:lnTo>
                      <a:pt x="86867" y="0"/>
                    </a:lnTo>
                    <a:lnTo>
                      <a:pt x="90677" y="4571"/>
                    </a:lnTo>
                    <a:lnTo>
                      <a:pt x="94488" y="11429"/>
                    </a:lnTo>
                    <a:lnTo>
                      <a:pt x="101512" y="23848"/>
                    </a:lnTo>
                    <a:lnTo>
                      <a:pt x="108394" y="35909"/>
                    </a:lnTo>
                    <a:lnTo>
                      <a:pt x="116133" y="47541"/>
                    </a:lnTo>
                    <a:lnTo>
                      <a:pt x="125730" y="5867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>
                <a:off x="7298435" y="2753106"/>
                <a:ext cx="57150" cy="71755"/>
              </a:xfrm>
              <a:custGeom>
                <a:rect b="b" l="l" r="r" t="t"/>
                <a:pathLst>
                  <a:path extrusionOk="0" h="71755" w="57150">
                    <a:moveTo>
                      <a:pt x="44196" y="32765"/>
                    </a:moveTo>
                    <a:lnTo>
                      <a:pt x="16002" y="0"/>
                    </a:lnTo>
                    <a:lnTo>
                      <a:pt x="10668" y="0"/>
                    </a:lnTo>
                    <a:lnTo>
                      <a:pt x="0" y="46481"/>
                    </a:lnTo>
                    <a:lnTo>
                      <a:pt x="59" y="53720"/>
                    </a:lnTo>
                    <a:lnTo>
                      <a:pt x="1047" y="60959"/>
                    </a:lnTo>
                    <a:lnTo>
                      <a:pt x="4179" y="67055"/>
                    </a:lnTo>
                    <a:lnTo>
                      <a:pt x="10668" y="70865"/>
                    </a:lnTo>
                    <a:lnTo>
                      <a:pt x="17323" y="71211"/>
                    </a:lnTo>
                    <a:lnTo>
                      <a:pt x="23336" y="69056"/>
                    </a:lnTo>
                    <a:lnTo>
                      <a:pt x="36826" y="33063"/>
                    </a:lnTo>
                    <a:lnTo>
                      <a:pt x="37338" y="18287"/>
                    </a:lnTo>
                    <a:lnTo>
                      <a:pt x="37338" y="16763"/>
                    </a:lnTo>
                    <a:lnTo>
                      <a:pt x="37338" y="12953"/>
                    </a:lnTo>
                    <a:lnTo>
                      <a:pt x="37338" y="8381"/>
                    </a:lnTo>
                    <a:lnTo>
                      <a:pt x="37338" y="16001"/>
                    </a:lnTo>
                    <a:lnTo>
                      <a:pt x="38100" y="20573"/>
                    </a:lnTo>
                    <a:lnTo>
                      <a:pt x="53340" y="59435"/>
                    </a:lnTo>
                    <a:lnTo>
                      <a:pt x="53340" y="60959"/>
                    </a:lnTo>
                    <a:lnTo>
                      <a:pt x="57150" y="6172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362634" y="2699766"/>
                <a:ext cx="33020" cy="104775"/>
              </a:xfrm>
              <a:custGeom>
                <a:rect b="b" l="l" r="r" t="t"/>
                <a:pathLst>
                  <a:path extrusionOk="0" h="104775" w="33020">
                    <a:moveTo>
                      <a:pt x="3619" y="0"/>
                    </a:moveTo>
                    <a:lnTo>
                      <a:pt x="1238" y="13370"/>
                    </a:lnTo>
                    <a:lnTo>
                      <a:pt x="0" y="26384"/>
                    </a:lnTo>
                    <a:lnTo>
                      <a:pt x="190" y="39540"/>
                    </a:lnTo>
                    <a:lnTo>
                      <a:pt x="10286" y="79629"/>
                    </a:lnTo>
                    <a:lnTo>
                      <a:pt x="29527" y="103632"/>
                    </a:lnTo>
                    <a:lnTo>
                      <a:pt x="30289" y="104394"/>
                    </a:lnTo>
                    <a:lnTo>
                      <a:pt x="32575" y="1043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7370825" y="2743200"/>
                <a:ext cx="66675" cy="55244"/>
              </a:xfrm>
              <a:custGeom>
                <a:rect b="b" l="l" r="r" t="t"/>
                <a:pathLst>
                  <a:path extrusionOk="0" h="55244" w="66675">
                    <a:moveTo>
                      <a:pt x="0" y="32003"/>
                    </a:moveTo>
                    <a:lnTo>
                      <a:pt x="1678" y="21812"/>
                    </a:lnTo>
                    <a:lnTo>
                      <a:pt x="6000" y="16763"/>
                    </a:lnTo>
                    <a:lnTo>
                      <a:pt x="13608" y="14001"/>
                    </a:lnTo>
                    <a:lnTo>
                      <a:pt x="25145" y="10667"/>
                    </a:lnTo>
                    <a:lnTo>
                      <a:pt x="33027" y="8155"/>
                    </a:lnTo>
                    <a:lnTo>
                      <a:pt x="40766" y="5429"/>
                    </a:lnTo>
                    <a:lnTo>
                      <a:pt x="48506" y="2845"/>
                    </a:lnTo>
                    <a:lnTo>
                      <a:pt x="56387" y="761"/>
                    </a:lnTo>
                    <a:lnTo>
                      <a:pt x="59435" y="0"/>
                    </a:lnTo>
                    <a:lnTo>
                      <a:pt x="61721" y="0"/>
                    </a:lnTo>
                    <a:lnTo>
                      <a:pt x="61722" y="6095"/>
                    </a:lnTo>
                    <a:lnTo>
                      <a:pt x="63246" y="12953"/>
                    </a:lnTo>
                    <a:lnTo>
                      <a:pt x="60960" y="47243"/>
                    </a:lnTo>
                    <a:lnTo>
                      <a:pt x="60960" y="54101"/>
                    </a:lnTo>
                    <a:lnTo>
                      <a:pt x="60960" y="53339"/>
                    </a:lnTo>
                    <a:lnTo>
                      <a:pt x="66294" y="548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7417308" y="2682240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7474076" y="2738628"/>
                <a:ext cx="43180" cy="56515"/>
              </a:xfrm>
              <a:custGeom>
                <a:rect b="b" l="l" r="r" t="t"/>
                <a:pathLst>
                  <a:path extrusionOk="0" h="56514" w="43179">
                    <a:moveTo>
                      <a:pt x="380" y="16763"/>
                    </a:moveTo>
                    <a:lnTo>
                      <a:pt x="190" y="23300"/>
                    </a:lnTo>
                    <a:lnTo>
                      <a:pt x="0" y="30765"/>
                    </a:lnTo>
                    <a:lnTo>
                      <a:pt x="380" y="38088"/>
                    </a:lnTo>
                    <a:lnTo>
                      <a:pt x="1904" y="44195"/>
                    </a:lnTo>
                    <a:lnTo>
                      <a:pt x="5714" y="52577"/>
                    </a:lnTo>
                    <a:lnTo>
                      <a:pt x="14096" y="56387"/>
                    </a:lnTo>
                    <a:lnTo>
                      <a:pt x="22478" y="55625"/>
                    </a:lnTo>
                    <a:lnTo>
                      <a:pt x="32384" y="54863"/>
                    </a:lnTo>
                    <a:lnTo>
                      <a:pt x="38480" y="46481"/>
                    </a:lnTo>
                    <a:lnTo>
                      <a:pt x="40766" y="38099"/>
                    </a:lnTo>
                    <a:lnTo>
                      <a:pt x="42552" y="30468"/>
                    </a:lnTo>
                    <a:lnTo>
                      <a:pt x="43052" y="22764"/>
                    </a:lnTo>
                    <a:lnTo>
                      <a:pt x="41838" y="15490"/>
                    </a:lnTo>
                    <a:lnTo>
                      <a:pt x="38480" y="9143"/>
                    </a:lnTo>
                    <a:lnTo>
                      <a:pt x="33146" y="1523"/>
                    </a:lnTo>
                    <a:lnTo>
                      <a:pt x="25526" y="0"/>
                    </a:lnTo>
                    <a:lnTo>
                      <a:pt x="17144" y="0"/>
                    </a:lnTo>
                    <a:lnTo>
                      <a:pt x="14858" y="0"/>
                    </a:lnTo>
                    <a:lnTo>
                      <a:pt x="14096" y="0"/>
                    </a:lnTo>
                    <a:lnTo>
                      <a:pt x="1333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547609" y="2715006"/>
                <a:ext cx="48895" cy="74295"/>
              </a:xfrm>
              <a:custGeom>
                <a:rect b="b" l="l" r="r" t="t"/>
                <a:pathLst>
                  <a:path extrusionOk="0" h="74294" w="48895">
                    <a:moveTo>
                      <a:pt x="0" y="28194"/>
                    </a:moveTo>
                    <a:lnTo>
                      <a:pt x="0" y="37338"/>
                    </a:lnTo>
                    <a:lnTo>
                      <a:pt x="0" y="46482"/>
                    </a:lnTo>
                    <a:lnTo>
                      <a:pt x="0" y="55626"/>
                    </a:lnTo>
                    <a:lnTo>
                      <a:pt x="0" y="64770"/>
                    </a:lnTo>
                    <a:lnTo>
                      <a:pt x="0" y="59436"/>
                    </a:lnTo>
                    <a:lnTo>
                      <a:pt x="0" y="56388"/>
                    </a:lnTo>
                    <a:lnTo>
                      <a:pt x="7619" y="15240"/>
                    </a:lnTo>
                    <a:lnTo>
                      <a:pt x="26669" y="762"/>
                    </a:lnTo>
                    <a:lnTo>
                      <a:pt x="35813" y="0"/>
                    </a:lnTo>
                    <a:lnTo>
                      <a:pt x="38861" y="10668"/>
                    </a:lnTo>
                    <a:lnTo>
                      <a:pt x="42672" y="17526"/>
                    </a:lnTo>
                    <a:lnTo>
                      <a:pt x="45767" y="25765"/>
                    </a:lnTo>
                    <a:lnTo>
                      <a:pt x="47434" y="33718"/>
                    </a:lnTo>
                    <a:lnTo>
                      <a:pt x="48244" y="41957"/>
                    </a:lnTo>
                    <a:lnTo>
                      <a:pt x="48768" y="51054"/>
                    </a:lnTo>
                    <a:lnTo>
                      <a:pt x="48768" y="59436"/>
                    </a:lnTo>
                    <a:lnTo>
                      <a:pt x="48006" y="66294"/>
                    </a:lnTo>
                    <a:lnTo>
                      <a:pt x="44196" y="7391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7616189" y="2687574"/>
                <a:ext cx="71755" cy="99060"/>
              </a:xfrm>
              <a:custGeom>
                <a:rect b="b" l="l" r="r" t="t"/>
                <a:pathLst>
                  <a:path extrusionOk="0" h="99060" w="71754">
                    <a:moveTo>
                      <a:pt x="41909" y="12191"/>
                    </a:moveTo>
                    <a:lnTo>
                      <a:pt x="41909" y="3809"/>
                    </a:lnTo>
                    <a:lnTo>
                      <a:pt x="44957" y="0"/>
                    </a:lnTo>
                    <a:lnTo>
                      <a:pt x="39623" y="761"/>
                    </a:lnTo>
                    <a:lnTo>
                      <a:pt x="28193" y="35016"/>
                    </a:lnTo>
                    <a:lnTo>
                      <a:pt x="28574" y="43910"/>
                    </a:lnTo>
                    <a:lnTo>
                      <a:pt x="58090" y="73592"/>
                    </a:lnTo>
                    <a:lnTo>
                      <a:pt x="66293" y="76961"/>
                    </a:lnTo>
                    <a:lnTo>
                      <a:pt x="69341" y="79247"/>
                    </a:lnTo>
                    <a:lnTo>
                      <a:pt x="70103" y="79247"/>
                    </a:lnTo>
                    <a:lnTo>
                      <a:pt x="71627" y="81533"/>
                    </a:lnTo>
                    <a:lnTo>
                      <a:pt x="68579" y="88391"/>
                    </a:lnTo>
                    <a:lnTo>
                      <a:pt x="66293" y="88391"/>
                    </a:lnTo>
                    <a:lnTo>
                      <a:pt x="57149" y="90677"/>
                    </a:lnTo>
                    <a:lnTo>
                      <a:pt x="12191" y="98297"/>
                    </a:lnTo>
                    <a:lnTo>
                      <a:pt x="2285" y="98297"/>
                    </a:lnTo>
                    <a:lnTo>
                      <a:pt x="0" y="99059"/>
                    </a:lnTo>
                    <a:lnTo>
                      <a:pt x="4571" y="9067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7728966" y="273100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3" name="Google Shape;1073;p8"/>
          <p:cNvGrpSpPr/>
          <p:nvPr/>
        </p:nvGrpSpPr>
        <p:grpSpPr>
          <a:xfrm>
            <a:off x="755346" y="3114712"/>
            <a:ext cx="4193666" cy="1832928"/>
            <a:chOff x="3719296" y="3406902"/>
            <a:chExt cx="3141370" cy="1370838"/>
          </a:xfrm>
        </p:grpSpPr>
        <p:grpSp>
          <p:nvGrpSpPr>
            <p:cNvPr id="1074" name="Google Shape;1074;p8"/>
            <p:cNvGrpSpPr/>
            <p:nvPr/>
          </p:nvGrpSpPr>
          <p:grpSpPr>
            <a:xfrm>
              <a:off x="3719296" y="3830276"/>
              <a:ext cx="300412" cy="408940"/>
              <a:chOff x="3719296" y="3830276"/>
              <a:chExt cx="300412" cy="408940"/>
            </a:xfrm>
          </p:grpSpPr>
          <p:pic>
            <p:nvPicPr>
              <p:cNvPr id="1075" name="Google Shape;1075;p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3719296" y="3918178"/>
                <a:ext cx="147116" cy="2391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6" name="Google Shape;1076;p8"/>
              <p:cNvSpPr/>
              <p:nvPr/>
            </p:nvSpPr>
            <p:spPr>
              <a:xfrm>
                <a:off x="3910488" y="3830276"/>
                <a:ext cx="109220" cy="408940"/>
              </a:xfrm>
              <a:custGeom>
                <a:rect b="b" l="l" r="r" t="t"/>
                <a:pathLst>
                  <a:path extrusionOk="0" h="408939" w="109220">
                    <a:moveTo>
                      <a:pt x="77057" y="8679"/>
                    </a:moveTo>
                    <a:lnTo>
                      <a:pt x="66353" y="4167"/>
                    </a:lnTo>
                    <a:lnTo>
                      <a:pt x="57149" y="1154"/>
                    </a:lnTo>
                    <a:lnTo>
                      <a:pt x="47803" y="0"/>
                    </a:lnTo>
                    <a:lnTo>
                      <a:pt x="36671" y="1059"/>
                    </a:lnTo>
                    <a:lnTo>
                      <a:pt x="2666" y="21109"/>
                    </a:lnTo>
                    <a:lnTo>
                      <a:pt x="0" y="40255"/>
                    </a:lnTo>
                    <a:lnTo>
                      <a:pt x="95" y="49827"/>
                    </a:lnTo>
                    <a:lnTo>
                      <a:pt x="1047" y="70604"/>
                    </a:lnTo>
                    <a:lnTo>
                      <a:pt x="4286" y="90880"/>
                    </a:lnTo>
                    <a:lnTo>
                      <a:pt x="8667" y="111013"/>
                    </a:lnTo>
                    <a:lnTo>
                      <a:pt x="13049" y="131361"/>
                    </a:lnTo>
                    <a:lnTo>
                      <a:pt x="22288" y="186797"/>
                    </a:lnTo>
                    <a:lnTo>
                      <a:pt x="27527" y="243375"/>
                    </a:lnTo>
                    <a:lnTo>
                      <a:pt x="29146" y="296048"/>
                    </a:lnTo>
                    <a:lnTo>
                      <a:pt x="29134" y="322564"/>
                    </a:lnTo>
                    <a:lnTo>
                      <a:pt x="29051" y="349293"/>
                    </a:lnTo>
                    <a:lnTo>
                      <a:pt x="29396" y="362557"/>
                    </a:lnTo>
                    <a:lnTo>
                      <a:pt x="29527" y="375963"/>
                    </a:lnTo>
                    <a:lnTo>
                      <a:pt x="29801" y="389370"/>
                    </a:lnTo>
                    <a:lnTo>
                      <a:pt x="30575" y="402633"/>
                    </a:lnTo>
                    <a:lnTo>
                      <a:pt x="30575" y="408729"/>
                    </a:lnTo>
                    <a:lnTo>
                      <a:pt x="32099" y="407205"/>
                    </a:lnTo>
                    <a:lnTo>
                      <a:pt x="37433" y="407967"/>
                    </a:lnTo>
                    <a:lnTo>
                      <a:pt x="45184" y="407324"/>
                    </a:lnTo>
                    <a:lnTo>
                      <a:pt x="88392" y="393108"/>
                    </a:lnTo>
                    <a:lnTo>
                      <a:pt x="98762" y="388250"/>
                    </a:lnTo>
                    <a:lnTo>
                      <a:pt x="109061" y="38282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7" name="Google Shape;1077;p8"/>
            <p:cNvGrpSpPr/>
            <p:nvPr/>
          </p:nvGrpSpPr>
          <p:grpSpPr>
            <a:xfrm>
              <a:off x="4110964" y="3727513"/>
              <a:ext cx="470941" cy="429259"/>
              <a:chOff x="4110964" y="3727513"/>
              <a:chExt cx="470941" cy="429259"/>
            </a:xfrm>
          </p:grpSpPr>
          <p:pic>
            <p:nvPicPr>
              <p:cNvPr id="1078" name="Google Shape;1078;p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110964" y="3782542"/>
                <a:ext cx="132638" cy="2926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9" name="Google Shape;1079;p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267174" y="4010380"/>
                <a:ext cx="169214" cy="1036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0" name="Google Shape;1080;p8"/>
              <p:cNvSpPr/>
              <p:nvPr/>
            </p:nvSpPr>
            <p:spPr>
              <a:xfrm>
                <a:off x="4421885" y="3727513"/>
                <a:ext cx="160020" cy="429259"/>
              </a:xfrm>
              <a:custGeom>
                <a:rect b="b" l="l" r="r" t="t"/>
                <a:pathLst>
                  <a:path extrusionOk="0" h="429260" w="160020">
                    <a:moveTo>
                      <a:pt x="0" y="25336"/>
                    </a:moveTo>
                    <a:lnTo>
                      <a:pt x="11096" y="17204"/>
                    </a:lnTo>
                    <a:lnTo>
                      <a:pt x="20764" y="11715"/>
                    </a:lnTo>
                    <a:lnTo>
                      <a:pt x="31289" y="8084"/>
                    </a:lnTo>
                    <a:lnTo>
                      <a:pt x="44957" y="5524"/>
                    </a:lnTo>
                    <a:lnTo>
                      <a:pt x="60233" y="2547"/>
                    </a:lnTo>
                    <a:lnTo>
                      <a:pt x="78581" y="0"/>
                    </a:lnTo>
                    <a:lnTo>
                      <a:pt x="96500" y="595"/>
                    </a:lnTo>
                    <a:lnTo>
                      <a:pt x="110489" y="7048"/>
                    </a:lnTo>
                    <a:lnTo>
                      <a:pt x="118110" y="18514"/>
                    </a:lnTo>
                    <a:lnTo>
                      <a:pt x="122301" y="33051"/>
                    </a:lnTo>
                    <a:lnTo>
                      <a:pt x="124206" y="48303"/>
                    </a:lnTo>
                    <a:lnTo>
                      <a:pt x="124968" y="61912"/>
                    </a:lnTo>
                    <a:lnTo>
                      <a:pt x="126468" y="85915"/>
                    </a:lnTo>
                    <a:lnTo>
                      <a:pt x="129468" y="133921"/>
                    </a:lnTo>
                    <a:lnTo>
                      <a:pt x="134826" y="183189"/>
                    </a:lnTo>
                    <a:lnTo>
                      <a:pt x="141684" y="234005"/>
                    </a:lnTo>
                    <a:lnTo>
                      <a:pt x="145542" y="259270"/>
                    </a:lnTo>
                    <a:lnTo>
                      <a:pt x="148506" y="280285"/>
                    </a:lnTo>
                    <a:lnTo>
                      <a:pt x="151542" y="301085"/>
                    </a:lnTo>
                    <a:lnTo>
                      <a:pt x="154435" y="321742"/>
                    </a:lnTo>
                    <a:lnTo>
                      <a:pt x="156972" y="342328"/>
                    </a:lnTo>
                    <a:lnTo>
                      <a:pt x="158365" y="353234"/>
                    </a:lnTo>
                    <a:lnTo>
                      <a:pt x="159543" y="365569"/>
                    </a:lnTo>
                    <a:lnTo>
                      <a:pt x="159436" y="377904"/>
                    </a:lnTo>
                    <a:lnTo>
                      <a:pt x="156972" y="388810"/>
                    </a:lnTo>
                    <a:lnTo>
                      <a:pt x="123444" y="417004"/>
                    </a:lnTo>
                    <a:lnTo>
                      <a:pt x="82617" y="428684"/>
                    </a:lnTo>
                    <a:lnTo>
                      <a:pt x="70866" y="424624"/>
                    </a:lnTo>
                    <a:lnTo>
                      <a:pt x="66936" y="417671"/>
                    </a:lnTo>
                    <a:lnTo>
                      <a:pt x="65722" y="408432"/>
                    </a:lnTo>
                    <a:lnTo>
                      <a:pt x="65936" y="398907"/>
                    </a:lnTo>
                    <a:lnTo>
                      <a:pt x="66294" y="39109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1" name="Google Shape;1081;p8"/>
            <p:cNvGrpSpPr/>
            <p:nvPr/>
          </p:nvGrpSpPr>
          <p:grpSpPr>
            <a:xfrm>
              <a:off x="4700016" y="3897629"/>
              <a:ext cx="63627" cy="74676"/>
              <a:chOff x="4700016" y="3897629"/>
              <a:chExt cx="63627" cy="74676"/>
            </a:xfrm>
          </p:grpSpPr>
          <p:sp>
            <p:nvSpPr>
              <p:cNvPr id="1082" name="Google Shape;1082;p8"/>
              <p:cNvSpPr/>
              <p:nvPr/>
            </p:nvSpPr>
            <p:spPr>
              <a:xfrm>
                <a:off x="4700016" y="3897629"/>
                <a:ext cx="53340" cy="13335"/>
              </a:xfrm>
              <a:custGeom>
                <a:rect b="b" l="l" r="r" t="t"/>
                <a:pathLst>
                  <a:path extrusionOk="0" h="13335" w="53339">
                    <a:moveTo>
                      <a:pt x="0" y="0"/>
                    </a:moveTo>
                    <a:lnTo>
                      <a:pt x="41148" y="4571"/>
                    </a:lnTo>
                    <a:lnTo>
                      <a:pt x="50292" y="7619"/>
                    </a:lnTo>
                    <a:lnTo>
                      <a:pt x="53340" y="1295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4704588" y="3968495"/>
                <a:ext cx="59055" cy="3810"/>
              </a:xfrm>
              <a:custGeom>
                <a:rect b="b" l="l" r="r" t="t"/>
                <a:pathLst>
                  <a:path extrusionOk="0" h="3810" w="59054">
                    <a:moveTo>
                      <a:pt x="0" y="1524"/>
                    </a:moveTo>
                    <a:lnTo>
                      <a:pt x="9013" y="2524"/>
                    </a:lnTo>
                    <a:lnTo>
                      <a:pt x="17811" y="3238"/>
                    </a:lnTo>
                    <a:lnTo>
                      <a:pt x="26467" y="3667"/>
                    </a:lnTo>
                    <a:lnTo>
                      <a:pt x="35052" y="3810"/>
                    </a:lnTo>
                    <a:lnTo>
                      <a:pt x="43434" y="3048"/>
                    </a:lnTo>
                    <a:lnTo>
                      <a:pt x="51053" y="2286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84" name="Google Shape;1084;p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309590" y="3742156"/>
              <a:ext cx="141020" cy="2408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5" name="Google Shape;1085;p8"/>
            <p:cNvSpPr/>
            <p:nvPr/>
          </p:nvSpPr>
          <p:spPr>
            <a:xfrm>
              <a:off x="5577066" y="3574256"/>
              <a:ext cx="124460" cy="504825"/>
            </a:xfrm>
            <a:custGeom>
              <a:rect b="b" l="l" r="r" t="t"/>
              <a:pathLst>
                <a:path extrusionOk="0" h="504825" w="124460">
                  <a:moveTo>
                    <a:pt x="124217" y="3333"/>
                  </a:moveTo>
                  <a:lnTo>
                    <a:pt x="78497" y="285"/>
                  </a:lnTo>
                  <a:lnTo>
                    <a:pt x="51923" y="0"/>
                  </a:lnTo>
                  <a:lnTo>
                    <a:pt x="38742" y="607"/>
                  </a:lnTo>
                  <a:lnTo>
                    <a:pt x="4167" y="18109"/>
                  </a:lnTo>
                  <a:lnTo>
                    <a:pt x="0" y="47255"/>
                  </a:lnTo>
                  <a:lnTo>
                    <a:pt x="678" y="66865"/>
                  </a:lnTo>
                  <a:lnTo>
                    <a:pt x="2928" y="86332"/>
                  </a:lnTo>
                  <a:lnTo>
                    <a:pt x="6107" y="105441"/>
                  </a:lnTo>
                  <a:lnTo>
                    <a:pt x="12287" y="143041"/>
                  </a:lnTo>
                  <a:lnTo>
                    <a:pt x="25503" y="217955"/>
                  </a:lnTo>
                  <a:lnTo>
                    <a:pt x="34837" y="287547"/>
                  </a:lnTo>
                  <a:lnTo>
                    <a:pt x="39719" y="351246"/>
                  </a:lnTo>
                  <a:lnTo>
                    <a:pt x="41159" y="382809"/>
                  </a:lnTo>
                  <a:lnTo>
                    <a:pt x="42279" y="406241"/>
                  </a:lnTo>
                  <a:lnTo>
                    <a:pt x="43255" y="429672"/>
                  </a:lnTo>
                  <a:lnTo>
                    <a:pt x="43945" y="453104"/>
                  </a:lnTo>
                  <a:lnTo>
                    <a:pt x="44207" y="476535"/>
                  </a:lnTo>
                  <a:lnTo>
                    <a:pt x="44541" y="483512"/>
                  </a:lnTo>
                  <a:lnTo>
                    <a:pt x="44588" y="490632"/>
                  </a:lnTo>
                  <a:lnTo>
                    <a:pt x="44636" y="497752"/>
                  </a:lnTo>
                  <a:lnTo>
                    <a:pt x="44969" y="504729"/>
                  </a:lnTo>
                  <a:lnTo>
                    <a:pt x="50303" y="503967"/>
                  </a:lnTo>
                  <a:lnTo>
                    <a:pt x="50303" y="502443"/>
                  </a:lnTo>
                  <a:lnTo>
                    <a:pt x="54875" y="497871"/>
                  </a:lnTo>
                  <a:lnTo>
                    <a:pt x="90737" y="480774"/>
                  </a:lnTo>
                  <a:lnTo>
                    <a:pt x="100976" y="480345"/>
                  </a:lnTo>
                  <a:lnTo>
                    <a:pt x="111216" y="480488"/>
                  </a:lnTo>
                  <a:lnTo>
                    <a:pt x="121169" y="480345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6" name="Google Shape;1086;p8"/>
            <p:cNvGrpSpPr/>
            <p:nvPr/>
          </p:nvGrpSpPr>
          <p:grpSpPr>
            <a:xfrm>
              <a:off x="5729202" y="3479292"/>
              <a:ext cx="485289" cy="476012"/>
              <a:chOff x="5729202" y="3479292"/>
              <a:chExt cx="485289" cy="476012"/>
            </a:xfrm>
          </p:grpSpPr>
          <p:pic>
            <p:nvPicPr>
              <p:cNvPr id="1087" name="Google Shape;1087;p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826988" y="3736060"/>
                <a:ext cx="102920" cy="1402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88" name="Google Shape;1088;p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957290" y="3627856"/>
                <a:ext cx="103682" cy="2065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9" name="Google Shape;1089;p8"/>
              <p:cNvSpPr/>
              <p:nvPr/>
            </p:nvSpPr>
            <p:spPr>
              <a:xfrm>
                <a:off x="6101334" y="3595116"/>
                <a:ext cx="62230" cy="248920"/>
              </a:xfrm>
              <a:custGeom>
                <a:rect b="b" l="l" r="r" t="t"/>
                <a:pathLst>
                  <a:path extrusionOk="0" h="248920" w="62229">
                    <a:moveTo>
                      <a:pt x="1524" y="0"/>
                    </a:moveTo>
                    <a:lnTo>
                      <a:pt x="34742" y="34182"/>
                    </a:lnTo>
                    <a:lnTo>
                      <a:pt x="57721" y="86963"/>
                    </a:lnTo>
                    <a:lnTo>
                      <a:pt x="61722" y="128778"/>
                    </a:lnTo>
                    <a:lnTo>
                      <a:pt x="60745" y="150625"/>
                    </a:lnTo>
                    <a:lnTo>
                      <a:pt x="49934" y="190607"/>
                    </a:lnTo>
                    <a:lnTo>
                      <a:pt x="23336" y="233076"/>
                    </a:lnTo>
                    <a:lnTo>
                      <a:pt x="12846" y="241280"/>
                    </a:lnTo>
                    <a:lnTo>
                      <a:pt x="0" y="24841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90" name="Google Shape;1090;p8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729202" y="3715486"/>
                <a:ext cx="179370" cy="2398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1" name="Google Shape;1091;p8"/>
              <p:cNvSpPr/>
              <p:nvPr/>
            </p:nvSpPr>
            <p:spPr>
              <a:xfrm>
                <a:off x="6134862" y="3538728"/>
                <a:ext cx="48260" cy="17145"/>
              </a:xfrm>
              <a:custGeom>
                <a:rect b="b" l="l" r="r" t="t"/>
                <a:pathLst>
                  <a:path extrusionOk="0" h="17145" w="48260">
                    <a:moveTo>
                      <a:pt x="0" y="16763"/>
                    </a:moveTo>
                    <a:lnTo>
                      <a:pt x="41910" y="4571"/>
                    </a:lnTo>
                    <a:lnTo>
                      <a:pt x="46482" y="2285"/>
                    </a:lnTo>
                    <a:lnTo>
                      <a:pt x="4800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6212586" y="3479292"/>
                <a:ext cx="1905" cy="86360"/>
              </a:xfrm>
              <a:custGeom>
                <a:rect b="b" l="l" r="r" t="t"/>
                <a:pathLst>
                  <a:path extrusionOk="0" h="86360" w="1904">
                    <a:moveTo>
                      <a:pt x="0" y="0"/>
                    </a:moveTo>
                    <a:lnTo>
                      <a:pt x="1393" y="46934"/>
                    </a:lnTo>
                    <a:lnTo>
                      <a:pt x="1524" y="78486"/>
                    </a:lnTo>
                    <a:lnTo>
                      <a:pt x="1524" y="8610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093" name="Google Shape;1093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291808" y="3630904"/>
              <a:ext cx="113588" cy="157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94" name="Google Shape;1094;p8"/>
            <p:cNvGrpSpPr/>
            <p:nvPr/>
          </p:nvGrpSpPr>
          <p:grpSpPr>
            <a:xfrm>
              <a:off x="6462496" y="3406902"/>
              <a:ext cx="256185" cy="501650"/>
              <a:chOff x="6462496" y="3406902"/>
              <a:chExt cx="256185" cy="501650"/>
            </a:xfrm>
          </p:grpSpPr>
          <p:pic>
            <p:nvPicPr>
              <p:cNvPr id="1095" name="Google Shape;1095;p8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462496" y="3614902"/>
                <a:ext cx="93324" cy="2226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6" name="Google Shape;1096;p8"/>
              <p:cNvSpPr/>
              <p:nvPr/>
            </p:nvSpPr>
            <p:spPr>
              <a:xfrm>
                <a:off x="6544056" y="3406902"/>
                <a:ext cx="174625" cy="501650"/>
              </a:xfrm>
              <a:custGeom>
                <a:rect b="b" l="l" r="r" t="t"/>
                <a:pathLst>
                  <a:path extrusionOk="0" h="501650" w="174625">
                    <a:moveTo>
                      <a:pt x="5333" y="35051"/>
                    </a:moveTo>
                    <a:lnTo>
                      <a:pt x="52697" y="14692"/>
                    </a:lnTo>
                    <a:lnTo>
                      <a:pt x="97250" y="2285"/>
                    </a:lnTo>
                    <a:lnTo>
                      <a:pt x="125729" y="0"/>
                    </a:lnTo>
                    <a:lnTo>
                      <a:pt x="135243" y="821"/>
                    </a:lnTo>
                    <a:lnTo>
                      <a:pt x="155257" y="35016"/>
                    </a:lnTo>
                    <a:lnTo>
                      <a:pt x="156781" y="70473"/>
                    </a:lnTo>
                    <a:lnTo>
                      <a:pt x="156971" y="87629"/>
                    </a:lnTo>
                    <a:lnTo>
                      <a:pt x="156781" y="131194"/>
                    </a:lnTo>
                    <a:lnTo>
                      <a:pt x="156590" y="174974"/>
                    </a:lnTo>
                    <a:lnTo>
                      <a:pt x="156971" y="218896"/>
                    </a:lnTo>
                    <a:lnTo>
                      <a:pt x="158495" y="262889"/>
                    </a:lnTo>
                    <a:lnTo>
                      <a:pt x="160460" y="293179"/>
                    </a:lnTo>
                    <a:lnTo>
                      <a:pt x="162782" y="323468"/>
                    </a:lnTo>
                    <a:lnTo>
                      <a:pt x="165246" y="353758"/>
                    </a:lnTo>
                    <a:lnTo>
                      <a:pt x="167639" y="384047"/>
                    </a:lnTo>
                    <a:lnTo>
                      <a:pt x="169330" y="406455"/>
                    </a:lnTo>
                    <a:lnTo>
                      <a:pt x="170878" y="429005"/>
                    </a:lnTo>
                    <a:lnTo>
                      <a:pt x="172140" y="451556"/>
                    </a:lnTo>
                    <a:lnTo>
                      <a:pt x="172973" y="473963"/>
                    </a:lnTo>
                    <a:lnTo>
                      <a:pt x="172973" y="476249"/>
                    </a:lnTo>
                    <a:lnTo>
                      <a:pt x="174497" y="491489"/>
                    </a:lnTo>
                    <a:lnTo>
                      <a:pt x="172211" y="493775"/>
                    </a:lnTo>
                    <a:lnTo>
                      <a:pt x="166877" y="496823"/>
                    </a:lnTo>
                    <a:lnTo>
                      <a:pt x="159257" y="495299"/>
                    </a:lnTo>
                    <a:lnTo>
                      <a:pt x="153923" y="495299"/>
                    </a:lnTo>
                    <a:lnTo>
                      <a:pt x="108275" y="496264"/>
                    </a:lnTo>
                    <a:lnTo>
                      <a:pt x="69651" y="498502"/>
                    </a:lnTo>
                    <a:lnTo>
                      <a:pt x="46481" y="499967"/>
                    </a:lnTo>
                    <a:lnTo>
                      <a:pt x="23312" y="501003"/>
                    </a:lnTo>
                    <a:lnTo>
                      <a:pt x="0" y="50139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7" name="Google Shape;1097;p8"/>
            <p:cNvSpPr/>
            <p:nvPr/>
          </p:nvSpPr>
          <p:spPr>
            <a:xfrm>
              <a:off x="4901184" y="4548378"/>
              <a:ext cx="44450" cy="5080"/>
            </a:xfrm>
            <a:custGeom>
              <a:rect b="b" l="l" r="r" t="t"/>
              <a:pathLst>
                <a:path extrusionOk="0" h="5079" w="44450">
                  <a:moveTo>
                    <a:pt x="0" y="0"/>
                  </a:moveTo>
                  <a:lnTo>
                    <a:pt x="8572" y="881"/>
                  </a:lnTo>
                  <a:lnTo>
                    <a:pt x="17145" y="1333"/>
                  </a:lnTo>
                  <a:lnTo>
                    <a:pt x="25717" y="1500"/>
                  </a:lnTo>
                  <a:lnTo>
                    <a:pt x="34290" y="1524"/>
                  </a:lnTo>
                  <a:lnTo>
                    <a:pt x="40386" y="1524"/>
                  </a:lnTo>
                  <a:lnTo>
                    <a:pt x="41148" y="3048"/>
                  </a:lnTo>
                  <a:lnTo>
                    <a:pt x="44196" y="457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4917947" y="4633721"/>
              <a:ext cx="72390" cy="3175"/>
            </a:xfrm>
            <a:custGeom>
              <a:rect b="b" l="l" r="r" t="t"/>
              <a:pathLst>
                <a:path extrusionOk="0" h="3175" w="72389">
                  <a:moveTo>
                    <a:pt x="0" y="0"/>
                  </a:moveTo>
                  <a:lnTo>
                    <a:pt x="11775" y="1762"/>
                  </a:lnTo>
                  <a:lnTo>
                    <a:pt x="23336" y="2666"/>
                  </a:lnTo>
                  <a:lnTo>
                    <a:pt x="35040" y="3000"/>
                  </a:lnTo>
                  <a:lnTo>
                    <a:pt x="47244" y="3047"/>
                  </a:lnTo>
                  <a:lnTo>
                    <a:pt x="55626" y="3047"/>
                  </a:lnTo>
                  <a:lnTo>
                    <a:pt x="64008" y="3047"/>
                  </a:lnTo>
                  <a:lnTo>
                    <a:pt x="72390" y="2285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5417058" y="4610100"/>
              <a:ext cx="174625" cy="167640"/>
            </a:xfrm>
            <a:custGeom>
              <a:rect b="b" l="l" r="r" t="t"/>
              <a:pathLst>
                <a:path extrusionOk="0" h="167639" w="174625">
                  <a:moveTo>
                    <a:pt x="0" y="0"/>
                  </a:moveTo>
                  <a:lnTo>
                    <a:pt x="4119" y="16978"/>
                  </a:lnTo>
                  <a:lnTo>
                    <a:pt x="9525" y="32956"/>
                  </a:lnTo>
                  <a:lnTo>
                    <a:pt x="16073" y="48648"/>
                  </a:lnTo>
                  <a:lnTo>
                    <a:pt x="23622" y="64769"/>
                  </a:lnTo>
                  <a:lnTo>
                    <a:pt x="32277" y="83831"/>
                  </a:lnTo>
                  <a:lnTo>
                    <a:pt x="51589" y="121669"/>
                  </a:lnTo>
                  <a:lnTo>
                    <a:pt x="86487" y="160400"/>
                  </a:lnTo>
                  <a:lnTo>
                    <a:pt x="116586" y="167639"/>
                  </a:lnTo>
                  <a:lnTo>
                    <a:pt x="132814" y="165675"/>
                  </a:lnTo>
                  <a:lnTo>
                    <a:pt x="146970" y="160496"/>
                  </a:lnTo>
                  <a:lnTo>
                    <a:pt x="160412" y="153173"/>
                  </a:lnTo>
                  <a:lnTo>
                    <a:pt x="174498" y="14477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0" name="Google Shape;1100;p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772124" y="4331944"/>
              <a:ext cx="104444" cy="92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1" name="Google Shape;1101;p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969482" y="4470628"/>
              <a:ext cx="102920" cy="1509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2" name="Google Shape;1102;p8"/>
            <p:cNvGrpSpPr/>
            <p:nvPr/>
          </p:nvGrpSpPr>
          <p:grpSpPr>
            <a:xfrm>
              <a:off x="5554979" y="4445508"/>
              <a:ext cx="298958" cy="249174"/>
              <a:chOff x="5554979" y="4445508"/>
              <a:chExt cx="298958" cy="249174"/>
            </a:xfrm>
          </p:grpSpPr>
          <p:sp>
            <p:nvSpPr>
              <p:cNvPr id="1103" name="Google Shape;1103;p8"/>
              <p:cNvSpPr/>
              <p:nvPr/>
            </p:nvSpPr>
            <p:spPr>
              <a:xfrm>
                <a:off x="5554979" y="4567428"/>
                <a:ext cx="100965" cy="106045"/>
              </a:xfrm>
              <a:custGeom>
                <a:rect b="b" l="l" r="r" t="t"/>
                <a:pathLst>
                  <a:path extrusionOk="0" h="106045" w="100964">
                    <a:moveTo>
                      <a:pt x="0" y="0"/>
                    </a:moveTo>
                    <a:lnTo>
                      <a:pt x="11441" y="13573"/>
                    </a:lnTo>
                    <a:lnTo>
                      <a:pt x="22955" y="26860"/>
                    </a:lnTo>
                    <a:lnTo>
                      <a:pt x="34611" y="39862"/>
                    </a:lnTo>
                    <a:lnTo>
                      <a:pt x="46482" y="52578"/>
                    </a:lnTo>
                    <a:lnTo>
                      <a:pt x="55316" y="62162"/>
                    </a:lnTo>
                    <a:lnTo>
                      <a:pt x="64579" y="71532"/>
                    </a:lnTo>
                    <a:lnTo>
                      <a:pt x="74128" y="80760"/>
                    </a:lnTo>
                    <a:lnTo>
                      <a:pt x="83820" y="89916"/>
                    </a:lnTo>
                    <a:lnTo>
                      <a:pt x="89154" y="95250"/>
                    </a:lnTo>
                    <a:lnTo>
                      <a:pt x="95250" y="99822"/>
                    </a:lnTo>
                    <a:lnTo>
                      <a:pt x="99822" y="105156"/>
                    </a:lnTo>
                    <a:lnTo>
                      <a:pt x="100584" y="105156"/>
                    </a:lnTo>
                    <a:lnTo>
                      <a:pt x="100584" y="10591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5564885" y="4576572"/>
                <a:ext cx="64135" cy="118110"/>
              </a:xfrm>
              <a:custGeom>
                <a:rect b="b" l="l" r="r" t="t"/>
                <a:pathLst>
                  <a:path extrusionOk="0" h="118110" w="64135">
                    <a:moveTo>
                      <a:pt x="64008" y="0"/>
                    </a:moveTo>
                    <a:lnTo>
                      <a:pt x="53851" y="11025"/>
                    </a:lnTo>
                    <a:lnTo>
                      <a:pt x="45624" y="21907"/>
                    </a:lnTo>
                    <a:lnTo>
                      <a:pt x="38397" y="33647"/>
                    </a:lnTo>
                    <a:lnTo>
                      <a:pt x="31242" y="47244"/>
                    </a:lnTo>
                    <a:lnTo>
                      <a:pt x="22848" y="62412"/>
                    </a:lnTo>
                    <a:lnTo>
                      <a:pt x="13811" y="78867"/>
                    </a:lnTo>
                    <a:lnTo>
                      <a:pt x="6060" y="95892"/>
                    </a:lnTo>
                    <a:lnTo>
                      <a:pt x="1524" y="112776"/>
                    </a:lnTo>
                    <a:lnTo>
                      <a:pt x="0" y="118110"/>
                    </a:lnTo>
                    <a:lnTo>
                      <a:pt x="4572" y="111252"/>
                    </a:lnTo>
                    <a:lnTo>
                      <a:pt x="6096" y="11048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5689091" y="4571238"/>
                <a:ext cx="71755" cy="74295"/>
              </a:xfrm>
              <a:custGeom>
                <a:rect b="b" l="l" r="r" t="t"/>
                <a:pathLst>
                  <a:path extrusionOk="0" h="74295" w="71754">
                    <a:moveTo>
                      <a:pt x="0" y="0"/>
                    </a:moveTo>
                    <a:lnTo>
                      <a:pt x="10310" y="10036"/>
                    </a:lnTo>
                    <a:lnTo>
                      <a:pt x="20764" y="19716"/>
                    </a:lnTo>
                    <a:lnTo>
                      <a:pt x="31503" y="29253"/>
                    </a:lnTo>
                    <a:lnTo>
                      <a:pt x="42672" y="38861"/>
                    </a:lnTo>
                    <a:lnTo>
                      <a:pt x="49613" y="45065"/>
                    </a:lnTo>
                    <a:lnTo>
                      <a:pt x="56483" y="51339"/>
                    </a:lnTo>
                    <a:lnTo>
                      <a:pt x="62924" y="58042"/>
                    </a:lnTo>
                    <a:lnTo>
                      <a:pt x="68580" y="65531"/>
                    </a:lnTo>
                    <a:lnTo>
                      <a:pt x="71628" y="70103"/>
                    </a:lnTo>
                    <a:lnTo>
                      <a:pt x="70104" y="69341"/>
                    </a:lnTo>
                    <a:lnTo>
                      <a:pt x="70866" y="7391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695949" y="4570476"/>
                <a:ext cx="43180" cy="93345"/>
              </a:xfrm>
              <a:custGeom>
                <a:rect b="b" l="l" r="r" t="t"/>
                <a:pathLst>
                  <a:path extrusionOk="0" h="93345" w="43179">
                    <a:moveTo>
                      <a:pt x="42672" y="0"/>
                    </a:moveTo>
                    <a:lnTo>
                      <a:pt x="34242" y="11322"/>
                    </a:lnTo>
                    <a:lnTo>
                      <a:pt x="27813" y="22002"/>
                    </a:lnTo>
                    <a:lnTo>
                      <a:pt x="22526" y="33111"/>
                    </a:lnTo>
                    <a:lnTo>
                      <a:pt x="17526" y="45720"/>
                    </a:lnTo>
                    <a:lnTo>
                      <a:pt x="13775" y="55102"/>
                    </a:lnTo>
                    <a:lnTo>
                      <a:pt x="10382" y="64770"/>
                    </a:lnTo>
                    <a:lnTo>
                      <a:pt x="7131" y="74437"/>
                    </a:lnTo>
                    <a:lnTo>
                      <a:pt x="3810" y="83820"/>
                    </a:lnTo>
                    <a:lnTo>
                      <a:pt x="0" y="92964"/>
                    </a:lnTo>
                    <a:lnTo>
                      <a:pt x="2286" y="86106"/>
                    </a:lnTo>
                    <a:lnTo>
                      <a:pt x="1524" y="8610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5718047" y="4480560"/>
                <a:ext cx="43180" cy="56515"/>
              </a:xfrm>
              <a:custGeom>
                <a:rect b="b" l="l" r="r" t="t"/>
                <a:pathLst>
                  <a:path extrusionOk="0" h="56514" w="43179">
                    <a:moveTo>
                      <a:pt x="0" y="6096"/>
                    </a:moveTo>
                    <a:lnTo>
                      <a:pt x="8322" y="6607"/>
                    </a:lnTo>
                    <a:lnTo>
                      <a:pt x="16287" y="6762"/>
                    </a:lnTo>
                    <a:lnTo>
                      <a:pt x="24110" y="6203"/>
                    </a:lnTo>
                    <a:lnTo>
                      <a:pt x="32004" y="4572"/>
                    </a:lnTo>
                    <a:lnTo>
                      <a:pt x="36576" y="3810"/>
                    </a:lnTo>
                    <a:lnTo>
                      <a:pt x="38862" y="2286"/>
                    </a:lnTo>
                    <a:lnTo>
                      <a:pt x="42672" y="762"/>
                    </a:lnTo>
                    <a:lnTo>
                      <a:pt x="39624" y="762"/>
                    </a:lnTo>
                    <a:lnTo>
                      <a:pt x="36576" y="0"/>
                    </a:lnTo>
                    <a:lnTo>
                      <a:pt x="33528" y="3048"/>
                    </a:lnTo>
                    <a:lnTo>
                      <a:pt x="30480" y="6858"/>
                    </a:lnTo>
                    <a:lnTo>
                      <a:pt x="32004" y="14478"/>
                    </a:lnTo>
                    <a:lnTo>
                      <a:pt x="32004" y="19050"/>
                    </a:lnTo>
                    <a:lnTo>
                      <a:pt x="32004" y="25908"/>
                    </a:lnTo>
                    <a:lnTo>
                      <a:pt x="32766" y="32004"/>
                    </a:lnTo>
                    <a:lnTo>
                      <a:pt x="33528" y="39624"/>
                    </a:lnTo>
                    <a:lnTo>
                      <a:pt x="35052" y="45720"/>
                    </a:lnTo>
                    <a:lnTo>
                      <a:pt x="36576" y="50292"/>
                    </a:lnTo>
                    <a:lnTo>
                      <a:pt x="38100" y="5638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5794247" y="4445508"/>
                <a:ext cx="59690" cy="241935"/>
              </a:xfrm>
              <a:custGeom>
                <a:rect b="b" l="l" r="r" t="t"/>
                <a:pathLst>
                  <a:path extrusionOk="0" h="241935" w="59689">
                    <a:moveTo>
                      <a:pt x="0" y="0"/>
                    </a:moveTo>
                    <a:lnTo>
                      <a:pt x="37338" y="32765"/>
                    </a:lnTo>
                    <a:lnTo>
                      <a:pt x="53530" y="68770"/>
                    </a:lnTo>
                    <a:lnTo>
                      <a:pt x="59436" y="108204"/>
                    </a:lnTo>
                    <a:lnTo>
                      <a:pt x="59578" y="130659"/>
                    </a:lnTo>
                    <a:lnTo>
                      <a:pt x="57721" y="151828"/>
                    </a:lnTo>
                    <a:lnTo>
                      <a:pt x="48006" y="194310"/>
                    </a:lnTo>
                    <a:lnTo>
                      <a:pt x="30218" y="230850"/>
                    </a:lnTo>
                    <a:lnTo>
                      <a:pt x="20574" y="24155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9" name="Google Shape;1109;p8"/>
            <p:cNvGrpSpPr/>
            <p:nvPr/>
          </p:nvGrpSpPr>
          <p:grpSpPr>
            <a:xfrm>
              <a:off x="6215608" y="4283106"/>
              <a:ext cx="505612" cy="357489"/>
              <a:chOff x="6215608" y="4283106"/>
              <a:chExt cx="505612" cy="357489"/>
            </a:xfrm>
          </p:grpSpPr>
          <p:pic>
            <p:nvPicPr>
              <p:cNvPr id="1110" name="Google Shape;1110;p8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215608" y="4403572"/>
                <a:ext cx="135686" cy="1958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1" name="Google Shape;1111;p8"/>
              <p:cNvSpPr/>
              <p:nvPr/>
            </p:nvSpPr>
            <p:spPr>
              <a:xfrm>
                <a:off x="6386798" y="4321825"/>
                <a:ext cx="104139" cy="318770"/>
              </a:xfrm>
              <a:custGeom>
                <a:rect b="b" l="l" r="r" t="t"/>
                <a:pathLst>
                  <a:path extrusionOk="0" h="318770" w="104139">
                    <a:moveTo>
                      <a:pt x="61245" y="5572"/>
                    </a:moveTo>
                    <a:lnTo>
                      <a:pt x="53232" y="3238"/>
                    </a:lnTo>
                    <a:lnTo>
                      <a:pt x="45148" y="1190"/>
                    </a:lnTo>
                    <a:lnTo>
                      <a:pt x="36921" y="0"/>
                    </a:lnTo>
                    <a:lnTo>
                      <a:pt x="28479" y="238"/>
                    </a:lnTo>
                    <a:lnTo>
                      <a:pt x="1154" y="35159"/>
                    </a:lnTo>
                    <a:lnTo>
                      <a:pt x="0" y="48720"/>
                    </a:lnTo>
                    <a:lnTo>
                      <a:pt x="130" y="62424"/>
                    </a:lnTo>
                    <a:lnTo>
                      <a:pt x="1047" y="74914"/>
                    </a:lnTo>
                    <a:lnTo>
                      <a:pt x="4333" y="94785"/>
                    </a:lnTo>
                    <a:lnTo>
                      <a:pt x="9048" y="114442"/>
                    </a:lnTo>
                    <a:lnTo>
                      <a:pt x="14335" y="133957"/>
                    </a:lnTo>
                    <a:lnTo>
                      <a:pt x="19335" y="153400"/>
                    </a:lnTo>
                    <a:lnTo>
                      <a:pt x="31527" y="209883"/>
                    </a:lnTo>
                    <a:lnTo>
                      <a:pt x="41433" y="266938"/>
                    </a:lnTo>
                    <a:lnTo>
                      <a:pt x="43433" y="290845"/>
                    </a:lnTo>
                    <a:lnTo>
                      <a:pt x="44969" y="303049"/>
                    </a:lnTo>
                    <a:lnTo>
                      <a:pt x="48291" y="314182"/>
                    </a:lnTo>
                    <a:lnTo>
                      <a:pt x="49815" y="318754"/>
                    </a:lnTo>
                    <a:lnTo>
                      <a:pt x="55911" y="317992"/>
                    </a:lnTo>
                    <a:lnTo>
                      <a:pt x="59721" y="317992"/>
                    </a:lnTo>
                    <a:lnTo>
                      <a:pt x="94202" y="299418"/>
                    </a:lnTo>
                    <a:lnTo>
                      <a:pt x="98988" y="294477"/>
                    </a:lnTo>
                    <a:lnTo>
                      <a:pt x="103917" y="28903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12" name="Google Shape;1112;p8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484844" y="4421860"/>
                <a:ext cx="103432" cy="1624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3" name="Google Shape;1113;p8"/>
              <p:cNvSpPr/>
              <p:nvPr/>
            </p:nvSpPr>
            <p:spPr>
              <a:xfrm>
                <a:off x="6570725" y="4283106"/>
                <a:ext cx="150495" cy="317500"/>
              </a:xfrm>
              <a:custGeom>
                <a:rect b="b" l="l" r="r" t="t"/>
                <a:pathLst>
                  <a:path extrusionOk="0" h="317500" w="150495">
                    <a:moveTo>
                      <a:pt x="0" y="23717"/>
                    </a:moveTo>
                    <a:lnTo>
                      <a:pt x="14406" y="18109"/>
                    </a:lnTo>
                    <a:lnTo>
                      <a:pt x="28384" y="13716"/>
                    </a:lnTo>
                    <a:lnTo>
                      <a:pt x="42648" y="10322"/>
                    </a:lnTo>
                    <a:lnTo>
                      <a:pt x="57912" y="7715"/>
                    </a:lnTo>
                    <a:lnTo>
                      <a:pt x="72485" y="5048"/>
                    </a:lnTo>
                    <a:lnTo>
                      <a:pt x="88772" y="1809"/>
                    </a:lnTo>
                    <a:lnTo>
                      <a:pt x="105060" y="0"/>
                    </a:lnTo>
                    <a:lnTo>
                      <a:pt x="119634" y="1619"/>
                    </a:lnTo>
                    <a:lnTo>
                      <a:pt x="123563" y="6346"/>
                    </a:lnTo>
                    <a:lnTo>
                      <a:pt x="124777" y="14859"/>
                    </a:lnTo>
                    <a:lnTo>
                      <a:pt x="124563" y="23800"/>
                    </a:lnTo>
                    <a:lnTo>
                      <a:pt x="124205" y="29813"/>
                    </a:lnTo>
                    <a:lnTo>
                      <a:pt x="124075" y="49946"/>
                    </a:lnTo>
                    <a:lnTo>
                      <a:pt x="123729" y="70294"/>
                    </a:lnTo>
                    <a:lnTo>
                      <a:pt x="123241" y="90785"/>
                    </a:lnTo>
                    <a:lnTo>
                      <a:pt x="122682" y="111347"/>
                    </a:lnTo>
                    <a:lnTo>
                      <a:pt x="122193" y="135921"/>
                    </a:lnTo>
                    <a:lnTo>
                      <a:pt x="123217" y="185070"/>
                    </a:lnTo>
                    <a:lnTo>
                      <a:pt x="129230" y="228945"/>
                    </a:lnTo>
                    <a:lnTo>
                      <a:pt x="138803" y="266973"/>
                    </a:lnTo>
                    <a:lnTo>
                      <a:pt x="144018" y="285845"/>
                    </a:lnTo>
                    <a:lnTo>
                      <a:pt x="145827" y="292596"/>
                    </a:lnTo>
                    <a:lnTo>
                      <a:pt x="147637" y="299275"/>
                    </a:lnTo>
                    <a:lnTo>
                      <a:pt x="149161" y="306097"/>
                    </a:lnTo>
                    <a:lnTo>
                      <a:pt x="150114" y="313277"/>
                    </a:lnTo>
                    <a:lnTo>
                      <a:pt x="141541" y="314717"/>
                    </a:lnTo>
                    <a:lnTo>
                      <a:pt x="132969" y="315658"/>
                    </a:lnTo>
                    <a:lnTo>
                      <a:pt x="124396" y="316170"/>
                    </a:lnTo>
                    <a:lnTo>
                      <a:pt x="115824" y="316325"/>
                    </a:lnTo>
                    <a:lnTo>
                      <a:pt x="104132" y="316813"/>
                    </a:lnTo>
                    <a:lnTo>
                      <a:pt x="90868" y="317373"/>
                    </a:lnTo>
                    <a:lnTo>
                      <a:pt x="77890" y="316646"/>
                    </a:lnTo>
                    <a:lnTo>
                      <a:pt x="67056" y="313277"/>
                    </a:lnTo>
                    <a:lnTo>
                      <a:pt x="61233" y="306347"/>
                    </a:lnTo>
                    <a:lnTo>
                      <a:pt x="62198" y="297275"/>
                    </a:lnTo>
                    <a:lnTo>
                      <a:pt x="66734" y="288202"/>
                    </a:lnTo>
                    <a:lnTo>
                      <a:pt x="71628" y="281273"/>
                    </a:lnTo>
                    <a:lnTo>
                      <a:pt x="76200" y="276701"/>
                    </a:lnTo>
                    <a:lnTo>
                      <a:pt x="80010" y="272129"/>
                    </a:lnTo>
                    <a:lnTo>
                      <a:pt x="83820" y="26755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4" name="Google Shape;1114;p8"/>
            <p:cNvSpPr/>
            <p:nvPr/>
          </p:nvSpPr>
          <p:spPr>
            <a:xfrm>
              <a:off x="6843521" y="4484370"/>
              <a:ext cx="17145" cy="0"/>
            </a:xfrm>
            <a:custGeom>
              <a:rect b="b" l="l" r="r" t="t"/>
              <a:pathLst>
                <a:path extrusionOk="0" h="120000" w="17145">
                  <a:moveTo>
                    <a:pt x="16764" y="0"/>
                  </a:moveTo>
                  <a:lnTo>
                    <a:pt x="11430" y="0"/>
                  </a:lnTo>
                  <a:lnTo>
                    <a:pt x="5334" y="0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8"/>
          <p:cNvGrpSpPr/>
          <p:nvPr/>
        </p:nvGrpSpPr>
        <p:grpSpPr>
          <a:xfrm>
            <a:off x="7658367" y="2895600"/>
            <a:ext cx="2296003" cy="2249198"/>
            <a:chOff x="8353018" y="3577374"/>
            <a:chExt cx="1606195" cy="1570722"/>
          </a:xfrm>
        </p:grpSpPr>
        <p:pic>
          <p:nvPicPr>
            <p:cNvPr id="1116" name="Google Shape;1116;p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8353018" y="3701770"/>
              <a:ext cx="293420" cy="2515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7" name="Google Shape;1117;p8"/>
            <p:cNvGrpSpPr/>
            <p:nvPr/>
          </p:nvGrpSpPr>
          <p:grpSpPr>
            <a:xfrm>
              <a:off x="8752306" y="3588994"/>
              <a:ext cx="306374" cy="241604"/>
              <a:chOff x="8752306" y="3588994"/>
              <a:chExt cx="306374" cy="241604"/>
            </a:xfrm>
          </p:grpSpPr>
          <p:pic>
            <p:nvPicPr>
              <p:cNvPr id="1118" name="Google Shape;1118;p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8752306" y="3588994"/>
                <a:ext cx="136448" cy="2126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19" name="Google Shape;1119;p8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8910802" y="3648455"/>
                <a:ext cx="147878" cy="1821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20" name="Google Shape;1120;p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184360" y="3621760"/>
              <a:ext cx="93776" cy="1204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1" name="Google Shape;1121;p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365812" y="3577374"/>
              <a:ext cx="108159" cy="1324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22" name="Google Shape;1122;p8"/>
            <p:cNvGrpSpPr/>
            <p:nvPr/>
          </p:nvGrpSpPr>
          <p:grpSpPr>
            <a:xfrm>
              <a:off x="8592286" y="4174235"/>
              <a:ext cx="138709" cy="167141"/>
              <a:chOff x="8592286" y="4174235"/>
              <a:chExt cx="138709" cy="167141"/>
            </a:xfrm>
          </p:grpSpPr>
          <p:pic>
            <p:nvPicPr>
              <p:cNvPr id="1123" name="Google Shape;1123;p8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592286" y="4178782"/>
                <a:ext cx="92002" cy="1625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4" name="Google Shape;1124;p8"/>
              <p:cNvSpPr/>
              <p:nvPr/>
            </p:nvSpPr>
            <p:spPr>
              <a:xfrm>
                <a:off x="8714993" y="4261103"/>
                <a:ext cx="1905" cy="57150"/>
              </a:xfrm>
              <a:custGeom>
                <a:rect b="b" l="l" r="r" t="t"/>
                <a:pathLst>
                  <a:path extrusionOk="0" h="57150" w="1904">
                    <a:moveTo>
                      <a:pt x="0" y="0"/>
                    </a:moveTo>
                    <a:lnTo>
                      <a:pt x="762" y="41910"/>
                    </a:lnTo>
                    <a:lnTo>
                      <a:pt x="762" y="49530"/>
                    </a:lnTo>
                    <a:lnTo>
                      <a:pt x="1524" y="5715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8708135" y="417423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26" name="Google Shape;1126;p8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834602" y="4194784"/>
              <a:ext cx="74726" cy="65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7" name="Google Shape;1127;p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8960332" y="4091914"/>
              <a:ext cx="162356" cy="15086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28" name="Google Shape;1128;p8"/>
            <p:cNvGrpSpPr/>
            <p:nvPr/>
          </p:nvGrpSpPr>
          <p:grpSpPr>
            <a:xfrm>
              <a:off x="9188815" y="3993616"/>
              <a:ext cx="499277" cy="301905"/>
              <a:chOff x="9188815" y="3993616"/>
              <a:chExt cx="499277" cy="301905"/>
            </a:xfrm>
          </p:grpSpPr>
          <p:sp>
            <p:nvSpPr>
              <p:cNvPr id="1129" name="Google Shape;1129;p8"/>
              <p:cNvSpPr/>
              <p:nvPr/>
            </p:nvSpPr>
            <p:spPr>
              <a:xfrm>
                <a:off x="9188815" y="3995166"/>
                <a:ext cx="72390" cy="300355"/>
              </a:xfrm>
              <a:custGeom>
                <a:rect b="b" l="l" r="r" t="t"/>
                <a:pathLst>
                  <a:path extrusionOk="0" h="300354" w="72390">
                    <a:moveTo>
                      <a:pt x="31384" y="0"/>
                    </a:moveTo>
                    <a:lnTo>
                      <a:pt x="24872" y="18311"/>
                    </a:lnTo>
                    <a:lnTo>
                      <a:pt x="19859" y="36766"/>
                    </a:lnTo>
                    <a:lnTo>
                      <a:pt x="15847" y="55506"/>
                    </a:lnTo>
                    <a:lnTo>
                      <a:pt x="12334" y="74676"/>
                    </a:lnTo>
                    <a:lnTo>
                      <a:pt x="7643" y="99833"/>
                    </a:lnTo>
                    <a:lnTo>
                      <a:pt x="3952" y="125063"/>
                    </a:lnTo>
                    <a:lnTo>
                      <a:pt x="1404" y="150435"/>
                    </a:lnTo>
                    <a:lnTo>
                      <a:pt x="142" y="176022"/>
                    </a:lnTo>
                    <a:lnTo>
                      <a:pt x="0" y="197715"/>
                    </a:lnTo>
                    <a:lnTo>
                      <a:pt x="1285" y="219265"/>
                    </a:lnTo>
                    <a:lnTo>
                      <a:pt x="11572" y="261365"/>
                    </a:lnTo>
                    <a:lnTo>
                      <a:pt x="45862" y="297942"/>
                    </a:lnTo>
                    <a:lnTo>
                      <a:pt x="58531" y="299846"/>
                    </a:lnTo>
                    <a:lnTo>
                      <a:pt x="65043" y="299656"/>
                    </a:lnTo>
                    <a:lnTo>
                      <a:pt x="71770" y="29946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30" name="Google Shape;1130;p8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9281896" y="3993616"/>
                <a:ext cx="299491" cy="2027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1" name="Google Shape;1131;p8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9619462" y="4120870"/>
                <a:ext cx="68630" cy="914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32" name="Google Shape;1132;p8"/>
            <p:cNvGrpSpPr/>
            <p:nvPr/>
          </p:nvGrpSpPr>
          <p:grpSpPr>
            <a:xfrm>
              <a:off x="9748240" y="3873246"/>
              <a:ext cx="210973" cy="284480"/>
              <a:chOff x="9748240" y="3873246"/>
              <a:chExt cx="210973" cy="284480"/>
            </a:xfrm>
          </p:grpSpPr>
          <p:pic>
            <p:nvPicPr>
              <p:cNvPr id="1133" name="Google Shape;1133;p8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9748240" y="3918047"/>
                <a:ext cx="148640" cy="1935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4" name="Google Shape;1134;p8"/>
              <p:cNvSpPr/>
              <p:nvPr/>
            </p:nvSpPr>
            <p:spPr>
              <a:xfrm>
                <a:off x="9855708" y="3873246"/>
                <a:ext cx="103505" cy="284480"/>
              </a:xfrm>
              <a:custGeom>
                <a:rect b="b" l="l" r="r" t="t"/>
                <a:pathLst>
                  <a:path extrusionOk="0" h="284479" w="103504">
                    <a:moveTo>
                      <a:pt x="44957" y="0"/>
                    </a:moveTo>
                    <a:lnTo>
                      <a:pt x="73032" y="28396"/>
                    </a:lnTo>
                    <a:lnTo>
                      <a:pt x="94202" y="73056"/>
                    </a:lnTo>
                    <a:lnTo>
                      <a:pt x="102917" y="126325"/>
                    </a:lnTo>
                    <a:lnTo>
                      <a:pt x="101726" y="146113"/>
                    </a:lnTo>
                    <a:lnTo>
                      <a:pt x="92201" y="184404"/>
                    </a:lnTo>
                    <a:lnTo>
                      <a:pt x="70008" y="225075"/>
                    </a:lnTo>
                    <a:lnTo>
                      <a:pt x="40385" y="260604"/>
                    </a:lnTo>
                    <a:lnTo>
                      <a:pt x="10060" y="280213"/>
                    </a:lnTo>
                    <a:lnTo>
                      <a:pt x="0" y="28422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35" name="Google Shape;1135;p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8601430" y="4506442"/>
              <a:ext cx="373383" cy="27056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36" name="Google Shape;1136;p8"/>
            <p:cNvGrpSpPr/>
            <p:nvPr/>
          </p:nvGrpSpPr>
          <p:grpSpPr>
            <a:xfrm>
              <a:off x="9038843" y="4604004"/>
              <a:ext cx="87375" cy="49530"/>
              <a:chOff x="9038843" y="4604004"/>
              <a:chExt cx="87375" cy="49530"/>
            </a:xfrm>
          </p:grpSpPr>
          <p:sp>
            <p:nvSpPr>
              <p:cNvPr id="1137" name="Google Shape;1137;p8"/>
              <p:cNvSpPr/>
              <p:nvPr/>
            </p:nvSpPr>
            <p:spPr>
              <a:xfrm>
                <a:off x="9038843" y="4604004"/>
                <a:ext cx="44450" cy="5715"/>
              </a:xfrm>
              <a:custGeom>
                <a:rect b="b" l="l" r="r" t="t"/>
                <a:pathLst>
                  <a:path extrusionOk="0" h="5714" w="44450">
                    <a:moveTo>
                      <a:pt x="0" y="5334"/>
                    </a:moveTo>
                    <a:lnTo>
                      <a:pt x="40386" y="762"/>
                    </a:lnTo>
                    <a:lnTo>
                      <a:pt x="41148" y="0"/>
                    </a:lnTo>
                    <a:lnTo>
                      <a:pt x="44196" y="457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8"/>
              <p:cNvSpPr/>
              <p:nvPr/>
            </p:nvSpPr>
            <p:spPr>
              <a:xfrm>
                <a:off x="9067799" y="4645914"/>
                <a:ext cx="58419" cy="7620"/>
              </a:xfrm>
              <a:custGeom>
                <a:rect b="b" l="l" r="r" t="t"/>
                <a:pathLst>
                  <a:path extrusionOk="0" h="7620" w="58420">
                    <a:moveTo>
                      <a:pt x="0" y="7619"/>
                    </a:moveTo>
                    <a:lnTo>
                      <a:pt x="15049" y="6965"/>
                    </a:lnTo>
                    <a:lnTo>
                      <a:pt x="29527" y="5810"/>
                    </a:lnTo>
                    <a:lnTo>
                      <a:pt x="43719" y="3655"/>
                    </a:lnTo>
                    <a:lnTo>
                      <a:pt x="5791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39" name="Google Shape;1139;p8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9269704" y="4444720"/>
              <a:ext cx="316280" cy="2141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0" name="Google Shape;1140;p8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8729827" y="4985740"/>
              <a:ext cx="94919" cy="1623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1" name="Google Shape;1141;p8"/>
            <p:cNvGrpSpPr/>
            <p:nvPr/>
          </p:nvGrpSpPr>
          <p:grpSpPr>
            <a:xfrm>
              <a:off x="8886586" y="4888395"/>
              <a:ext cx="230768" cy="255993"/>
              <a:chOff x="8886586" y="4888395"/>
              <a:chExt cx="230768" cy="255993"/>
            </a:xfrm>
          </p:grpSpPr>
          <p:sp>
            <p:nvSpPr>
              <p:cNvPr id="1142" name="Google Shape;1142;p8"/>
              <p:cNvSpPr/>
              <p:nvPr/>
            </p:nvSpPr>
            <p:spPr>
              <a:xfrm>
                <a:off x="8886586" y="4908803"/>
                <a:ext cx="52705" cy="235585"/>
              </a:xfrm>
              <a:custGeom>
                <a:rect b="b" l="l" r="r" t="t"/>
                <a:pathLst>
                  <a:path extrusionOk="0" h="235585" w="52704">
                    <a:moveTo>
                      <a:pt x="46339" y="8382"/>
                    </a:moveTo>
                    <a:lnTo>
                      <a:pt x="2905" y="0"/>
                    </a:lnTo>
                    <a:lnTo>
                      <a:pt x="1381" y="3810"/>
                    </a:lnTo>
                    <a:lnTo>
                      <a:pt x="619" y="14478"/>
                    </a:lnTo>
                    <a:lnTo>
                      <a:pt x="0" y="28432"/>
                    </a:lnTo>
                    <a:lnTo>
                      <a:pt x="238" y="42672"/>
                    </a:lnTo>
                    <a:lnTo>
                      <a:pt x="1047" y="56911"/>
                    </a:lnTo>
                    <a:lnTo>
                      <a:pt x="2143" y="70866"/>
                    </a:lnTo>
                    <a:lnTo>
                      <a:pt x="3405" y="89142"/>
                    </a:lnTo>
                    <a:lnTo>
                      <a:pt x="4810" y="107346"/>
                    </a:lnTo>
                    <a:lnTo>
                      <a:pt x="6215" y="125408"/>
                    </a:lnTo>
                    <a:lnTo>
                      <a:pt x="7477" y="143256"/>
                    </a:lnTo>
                    <a:lnTo>
                      <a:pt x="12191" y="185797"/>
                    </a:lnTo>
                    <a:lnTo>
                      <a:pt x="23883" y="223539"/>
                    </a:lnTo>
                    <a:lnTo>
                      <a:pt x="34909" y="235458"/>
                    </a:lnTo>
                    <a:lnTo>
                      <a:pt x="42529" y="235458"/>
                    </a:lnTo>
                    <a:lnTo>
                      <a:pt x="47101" y="229362"/>
                    </a:lnTo>
                    <a:lnTo>
                      <a:pt x="48625" y="226314"/>
                    </a:lnTo>
                    <a:lnTo>
                      <a:pt x="50911" y="223266"/>
                    </a:lnTo>
                    <a:lnTo>
                      <a:pt x="52435" y="22098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43" name="Google Shape;1143;p8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8948902" y="4888395"/>
                <a:ext cx="168452" cy="2315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44" name="Google Shape;1144;p8"/>
            <p:cNvGrpSpPr/>
            <p:nvPr/>
          </p:nvGrpSpPr>
          <p:grpSpPr>
            <a:xfrm>
              <a:off x="9203436" y="4960619"/>
              <a:ext cx="53848" cy="61595"/>
              <a:chOff x="9203436" y="4960619"/>
              <a:chExt cx="53848" cy="61595"/>
            </a:xfrm>
          </p:grpSpPr>
          <p:sp>
            <p:nvSpPr>
              <p:cNvPr id="1145" name="Google Shape;1145;p8"/>
              <p:cNvSpPr/>
              <p:nvPr/>
            </p:nvSpPr>
            <p:spPr>
              <a:xfrm>
                <a:off x="9203436" y="4960619"/>
                <a:ext cx="41910" cy="1905"/>
              </a:xfrm>
              <a:custGeom>
                <a:rect b="b" l="l" r="r" t="t"/>
                <a:pathLst>
                  <a:path extrusionOk="0" h="1904" w="41909">
                    <a:moveTo>
                      <a:pt x="0" y="1524"/>
                    </a:moveTo>
                    <a:lnTo>
                      <a:pt x="8001" y="1285"/>
                    </a:lnTo>
                    <a:lnTo>
                      <a:pt x="16002" y="762"/>
                    </a:lnTo>
                    <a:lnTo>
                      <a:pt x="24003" y="238"/>
                    </a:lnTo>
                    <a:lnTo>
                      <a:pt x="32004" y="0"/>
                    </a:lnTo>
                    <a:lnTo>
                      <a:pt x="35814" y="0"/>
                    </a:lnTo>
                    <a:lnTo>
                      <a:pt x="39624" y="762"/>
                    </a:lnTo>
                    <a:lnTo>
                      <a:pt x="41910" y="152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8"/>
              <p:cNvSpPr/>
              <p:nvPr/>
            </p:nvSpPr>
            <p:spPr>
              <a:xfrm>
                <a:off x="9214104" y="5013959"/>
                <a:ext cx="43180" cy="8255"/>
              </a:xfrm>
              <a:custGeom>
                <a:rect b="b" l="l" r="r" t="t"/>
                <a:pathLst>
                  <a:path extrusionOk="0" h="8254" w="43179">
                    <a:moveTo>
                      <a:pt x="0" y="7620"/>
                    </a:moveTo>
                    <a:lnTo>
                      <a:pt x="38862" y="1524"/>
                    </a:lnTo>
                    <a:lnTo>
                      <a:pt x="40386" y="762"/>
                    </a:lnTo>
                    <a:lnTo>
                      <a:pt x="4267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47" name="Google Shape;1147;p8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9389338" y="4800574"/>
              <a:ext cx="138734" cy="2370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8" name="Google Shape;1148;p8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9576028" y="4842484"/>
              <a:ext cx="139175" cy="1501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9" name="Google Shape;1149;p8"/>
          <p:cNvGrpSpPr/>
          <p:nvPr/>
        </p:nvGrpSpPr>
        <p:grpSpPr>
          <a:xfrm>
            <a:off x="2281204" y="5261287"/>
            <a:ext cx="3443746" cy="2170937"/>
            <a:chOff x="4917922" y="4841748"/>
            <a:chExt cx="2412137" cy="1443252"/>
          </a:xfrm>
        </p:grpSpPr>
        <p:grpSp>
          <p:nvGrpSpPr>
            <p:cNvPr id="1150" name="Google Shape;1150;p8"/>
            <p:cNvGrpSpPr/>
            <p:nvPr/>
          </p:nvGrpSpPr>
          <p:grpSpPr>
            <a:xfrm>
              <a:off x="5140452" y="5090160"/>
              <a:ext cx="86995" cy="75057"/>
              <a:chOff x="5140452" y="5090160"/>
              <a:chExt cx="86995" cy="75057"/>
            </a:xfrm>
          </p:grpSpPr>
          <p:sp>
            <p:nvSpPr>
              <p:cNvPr id="1151" name="Google Shape;1151;p8"/>
              <p:cNvSpPr/>
              <p:nvPr/>
            </p:nvSpPr>
            <p:spPr>
              <a:xfrm>
                <a:off x="5140452" y="5090160"/>
                <a:ext cx="55880" cy="3175"/>
              </a:xfrm>
              <a:custGeom>
                <a:rect b="b" l="l" r="r" t="t"/>
                <a:pathLst>
                  <a:path extrusionOk="0" h="3175" w="55879">
                    <a:moveTo>
                      <a:pt x="0" y="3048"/>
                    </a:moveTo>
                    <a:lnTo>
                      <a:pt x="42672" y="0"/>
                    </a:lnTo>
                    <a:lnTo>
                      <a:pt x="49530" y="0"/>
                    </a:lnTo>
                    <a:lnTo>
                      <a:pt x="51053" y="0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8"/>
              <p:cNvSpPr/>
              <p:nvPr/>
            </p:nvSpPr>
            <p:spPr>
              <a:xfrm>
                <a:off x="5170932" y="5151882"/>
                <a:ext cx="56515" cy="13335"/>
              </a:xfrm>
              <a:custGeom>
                <a:rect b="b" l="l" r="r" t="t"/>
                <a:pathLst>
                  <a:path extrusionOk="0" h="13335" w="56514">
                    <a:moveTo>
                      <a:pt x="0" y="12954"/>
                    </a:moveTo>
                    <a:lnTo>
                      <a:pt x="46482" y="3048"/>
                    </a:lnTo>
                    <a:lnTo>
                      <a:pt x="49530" y="1524"/>
                    </a:lnTo>
                    <a:lnTo>
                      <a:pt x="52577" y="762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3" name="Google Shape;1153;p8"/>
            <p:cNvGrpSpPr/>
            <p:nvPr/>
          </p:nvGrpSpPr>
          <p:grpSpPr>
            <a:xfrm>
              <a:off x="5449061" y="4863820"/>
              <a:ext cx="451891" cy="459003"/>
              <a:chOff x="5449061" y="4863820"/>
              <a:chExt cx="451891" cy="459003"/>
            </a:xfrm>
          </p:grpSpPr>
          <p:sp>
            <p:nvSpPr>
              <p:cNvPr id="1154" name="Google Shape;1154;p8"/>
              <p:cNvSpPr/>
              <p:nvPr/>
            </p:nvSpPr>
            <p:spPr>
              <a:xfrm>
                <a:off x="5449061" y="5087873"/>
                <a:ext cx="175260" cy="234950"/>
              </a:xfrm>
              <a:custGeom>
                <a:rect b="b" l="l" r="r" t="t"/>
                <a:pathLst>
                  <a:path extrusionOk="0" h="234950" w="175260">
                    <a:moveTo>
                      <a:pt x="9905" y="0"/>
                    </a:moveTo>
                    <a:lnTo>
                      <a:pt x="4822" y="17478"/>
                    </a:lnTo>
                    <a:lnTo>
                      <a:pt x="1809" y="34099"/>
                    </a:lnTo>
                    <a:lnTo>
                      <a:pt x="369" y="51006"/>
                    </a:lnTo>
                    <a:lnTo>
                      <a:pt x="0" y="69342"/>
                    </a:lnTo>
                    <a:lnTo>
                      <a:pt x="285" y="92630"/>
                    </a:lnTo>
                    <a:lnTo>
                      <a:pt x="5143" y="138350"/>
                    </a:lnTo>
                    <a:lnTo>
                      <a:pt x="19014" y="178986"/>
                    </a:lnTo>
                    <a:lnTo>
                      <a:pt x="42183" y="209966"/>
                    </a:lnTo>
                    <a:lnTo>
                      <a:pt x="88772" y="232981"/>
                    </a:lnTo>
                    <a:lnTo>
                      <a:pt x="105489" y="234600"/>
                    </a:lnTo>
                    <a:lnTo>
                      <a:pt x="121919" y="233934"/>
                    </a:lnTo>
                    <a:lnTo>
                      <a:pt x="136683" y="231005"/>
                    </a:lnTo>
                    <a:lnTo>
                      <a:pt x="149732" y="225932"/>
                    </a:lnTo>
                    <a:lnTo>
                      <a:pt x="162210" y="219146"/>
                    </a:lnTo>
                    <a:lnTo>
                      <a:pt x="175259" y="21107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55" name="Google Shape;1155;p8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5511520" y="5103850"/>
                <a:ext cx="105968" cy="1250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6" name="Google Shape;1156;p8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5643346" y="4999456"/>
                <a:ext cx="112826" cy="2118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7" name="Google Shape;1157;p8"/>
              <p:cNvSpPr/>
              <p:nvPr/>
            </p:nvSpPr>
            <p:spPr>
              <a:xfrm>
                <a:off x="5792723" y="4967477"/>
                <a:ext cx="64769" cy="247015"/>
              </a:xfrm>
              <a:custGeom>
                <a:rect b="b" l="l" r="r" t="t"/>
                <a:pathLst>
                  <a:path extrusionOk="0" h="247014" w="64770">
                    <a:moveTo>
                      <a:pt x="0" y="0"/>
                    </a:moveTo>
                    <a:lnTo>
                      <a:pt x="38100" y="31241"/>
                    </a:lnTo>
                    <a:lnTo>
                      <a:pt x="55911" y="65341"/>
                    </a:lnTo>
                    <a:lnTo>
                      <a:pt x="64008" y="102869"/>
                    </a:lnTo>
                    <a:lnTo>
                      <a:pt x="64591" y="125801"/>
                    </a:lnTo>
                    <a:lnTo>
                      <a:pt x="62960" y="148018"/>
                    </a:lnTo>
                    <a:lnTo>
                      <a:pt x="53340" y="192024"/>
                    </a:lnTo>
                    <a:lnTo>
                      <a:pt x="33087" y="234350"/>
                    </a:lnTo>
                    <a:lnTo>
                      <a:pt x="22860" y="24688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58" name="Google Shape;1158;p8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5805652" y="4863820"/>
                <a:ext cx="95300" cy="1013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59" name="Google Shape;1159;p8"/>
            <p:cNvGrpSpPr/>
            <p:nvPr/>
          </p:nvGrpSpPr>
          <p:grpSpPr>
            <a:xfrm>
              <a:off x="6000724" y="4841748"/>
              <a:ext cx="719734" cy="449961"/>
              <a:chOff x="6000724" y="4841748"/>
              <a:chExt cx="719734" cy="449961"/>
            </a:xfrm>
          </p:grpSpPr>
          <p:pic>
            <p:nvPicPr>
              <p:cNvPr id="1160" name="Google Shape;1160;p8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000724" y="5049748"/>
                <a:ext cx="93014" cy="1204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1" name="Google Shape;1161;p8"/>
              <p:cNvSpPr/>
              <p:nvPr/>
            </p:nvSpPr>
            <p:spPr>
              <a:xfrm>
                <a:off x="6055328" y="5225034"/>
                <a:ext cx="381000" cy="66675"/>
              </a:xfrm>
              <a:custGeom>
                <a:rect b="b" l="l" r="r" t="t"/>
                <a:pathLst>
                  <a:path extrusionOk="0" h="66675" w="381000">
                    <a:moveTo>
                      <a:pt x="14001" y="57912"/>
                    </a:moveTo>
                    <a:lnTo>
                      <a:pt x="1678" y="64150"/>
                    </a:lnTo>
                    <a:lnTo>
                      <a:pt x="0" y="64960"/>
                    </a:lnTo>
                    <a:lnTo>
                      <a:pt x="1893" y="64341"/>
                    </a:lnTo>
                    <a:lnTo>
                      <a:pt x="285" y="66294"/>
                    </a:lnTo>
                    <a:lnTo>
                      <a:pt x="10334" y="66270"/>
                    </a:lnTo>
                    <a:lnTo>
                      <a:pt x="20097" y="66103"/>
                    </a:lnTo>
                    <a:lnTo>
                      <a:pt x="69508" y="60126"/>
                    </a:lnTo>
                    <a:lnTo>
                      <a:pt x="128420" y="48267"/>
                    </a:lnTo>
                    <a:lnTo>
                      <a:pt x="158019" y="41910"/>
                    </a:lnTo>
                    <a:lnTo>
                      <a:pt x="195750" y="33813"/>
                    </a:lnTo>
                    <a:lnTo>
                      <a:pt x="233553" y="25717"/>
                    </a:lnTo>
                    <a:lnTo>
                      <a:pt x="271498" y="17906"/>
                    </a:lnTo>
                    <a:lnTo>
                      <a:pt x="309657" y="10667"/>
                    </a:lnTo>
                    <a:lnTo>
                      <a:pt x="355949" y="3381"/>
                    </a:lnTo>
                    <a:lnTo>
                      <a:pt x="371379" y="1523"/>
                    </a:lnTo>
                    <a:lnTo>
                      <a:pt x="374427" y="761"/>
                    </a:lnTo>
                    <a:lnTo>
                      <a:pt x="377475" y="761"/>
                    </a:lnTo>
                    <a:lnTo>
                      <a:pt x="380523" y="0"/>
                    </a:lnTo>
                    <a:lnTo>
                      <a:pt x="373665" y="0"/>
                    </a:lnTo>
                    <a:lnTo>
                      <a:pt x="366807" y="0"/>
                    </a:lnTo>
                    <a:lnTo>
                      <a:pt x="359949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8"/>
              <p:cNvSpPr/>
              <p:nvPr/>
            </p:nvSpPr>
            <p:spPr>
              <a:xfrm>
                <a:off x="6191059" y="4971288"/>
                <a:ext cx="93345" cy="299720"/>
              </a:xfrm>
              <a:custGeom>
                <a:rect b="b" l="l" r="r" t="t"/>
                <a:pathLst>
                  <a:path extrusionOk="0" h="299720" w="93345">
                    <a:moveTo>
                      <a:pt x="36766" y="0"/>
                    </a:moveTo>
                    <a:lnTo>
                      <a:pt x="17049" y="38385"/>
                    </a:lnTo>
                    <a:lnTo>
                      <a:pt x="7048" y="80771"/>
                    </a:lnTo>
                    <a:lnTo>
                      <a:pt x="0" y="151542"/>
                    </a:lnTo>
                    <a:lnTo>
                      <a:pt x="1476" y="187392"/>
                    </a:lnTo>
                    <a:lnTo>
                      <a:pt x="13656" y="239589"/>
                    </a:lnTo>
                    <a:lnTo>
                      <a:pt x="32777" y="273284"/>
                    </a:lnTo>
                    <a:lnTo>
                      <a:pt x="68103" y="298513"/>
                    </a:lnTo>
                    <a:lnTo>
                      <a:pt x="80093" y="299704"/>
                    </a:lnTo>
                    <a:lnTo>
                      <a:pt x="93154" y="29946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63" name="Google Shape;1163;p8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6311620" y="4886680"/>
                <a:ext cx="129590" cy="2598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4" name="Google Shape;1164;p8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480022" y="4947640"/>
                <a:ext cx="120780" cy="1372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5" name="Google Shape;1165;p8"/>
              <p:cNvSpPr/>
              <p:nvPr/>
            </p:nvSpPr>
            <p:spPr>
              <a:xfrm>
                <a:off x="6634733" y="4841748"/>
                <a:ext cx="85725" cy="310515"/>
              </a:xfrm>
              <a:custGeom>
                <a:rect b="b" l="l" r="r" t="t"/>
                <a:pathLst>
                  <a:path extrusionOk="0" h="310514" w="85725">
                    <a:moveTo>
                      <a:pt x="0" y="0"/>
                    </a:moveTo>
                    <a:lnTo>
                      <a:pt x="35790" y="29789"/>
                    </a:lnTo>
                    <a:lnTo>
                      <a:pt x="65341" y="70199"/>
                    </a:lnTo>
                    <a:lnTo>
                      <a:pt x="82331" y="119086"/>
                    </a:lnTo>
                    <a:lnTo>
                      <a:pt x="85451" y="155995"/>
                    </a:lnTo>
                    <a:lnTo>
                      <a:pt x="84582" y="173736"/>
                    </a:lnTo>
                    <a:lnTo>
                      <a:pt x="74771" y="212979"/>
                    </a:lnTo>
                    <a:lnTo>
                      <a:pt x="58674" y="249936"/>
                    </a:lnTo>
                    <a:lnTo>
                      <a:pt x="36599" y="290119"/>
                    </a:lnTo>
                    <a:lnTo>
                      <a:pt x="19812" y="309372"/>
                    </a:lnTo>
                    <a:lnTo>
                      <a:pt x="12192" y="31013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66" name="Google Shape;1166;p8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5182336" y="5610580"/>
              <a:ext cx="127304" cy="68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7" name="Google Shape;1167;p8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5510758" y="5575528"/>
              <a:ext cx="150462" cy="162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8"/>
            <p:cNvSpPr/>
            <p:nvPr/>
          </p:nvSpPr>
          <p:spPr>
            <a:xfrm>
              <a:off x="5577078" y="5324855"/>
              <a:ext cx="238125" cy="48895"/>
            </a:xfrm>
            <a:custGeom>
              <a:rect b="b" l="l" r="r" t="t"/>
              <a:pathLst>
                <a:path extrusionOk="0" h="48895" w="238125">
                  <a:moveTo>
                    <a:pt x="0" y="48767"/>
                  </a:moveTo>
                  <a:lnTo>
                    <a:pt x="762" y="48767"/>
                  </a:lnTo>
                  <a:lnTo>
                    <a:pt x="18288" y="44195"/>
                  </a:lnTo>
                  <a:lnTo>
                    <a:pt x="21336" y="43433"/>
                  </a:lnTo>
                  <a:lnTo>
                    <a:pt x="67317" y="31444"/>
                  </a:lnTo>
                  <a:lnTo>
                    <a:pt x="113728" y="20669"/>
                  </a:lnTo>
                  <a:lnTo>
                    <a:pt x="160424" y="11179"/>
                  </a:lnTo>
                  <a:lnTo>
                    <a:pt x="207264" y="3047"/>
                  </a:lnTo>
                  <a:lnTo>
                    <a:pt x="236220" y="0"/>
                  </a:lnTo>
                  <a:lnTo>
                    <a:pt x="236982" y="0"/>
                  </a:lnTo>
                  <a:lnTo>
                    <a:pt x="237744" y="0"/>
                  </a:lnTo>
                  <a:lnTo>
                    <a:pt x="233172" y="0"/>
                  </a:lnTo>
                  <a:lnTo>
                    <a:pt x="230124" y="761"/>
                  </a:lnTo>
                  <a:lnTo>
                    <a:pt x="225552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69" name="Google Shape;1169;p8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4917922" y="6102070"/>
              <a:ext cx="205814" cy="1539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0" name="Google Shape;1170;p8"/>
            <p:cNvGrpSpPr/>
            <p:nvPr/>
          </p:nvGrpSpPr>
          <p:grpSpPr>
            <a:xfrm>
              <a:off x="5545048" y="5982436"/>
              <a:ext cx="342189" cy="302564"/>
              <a:chOff x="5545048" y="5982436"/>
              <a:chExt cx="342189" cy="302564"/>
            </a:xfrm>
          </p:grpSpPr>
          <p:pic>
            <p:nvPicPr>
              <p:cNvPr id="1171" name="Google Shape;1171;p8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5545048" y="5982436"/>
                <a:ext cx="126542" cy="2306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2" name="Google Shape;1172;p8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5703247" y="6176746"/>
                <a:ext cx="183990" cy="108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73" name="Google Shape;1173;p8"/>
            <p:cNvGrpSpPr/>
            <p:nvPr/>
          </p:nvGrpSpPr>
          <p:grpSpPr>
            <a:xfrm>
              <a:off x="6034278" y="5977128"/>
              <a:ext cx="136525" cy="143383"/>
              <a:chOff x="6034278" y="5977128"/>
              <a:chExt cx="136525" cy="143383"/>
            </a:xfrm>
          </p:grpSpPr>
          <p:sp>
            <p:nvSpPr>
              <p:cNvPr id="1174" name="Google Shape;1174;p8"/>
              <p:cNvSpPr/>
              <p:nvPr/>
            </p:nvSpPr>
            <p:spPr>
              <a:xfrm>
                <a:off x="6066282" y="6044946"/>
                <a:ext cx="7620" cy="75565"/>
              </a:xfrm>
              <a:custGeom>
                <a:rect b="b" l="l" r="r" t="t"/>
                <a:pathLst>
                  <a:path extrusionOk="0" h="75564" w="7620">
                    <a:moveTo>
                      <a:pt x="0" y="0"/>
                    </a:moveTo>
                    <a:lnTo>
                      <a:pt x="142" y="10977"/>
                    </a:lnTo>
                    <a:lnTo>
                      <a:pt x="571" y="22097"/>
                    </a:lnTo>
                    <a:lnTo>
                      <a:pt x="1285" y="33218"/>
                    </a:lnTo>
                    <a:lnTo>
                      <a:pt x="2286" y="44196"/>
                    </a:lnTo>
                    <a:lnTo>
                      <a:pt x="2559" y="51863"/>
                    </a:lnTo>
                    <a:lnTo>
                      <a:pt x="2762" y="60388"/>
                    </a:lnTo>
                    <a:lnTo>
                      <a:pt x="3679" y="68627"/>
                    </a:lnTo>
                    <a:lnTo>
                      <a:pt x="6096" y="75438"/>
                    </a:lnTo>
                    <a:lnTo>
                      <a:pt x="6858" y="75438"/>
                    </a:lnTo>
                    <a:lnTo>
                      <a:pt x="7620" y="7543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8"/>
              <p:cNvSpPr/>
              <p:nvPr/>
            </p:nvSpPr>
            <p:spPr>
              <a:xfrm>
                <a:off x="6034278" y="5977128"/>
                <a:ext cx="16510" cy="1270"/>
              </a:xfrm>
              <a:custGeom>
                <a:rect b="b" l="l" r="r" t="t"/>
                <a:pathLst>
                  <a:path extrusionOk="0" h="1270" w="16510">
                    <a:moveTo>
                      <a:pt x="0" y="0"/>
                    </a:moveTo>
                    <a:lnTo>
                      <a:pt x="5334" y="0"/>
                    </a:lnTo>
                    <a:lnTo>
                      <a:pt x="10668" y="761"/>
                    </a:lnTo>
                    <a:lnTo>
                      <a:pt x="16002" y="76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8"/>
              <p:cNvSpPr/>
              <p:nvPr/>
            </p:nvSpPr>
            <p:spPr>
              <a:xfrm>
                <a:off x="6102858" y="6013644"/>
                <a:ext cx="67945" cy="97155"/>
              </a:xfrm>
              <a:custGeom>
                <a:rect b="b" l="l" r="r" t="t"/>
                <a:pathLst>
                  <a:path extrusionOk="0" h="97154" w="67945">
                    <a:moveTo>
                      <a:pt x="59436" y="9965"/>
                    </a:moveTo>
                    <a:lnTo>
                      <a:pt x="54352" y="5881"/>
                    </a:lnTo>
                    <a:lnTo>
                      <a:pt x="48482" y="1869"/>
                    </a:lnTo>
                    <a:lnTo>
                      <a:pt x="42183" y="0"/>
                    </a:lnTo>
                    <a:lnTo>
                      <a:pt x="35814" y="2345"/>
                    </a:lnTo>
                    <a:lnTo>
                      <a:pt x="18776" y="42052"/>
                    </a:lnTo>
                    <a:lnTo>
                      <a:pt x="19526" y="49303"/>
                    </a:lnTo>
                    <a:lnTo>
                      <a:pt x="49422" y="69592"/>
                    </a:lnTo>
                    <a:lnTo>
                      <a:pt x="56388" y="71687"/>
                    </a:lnTo>
                    <a:lnTo>
                      <a:pt x="61722" y="73973"/>
                    </a:lnTo>
                    <a:lnTo>
                      <a:pt x="64008" y="75497"/>
                    </a:lnTo>
                    <a:lnTo>
                      <a:pt x="67818" y="78545"/>
                    </a:lnTo>
                    <a:lnTo>
                      <a:pt x="65532" y="84641"/>
                    </a:lnTo>
                    <a:lnTo>
                      <a:pt x="63246" y="85403"/>
                    </a:lnTo>
                    <a:lnTo>
                      <a:pt x="56388" y="88451"/>
                    </a:lnTo>
                    <a:lnTo>
                      <a:pt x="45279" y="92118"/>
                    </a:lnTo>
                    <a:lnTo>
                      <a:pt x="33813" y="94928"/>
                    </a:lnTo>
                    <a:lnTo>
                      <a:pt x="22205" y="96595"/>
                    </a:lnTo>
                    <a:lnTo>
                      <a:pt x="10668" y="96833"/>
                    </a:lnTo>
                    <a:lnTo>
                      <a:pt x="6858" y="96833"/>
                    </a:lnTo>
                    <a:lnTo>
                      <a:pt x="3048" y="96071"/>
                    </a:lnTo>
                    <a:lnTo>
                      <a:pt x="0" y="9607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7" name="Google Shape;1177;p8"/>
            <p:cNvGrpSpPr/>
            <p:nvPr/>
          </p:nvGrpSpPr>
          <p:grpSpPr>
            <a:xfrm>
              <a:off x="6501384" y="5882614"/>
              <a:ext cx="828675" cy="216053"/>
              <a:chOff x="6501384" y="5882614"/>
              <a:chExt cx="828675" cy="216053"/>
            </a:xfrm>
          </p:grpSpPr>
          <p:sp>
            <p:nvSpPr>
              <p:cNvPr id="1178" name="Google Shape;1178;p8"/>
              <p:cNvSpPr/>
              <p:nvPr/>
            </p:nvSpPr>
            <p:spPr>
              <a:xfrm>
                <a:off x="6501384" y="6001512"/>
                <a:ext cx="102235" cy="82550"/>
              </a:xfrm>
              <a:custGeom>
                <a:rect b="b" l="l" r="r" t="t"/>
                <a:pathLst>
                  <a:path extrusionOk="0" h="82550" w="102234">
                    <a:moveTo>
                      <a:pt x="0" y="0"/>
                    </a:moveTo>
                    <a:lnTo>
                      <a:pt x="6750" y="48006"/>
                    </a:lnTo>
                    <a:lnTo>
                      <a:pt x="22860" y="82296"/>
                    </a:lnTo>
                    <a:lnTo>
                      <a:pt x="30741" y="81129"/>
                    </a:lnTo>
                    <a:lnTo>
                      <a:pt x="56864" y="39052"/>
                    </a:lnTo>
                    <a:lnTo>
                      <a:pt x="62484" y="14477"/>
                    </a:lnTo>
                    <a:lnTo>
                      <a:pt x="62484" y="12953"/>
                    </a:lnTo>
                    <a:lnTo>
                      <a:pt x="63246" y="11429"/>
                    </a:lnTo>
                    <a:lnTo>
                      <a:pt x="63246" y="9905"/>
                    </a:lnTo>
                    <a:lnTo>
                      <a:pt x="64008" y="11429"/>
                    </a:lnTo>
                    <a:lnTo>
                      <a:pt x="67818" y="18287"/>
                    </a:lnTo>
                    <a:lnTo>
                      <a:pt x="78486" y="54863"/>
                    </a:lnTo>
                    <a:lnTo>
                      <a:pt x="87630" y="68580"/>
                    </a:lnTo>
                    <a:lnTo>
                      <a:pt x="96774" y="68579"/>
                    </a:lnTo>
                    <a:lnTo>
                      <a:pt x="99060" y="68579"/>
                    </a:lnTo>
                    <a:lnTo>
                      <a:pt x="100584" y="68579"/>
                    </a:lnTo>
                    <a:lnTo>
                      <a:pt x="102108" y="6857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8"/>
              <p:cNvSpPr/>
              <p:nvPr/>
            </p:nvSpPr>
            <p:spPr>
              <a:xfrm>
                <a:off x="6618732" y="5990082"/>
                <a:ext cx="80010" cy="87630"/>
              </a:xfrm>
              <a:custGeom>
                <a:rect b="b" l="l" r="r" t="t"/>
                <a:pathLst>
                  <a:path extrusionOk="0" h="87629" w="80009">
                    <a:moveTo>
                      <a:pt x="761" y="10667"/>
                    </a:moveTo>
                    <a:lnTo>
                      <a:pt x="452" y="25884"/>
                    </a:lnTo>
                    <a:lnTo>
                      <a:pt x="0" y="41528"/>
                    </a:lnTo>
                    <a:lnTo>
                      <a:pt x="119" y="57173"/>
                    </a:lnTo>
                    <a:lnTo>
                      <a:pt x="1523" y="72389"/>
                    </a:lnTo>
                    <a:lnTo>
                      <a:pt x="2285" y="77723"/>
                    </a:lnTo>
                    <a:lnTo>
                      <a:pt x="4571" y="83057"/>
                    </a:lnTo>
                    <a:lnTo>
                      <a:pt x="6857" y="87629"/>
                    </a:lnTo>
                    <a:lnTo>
                      <a:pt x="6857" y="85343"/>
                    </a:lnTo>
                    <a:lnTo>
                      <a:pt x="6857" y="77723"/>
                    </a:lnTo>
                    <a:lnTo>
                      <a:pt x="6857" y="73913"/>
                    </a:lnTo>
                    <a:lnTo>
                      <a:pt x="12191" y="28193"/>
                    </a:lnTo>
                    <a:lnTo>
                      <a:pt x="37337" y="0"/>
                    </a:lnTo>
                    <a:lnTo>
                      <a:pt x="46565" y="380"/>
                    </a:lnTo>
                    <a:lnTo>
                      <a:pt x="73913" y="36861"/>
                    </a:lnTo>
                    <a:lnTo>
                      <a:pt x="77723" y="57911"/>
                    </a:lnTo>
                    <a:lnTo>
                      <a:pt x="77723" y="60197"/>
                    </a:lnTo>
                    <a:lnTo>
                      <a:pt x="80009" y="79247"/>
                    </a:lnTo>
                    <a:lnTo>
                      <a:pt x="76199" y="80009"/>
                    </a:lnTo>
                    <a:lnTo>
                      <a:pt x="74675" y="80009"/>
                    </a:lnTo>
                    <a:lnTo>
                      <a:pt x="73913" y="79247"/>
                    </a:lnTo>
                    <a:lnTo>
                      <a:pt x="74675" y="7848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8"/>
              <p:cNvSpPr/>
              <p:nvPr/>
            </p:nvSpPr>
            <p:spPr>
              <a:xfrm>
                <a:off x="6704838" y="5923026"/>
                <a:ext cx="104139" cy="156210"/>
              </a:xfrm>
              <a:custGeom>
                <a:rect b="b" l="l" r="r" t="t"/>
                <a:pathLst>
                  <a:path extrusionOk="0" h="156210" w="104140">
                    <a:moveTo>
                      <a:pt x="0" y="0"/>
                    </a:moveTo>
                    <a:lnTo>
                      <a:pt x="16716" y="40826"/>
                    </a:lnTo>
                    <a:lnTo>
                      <a:pt x="24384" y="88772"/>
                    </a:lnTo>
                    <a:lnTo>
                      <a:pt x="26670" y="121157"/>
                    </a:lnTo>
                    <a:lnTo>
                      <a:pt x="26670" y="128575"/>
                    </a:lnTo>
                    <a:lnTo>
                      <a:pt x="26670" y="135921"/>
                    </a:lnTo>
                    <a:lnTo>
                      <a:pt x="26670" y="143125"/>
                    </a:lnTo>
                    <a:lnTo>
                      <a:pt x="26670" y="150114"/>
                    </a:lnTo>
                    <a:lnTo>
                      <a:pt x="26670" y="156210"/>
                    </a:lnTo>
                    <a:lnTo>
                      <a:pt x="25908" y="147066"/>
                    </a:lnTo>
                    <a:lnTo>
                      <a:pt x="26670" y="140970"/>
                    </a:lnTo>
                    <a:lnTo>
                      <a:pt x="29968" y="126515"/>
                    </a:lnTo>
                    <a:lnTo>
                      <a:pt x="52578" y="86867"/>
                    </a:lnTo>
                    <a:lnTo>
                      <a:pt x="76473" y="79795"/>
                    </a:lnTo>
                    <a:lnTo>
                      <a:pt x="84582" y="82296"/>
                    </a:lnTo>
                    <a:lnTo>
                      <a:pt x="93773" y="89594"/>
                    </a:lnTo>
                    <a:lnTo>
                      <a:pt x="100393" y="100107"/>
                    </a:lnTo>
                    <a:lnTo>
                      <a:pt x="103870" y="112192"/>
                    </a:lnTo>
                    <a:lnTo>
                      <a:pt x="103632" y="124205"/>
                    </a:lnTo>
                    <a:lnTo>
                      <a:pt x="68246" y="149042"/>
                    </a:lnTo>
                    <a:lnTo>
                      <a:pt x="54102" y="1432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8"/>
              <p:cNvSpPr/>
              <p:nvPr/>
            </p:nvSpPr>
            <p:spPr>
              <a:xfrm>
                <a:off x="6814566" y="5980938"/>
                <a:ext cx="12065" cy="70485"/>
              </a:xfrm>
              <a:custGeom>
                <a:rect b="b" l="l" r="r" t="t"/>
                <a:pathLst>
                  <a:path extrusionOk="0" h="70485" w="12065">
                    <a:moveTo>
                      <a:pt x="0" y="0"/>
                    </a:moveTo>
                    <a:lnTo>
                      <a:pt x="3059" y="8465"/>
                    </a:lnTo>
                    <a:lnTo>
                      <a:pt x="6191" y="16859"/>
                    </a:lnTo>
                    <a:lnTo>
                      <a:pt x="8893" y="25396"/>
                    </a:lnTo>
                    <a:lnTo>
                      <a:pt x="10668" y="34290"/>
                    </a:lnTo>
                    <a:lnTo>
                      <a:pt x="11203" y="41969"/>
                    </a:lnTo>
                    <a:lnTo>
                      <a:pt x="11525" y="50006"/>
                    </a:lnTo>
                    <a:lnTo>
                      <a:pt x="11418" y="58185"/>
                    </a:lnTo>
                    <a:lnTo>
                      <a:pt x="10668" y="66294"/>
                    </a:lnTo>
                    <a:lnTo>
                      <a:pt x="9906" y="68580"/>
                    </a:lnTo>
                    <a:lnTo>
                      <a:pt x="10668" y="70104"/>
                    </a:lnTo>
                    <a:lnTo>
                      <a:pt x="9144" y="701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8"/>
              <p:cNvSpPr/>
              <p:nvPr/>
            </p:nvSpPr>
            <p:spPr>
              <a:xfrm>
                <a:off x="6793992" y="5901690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8"/>
              <p:cNvSpPr/>
              <p:nvPr/>
            </p:nvSpPr>
            <p:spPr>
              <a:xfrm>
                <a:off x="6866477" y="5968174"/>
                <a:ext cx="85090" cy="98425"/>
              </a:xfrm>
              <a:custGeom>
                <a:rect b="b" l="l" r="r" t="t"/>
                <a:pathLst>
                  <a:path extrusionOk="0" h="98425" w="85090">
                    <a:moveTo>
                      <a:pt x="70770" y="77533"/>
                    </a:moveTo>
                    <a:lnTo>
                      <a:pt x="52768" y="43457"/>
                    </a:lnTo>
                    <a:lnTo>
                      <a:pt x="44231" y="24062"/>
                    </a:lnTo>
                    <a:lnTo>
                      <a:pt x="40957" y="16097"/>
                    </a:lnTo>
                    <a:lnTo>
                      <a:pt x="36968" y="8560"/>
                    </a:lnTo>
                    <a:lnTo>
                      <a:pt x="31908" y="2095"/>
                    </a:lnTo>
                    <a:lnTo>
                      <a:pt x="26741" y="0"/>
                    </a:lnTo>
                    <a:lnTo>
                      <a:pt x="22574" y="2476"/>
                    </a:lnTo>
                    <a:lnTo>
                      <a:pt x="4774" y="50363"/>
                    </a:lnTo>
                    <a:lnTo>
                      <a:pt x="0" y="79819"/>
                    </a:lnTo>
                    <a:lnTo>
                      <a:pt x="154" y="89106"/>
                    </a:lnTo>
                    <a:lnTo>
                      <a:pt x="2952" y="95821"/>
                    </a:lnTo>
                    <a:lnTo>
                      <a:pt x="8000" y="98214"/>
                    </a:lnTo>
                    <a:lnTo>
                      <a:pt x="14192" y="97250"/>
                    </a:lnTo>
                    <a:lnTo>
                      <a:pt x="40469" y="64138"/>
                    </a:lnTo>
                    <a:lnTo>
                      <a:pt x="47339" y="40671"/>
                    </a:lnTo>
                    <a:lnTo>
                      <a:pt x="49029" y="33563"/>
                    </a:lnTo>
                    <a:lnTo>
                      <a:pt x="51720" y="27241"/>
                    </a:lnTo>
                    <a:lnTo>
                      <a:pt x="52482" y="27241"/>
                    </a:lnTo>
                    <a:lnTo>
                      <a:pt x="53244" y="33337"/>
                    </a:lnTo>
                    <a:lnTo>
                      <a:pt x="54768" y="42481"/>
                    </a:lnTo>
                    <a:lnTo>
                      <a:pt x="56292" y="49339"/>
                    </a:lnTo>
                    <a:lnTo>
                      <a:pt x="58209" y="60126"/>
                    </a:lnTo>
                    <a:lnTo>
                      <a:pt x="61340" y="71627"/>
                    </a:lnTo>
                    <a:lnTo>
                      <a:pt x="66901" y="81700"/>
                    </a:lnTo>
                    <a:lnTo>
                      <a:pt x="76104" y="88201"/>
                    </a:lnTo>
                    <a:lnTo>
                      <a:pt x="78390" y="88201"/>
                    </a:lnTo>
                    <a:lnTo>
                      <a:pt x="81438" y="88201"/>
                    </a:lnTo>
                    <a:lnTo>
                      <a:pt x="84486" y="8820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8"/>
              <p:cNvSpPr/>
              <p:nvPr/>
            </p:nvSpPr>
            <p:spPr>
              <a:xfrm>
                <a:off x="6950964" y="5943242"/>
                <a:ext cx="68580" cy="112395"/>
              </a:xfrm>
              <a:custGeom>
                <a:rect b="b" l="l" r="r" t="t"/>
                <a:pathLst>
                  <a:path extrusionOk="0" h="112395" w="68579">
                    <a:moveTo>
                      <a:pt x="31242" y="1119"/>
                    </a:moveTo>
                    <a:lnTo>
                      <a:pt x="22264" y="0"/>
                    </a:lnTo>
                    <a:lnTo>
                      <a:pt x="16573" y="166"/>
                    </a:lnTo>
                    <a:lnTo>
                      <a:pt x="13454" y="3476"/>
                    </a:lnTo>
                    <a:lnTo>
                      <a:pt x="12192" y="11787"/>
                    </a:lnTo>
                    <a:lnTo>
                      <a:pt x="12120" y="22705"/>
                    </a:lnTo>
                    <a:lnTo>
                      <a:pt x="13335" y="32837"/>
                    </a:lnTo>
                    <a:lnTo>
                      <a:pt x="36004" y="69794"/>
                    </a:lnTo>
                    <a:lnTo>
                      <a:pt x="64008" y="88749"/>
                    </a:lnTo>
                    <a:lnTo>
                      <a:pt x="68580" y="91797"/>
                    </a:lnTo>
                    <a:lnTo>
                      <a:pt x="67056" y="97893"/>
                    </a:lnTo>
                    <a:lnTo>
                      <a:pt x="63246" y="97893"/>
                    </a:lnTo>
                    <a:lnTo>
                      <a:pt x="54864" y="100179"/>
                    </a:lnTo>
                    <a:lnTo>
                      <a:pt x="9144" y="110847"/>
                    </a:lnTo>
                    <a:lnTo>
                      <a:pt x="1524" y="111609"/>
                    </a:lnTo>
                    <a:lnTo>
                      <a:pt x="1524" y="112371"/>
                    </a:lnTo>
                    <a:lnTo>
                      <a:pt x="0" y="10703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8"/>
              <p:cNvSpPr/>
              <p:nvPr/>
            </p:nvSpPr>
            <p:spPr>
              <a:xfrm>
                <a:off x="7040939" y="5964936"/>
                <a:ext cx="60960" cy="83185"/>
              </a:xfrm>
              <a:custGeom>
                <a:rect b="b" l="l" r="r" t="t"/>
                <a:pathLst>
                  <a:path extrusionOk="0" h="83185" w="60959">
                    <a:moveTo>
                      <a:pt x="9084" y="0"/>
                    </a:moveTo>
                    <a:lnTo>
                      <a:pt x="8251" y="9465"/>
                    </a:lnTo>
                    <a:lnTo>
                      <a:pt x="6988" y="18573"/>
                    </a:lnTo>
                    <a:lnTo>
                      <a:pt x="5441" y="27539"/>
                    </a:lnTo>
                    <a:lnTo>
                      <a:pt x="3750" y="36575"/>
                    </a:lnTo>
                    <a:lnTo>
                      <a:pt x="2119" y="45779"/>
                    </a:lnTo>
                    <a:lnTo>
                      <a:pt x="416" y="57054"/>
                    </a:lnTo>
                    <a:lnTo>
                      <a:pt x="0" y="68187"/>
                    </a:lnTo>
                    <a:lnTo>
                      <a:pt x="2226" y="76961"/>
                    </a:lnTo>
                    <a:lnTo>
                      <a:pt x="7143" y="80902"/>
                    </a:lnTo>
                    <a:lnTo>
                      <a:pt x="14704" y="82772"/>
                    </a:lnTo>
                    <a:lnTo>
                      <a:pt x="22693" y="83069"/>
                    </a:lnTo>
                    <a:lnTo>
                      <a:pt x="28896" y="82295"/>
                    </a:lnTo>
                    <a:lnTo>
                      <a:pt x="38826" y="77926"/>
                    </a:lnTo>
                    <a:lnTo>
                      <a:pt x="47184" y="71913"/>
                    </a:lnTo>
                    <a:lnTo>
                      <a:pt x="54399" y="64615"/>
                    </a:lnTo>
                    <a:lnTo>
                      <a:pt x="60900" y="5638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8"/>
              <p:cNvSpPr/>
              <p:nvPr/>
            </p:nvSpPr>
            <p:spPr>
              <a:xfrm>
                <a:off x="7056882" y="5955030"/>
                <a:ext cx="48260" cy="48895"/>
              </a:xfrm>
              <a:custGeom>
                <a:rect b="b" l="l" r="r" t="t"/>
                <a:pathLst>
                  <a:path extrusionOk="0" h="48895" w="48259">
                    <a:moveTo>
                      <a:pt x="0" y="48768"/>
                    </a:moveTo>
                    <a:lnTo>
                      <a:pt x="10834" y="46029"/>
                    </a:lnTo>
                    <a:lnTo>
                      <a:pt x="19240" y="42862"/>
                    </a:lnTo>
                    <a:lnTo>
                      <a:pt x="26789" y="38266"/>
                    </a:lnTo>
                    <a:lnTo>
                      <a:pt x="35051" y="31242"/>
                    </a:lnTo>
                    <a:lnTo>
                      <a:pt x="39623" y="27432"/>
                    </a:lnTo>
                    <a:lnTo>
                      <a:pt x="48006" y="19812"/>
                    </a:lnTo>
                    <a:lnTo>
                      <a:pt x="44957" y="12192"/>
                    </a:lnTo>
                    <a:lnTo>
                      <a:pt x="40600" y="8096"/>
                    </a:lnTo>
                    <a:lnTo>
                      <a:pt x="33527" y="5715"/>
                    </a:lnTo>
                    <a:lnTo>
                      <a:pt x="25884" y="4476"/>
                    </a:lnTo>
                    <a:lnTo>
                      <a:pt x="19811" y="3810"/>
                    </a:lnTo>
                    <a:lnTo>
                      <a:pt x="12953" y="3048"/>
                    </a:lnTo>
                    <a:lnTo>
                      <a:pt x="8381" y="2286"/>
                    </a:lnTo>
                    <a:lnTo>
                      <a:pt x="152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87" name="Google Shape;1187;p8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7138593" y="5882614"/>
                <a:ext cx="110338" cy="1598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8" name="Google Shape;1188;p8"/>
              <p:cNvSpPr/>
              <p:nvPr/>
            </p:nvSpPr>
            <p:spPr>
              <a:xfrm>
                <a:off x="7299960" y="5891022"/>
                <a:ext cx="5080" cy="100330"/>
              </a:xfrm>
              <a:custGeom>
                <a:rect b="b" l="l" r="r" t="t"/>
                <a:pathLst>
                  <a:path extrusionOk="0" h="100329" w="5079">
                    <a:moveTo>
                      <a:pt x="4572" y="0"/>
                    </a:moveTo>
                    <a:lnTo>
                      <a:pt x="4655" y="17597"/>
                    </a:lnTo>
                    <a:lnTo>
                      <a:pt x="4667" y="35052"/>
                    </a:lnTo>
                    <a:lnTo>
                      <a:pt x="4250" y="52506"/>
                    </a:lnTo>
                    <a:lnTo>
                      <a:pt x="3048" y="70104"/>
                    </a:lnTo>
                    <a:lnTo>
                      <a:pt x="2035" y="79462"/>
                    </a:lnTo>
                    <a:lnTo>
                      <a:pt x="1238" y="86677"/>
                    </a:lnTo>
                    <a:lnTo>
                      <a:pt x="583" y="93035"/>
                    </a:lnTo>
                    <a:lnTo>
                      <a:pt x="0" y="9982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8"/>
              <p:cNvSpPr/>
              <p:nvPr/>
            </p:nvSpPr>
            <p:spPr>
              <a:xfrm>
                <a:off x="7312914" y="6085332"/>
                <a:ext cx="17145" cy="13335"/>
              </a:xfrm>
              <a:custGeom>
                <a:rect b="b" l="l" r="r" t="t"/>
                <a:pathLst>
                  <a:path extrusionOk="0" h="13335" w="17145">
                    <a:moveTo>
                      <a:pt x="16764" y="12954"/>
                    </a:moveTo>
                    <a:lnTo>
                      <a:pt x="11430" y="8382"/>
                    </a:lnTo>
                    <a:lnTo>
                      <a:pt x="6096" y="457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9"/>
          <p:cNvGrpSpPr/>
          <p:nvPr/>
        </p:nvGrpSpPr>
        <p:grpSpPr>
          <a:xfrm>
            <a:off x="2053769" y="412355"/>
            <a:ext cx="4997579" cy="1045185"/>
            <a:chOff x="3608070" y="1972792"/>
            <a:chExt cx="3218617" cy="645185"/>
          </a:xfrm>
        </p:grpSpPr>
        <p:grpSp>
          <p:nvGrpSpPr>
            <p:cNvPr id="1195" name="Google Shape;1195;p9"/>
            <p:cNvGrpSpPr/>
            <p:nvPr/>
          </p:nvGrpSpPr>
          <p:grpSpPr>
            <a:xfrm>
              <a:off x="3628644" y="2139670"/>
              <a:ext cx="475512" cy="201980"/>
              <a:chOff x="3628644" y="2139670"/>
              <a:chExt cx="475512" cy="201980"/>
            </a:xfrm>
          </p:grpSpPr>
          <p:pic>
            <p:nvPicPr>
              <p:cNvPr id="1196" name="Google Shape;1196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628644" y="2170150"/>
                <a:ext cx="263677" cy="1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97" name="Google Shape;1197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919202" y="2139670"/>
                <a:ext cx="184954" cy="1814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98" name="Google Shape;119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47184" y="2103094"/>
              <a:ext cx="148640" cy="1830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99" name="Google Shape;1199;p9"/>
            <p:cNvGrpSpPr/>
            <p:nvPr/>
          </p:nvGrpSpPr>
          <p:grpSpPr>
            <a:xfrm>
              <a:off x="4936236" y="2066544"/>
              <a:ext cx="639750" cy="177673"/>
              <a:chOff x="4936236" y="2066544"/>
              <a:chExt cx="639750" cy="177673"/>
            </a:xfrm>
          </p:grpSpPr>
          <p:sp>
            <p:nvSpPr>
              <p:cNvPr id="1200" name="Google Shape;1200;p9"/>
              <p:cNvSpPr/>
              <p:nvPr/>
            </p:nvSpPr>
            <p:spPr>
              <a:xfrm>
                <a:off x="4936236" y="2134362"/>
                <a:ext cx="77470" cy="106680"/>
              </a:xfrm>
              <a:custGeom>
                <a:rect b="b" l="l" r="r" t="t"/>
                <a:pathLst>
                  <a:path extrusionOk="0" h="106680" w="77470">
                    <a:moveTo>
                      <a:pt x="0" y="21336"/>
                    </a:moveTo>
                    <a:lnTo>
                      <a:pt x="23145" y="60340"/>
                    </a:lnTo>
                    <a:lnTo>
                      <a:pt x="37611" y="80926"/>
                    </a:lnTo>
                    <a:lnTo>
                      <a:pt x="43148" y="89058"/>
                    </a:lnTo>
                    <a:lnTo>
                      <a:pt x="48827" y="97047"/>
                    </a:lnTo>
                    <a:lnTo>
                      <a:pt x="54864" y="104394"/>
                    </a:lnTo>
                    <a:lnTo>
                      <a:pt x="56388" y="105918"/>
                    </a:lnTo>
                    <a:lnTo>
                      <a:pt x="57150" y="106680"/>
                    </a:lnTo>
                    <a:lnTo>
                      <a:pt x="58674" y="106680"/>
                    </a:lnTo>
                    <a:lnTo>
                      <a:pt x="58435" y="88272"/>
                    </a:lnTo>
                    <a:lnTo>
                      <a:pt x="57912" y="69723"/>
                    </a:lnTo>
                    <a:lnTo>
                      <a:pt x="57388" y="51173"/>
                    </a:lnTo>
                    <a:lnTo>
                      <a:pt x="57150" y="32766"/>
                    </a:lnTo>
                    <a:lnTo>
                      <a:pt x="57030" y="23360"/>
                    </a:lnTo>
                    <a:lnTo>
                      <a:pt x="57911" y="13525"/>
                    </a:lnTo>
                    <a:lnTo>
                      <a:pt x="61650" y="5119"/>
                    </a:lnTo>
                    <a:lnTo>
                      <a:pt x="70104" y="0"/>
                    </a:lnTo>
                    <a:lnTo>
                      <a:pt x="72390" y="0"/>
                    </a:lnTo>
                    <a:lnTo>
                      <a:pt x="74676" y="0"/>
                    </a:lnTo>
                    <a:lnTo>
                      <a:pt x="7696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5038272" y="2122932"/>
                <a:ext cx="90170" cy="121285"/>
              </a:xfrm>
              <a:custGeom>
                <a:rect b="b" l="l" r="r" t="t"/>
                <a:pathLst>
                  <a:path extrusionOk="0" h="121285" w="90170">
                    <a:moveTo>
                      <a:pt x="56459" y="64770"/>
                    </a:moveTo>
                    <a:lnTo>
                      <a:pt x="50911" y="51042"/>
                    </a:lnTo>
                    <a:lnTo>
                      <a:pt x="46362" y="37242"/>
                    </a:lnTo>
                    <a:lnTo>
                      <a:pt x="42100" y="23300"/>
                    </a:lnTo>
                    <a:lnTo>
                      <a:pt x="37409" y="9144"/>
                    </a:lnTo>
                    <a:lnTo>
                      <a:pt x="34361" y="3810"/>
                    </a:lnTo>
                    <a:lnTo>
                      <a:pt x="34361" y="2286"/>
                    </a:lnTo>
                    <a:lnTo>
                      <a:pt x="32075" y="0"/>
                    </a:lnTo>
                    <a:lnTo>
                      <a:pt x="25824" y="4857"/>
                    </a:lnTo>
                    <a:lnTo>
                      <a:pt x="21502" y="12573"/>
                    </a:lnTo>
                    <a:lnTo>
                      <a:pt x="18466" y="21431"/>
                    </a:lnTo>
                    <a:lnTo>
                      <a:pt x="16073" y="29718"/>
                    </a:lnTo>
                    <a:lnTo>
                      <a:pt x="11001" y="46101"/>
                    </a:lnTo>
                    <a:lnTo>
                      <a:pt x="6357" y="63055"/>
                    </a:lnTo>
                    <a:lnTo>
                      <a:pt x="2571" y="80295"/>
                    </a:lnTo>
                    <a:lnTo>
                      <a:pt x="71" y="97536"/>
                    </a:lnTo>
                    <a:lnTo>
                      <a:pt x="0" y="107013"/>
                    </a:lnTo>
                    <a:lnTo>
                      <a:pt x="1785" y="115062"/>
                    </a:lnTo>
                    <a:lnTo>
                      <a:pt x="6715" y="120253"/>
                    </a:lnTo>
                    <a:lnTo>
                      <a:pt x="16073" y="121158"/>
                    </a:lnTo>
                    <a:lnTo>
                      <a:pt x="26979" y="117240"/>
                    </a:lnTo>
                    <a:lnTo>
                      <a:pt x="53554" y="76962"/>
                    </a:lnTo>
                    <a:lnTo>
                      <a:pt x="56126" y="49625"/>
                    </a:lnTo>
                    <a:lnTo>
                      <a:pt x="55697" y="35814"/>
                    </a:lnTo>
                    <a:lnTo>
                      <a:pt x="54935" y="39624"/>
                    </a:lnTo>
                    <a:lnTo>
                      <a:pt x="54173" y="42672"/>
                    </a:lnTo>
                    <a:lnTo>
                      <a:pt x="54173" y="46482"/>
                    </a:lnTo>
                    <a:lnTo>
                      <a:pt x="55756" y="55923"/>
                    </a:lnTo>
                    <a:lnTo>
                      <a:pt x="76747" y="90773"/>
                    </a:lnTo>
                    <a:lnTo>
                      <a:pt x="82760" y="92785"/>
                    </a:lnTo>
                    <a:lnTo>
                      <a:pt x="89987" y="937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5138166" y="2125980"/>
                <a:ext cx="106045" cy="104139"/>
              </a:xfrm>
              <a:custGeom>
                <a:rect b="b" l="l" r="r" t="t"/>
                <a:pathLst>
                  <a:path extrusionOk="0" h="104139" w="106045">
                    <a:moveTo>
                      <a:pt x="0" y="27432"/>
                    </a:moveTo>
                    <a:lnTo>
                      <a:pt x="35052" y="56388"/>
                    </a:lnTo>
                    <a:lnTo>
                      <a:pt x="42017" y="84677"/>
                    </a:lnTo>
                    <a:lnTo>
                      <a:pt x="41910" y="94488"/>
                    </a:lnTo>
                    <a:lnTo>
                      <a:pt x="41148" y="102108"/>
                    </a:lnTo>
                    <a:lnTo>
                      <a:pt x="40386" y="102108"/>
                    </a:lnTo>
                    <a:lnTo>
                      <a:pt x="34290" y="103632"/>
                    </a:lnTo>
                    <a:lnTo>
                      <a:pt x="30015" y="96904"/>
                    </a:lnTo>
                    <a:lnTo>
                      <a:pt x="28098" y="88677"/>
                    </a:lnTo>
                    <a:lnTo>
                      <a:pt x="27753" y="79736"/>
                    </a:lnTo>
                    <a:lnTo>
                      <a:pt x="28194" y="70866"/>
                    </a:lnTo>
                    <a:lnTo>
                      <a:pt x="40731" y="32075"/>
                    </a:lnTo>
                    <a:lnTo>
                      <a:pt x="72390" y="2286"/>
                    </a:lnTo>
                    <a:lnTo>
                      <a:pt x="82296" y="0"/>
                    </a:lnTo>
                    <a:lnTo>
                      <a:pt x="83820" y="7620"/>
                    </a:lnTo>
                    <a:lnTo>
                      <a:pt x="85344" y="16002"/>
                    </a:lnTo>
                    <a:lnTo>
                      <a:pt x="87582" y="29277"/>
                    </a:lnTo>
                    <a:lnTo>
                      <a:pt x="88963" y="42767"/>
                    </a:lnTo>
                    <a:lnTo>
                      <a:pt x="90058" y="56399"/>
                    </a:lnTo>
                    <a:lnTo>
                      <a:pt x="91440" y="70104"/>
                    </a:lnTo>
                    <a:lnTo>
                      <a:pt x="91892" y="76271"/>
                    </a:lnTo>
                    <a:lnTo>
                      <a:pt x="92773" y="83439"/>
                    </a:lnTo>
                    <a:lnTo>
                      <a:pt x="95083" y="90035"/>
                    </a:lnTo>
                    <a:lnTo>
                      <a:pt x="99822" y="94488"/>
                    </a:lnTo>
                    <a:lnTo>
                      <a:pt x="103632" y="94488"/>
                    </a:lnTo>
                    <a:lnTo>
                      <a:pt x="105156" y="93726"/>
                    </a:lnTo>
                    <a:lnTo>
                      <a:pt x="105918" y="8991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5195316" y="2066544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5269646" y="2110740"/>
                <a:ext cx="73660" cy="111760"/>
              </a:xfrm>
              <a:custGeom>
                <a:rect b="b" l="l" r="r" t="t"/>
                <a:pathLst>
                  <a:path extrusionOk="0" h="111760" w="73660">
                    <a:moveTo>
                      <a:pt x="57495" y="58674"/>
                    </a:moveTo>
                    <a:lnTo>
                      <a:pt x="39207" y="16002"/>
                    </a:lnTo>
                    <a:lnTo>
                      <a:pt x="37683" y="2286"/>
                    </a:lnTo>
                    <a:lnTo>
                      <a:pt x="31587" y="0"/>
                    </a:lnTo>
                    <a:lnTo>
                      <a:pt x="25205" y="6619"/>
                    </a:lnTo>
                    <a:lnTo>
                      <a:pt x="20538" y="14668"/>
                    </a:lnTo>
                    <a:lnTo>
                      <a:pt x="17014" y="23574"/>
                    </a:lnTo>
                    <a:lnTo>
                      <a:pt x="14061" y="32766"/>
                    </a:lnTo>
                    <a:lnTo>
                      <a:pt x="9132" y="46743"/>
                    </a:lnTo>
                    <a:lnTo>
                      <a:pt x="4917" y="61150"/>
                    </a:lnTo>
                    <a:lnTo>
                      <a:pt x="1845" y="75842"/>
                    </a:lnTo>
                    <a:lnTo>
                      <a:pt x="345" y="90678"/>
                    </a:lnTo>
                    <a:lnTo>
                      <a:pt x="0" y="98929"/>
                    </a:lnTo>
                    <a:lnTo>
                      <a:pt x="1012" y="105251"/>
                    </a:lnTo>
                    <a:lnTo>
                      <a:pt x="4738" y="109430"/>
                    </a:lnTo>
                    <a:lnTo>
                      <a:pt x="12537" y="111252"/>
                    </a:lnTo>
                    <a:lnTo>
                      <a:pt x="22895" y="109239"/>
                    </a:lnTo>
                    <a:lnTo>
                      <a:pt x="49994" y="74664"/>
                    </a:lnTo>
                    <a:lnTo>
                      <a:pt x="57495" y="39624"/>
                    </a:lnTo>
                    <a:lnTo>
                      <a:pt x="58257" y="35052"/>
                    </a:lnTo>
                    <a:lnTo>
                      <a:pt x="57495" y="29718"/>
                    </a:lnTo>
                    <a:lnTo>
                      <a:pt x="57495" y="25146"/>
                    </a:lnTo>
                    <a:lnTo>
                      <a:pt x="55971" y="31242"/>
                    </a:lnTo>
                    <a:lnTo>
                      <a:pt x="54447" y="37338"/>
                    </a:lnTo>
                    <a:lnTo>
                      <a:pt x="54447" y="44196"/>
                    </a:lnTo>
                    <a:lnTo>
                      <a:pt x="53387" y="53816"/>
                    </a:lnTo>
                    <a:lnTo>
                      <a:pt x="52828" y="64008"/>
                    </a:lnTo>
                    <a:lnTo>
                      <a:pt x="53268" y="74199"/>
                    </a:lnTo>
                    <a:lnTo>
                      <a:pt x="55209" y="83820"/>
                    </a:lnTo>
                    <a:lnTo>
                      <a:pt x="58257" y="94488"/>
                    </a:lnTo>
                    <a:lnTo>
                      <a:pt x="63591" y="97536"/>
                    </a:lnTo>
                    <a:lnTo>
                      <a:pt x="73497" y="982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5360670" y="2122170"/>
                <a:ext cx="57785" cy="90170"/>
              </a:xfrm>
              <a:custGeom>
                <a:rect b="b" l="l" r="r" t="t"/>
                <a:pathLst>
                  <a:path extrusionOk="0" h="90169" w="57785">
                    <a:moveTo>
                      <a:pt x="12191" y="17525"/>
                    </a:moveTo>
                    <a:lnTo>
                      <a:pt x="6536" y="31313"/>
                    </a:lnTo>
                    <a:lnTo>
                      <a:pt x="2952" y="43243"/>
                    </a:lnTo>
                    <a:lnTo>
                      <a:pt x="940" y="55459"/>
                    </a:lnTo>
                    <a:lnTo>
                      <a:pt x="0" y="70103"/>
                    </a:lnTo>
                    <a:lnTo>
                      <a:pt x="0" y="76199"/>
                    </a:lnTo>
                    <a:lnTo>
                      <a:pt x="0" y="86867"/>
                    </a:lnTo>
                    <a:lnTo>
                      <a:pt x="7619" y="89153"/>
                    </a:lnTo>
                    <a:lnTo>
                      <a:pt x="8381" y="89153"/>
                    </a:lnTo>
                    <a:lnTo>
                      <a:pt x="9905" y="89153"/>
                    </a:lnTo>
                    <a:lnTo>
                      <a:pt x="10667" y="89153"/>
                    </a:lnTo>
                    <a:lnTo>
                      <a:pt x="12751" y="82843"/>
                    </a:lnTo>
                    <a:lnTo>
                      <a:pt x="13620" y="76390"/>
                    </a:lnTo>
                    <a:lnTo>
                      <a:pt x="13775" y="69651"/>
                    </a:lnTo>
                    <a:lnTo>
                      <a:pt x="13715" y="62483"/>
                    </a:lnTo>
                    <a:lnTo>
                      <a:pt x="13513" y="50934"/>
                    </a:lnTo>
                    <a:lnTo>
                      <a:pt x="13239" y="39242"/>
                    </a:lnTo>
                    <a:lnTo>
                      <a:pt x="13394" y="27551"/>
                    </a:lnTo>
                    <a:lnTo>
                      <a:pt x="14477" y="16001"/>
                    </a:lnTo>
                    <a:lnTo>
                      <a:pt x="16001" y="6857"/>
                    </a:lnTo>
                    <a:lnTo>
                      <a:pt x="16763" y="0"/>
                    </a:lnTo>
                    <a:lnTo>
                      <a:pt x="52327" y="26622"/>
                    </a:lnTo>
                    <a:lnTo>
                      <a:pt x="57304" y="66329"/>
                    </a:lnTo>
                    <a:lnTo>
                      <a:pt x="57245" y="74390"/>
                    </a:lnTo>
                    <a:lnTo>
                      <a:pt x="56185" y="82022"/>
                    </a:lnTo>
                    <a:lnTo>
                      <a:pt x="53339" y="89153"/>
                    </a:lnTo>
                    <a:lnTo>
                      <a:pt x="52577" y="89915"/>
                    </a:lnTo>
                    <a:lnTo>
                      <a:pt x="51815" y="8991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9"/>
              <p:cNvSpPr/>
              <p:nvPr/>
            </p:nvSpPr>
            <p:spPr>
              <a:xfrm>
                <a:off x="5453431" y="2112264"/>
                <a:ext cx="122555" cy="105410"/>
              </a:xfrm>
              <a:custGeom>
                <a:rect b="b" l="l" r="r" t="t"/>
                <a:pathLst>
                  <a:path extrusionOk="0" h="105410" w="122554">
                    <a:moveTo>
                      <a:pt x="19252" y="0"/>
                    </a:moveTo>
                    <a:lnTo>
                      <a:pt x="1678" y="43183"/>
                    </a:lnTo>
                    <a:lnTo>
                      <a:pt x="0" y="71163"/>
                    </a:lnTo>
                    <a:lnTo>
                      <a:pt x="1440" y="81629"/>
                    </a:lnTo>
                    <a:lnTo>
                      <a:pt x="37635" y="99250"/>
                    </a:lnTo>
                    <a:lnTo>
                      <a:pt x="81355" y="73723"/>
                    </a:lnTo>
                    <a:lnTo>
                      <a:pt x="100500" y="39707"/>
                    </a:lnTo>
                    <a:lnTo>
                      <a:pt x="87534" y="345"/>
                    </a:lnTo>
                    <a:lnTo>
                      <a:pt x="48684" y="26193"/>
                    </a:lnTo>
                    <a:lnTo>
                      <a:pt x="50399" y="67913"/>
                    </a:lnTo>
                    <a:lnTo>
                      <a:pt x="80498" y="95059"/>
                    </a:lnTo>
                    <a:lnTo>
                      <a:pt x="106882" y="105155"/>
                    </a:lnTo>
                    <a:lnTo>
                      <a:pt x="113740" y="103631"/>
                    </a:lnTo>
                    <a:lnTo>
                      <a:pt x="122122" y="10210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07" name="Google Shape;120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28715" y="2028597"/>
              <a:ext cx="146164" cy="2350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08" name="Google Shape;1208;p9"/>
            <p:cNvGrpSpPr/>
            <p:nvPr/>
          </p:nvGrpSpPr>
          <p:grpSpPr>
            <a:xfrm>
              <a:off x="6327622" y="1972792"/>
              <a:ext cx="312470" cy="250748"/>
              <a:chOff x="6327622" y="1972792"/>
              <a:chExt cx="312470" cy="250748"/>
            </a:xfrm>
          </p:grpSpPr>
          <p:pic>
            <p:nvPicPr>
              <p:cNvPr id="1209" name="Google Shape;1209;p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327622" y="1972792"/>
                <a:ext cx="113398" cy="2149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0" name="Google Shape;1210;p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468592" y="2104618"/>
                <a:ext cx="171500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11" name="Google Shape;1211;p9"/>
            <p:cNvGrpSpPr/>
            <p:nvPr/>
          </p:nvGrpSpPr>
          <p:grpSpPr>
            <a:xfrm>
              <a:off x="6751044" y="1987270"/>
              <a:ext cx="75643" cy="173253"/>
              <a:chOff x="6751044" y="1987270"/>
              <a:chExt cx="75643" cy="173253"/>
            </a:xfrm>
          </p:grpSpPr>
          <p:pic>
            <p:nvPicPr>
              <p:cNvPr id="1212" name="Google Shape;1212;p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751044" y="1987270"/>
                <a:ext cx="75643" cy="132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3" name="Google Shape;1213;p9"/>
              <p:cNvSpPr/>
              <p:nvPr/>
            </p:nvSpPr>
            <p:spPr>
              <a:xfrm>
                <a:off x="6795515" y="2154173"/>
                <a:ext cx="5715" cy="6350"/>
              </a:xfrm>
              <a:custGeom>
                <a:rect b="b" l="l" r="r" t="t"/>
                <a:pathLst>
                  <a:path extrusionOk="0" h="6350" w="5715">
                    <a:moveTo>
                      <a:pt x="5333" y="6096"/>
                    </a:moveTo>
                    <a:lnTo>
                      <a:pt x="4571" y="1524"/>
                    </a:lnTo>
                    <a:lnTo>
                      <a:pt x="3809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4" name="Google Shape;1214;p9"/>
            <p:cNvSpPr/>
            <p:nvPr/>
          </p:nvSpPr>
          <p:spPr>
            <a:xfrm>
              <a:off x="3608070" y="2452877"/>
              <a:ext cx="3040380" cy="165100"/>
            </a:xfrm>
            <a:custGeom>
              <a:rect b="b" l="l" r="r" t="t"/>
              <a:pathLst>
                <a:path extrusionOk="0" h="165100" w="3040379">
                  <a:moveTo>
                    <a:pt x="0" y="160020"/>
                  </a:moveTo>
                  <a:lnTo>
                    <a:pt x="16228" y="162341"/>
                  </a:lnTo>
                  <a:lnTo>
                    <a:pt x="32099" y="163734"/>
                  </a:lnTo>
                  <a:lnTo>
                    <a:pt x="48113" y="164413"/>
                  </a:lnTo>
                  <a:lnTo>
                    <a:pt x="64769" y="164592"/>
                  </a:lnTo>
                  <a:lnTo>
                    <a:pt x="89916" y="164437"/>
                  </a:lnTo>
                  <a:lnTo>
                    <a:pt x="115062" y="163925"/>
                  </a:lnTo>
                  <a:lnTo>
                    <a:pt x="140208" y="162984"/>
                  </a:lnTo>
                  <a:lnTo>
                    <a:pt x="165354" y="161544"/>
                  </a:lnTo>
                  <a:lnTo>
                    <a:pt x="198381" y="159388"/>
                  </a:lnTo>
                  <a:lnTo>
                    <a:pt x="231267" y="157448"/>
                  </a:lnTo>
                  <a:lnTo>
                    <a:pt x="264152" y="155650"/>
                  </a:lnTo>
                  <a:lnTo>
                    <a:pt x="297180" y="153924"/>
                  </a:lnTo>
                  <a:lnTo>
                    <a:pt x="335601" y="151685"/>
                  </a:lnTo>
                  <a:lnTo>
                    <a:pt x="374237" y="149733"/>
                  </a:lnTo>
                  <a:lnTo>
                    <a:pt x="413015" y="148351"/>
                  </a:lnTo>
                  <a:lnTo>
                    <a:pt x="451866" y="147828"/>
                  </a:lnTo>
                  <a:lnTo>
                    <a:pt x="496442" y="146792"/>
                  </a:lnTo>
                  <a:lnTo>
                    <a:pt x="541019" y="145827"/>
                  </a:lnTo>
                  <a:lnTo>
                    <a:pt x="585596" y="144720"/>
                  </a:lnTo>
                  <a:lnTo>
                    <a:pt x="630174" y="143256"/>
                  </a:lnTo>
                  <a:lnTo>
                    <a:pt x="679906" y="141291"/>
                  </a:lnTo>
                  <a:lnTo>
                    <a:pt x="729710" y="138969"/>
                  </a:lnTo>
                  <a:lnTo>
                    <a:pt x="779656" y="136505"/>
                  </a:lnTo>
                  <a:lnTo>
                    <a:pt x="829818" y="134112"/>
                  </a:lnTo>
                  <a:lnTo>
                    <a:pt x="880812" y="131826"/>
                  </a:lnTo>
                  <a:lnTo>
                    <a:pt x="932021" y="129540"/>
                  </a:lnTo>
                  <a:lnTo>
                    <a:pt x="983372" y="127254"/>
                  </a:lnTo>
                  <a:lnTo>
                    <a:pt x="1034796" y="124968"/>
                  </a:lnTo>
                  <a:lnTo>
                    <a:pt x="1085671" y="122682"/>
                  </a:lnTo>
                  <a:lnTo>
                    <a:pt x="1136618" y="120396"/>
                  </a:lnTo>
                  <a:lnTo>
                    <a:pt x="1187707" y="118110"/>
                  </a:lnTo>
                  <a:lnTo>
                    <a:pt x="1239012" y="115824"/>
                  </a:lnTo>
                  <a:lnTo>
                    <a:pt x="1288926" y="113824"/>
                  </a:lnTo>
                  <a:lnTo>
                    <a:pt x="1338949" y="111532"/>
                  </a:lnTo>
                  <a:lnTo>
                    <a:pt x="1389010" y="109020"/>
                  </a:lnTo>
                  <a:lnTo>
                    <a:pt x="1439033" y="106363"/>
                  </a:lnTo>
                  <a:lnTo>
                    <a:pt x="1488948" y="103632"/>
                  </a:lnTo>
                  <a:lnTo>
                    <a:pt x="1540263" y="100619"/>
                  </a:lnTo>
                  <a:lnTo>
                    <a:pt x="1591437" y="97250"/>
                  </a:lnTo>
                  <a:lnTo>
                    <a:pt x="1642610" y="93452"/>
                  </a:lnTo>
                  <a:lnTo>
                    <a:pt x="1693926" y="89153"/>
                  </a:lnTo>
                  <a:lnTo>
                    <a:pt x="1745480" y="85022"/>
                  </a:lnTo>
                  <a:lnTo>
                    <a:pt x="1797177" y="80676"/>
                  </a:lnTo>
                  <a:lnTo>
                    <a:pt x="1848873" y="76188"/>
                  </a:lnTo>
                  <a:lnTo>
                    <a:pt x="1900427" y="71627"/>
                  </a:lnTo>
                  <a:lnTo>
                    <a:pt x="1953125" y="67067"/>
                  </a:lnTo>
                  <a:lnTo>
                    <a:pt x="2005965" y="62579"/>
                  </a:lnTo>
                  <a:lnTo>
                    <a:pt x="2058804" y="58233"/>
                  </a:lnTo>
                  <a:lnTo>
                    <a:pt x="2111502" y="54101"/>
                  </a:lnTo>
                  <a:lnTo>
                    <a:pt x="2163949" y="50684"/>
                  </a:lnTo>
                  <a:lnTo>
                    <a:pt x="2216181" y="47339"/>
                  </a:lnTo>
                  <a:lnTo>
                    <a:pt x="2268271" y="44136"/>
                  </a:lnTo>
                  <a:lnTo>
                    <a:pt x="2320290" y="41147"/>
                  </a:lnTo>
                  <a:lnTo>
                    <a:pt x="2374011" y="37707"/>
                  </a:lnTo>
                  <a:lnTo>
                    <a:pt x="2427732" y="34194"/>
                  </a:lnTo>
                  <a:lnTo>
                    <a:pt x="2481453" y="30539"/>
                  </a:lnTo>
                  <a:lnTo>
                    <a:pt x="2535174" y="26669"/>
                  </a:lnTo>
                  <a:lnTo>
                    <a:pt x="2585459" y="23091"/>
                  </a:lnTo>
                  <a:lnTo>
                    <a:pt x="2635709" y="19623"/>
                  </a:lnTo>
                  <a:lnTo>
                    <a:pt x="2685885" y="16190"/>
                  </a:lnTo>
                  <a:lnTo>
                    <a:pt x="2735951" y="12722"/>
                  </a:lnTo>
                  <a:lnTo>
                    <a:pt x="2785872" y="9143"/>
                  </a:lnTo>
                  <a:lnTo>
                    <a:pt x="2824162" y="6881"/>
                  </a:lnTo>
                  <a:lnTo>
                    <a:pt x="2862453" y="4762"/>
                  </a:lnTo>
                  <a:lnTo>
                    <a:pt x="2900743" y="2928"/>
                  </a:lnTo>
                  <a:lnTo>
                    <a:pt x="2939034" y="1523"/>
                  </a:lnTo>
                  <a:lnTo>
                    <a:pt x="2961203" y="642"/>
                  </a:lnTo>
                  <a:lnTo>
                    <a:pt x="2983229" y="190"/>
                  </a:lnTo>
                  <a:lnTo>
                    <a:pt x="3005256" y="23"/>
                  </a:lnTo>
                  <a:lnTo>
                    <a:pt x="3027426" y="0"/>
                  </a:lnTo>
                  <a:lnTo>
                    <a:pt x="3035046" y="0"/>
                  </a:lnTo>
                  <a:lnTo>
                    <a:pt x="3035808" y="0"/>
                  </a:lnTo>
                  <a:lnTo>
                    <a:pt x="3040380" y="0"/>
                  </a:lnTo>
                  <a:lnTo>
                    <a:pt x="3024378" y="1309"/>
                  </a:lnTo>
                  <a:lnTo>
                    <a:pt x="3008376" y="1904"/>
                  </a:lnTo>
                  <a:lnTo>
                    <a:pt x="2992374" y="1928"/>
                  </a:lnTo>
                  <a:lnTo>
                    <a:pt x="2976372" y="152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5" name="Google Shape;1215;p9"/>
          <p:cNvGrpSpPr/>
          <p:nvPr/>
        </p:nvGrpSpPr>
        <p:grpSpPr>
          <a:xfrm>
            <a:off x="487682" y="2072160"/>
            <a:ext cx="8846460" cy="4457444"/>
            <a:chOff x="3513366" y="2473452"/>
            <a:chExt cx="6176225" cy="3459733"/>
          </a:xfrm>
        </p:grpSpPr>
        <p:grpSp>
          <p:nvGrpSpPr>
            <p:cNvPr id="1216" name="Google Shape;1216;p9"/>
            <p:cNvGrpSpPr/>
            <p:nvPr/>
          </p:nvGrpSpPr>
          <p:grpSpPr>
            <a:xfrm>
              <a:off x="4406620" y="2982442"/>
              <a:ext cx="367334" cy="352856"/>
              <a:chOff x="4406620" y="2982442"/>
              <a:chExt cx="367334" cy="352856"/>
            </a:xfrm>
          </p:grpSpPr>
          <p:pic>
            <p:nvPicPr>
              <p:cNvPr id="1217" name="Google Shape;1217;p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406620" y="3143224"/>
                <a:ext cx="136091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8" name="Google Shape;1218;p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418693" y="2982442"/>
                <a:ext cx="90085" cy="1402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19" name="Google Shape;1219;p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580356" y="3214090"/>
                <a:ext cx="193598" cy="1212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20" name="Google Shape;1220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850104" y="3134842"/>
              <a:ext cx="107492" cy="70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1" name="Google Shape;1221;p9"/>
            <p:cNvGrpSpPr/>
            <p:nvPr/>
          </p:nvGrpSpPr>
          <p:grpSpPr>
            <a:xfrm>
              <a:off x="5230367" y="2947390"/>
              <a:ext cx="360380" cy="316510"/>
              <a:chOff x="5230367" y="2947390"/>
              <a:chExt cx="360380" cy="316510"/>
            </a:xfrm>
          </p:grpSpPr>
          <p:pic>
            <p:nvPicPr>
              <p:cNvPr id="1222" name="Google Shape;1222;p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257012" y="2947390"/>
                <a:ext cx="333735" cy="2598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23" name="Google Shape;1223;p9"/>
              <p:cNvSpPr/>
              <p:nvPr/>
            </p:nvSpPr>
            <p:spPr>
              <a:xfrm>
                <a:off x="5230367" y="3025140"/>
                <a:ext cx="120650" cy="238760"/>
              </a:xfrm>
              <a:custGeom>
                <a:rect b="b" l="l" r="r" t="t"/>
                <a:pathLst>
                  <a:path extrusionOk="0" h="238760" w="120650">
                    <a:moveTo>
                      <a:pt x="0" y="0"/>
                    </a:moveTo>
                    <a:lnTo>
                      <a:pt x="0" y="17014"/>
                    </a:lnTo>
                    <a:lnTo>
                      <a:pt x="0" y="33813"/>
                    </a:lnTo>
                    <a:lnTo>
                      <a:pt x="0" y="50470"/>
                    </a:lnTo>
                    <a:lnTo>
                      <a:pt x="0" y="67056"/>
                    </a:lnTo>
                    <a:lnTo>
                      <a:pt x="2476" y="124682"/>
                    </a:lnTo>
                    <a:lnTo>
                      <a:pt x="15240" y="180594"/>
                    </a:lnTo>
                    <a:lnTo>
                      <a:pt x="42993" y="223135"/>
                    </a:lnTo>
                    <a:lnTo>
                      <a:pt x="89058" y="238601"/>
                    </a:lnTo>
                    <a:lnTo>
                      <a:pt x="104620" y="236160"/>
                    </a:lnTo>
                    <a:lnTo>
                      <a:pt x="120396" y="23164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24" name="Google Shape;1224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47334" y="2806420"/>
              <a:ext cx="93014" cy="90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5" name="Google Shape;1225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706985" y="2976346"/>
              <a:ext cx="261083" cy="2065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26" name="Google Shape;1226;p9"/>
            <p:cNvGrpSpPr/>
            <p:nvPr/>
          </p:nvGrpSpPr>
          <p:grpSpPr>
            <a:xfrm>
              <a:off x="6383273" y="3005328"/>
              <a:ext cx="94488" cy="71882"/>
              <a:chOff x="6383273" y="3005328"/>
              <a:chExt cx="94488" cy="71882"/>
            </a:xfrm>
          </p:grpSpPr>
          <p:sp>
            <p:nvSpPr>
              <p:cNvPr id="1227" name="Google Shape;1227;p9"/>
              <p:cNvSpPr/>
              <p:nvPr/>
            </p:nvSpPr>
            <p:spPr>
              <a:xfrm>
                <a:off x="6383273" y="3005328"/>
                <a:ext cx="74930" cy="17780"/>
              </a:xfrm>
              <a:custGeom>
                <a:rect b="b" l="l" r="r" t="t"/>
                <a:pathLst>
                  <a:path extrusionOk="0" h="17780" w="74929">
                    <a:moveTo>
                      <a:pt x="0" y="17525"/>
                    </a:moveTo>
                    <a:lnTo>
                      <a:pt x="9929" y="14489"/>
                    </a:lnTo>
                    <a:lnTo>
                      <a:pt x="19430" y="12096"/>
                    </a:lnTo>
                    <a:lnTo>
                      <a:pt x="28932" y="10132"/>
                    </a:lnTo>
                    <a:lnTo>
                      <a:pt x="38862" y="8381"/>
                    </a:lnTo>
                    <a:lnTo>
                      <a:pt x="47303" y="6655"/>
                    </a:lnTo>
                    <a:lnTo>
                      <a:pt x="55530" y="4857"/>
                    </a:lnTo>
                    <a:lnTo>
                      <a:pt x="63615" y="2917"/>
                    </a:lnTo>
                    <a:lnTo>
                      <a:pt x="71628" y="761"/>
                    </a:lnTo>
                    <a:lnTo>
                      <a:pt x="72390" y="0"/>
                    </a:lnTo>
                    <a:lnTo>
                      <a:pt x="73914" y="0"/>
                    </a:lnTo>
                    <a:lnTo>
                      <a:pt x="7467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6401561" y="3067050"/>
                <a:ext cx="76200" cy="10160"/>
              </a:xfrm>
              <a:custGeom>
                <a:rect b="b" l="l" r="r" t="t"/>
                <a:pathLst>
                  <a:path extrusionOk="0" h="10160" w="76200">
                    <a:moveTo>
                      <a:pt x="0" y="6858"/>
                    </a:moveTo>
                    <a:lnTo>
                      <a:pt x="15061" y="8893"/>
                    </a:lnTo>
                    <a:lnTo>
                      <a:pt x="29622" y="10001"/>
                    </a:lnTo>
                    <a:lnTo>
                      <a:pt x="44041" y="9536"/>
                    </a:lnTo>
                    <a:lnTo>
                      <a:pt x="58674" y="6858"/>
                    </a:lnTo>
                    <a:lnTo>
                      <a:pt x="67818" y="3810"/>
                    </a:lnTo>
                    <a:lnTo>
                      <a:pt x="70866" y="3048"/>
                    </a:lnTo>
                    <a:lnTo>
                      <a:pt x="7620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29" name="Google Shape;1229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832983" y="2939770"/>
              <a:ext cx="140104" cy="2075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0" name="Google Shape;1230;p9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041616" y="2946628"/>
              <a:ext cx="107123" cy="2349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1" name="Google Shape;1231;p9"/>
            <p:cNvSpPr/>
            <p:nvPr/>
          </p:nvSpPr>
          <p:spPr>
            <a:xfrm>
              <a:off x="8244363" y="2644044"/>
              <a:ext cx="173990" cy="727075"/>
            </a:xfrm>
            <a:custGeom>
              <a:rect b="b" l="l" r="r" t="t"/>
              <a:pathLst>
                <a:path extrusionOk="0" h="727075" w="173990">
                  <a:moveTo>
                    <a:pt x="124682" y="13049"/>
                  </a:moveTo>
                  <a:lnTo>
                    <a:pt x="77628" y="559"/>
                  </a:lnTo>
                  <a:lnTo>
                    <a:pt x="65246" y="0"/>
                  </a:lnTo>
                  <a:lnTo>
                    <a:pt x="52863" y="440"/>
                  </a:lnTo>
                  <a:lnTo>
                    <a:pt x="13870" y="20276"/>
                  </a:lnTo>
                  <a:lnTo>
                    <a:pt x="0" y="65912"/>
                  </a:lnTo>
                  <a:lnTo>
                    <a:pt x="59" y="84998"/>
                  </a:lnTo>
                  <a:lnTo>
                    <a:pt x="476" y="103727"/>
                  </a:lnTo>
                  <a:lnTo>
                    <a:pt x="892" y="140505"/>
                  </a:lnTo>
                  <a:lnTo>
                    <a:pt x="2095" y="176783"/>
                  </a:lnTo>
                  <a:lnTo>
                    <a:pt x="4012" y="212919"/>
                  </a:lnTo>
                  <a:lnTo>
                    <a:pt x="6572" y="249269"/>
                  </a:lnTo>
                  <a:lnTo>
                    <a:pt x="10298" y="292822"/>
                  </a:lnTo>
                  <a:lnTo>
                    <a:pt x="13525" y="336518"/>
                  </a:lnTo>
                  <a:lnTo>
                    <a:pt x="16323" y="380214"/>
                  </a:lnTo>
                  <a:lnTo>
                    <a:pt x="18764" y="423767"/>
                  </a:lnTo>
                  <a:lnTo>
                    <a:pt x="20764" y="463891"/>
                  </a:lnTo>
                  <a:lnTo>
                    <a:pt x="22193" y="504158"/>
                  </a:lnTo>
                  <a:lnTo>
                    <a:pt x="23050" y="544425"/>
                  </a:lnTo>
                  <a:lnTo>
                    <a:pt x="23336" y="584549"/>
                  </a:lnTo>
                  <a:lnTo>
                    <a:pt x="23574" y="615291"/>
                  </a:lnTo>
                  <a:lnTo>
                    <a:pt x="23526" y="645890"/>
                  </a:lnTo>
                  <a:lnTo>
                    <a:pt x="23764" y="676489"/>
                  </a:lnTo>
                  <a:lnTo>
                    <a:pt x="24860" y="707231"/>
                  </a:lnTo>
                  <a:lnTo>
                    <a:pt x="24860" y="711041"/>
                  </a:lnTo>
                  <a:lnTo>
                    <a:pt x="24098" y="722471"/>
                  </a:lnTo>
                  <a:lnTo>
                    <a:pt x="27908" y="725519"/>
                  </a:lnTo>
                  <a:lnTo>
                    <a:pt x="36599" y="727031"/>
                  </a:lnTo>
                  <a:lnTo>
                    <a:pt x="48863" y="725042"/>
                  </a:lnTo>
                  <a:lnTo>
                    <a:pt x="61126" y="721768"/>
                  </a:lnTo>
                  <a:lnTo>
                    <a:pt x="69818" y="719423"/>
                  </a:lnTo>
                  <a:lnTo>
                    <a:pt x="85260" y="715994"/>
                  </a:lnTo>
                  <a:lnTo>
                    <a:pt x="100774" y="712565"/>
                  </a:lnTo>
                  <a:lnTo>
                    <a:pt x="116431" y="709136"/>
                  </a:lnTo>
                  <a:lnTo>
                    <a:pt x="132302" y="705707"/>
                  </a:lnTo>
                  <a:lnTo>
                    <a:pt x="142910" y="702814"/>
                  </a:lnTo>
                  <a:lnTo>
                    <a:pt x="153162" y="699706"/>
                  </a:lnTo>
                  <a:lnTo>
                    <a:pt x="163270" y="696170"/>
                  </a:lnTo>
                  <a:lnTo>
                    <a:pt x="173450" y="69199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32" name="Google Shape;1232;p9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551900" y="2805658"/>
              <a:ext cx="134162" cy="1570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3" name="Google Shape;1233;p9"/>
            <p:cNvGrpSpPr/>
            <p:nvPr/>
          </p:nvGrpSpPr>
          <p:grpSpPr>
            <a:xfrm>
              <a:off x="8753855" y="2676880"/>
              <a:ext cx="529425" cy="300540"/>
              <a:chOff x="8753855" y="2676880"/>
              <a:chExt cx="529425" cy="300540"/>
            </a:xfrm>
          </p:grpSpPr>
          <p:sp>
            <p:nvSpPr>
              <p:cNvPr id="1234" name="Google Shape;1234;p9"/>
              <p:cNvSpPr/>
              <p:nvPr/>
            </p:nvSpPr>
            <p:spPr>
              <a:xfrm>
                <a:off x="8753855" y="2842260"/>
                <a:ext cx="53340" cy="2540"/>
              </a:xfrm>
              <a:custGeom>
                <a:rect b="b" l="l" r="r" t="t"/>
                <a:pathLst>
                  <a:path extrusionOk="0" h="2539" w="53340">
                    <a:moveTo>
                      <a:pt x="0" y="2286"/>
                    </a:moveTo>
                    <a:lnTo>
                      <a:pt x="10167" y="1714"/>
                    </a:lnTo>
                    <a:lnTo>
                      <a:pt x="20193" y="1143"/>
                    </a:lnTo>
                    <a:lnTo>
                      <a:pt x="30218" y="571"/>
                    </a:lnTo>
                    <a:lnTo>
                      <a:pt x="40386" y="0"/>
                    </a:lnTo>
                    <a:lnTo>
                      <a:pt x="44958" y="0"/>
                    </a:lnTo>
                    <a:lnTo>
                      <a:pt x="48768" y="0"/>
                    </a:lnTo>
                    <a:lnTo>
                      <a:pt x="5334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8766047" y="2871215"/>
                <a:ext cx="107950" cy="24130"/>
              </a:xfrm>
              <a:custGeom>
                <a:rect b="b" l="l" r="r" t="t"/>
                <a:pathLst>
                  <a:path extrusionOk="0" h="24130" w="107950">
                    <a:moveTo>
                      <a:pt x="0" y="23622"/>
                    </a:moveTo>
                    <a:lnTo>
                      <a:pt x="52506" y="15263"/>
                    </a:lnTo>
                    <a:lnTo>
                      <a:pt x="91344" y="5429"/>
                    </a:lnTo>
                    <a:lnTo>
                      <a:pt x="99143" y="2964"/>
                    </a:lnTo>
                    <a:lnTo>
                      <a:pt x="10744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36" name="Google Shape;1236;p9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913445" y="2676880"/>
                <a:ext cx="369835" cy="3005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37" name="Google Shape;1237;p9"/>
            <p:cNvGrpSpPr/>
            <p:nvPr/>
          </p:nvGrpSpPr>
          <p:grpSpPr>
            <a:xfrm>
              <a:off x="9255251" y="2545080"/>
              <a:ext cx="77216" cy="67945"/>
              <a:chOff x="9255251" y="2545080"/>
              <a:chExt cx="77216" cy="67945"/>
            </a:xfrm>
          </p:grpSpPr>
          <p:sp>
            <p:nvSpPr>
              <p:cNvPr id="1238" name="Google Shape;1238;p9"/>
              <p:cNvSpPr/>
              <p:nvPr/>
            </p:nvSpPr>
            <p:spPr>
              <a:xfrm>
                <a:off x="9255251" y="2583180"/>
                <a:ext cx="45720" cy="14604"/>
              </a:xfrm>
              <a:custGeom>
                <a:rect b="b" l="l" r="r" t="t"/>
                <a:pathLst>
                  <a:path extrusionOk="0" h="14605" w="45720">
                    <a:moveTo>
                      <a:pt x="0" y="14477"/>
                    </a:moveTo>
                    <a:lnTo>
                      <a:pt x="10906" y="7834"/>
                    </a:lnTo>
                    <a:lnTo>
                      <a:pt x="19240" y="4190"/>
                    </a:lnTo>
                    <a:lnTo>
                      <a:pt x="27860" y="2262"/>
                    </a:lnTo>
                    <a:lnTo>
                      <a:pt x="39624" y="761"/>
                    </a:lnTo>
                    <a:lnTo>
                      <a:pt x="41910" y="761"/>
                    </a:lnTo>
                    <a:lnTo>
                      <a:pt x="44196" y="0"/>
                    </a:lnTo>
                    <a:lnTo>
                      <a:pt x="4572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9329927" y="2545080"/>
                <a:ext cx="2540" cy="67945"/>
              </a:xfrm>
              <a:custGeom>
                <a:rect b="b" l="l" r="r" t="t"/>
                <a:pathLst>
                  <a:path extrusionOk="0" h="67944" w="2540">
                    <a:moveTo>
                      <a:pt x="0" y="0"/>
                    </a:moveTo>
                    <a:lnTo>
                      <a:pt x="571" y="11882"/>
                    </a:lnTo>
                    <a:lnTo>
                      <a:pt x="1143" y="23622"/>
                    </a:lnTo>
                    <a:lnTo>
                      <a:pt x="1714" y="35361"/>
                    </a:lnTo>
                    <a:lnTo>
                      <a:pt x="2286" y="47244"/>
                    </a:lnTo>
                    <a:lnTo>
                      <a:pt x="2286" y="57912"/>
                    </a:lnTo>
                    <a:lnTo>
                      <a:pt x="2286" y="60960"/>
                    </a:lnTo>
                    <a:lnTo>
                      <a:pt x="2286" y="678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0" name="Google Shape;1240;p9"/>
            <p:cNvGrpSpPr/>
            <p:nvPr/>
          </p:nvGrpSpPr>
          <p:grpSpPr>
            <a:xfrm>
              <a:off x="9380956" y="2473452"/>
              <a:ext cx="308635" cy="596900"/>
              <a:chOff x="9380956" y="2473452"/>
              <a:chExt cx="308635" cy="596900"/>
            </a:xfrm>
          </p:grpSpPr>
          <p:pic>
            <p:nvPicPr>
              <p:cNvPr id="1241" name="Google Shape;1241;p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9380956" y="2694406"/>
                <a:ext cx="105206" cy="1341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2" name="Google Shape;1242;p9"/>
              <p:cNvSpPr/>
              <p:nvPr/>
            </p:nvSpPr>
            <p:spPr>
              <a:xfrm>
                <a:off x="9384791" y="2473452"/>
                <a:ext cx="304800" cy="596900"/>
              </a:xfrm>
              <a:custGeom>
                <a:rect b="b" l="l" r="r" t="t"/>
                <a:pathLst>
                  <a:path extrusionOk="0" h="596900" w="304800">
                    <a:moveTo>
                      <a:pt x="161544" y="27432"/>
                    </a:moveTo>
                    <a:lnTo>
                      <a:pt x="203334" y="12858"/>
                    </a:lnTo>
                    <a:lnTo>
                      <a:pt x="241268" y="4286"/>
                    </a:lnTo>
                    <a:lnTo>
                      <a:pt x="265176" y="2286"/>
                    </a:lnTo>
                    <a:lnTo>
                      <a:pt x="272796" y="2286"/>
                    </a:lnTo>
                    <a:lnTo>
                      <a:pt x="280416" y="0"/>
                    </a:lnTo>
                    <a:lnTo>
                      <a:pt x="284226" y="8382"/>
                    </a:lnTo>
                    <a:lnTo>
                      <a:pt x="287393" y="17561"/>
                    </a:lnTo>
                    <a:lnTo>
                      <a:pt x="288417" y="27527"/>
                    </a:lnTo>
                    <a:lnTo>
                      <a:pt x="288297" y="37635"/>
                    </a:lnTo>
                    <a:lnTo>
                      <a:pt x="288036" y="47244"/>
                    </a:lnTo>
                    <a:lnTo>
                      <a:pt x="288155" y="69532"/>
                    </a:lnTo>
                    <a:lnTo>
                      <a:pt x="288417" y="91821"/>
                    </a:lnTo>
                    <a:lnTo>
                      <a:pt x="288678" y="114109"/>
                    </a:lnTo>
                    <a:lnTo>
                      <a:pt x="288798" y="136398"/>
                    </a:lnTo>
                    <a:lnTo>
                      <a:pt x="288393" y="178939"/>
                    </a:lnTo>
                    <a:lnTo>
                      <a:pt x="287845" y="221837"/>
                    </a:lnTo>
                    <a:lnTo>
                      <a:pt x="288155" y="264878"/>
                    </a:lnTo>
                    <a:lnTo>
                      <a:pt x="290322" y="307848"/>
                    </a:lnTo>
                    <a:lnTo>
                      <a:pt x="292393" y="333005"/>
                    </a:lnTo>
                    <a:lnTo>
                      <a:pt x="294894" y="358235"/>
                    </a:lnTo>
                    <a:lnTo>
                      <a:pt x="297394" y="383607"/>
                    </a:lnTo>
                    <a:lnTo>
                      <a:pt x="299466" y="409194"/>
                    </a:lnTo>
                    <a:lnTo>
                      <a:pt x="300930" y="428755"/>
                    </a:lnTo>
                    <a:lnTo>
                      <a:pt x="302037" y="448532"/>
                    </a:lnTo>
                    <a:lnTo>
                      <a:pt x="303002" y="468451"/>
                    </a:lnTo>
                    <a:lnTo>
                      <a:pt x="304038" y="488442"/>
                    </a:lnTo>
                    <a:lnTo>
                      <a:pt x="304359" y="504324"/>
                    </a:lnTo>
                    <a:lnTo>
                      <a:pt x="304323" y="520065"/>
                    </a:lnTo>
                    <a:lnTo>
                      <a:pt x="304145" y="535805"/>
                    </a:lnTo>
                    <a:lnTo>
                      <a:pt x="304038" y="551688"/>
                    </a:lnTo>
                    <a:lnTo>
                      <a:pt x="300990" y="551688"/>
                    </a:lnTo>
                    <a:lnTo>
                      <a:pt x="298704" y="551688"/>
                    </a:lnTo>
                    <a:lnTo>
                      <a:pt x="295656" y="550164"/>
                    </a:lnTo>
                    <a:lnTo>
                      <a:pt x="284547" y="547973"/>
                    </a:lnTo>
                    <a:lnTo>
                      <a:pt x="273081" y="546925"/>
                    </a:lnTo>
                    <a:lnTo>
                      <a:pt x="261473" y="546735"/>
                    </a:lnTo>
                    <a:lnTo>
                      <a:pt x="249936" y="547116"/>
                    </a:lnTo>
                    <a:lnTo>
                      <a:pt x="214443" y="550306"/>
                    </a:lnTo>
                    <a:lnTo>
                      <a:pt x="179736" y="556641"/>
                    </a:lnTo>
                    <a:lnTo>
                      <a:pt x="145458" y="564689"/>
                    </a:lnTo>
                    <a:lnTo>
                      <a:pt x="111252" y="573024"/>
                    </a:lnTo>
                    <a:lnTo>
                      <a:pt x="75973" y="581322"/>
                    </a:lnTo>
                    <a:lnTo>
                      <a:pt x="49053" y="587406"/>
                    </a:lnTo>
                    <a:lnTo>
                      <a:pt x="25419" y="592204"/>
                    </a:lnTo>
                    <a:lnTo>
                      <a:pt x="0" y="59664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43" name="Google Shape;1243;p9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513366" y="4153636"/>
              <a:ext cx="178358" cy="203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4" name="Google Shape;1244;p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737584" y="4186402"/>
              <a:ext cx="253034" cy="1387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5" name="Google Shape;1245;p9"/>
            <p:cNvGrpSpPr/>
            <p:nvPr/>
          </p:nvGrpSpPr>
          <p:grpSpPr>
            <a:xfrm>
              <a:off x="4113144" y="3989343"/>
              <a:ext cx="557661" cy="387712"/>
              <a:chOff x="4113144" y="3989343"/>
              <a:chExt cx="557661" cy="387712"/>
            </a:xfrm>
          </p:grpSpPr>
          <p:sp>
            <p:nvSpPr>
              <p:cNvPr id="1246" name="Google Shape;1246;p9"/>
              <p:cNvSpPr/>
              <p:nvPr/>
            </p:nvSpPr>
            <p:spPr>
              <a:xfrm>
                <a:off x="4113144" y="4084320"/>
                <a:ext cx="113030" cy="292735"/>
              </a:xfrm>
              <a:custGeom>
                <a:rect b="b" l="l" r="r" t="t"/>
                <a:pathLst>
                  <a:path extrusionOk="0" h="292735" w="113029">
                    <a:moveTo>
                      <a:pt x="21466" y="0"/>
                    </a:moveTo>
                    <a:lnTo>
                      <a:pt x="8715" y="5667"/>
                    </a:lnTo>
                    <a:lnTo>
                      <a:pt x="2893" y="13335"/>
                    </a:lnTo>
                    <a:lnTo>
                      <a:pt x="1214" y="24431"/>
                    </a:lnTo>
                    <a:lnTo>
                      <a:pt x="892" y="40386"/>
                    </a:lnTo>
                    <a:lnTo>
                      <a:pt x="0" y="78331"/>
                    </a:lnTo>
                    <a:lnTo>
                      <a:pt x="1178" y="116490"/>
                    </a:lnTo>
                    <a:lnTo>
                      <a:pt x="5072" y="154507"/>
                    </a:lnTo>
                    <a:lnTo>
                      <a:pt x="12322" y="192024"/>
                    </a:lnTo>
                    <a:lnTo>
                      <a:pt x="26800" y="236696"/>
                    </a:lnTo>
                    <a:lnTo>
                      <a:pt x="50422" y="277368"/>
                    </a:lnTo>
                    <a:lnTo>
                      <a:pt x="82034" y="292262"/>
                    </a:lnTo>
                    <a:lnTo>
                      <a:pt x="93856" y="288036"/>
                    </a:lnTo>
                    <a:lnTo>
                      <a:pt x="100691" y="281130"/>
                    </a:lnTo>
                    <a:lnTo>
                      <a:pt x="105667" y="275653"/>
                    </a:lnTo>
                    <a:lnTo>
                      <a:pt x="109501" y="270462"/>
                    </a:lnTo>
                    <a:lnTo>
                      <a:pt x="112906" y="26441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47" name="Google Shape;1247;p9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4242028" y="3996664"/>
                <a:ext cx="118160" cy="2530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8" name="Google Shape;1248;p9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393666" y="4172686"/>
                <a:ext cx="188264" cy="1257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49" name="Google Shape;1249;p9"/>
              <p:cNvSpPr/>
              <p:nvPr/>
            </p:nvSpPr>
            <p:spPr>
              <a:xfrm>
                <a:off x="4539995" y="3989343"/>
                <a:ext cx="130810" cy="372110"/>
              </a:xfrm>
              <a:custGeom>
                <a:rect b="b" l="l" r="r" t="t"/>
                <a:pathLst>
                  <a:path extrusionOk="0" h="372110" w="130810">
                    <a:moveTo>
                      <a:pt x="0" y="3536"/>
                    </a:moveTo>
                    <a:lnTo>
                      <a:pt x="14906" y="0"/>
                    </a:lnTo>
                    <a:lnTo>
                      <a:pt x="26098" y="964"/>
                    </a:lnTo>
                    <a:lnTo>
                      <a:pt x="36433" y="6643"/>
                    </a:lnTo>
                    <a:lnTo>
                      <a:pt x="77724" y="48970"/>
                    </a:lnTo>
                    <a:lnTo>
                      <a:pt x="99822" y="85832"/>
                    </a:lnTo>
                    <a:lnTo>
                      <a:pt x="117252" y="133076"/>
                    </a:lnTo>
                    <a:lnTo>
                      <a:pt x="127254" y="182606"/>
                    </a:lnTo>
                    <a:lnTo>
                      <a:pt x="130587" y="233183"/>
                    </a:lnTo>
                    <a:lnTo>
                      <a:pt x="129718" y="258579"/>
                    </a:lnTo>
                    <a:lnTo>
                      <a:pt x="121812" y="301728"/>
                    </a:lnTo>
                    <a:lnTo>
                      <a:pt x="105596" y="336232"/>
                    </a:lnTo>
                    <a:lnTo>
                      <a:pt x="79724" y="365676"/>
                    </a:lnTo>
                    <a:lnTo>
                      <a:pt x="71235" y="369558"/>
                    </a:lnTo>
                    <a:lnTo>
                      <a:pt x="60960" y="37158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0" name="Google Shape;1250;p9"/>
            <p:cNvGrpSpPr/>
            <p:nvPr/>
          </p:nvGrpSpPr>
          <p:grpSpPr>
            <a:xfrm>
              <a:off x="5039867" y="4107299"/>
              <a:ext cx="85344" cy="77732"/>
              <a:chOff x="5039867" y="4107299"/>
              <a:chExt cx="85344" cy="77732"/>
            </a:xfrm>
          </p:grpSpPr>
          <p:sp>
            <p:nvSpPr>
              <p:cNvPr id="1251" name="Google Shape;1251;p9"/>
              <p:cNvSpPr/>
              <p:nvPr/>
            </p:nvSpPr>
            <p:spPr>
              <a:xfrm>
                <a:off x="5039867" y="4107299"/>
                <a:ext cx="49530" cy="3175"/>
              </a:xfrm>
              <a:custGeom>
                <a:rect b="b" l="l" r="r" t="t"/>
                <a:pathLst>
                  <a:path extrusionOk="0" h="3175" w="49529">
                    <a:moveTo>
                      <a:pt x="0" y="642"/>
                    </a:moveTo>
                    <a:lnTo>
                      <a:pt x="11310" y="428"/>
                    </a:lnTo>
                    <a:lnTo>
                      <a:pt x="22478" y="71"/>
                    </a:lnTo>
                    <a:lnTo>
                      <a:pt x="33647" y="0"/>
                    </a:lnTo>
                    <a:lnTo>
                      <a:pt x="44958" y="642"/>
                    </a:lnTo>
                    <a:lnTo>
                      <a:pt x="48006" y="1404"/>
                    </a:lnTo>
                    <a:lnTo>
                      <a:pt x="48768" y="642"/>
                    </a:lnTo>
                    <a:lnTo>
                      <a:pt x="49530" y="292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5041391" y="4174236"/>
                <a:ext cx="83820" cy="10795"/>
              </a:xfrm>
              <a:custGeom>
                <a:rect b="b" l="l" r="r" t="t"/>
                <a:pathLst>
                  <a:path extrusionOk="0" h="10795" w="83820">
                    <a:moveTo>
                      <a:pt x="0" y="9906"/>
                    </a:moveTo>
                    <a:lnTo>
                      <a:pt x="11763" y="10310"/>
                    </a:lnTo>
                    <a:lnTo>
                      <a:pt x="23241" y="10287"/>
                    </a:lnTo>
                    <a:lnTo>
                      <a:pt x="34718" y="9691"/>
                    </a:lnTo>
                    <a:lnTo>
                      <a:pt x="46482" y="8382"/>
                    </a:lnTo>
                    <a:lnTo>
                      <a:pt x="55745" y="6643"/>
                    </a:lnTo>
                    <a:lnTo>
                      <a:pt x="65151" y="4762"/>
                    </a:lnTo>
                    <a:lnTo>
                      <a:pt x="74556" y="2595"/>
                    </a:lnTo>
                    <a:lnTo>
                      <a:pt x="8382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3" name="Google Shape;1253;p9"/>
            <p:cNvGrpSpPr/>
            <p:nvPr/>
          </p:nvGrpSpPr>
          <p:grpSpPr>
            <a:xfrm>
              <a:off x="5467324" y="3926586"/>
              <a:ext cx="308794" cy="469900"/>
              <a:chOff x="5467324" y="3926586"/>
              <a:chExt cx="308794" cy="469900"/>
            </a:xfrm>
          </p:grpSpPr>
          <p:pic>
            <p:nvPicPr>
              <p:cNvPr id="1254" name="Google Shape;1254;p9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467324" y="4086580"/>
                <a:ext cx="147116" cy="2233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5" name="Google Shape;1255;p9"/>
              <p:cNvSpPr/>
              <p:nvPr/>
            </p:nvSpPr>
            <p:spPr>
              <a:xfrm>
                <a:off x="5624988" y="3926586"/>
                <a:ext cx="151130" cy="469900"/>
              </a:xfrm>
              <a:custGeom>
                <a:rect b="b" l="l" r="r" t="t"/>
                <a:pathLst>
                  <a:path extrusionOk="0" h="469900" w="151129">
                    <a:moveTo>
                      <a:pt x="109823" y="0"/>
                    </a:moveTo>
                    <a:lnTo>
                      <a:pt x="69437" y="8382"/>
                    </a:lnTo>
                    <a:lnTo>
                      <a:pt x="26765" y="22098"/>
                    </a:lnTo>
                    <a:lnTo>
                      <a:pt x="0" y="54959"/>
                    </a:lnTo>
                    <a:lnTo>
                      <a:pt x="250" y="63305"/>
                    </a:lnTo>
                    <a:lnTo>
                      <a:pt x="857" y="70866"/>
                    </a:lnTo>
                    <a:lnTo>
                      <a:pt x="2631" y="86737"/>
                    </a:lnTo>
                    <a:lnTo>
                      <a:pt x="5333" y="102393"/>
                    </a:lnTo>
                    <a:lnTo>
                      <a:pt x="8465" y="117907"/>
                    </a:lnTo>
                    <a:lnTo>
                      <a:pt x="11525" y="133350"/>
                    </a:lnTo>
                    <a:lnTo>
                      <a:pt x="20002" y="176403"/>
                    </a:lnTo>
                    <a:lnTo>
                      <a:pt x="26765" y="219456"/>
                    </a:lnTo>
                    <a:lnTo>
                      <a:pt x="31908" y="262509"/>
                    </a:lnTo>
                    <a:lnTo>
                      <a:pt x="35909" y="305562"/>
                    </a:lnTo>
                    <a:lnTo>
                      <a:pt x="37599" y="324540"/>
                    </a:lnTo>
                    <a:lnTo>
                      <a:pt x="39147" y="343662"/>
                    </a:lnTo>
                    <a:lnTo>
                      <a:pt x="40409" y="362783"/>
                    </a:lnTo>
                    <a:lnTo>
                      <a:pt x="41243" y="381762"/>
                    </a:lnTo>
                    <a:lnTo>
                      <a:pt x="41957" y="394334"/>
                    </a:lnTo>
                    <a:lnTo>
                      <a:pt x="42957" y="406908"/>
                    </a:lnTo>
                    <a:lnTo>
                      <a:pt x="44243" y="419480"/>
                    </a:lnTo>
                    <a:lnTo>
                      <a:pt x="45815" y="432054"/>
                    </a:lnTo>
                    <a:lnTo>
                      <a:pt x="45815" y="438912"/>
                    </a:lnTo>
                    <a:lnTo>
                      <a:pt x="46577" y="446531"/>
                    </a:lnTo>
                    <a:lnTo>
                      <a:pt x="48101" y="454152"/>
                    </a:lnTo>
                    <a:lnTo>
                      <a:pt x="48863" y="457200"/>
                    </a:lnTo>
                    <a:lnTo>
                      <a:pt x="48863" y="460248"/>
                    </a:lnTo>
                    <a:lnTo>
                      <a:pt x="48863" y="464058"/>
                    </a:lnTo>
                    <a:lnTo>
                      <a:pt x="49625" y="465581"/>
                    </a:lnTo>
                    <a:lnTo>
                      <a:pt x="49625" y="467868"/>
                    </a:lnTo>
                    <a:lnTo>
                      <a:pt x="50387" y="469392"/>
                    </a:lnTo>
                    <a:lnTo>
                      <a:pt x="54197" y="469392"/>
                    </a:lnTo>
                    <a:lnTo>
                      <a:pt x="57245" y="468630"/>
                    </a:lnTo>
                    <a:lnTo>
                      <a:pt x="61817" y="466344"/>
                    </a:lnTo>
                    <a:lnTo>
                      <a:pt x="69592" y="463081"/>
                    </a:lnTo>
                    <a:lnTo>
                      <a:pt x="111632" y="455009"/>
                    </a:lnTo>
                    <a:lnTo>
                      <a:pt x="121027" y="455259"/>
                    </a:lnTo>
                    <a:lnTo>
                      <a:pt x="129635" y="456438"/>
                    </a:lnTo>
                    <a:lnTo>
                      <a:pt x="136493" y="457962"/>
                    </a:lnTo>
                    <a:lnTo>
                      <a:pt x="144113" y="461772"/>
                    </a:lnTo>
                    <a:lnTo>
                      <a:pt x="150971" y="46329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56" name="Google Shape;1256;p9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923000" y="3931894"/>
              <a:ext cx="299516" cy="304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7" name="Google Shape;1257;p9"/>
            <p:cNvSpPr/>
            <p:nvPr/>
          </p:nvSpPr>
          <p:spPr>
            <a:xfrm>
              <a:off x="6285738" y="4059935"/>
              <a:ext cx="60325" cy="7620"/>
            </a:xfrm>
            <a:custGeom>
              <a:rect b="b" l="l" r="r" t="t"/>
              <a:pathLst>
                <a:path extrusionOk="0" h="7620" w="60325">
                  <a:moveTo>
                    <a:pt x="0" y="7620"/>
                  </a:moveTo>
                  <a:lnTo>
                    <a:pt x="38100" y="3810"/>
                  </a:lnTo>
                  <a:lnTo>
                    <a:pt x="45720" y="2286"/>
                  </a:lnTo>
                  <a:lnTo>
                    <a:pt x="52577" y="3048"/>
                  </a:lnTo>
                  <a:lnTo>
                    <a:pt x="60198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8" name="Google Shape;1258;p9"/>
            <p:cNvGrpSpPr/>
            <p:nvPr/>
          </p:nvGrpSpPr>
          <p:grpSpPr>
            <a:xfrm>
              <a:off x="6503644" y="3777234"/>
              <a:ext cx="751866" cy="362204"/>
              <a:chOff x="6503644" y="3777234"/>
              <a:chExt cx="751866" cy="362204"/>
            </a:xfrm>
          </p:grpSpPr>
          <p:pic>
            <p:nvPicPr>
              <p:cNvPr id="1259" name="Google Shape;1259;p9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503644" y="3951706"/>
                <a:ext cx="115112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0" name="Google Shape;1260;p9"/>
              <p:cNvSpPr/>
              <p:nvPr/>
            </p:nvSpPr>
            <p:spPr>
              <a:xfrm>
                <a:off x="6671119" y="3904488"/>
                <a:ext cx="72390" cy="234950"/>
              </a:xfrm>
              <a:custGeom>
                <a:rect b="b" l="l" r="r" t="t"/>
                <a:pathLst>
                  <a:path extrusionOk="0" h="234950" w="72390">
                    <a:moveTo>
                      <a:pt x="45910" y="15239"/>
                    </a:moveTo>
                    <a:lnTo>
                      <a:pt x="39897" y="11584"/>
                    </a:lnTo>
                    <a:lnTo>
                      <a:pt x="32670" y="7143"/>
                    </a:lnTo>
                    <a:lnTo>
                      <a:pt x="25015" y="3131"/>
                    </a:lnTo>
                    <a:lnTo>
                      <a:pt x="17716" y="761"/>
                    </a:lnTo>
                    <a:lnTo>
                      <a:pt x="11620" y="0"/>
                    </a:lnTo>
                    <a:lnTo>
                      <a:pt x="5524" y="0"/>
                    </a:lnTo>
                    <a:lnTo>
                      <a:pt x="3238" y="6095"/>
                    </a:lnTo>
                    <a:lnTo>
                      <a:pt x="833" y="16073"/>
                    </a:lnTo>
                    <a:lnTo>
                      <a:pt x="0" y="27050"/>
                    </a:lnTo>
                    <a:lnTo>
                      <a:pt x="23" y="38028"/>
                    </a:lnTo>
                    <a:lnTo>
                      <a:pt x="4286" y="80390"/>
                    </a:lnTo>
                    <a:lnTo>
                      <a:pt x="10096" y="112775"/>
                    </a:lnTo>
                    <a:lnTo>
                      <a:pt x="12370" y="128337"/>
                    </a:lnTo>
                    <a:lnTo>
                      <a:pt x="18478" y="176021"/>
                    </a:lnTo>
                    <a:lnTo>
                      <a:pt x="20002" y="201929"/>
                    </a:lnTo>
                    <a:lnTo>
                      <a:pt x="21264" y="215026"/>
                    </a:lnTo>
                    <a:lnTo>
                      <a:pt x="23812" y="227837"/>
                    </a:lnTo>
                    <a:lnTo>
                      <a:pt x="25336" y="233933"/>
                    </a:lnTo>
                    <a:lnTo>
                      <a:pt x="28384" y="234695"/>
                    </a:lnTo>
                    <a:lnTo>
                      <a:pt x="34480" y="234695"/>
                    </a:lnTo>
                    <a:lnTo>
                      <a:pt x="65722" y="217169"/>
                    </a:lnTo>
                    <a:lnTo>
                      <a:pt x="68770" y="214121"/>
                    </a:lnTo>
                    <a:lnTo>
                      <a:pt x="71818" y="21107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61" name="Google Shape;1261;p9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747484" y="3838930"/>
                <a:ext cx="100920" cy="1996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2" name="Google Shape;1262;p9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875500" y="3833596"/>
                <a:ext cx="242545" cy="25913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3" name="Google Shape;1263;p9"/>
              <p:cNvSpPr/>
              <p:nvPr/>
            </p:nvSpPr>
            <p:spPr>
              <a:xfrm>
                <a:off x="7147560" y="3777234"/>
                <a:ext cx="107950" cy="348615"/>
              </a:xfrm>
              <a:custGeom>
                <a:rect b="b" l="l" r="r" t="t"/>
                <a:pathLst>
                  <a:path extrusionOk="0" h="348614" w="107950">
                    <a:moveTo>
                      <a:pt x="11429" y="0"/>
                    </a:moveTo>
                    <a:lnTo>
                      <a:pt x="53113" y="27110"/>
                    </a:lnTo>
                    <a:lnTo>
                      <a:pt x="76926" y="57185"/>
                    </a:lnTo>
                    <a:lnTo>
                      <a:pt x="95523" y="94499"/>
                    </a:lnTo>
                    <a:lnTo>
                      <a:pt x="106084" y="135350"/>
                    </a:lnTo>
                    <a:lnTo>
                      <a:pt x="107632" y="156972"/>
                    </a:lnTo>
                    <a:lnTo>
                      <a:pt x="106608" y="178593"/>
                    </a:lnTo>
                    <a:lnTo>
                      <a:pt x="95178" y="223885"/>
                    </a:lnTo>
                    <a:lnTo>
                      <a:pt x="70937" y="269509"/>
                    </a:lnTo>
                    <a:lnTo>
                      <a:pt x="43719" y="306443"/>
                    </a:lnTo>
                    <a:lnTo>
                      <a:pt x="16097" y="335541"/>
                    </a:lnTo>
                    <a:lnTo>
                      <a:pt x="0" y="34823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4" name="Google Shape;1264;p9"/>
            <p:cNvSpPr/>
            <p:nvPr/>
          </p:nvSpPr>
          <p:spPr>
            <a:xfrm>
              <a:off x="5844540" y="3984497"/>
              <a:ext cx="269240" cy="354330"/>
            </a:xfrm>
            <a:custGeom>
              <a:rect b="b" l="l" r="r" t="t"/>
              <a:pathLst>
                <a:path extrusionOk="0" h="354329" w="269239">
                  <a:moveTo>
                    <a:pt x="0" y="0"/>
                  </a:moveTo>
                  <a:lnTo>
                    <a:pt x="821" y="16002"/>
                  </a:lnTo>
                  <a:lnTo>
                    <a:pt x="2000" y="32004"/>
                  </a:lnTo>
                  <a:lnTo>
                    <a:pt x="3321" y="48006"/>
                  </a:lnTo>
                  <a:lnTo>
                    <a:pt x="4572" y="64008"/>
                  </a:lnTo>
                  <a:lnTo>
                    <a:pt x="9334" y="118395"/>
                  </a:lnTo>
                  <a:lnTo>
                    <a:pt x="17526" y="172212"/>
                  </a:lnTo>
                  <a:lnTo>
                    <a:pt x="33337" y="238125"/>
                  </a:lnTo>
                  <a:lnTo>
                    <a:pt x="61722" y="299466"/>
                  </a:lnTo>
                  <a:lnTo>
                    <a:pt x="101631" y="334232"/>
                  </a:lnTo>
                  <a:lnTo>
                    <a:pt x="152400" y="351281"/>
                  </a:lnTo>
                  <a:lnTo>
                    <a:pt x="181760" y="354020"/>
                  </a:lnTo>
                  <a:lnTo>
                    <a:pt x="210693" y="353758"/>
                  </a:lnTo>
                  <a:lnTo>
                    <a:pt x="239625" y="351496"/>
                  </a:lnTo>
                  <a:lnTo>
                    <a:pt x="268986" y="348234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9"/>
            <p:cNvGrpSpPr/>
            <p:nvPr/>
          </p:nvGrpSpPr>
          <p:grpSpPr>
            <a:xfrm>
              <a:off x="7384292" y="3755110"/>
              <a:ext cx="441472" cy="347117"/>
              <a:chOff x="7384292" y="3755110"/>
              <a:chExt cx="441472" cy="347117"/>
            </a:xfrm>
          </p:grpSpPr>
          <p:sp>
            <p:nvSpPr>
              <p:cNvPr id="1266" name="Google Shape;1266;p9"/>
              <p:cNvSpPr/>
              <p:nvPr/>
            </p:nvSpPr>
            <p:spPr>
              <a:xfrm>
                <a:off x="7384292" y="3765042"/>
                <a:ext cx="126364" cy="337185"/>
              </a:xfrm>
              <a:custGeom>
                <a:rect b="b" l="l" r="r" t="t"/>
                <a:pathLst>
                  <a:path extrusionOk="0" h="337185" w="126365">
                    <a:moveTo>
                      <a:pt x="36826" y="12191"/>
                    </a:moveTo>
                    <a:lnTo>
                      <a:pt x="37588" y="3809"/>
                    </a:lnTo>
                    <a:lnTo>
                      <a:pt x="41398" y="0"/>
                    </a:lnTo>
                    <a:lnTo>
                      <a:pt x="36826" y="761"/>
                    </a:lnTo>
                    <a:lnTo>
                      <a:pt x="22038" y="38695"/>
                    </a:lnTo>
                    <a:lnTo>
                      <a:pt x="11394" y="82819"/>
                    </a:lnTo>
                    <a:lnTo>
                      <a:pt x="2250" y="145684"/>
                    </a:lnTo>
                    <a:lnTo>
                      <a:pt x="0" y="208109"/>
                    </a:lnTo>
                    <a:lnTo>
                      <a:pt x="2250" y="238029"/>
                    </a:lnTo>
                    <a:lnTo>
                      <a:pt x="18538" y="295655"/>
                    </a:lnTo>
                    <a:lnTo>
                      <a:pt x="56471" y="333589"/>
                    </a:lnTo>
                    <a:lnTo>
                      <a:pt x="75688" y="336803"/>
                    </a:lnTo>
                    <a:lnTo>
                      <a:pt x="90511" y="335506"/>
                    </a:lnTo>
                    <a:lnTo>
                      <a:pt x="102834" y="330993"/>
                    </a:lnTo>
                    <a:lnTo>
                      <a:pt x="114157" y="324052"/>
                    </a:lnTo>
                    <a:lnTo>
                      <a:pt x="125980" y="31546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67" name="Google Shape;1267;p9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508722" y="3755110"/>
                <a:ext cx="120220" cy="2294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68" name="Google Shape;1268;p9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655026" y="3912082"/>
                <a:ext cx="170738" cy="1120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69" name="Google Shape;1269;p9"/>
            <p:cNvSpPr/>
            <p:nvPr/>
          </p:nvSpPr>
          <p:spPr>
            <a:xfrm>
              <a:off x="7901178" y="3829811"/>
              <a:ext cx="67310" cy="12700"/>
            </a:xfrm>
            <a:custGeom>
              <a:rect b="b" l="l" r="r" t="t"/>
              <a:pathLst>
                <a:path extrusionOk="0" h="12700" w="67309">
                  <a:moveTo>
                    <a:pt x="0" y="12191"/>
                  </a:moveTo>
                  <a:lnTo>
                    <a:pt x="44958" y="3047"/>
                  </a:lnTo>
                  <a:lnTo>
                    <a:pt x="51816" y="761"/>
                  </a:lnTo>
                  <a:lnTo>
                    <a:pt x="60960" y="761"/>
                  </a:lnTo>
                  <a:lnTo>
                    <a:pt x="67056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70" name="Google Shape;1270;p9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8183378" y="3707104"/>
              <a:ext cx="114065" cy="1920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1" name="Google Shape;1271;p9"/>
            <p:cNvGrpSpPr/>
            <p:nvPr/>
          </p:nvGrpSpPr>
          <p:grpSpPr>
            <a:xfrm>
              <a:off x="8349673" y="3428702"/>
              <a:ext cx="687138" cy="593725"/>
              <a:chOff x="8349673" y="3428702"/>
              <a:chExt cx="687138" cy="593725"/>
            </a:xfrm>
          </p:grpSpPr>
          <p:pic>
            <p:nvPicPr>
              <p:cNvPr id="1272" name="Google Shape;1272;p9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8349673" y="3618712"/>
                <a:ext cx="177132" cy="287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73" name="Google Shape;1273;p9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8559520" y="3758920"/>
                <a:ext cx="175310" cy="937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4" name="Google Shape;1274;p9"/>
              <p:cNvSpPr/>
              <p:nvPr/>
            </p:nvSpPr>
            <p:spPr>
              <a:xfrm>
                <a:off x="8686800" y="3586733"/>
                <a:ext cx="99060" cy="318770"/>
              </a:xfrm>
              <a:custGeom>
                <a:rect b="b" l="l" r="r" t="t"/>
                <a:pathLst>
                  <a:path extrusionOk="0" h="318770" w="99059">
                    <a:moveTo>
                      <a:pt x="0" y="0"/>
                    </a:moveTo>
                    <a:lnTo>
                      <a:pt x="37290" y="19931"/>
                    </a:lnTo>
                    <a:lnTo>
                      <a:pt x="71913" y="66579"/>
                    </a:lnTo>
                    <a:lnTo>
                      <a:pt x="88392" y="105917"/>
                    </a:lnTo>
                    <a:lnTo>
                      <a:pt x="98679" y="164306"/>
                    </a:lnTo>
                    <a:lnTo>
                      <a:pt x="98679" y="194107"/>
                    </a:lnTo>
                    <a:lnTo>
                      <a:pt x="90249" y="243089"/>
                    </a:lnTo>
                    <a:lnTo>
                      <a:pt x="74247" y="281023"/>
                    </a:lnTo>
                    <a:lnTo>
                      <a:pt x="46636" y="315634"/>
                    </a:lnTo>
                    <a:lnTo>
                      <a:pt x="39624" y="318516"/>
                    </a:lnTo>
                    <a:lnTo>
                      <a:pt x="38862" y="310896"/>
                    </a:lnTo>
                    <a:lnTo>
                      <a:pt x="38862" y="307086"/>
                    </a:lnTo>
                    <a:lnTo>
                      <a:pt x="38862" y="30099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75" name="Google Shape;1275;p9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8745448" y="3476218"/>
                <a:ext cx="98348" cy="968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6" name="Google Shape;1276;p9"/>
              <p:cNvSpPr/>
              <p:nvPr/>
            </p:nvSpPr>
            <p:spPr>
              <a:xfrm>
                <a:off x="8790432" y="3428702"/>
                <a:ext cx="246379" cy="593725"/>
              </a:xfrm>
              <a:custGeom>
                <a:rect b="b" l="l" r="r" t="t"/>
                <a:pathLst>
                  <a:path extrusionOk="0" h="593725" w="246379">
                    <a:moveTo>
                      <a:pt x="122681" y="19347"/>
                    </a:moveTo>
                    <a:lnTo>
                      <a:pt x="166877" y="1821"/>
                    </a:lnTo>
                    <a:lnTo>
                      <a:pt x="192595" y="0"/>
                    </a:lnTo>
                    <a:lnTo>
                      <a:pt x="201167" y="297"/>
                    </a:lnTo>
                    <a:lnTo>
                      <a:pt x="222503" y="45827"/>
                    </a:lnTo>
                    <a:lnTo>
                      <a:pt x="223265" y="76497"/>
                    </a:lnTo>
                    <a:lnTo>
                      <a:pt x="223735" y="124503"/>
                    </a:lnTo>
                    <a:lnTo>
                      <a:pt x="223729" y="172509"/>
                    </a:lnTo>
                    <a:lnTo>
                      <a:pt x="223869" y="220515"/>
                    </a:lnTo>
                    <a:lnTo>
                      <a:pt x="224777" y="268521"/>
                    </a:lnTo>
                    <a:lnTo>
                      <a:pt x="227075" y="316527"/>
                    </a:lnTo>
                    <a:lnTo>
                      <a:pt x="231838" y="380059"/>
                    </a:lnTo>
                    <a:lnTo>
                      <a:pt x="237743" y="443019"/>
                    </a:lnTo>
                    <a:lnTo>
                      <a:pt x="239899" y="463010"/>
                    </a:lnTo>
                    <a:lnTo>
                      <a:pt x="241839" y="482929"/>
                    </a:lnTo>
                    <a:lnTo>
                      <a:pt x="245363" y="522267"/>
                    </a:lnTo>
                    <a:lnTo>
                      <a:pt x="246125" y="556557"/>
                    </a:lnTo>
                    <a:lnTo>
                      <a:pt x="246125" y="561891"/>
                    </a:lnTo>
                    <a:lnTo>
                      <a:pt x="243839" y="564939"/>
                    </a:lnTo>
                    <a:lnTo>
                      <a:pt x="237743" y="565701"/>
                    </a:lnTo>
                    <a:lnTo>
                      <a:pt x="219908" y="566380"/>
                    </a:lnTo>
                    <a:lnTo>
                      <a:pt x="201929" y="565987"/>
                    </a:lnTo>
                    <a:lnTo>
                      <a:pt x="183951" y="566023"/>
                    </a:lnTo>
                    <a:lnTo>
                      <a:pt x="166115" y="567987"/>
                    </a:lnTo>
                    <a:lnTo>
                      <a:pt x="141541" y="572238"/>
                    </a:lnTo>
                    <a:lnTo>
                      <a:pt x="116966" y="576845"/>
                    </a:lnTo>
                    <a:lnTo>
                      <a:pt x="92392" y="581596"/>
                    </a:lnTo>
                    <a:lnTo>
                      <a:pt x="67817" y="586275"/>
                    </a:lnTo>
                    <a:lnTo>
                      <a:pt x="50899" y="589168"/>
                    </a:lnTo>
                    <a:lnTo>
                      <a:pt x="34194" y="591133"/>
                    </a:lnTo>
                    <a:lnTo>
                      <a:pt x="17347" y="592383"/>
                    </a:lnTo>
                    <a:lnTo>
                      <a:pt x="0" y="59313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77" name="Google Shape;1277;p9"/>
            <p:cNvSpPr/>
            <p:nvPr/>
          </p:nvSpPr>
          <p:spPr>
            <a:xfrm>
              <a:off x="6602730" y="4202429"/>
              <a:ext cx="398780" cy="81280"/>
            </a:xfrm>
            <a:custGeom>
              <a:rect b="b" l="l" r="r" t="t"/>
              <a:pathLst>
                <a:path extrusionOk="0" h="81279" w="398779">
                  <a:moveTo>
                    <a:pt x="0" y="45720"/>
                  </a:moveTo>
                  <a:lnTo>
                    <a:pt x="27432" y="75438"/>
                  </a:lnTo>
                  <a:lnTo>
                    <a:pt x="59578" y="80688"/>
                  </a:lnTo>
                  <a:lnTo>
                    <a:pt x="70104" y="80010"/>
                  </a:lnTo>
                  <a:lnTo>
                    <a:pt x="82736" y="78140"/>
                  </a:lnTo>
                  <a:lnTo>
                    <a:pt x="94583" y="74199"/>
                  </a:lnTo>
                  <a:lnTo>
                    <a:pt x="106001" y="68972"/>
                  </a:lnTo>
                  <a:lnTo>
                    <a:pt x="117348" y="63246"/>
                  </a:lnTo>
                  <a:lnTo>
                    <a:pt x="129492" y="57602"/>
                  </a:lnTo>
                  <a:lnTo>
                    <a:pt x="167640" y="44958"/>
                  </a:lnTo>
                  <a:lnTo>
                    <a:pt x="188690" y="42386"/>
                  </a:lnTo>
                  <a:lnTo>
                    <a:pt x="199679" y="42922"/>
                  </a:lnTo>
                  <a:lnTo>
                    <a:pt x="240792" y="61722"/>
                  </a:lnTo>
                  <a:lnTo>
                    <a:pt x="246126" y="65532"/>
                  </a:lnTo>
                  <a:lnTo>
                    <a:pt x="249936" y="70866"/>
                  </a:lnTo>
                  <a:lnTo>
                    <a:pt x="253746" y="76200"/>
                  </a:lnTo>
                  <a:lnTo>
                    <a:pt x="255270" y="74676"/>
                  </a:lnTo>
                  <a:lnTo>
                    <a:pt x="254508" y="77724"/>
                  </a:lnTo>
                  <a:lnTo>
                    <a:pt x="257556" y="73914"/>
                  </a:lnTo>
                  <a:lnTo>
                    <a:pt x="262175" y="67770"/>
                  </a:lnTo>
                  <a:lnTo>
                    <a:pt x="267081" y="61912"/>
                  </a:lnTo>
                  <a:lnTo>
                    <a:pt x="301073" y="39373"/>
                  </a:lnTo>
                  <a:lnTo>
                    <a:pt x="316432" y="37945"/>
                  </a:lnTo>
                  <a:lnTo>
                    <a:pt x="322992" y="38576"/>
                  </a:lnTo>
                  <a:lnTo>
                    <a:pt x="329410" y="39921"/>
                  </a:lnTo>
                  <a:lnTo>
                    <a:pt x="336042" y="41910"/>
                  </a:lnTo>
                  <a:lnTo>
                    <a:pt x="342233" y="43005"/>
                  </a:lnTo>
                  <a:lnTo>
                    <a:pt x="348995" y="43815"/>
                  </a:lnTo>
                  <a:lnTo>
                    <a:pt x="355758" y="44053"/>
                  </a:lnTo>
                  <a:lnTo>
                    <a:pt x="361950" y="43434"/>
                  </a:lnTo>
                  <a:lnTo>
                    <a:pt x="392430" y="19812"/>
                  </a:lnTo>
                  <a:lnTo>
                    <a:pt x="398526" y="9906"/>
                  </a:lnTo>
                  <a:lnTo>
                    <a:pt x="393954" y="3810"/>
                  </a:lnTo>
                  <a:lnTo>
                    <a:pt x="392430" y="2286"/>
                  </a:lnTo>
                  <a:lnTo>
                    <a:pt x="390144" y="1524"/>
                  </a:lnTo>
                  <a:lnTo>
                    <a:pt x="388620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78" name="Google Shape;1278;p9"/>
            <p:cNvGrpSpPr/>
            <p:nvPr/>
          </p:nvGrpSpPr>
          <p:grpSpPr>
            <a:xfrm>
              <a:off x="5221223" y="4920234"/>
              <a:ext cx="68072" cy="64135"/>
              <a:chOff x="5221223" y="4920234"/>
              <a:chExt cx="68072" cy="64135"/>
            </a:xfrm>
          </p:grpSpPr>
          <p:sp>
            <p:nvSpPr>
              <p:cNvPr id="1279" name="Google Shape;1279;p9"/>
              <p:cNvSpPr/>
              <p:nvPr/>
            </p:nvSpPr>
            <p:spPr>
              <a:xfrm>
                <a:off x="5221223" y="4920234"/>
                <a:ext cx="50800" cy="3175"/>
              </a:xfrm>
              <a:custGeom>
                <a:rect b="b" l="l" r="r" t="t"/>
                <a:pathLst>
                  <a:path extrusionOk="0" h="3175" w="50800">
                    <a:moveTo>
                      <a:pt x="0" y="0"/>
                    </a:moveTo>
                    <a:lnTo>
                      <a:pt x="10167" y="559"/>
                    </a:lnTo>
                    <a:lnTo>
                      <a:pt x="20193" y="1047"/>
                    </a:lnTo>
                    <a:lnTo>
                      <a:pt x="30218" y="1393"/>
                    </a:lnTo>
                    <a:lnTo>
                      <a:pt x="40386" y="1523"/>
                    </a:lnTo>
                    <a:lnTo>
                      <a:pt x="44196" y="1523"/>
                    </a:lnTo>
                    <a:lnTo>
                      <a:pt x="49530" y="2285"/>
                    </a:lnTo>
                    <a:lnTo>
                      <a:pt x="50292" y="304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9"/>
              <p:cNvSpPr/>
              <p:nvPr/>
            </p:nvSpPr>
            <p:spPr>
              <a:xfrm>
                <a:off x="5244845" y="4981194"/>
                <a:ext cx="44450" cy="3175"/>
              </a:xfrm>
              <a:custGeom>
                <a:rect b="b" l="l" r="r" t="t"/>
                <a:pathLst>
                  <a:path extrusionOk="0" h="3175" w="44450">
                    <a:moveTo>
                      <a:pt x="0" y="2285"/>
                    </a:moveTo>
                    <a:lnTo>
                      <a:pt x="8810" y="2500"/>
                    </a:lnTo>
                    <a:lnTo>
                      <a:pt x="17907" y="2857"/>
                    </a:lnTo>
                    <a:lnTo>
                      <a:pt x="27003" y="2928"/>
                    </a:lnTo>
                    <a:lnTo>
                      <a:pt x="35814" y="2285"/>
                    </a:lnTo>
                    <a:lnTo>
                      <a:pt x="38862" y="1523"/>
                    </a:lnTo>
                    <a:lnTo>
                      <a:pt x="41910" y="761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281" name="Google Shape;1281;p9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540857" y="4920208"/>
              <a:ext cx="122351" cy="214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9"/>
            <p:cNvSpPr/>
            <p:nvPr/>
          </p:nvSpPr>
          <p:spPr>
            <a:xfrm>
              <a:off x="5762791" y="4797552"/>
              <a:ext cx="105410" cy="422275"/>
            </a:xfrm>
            <a:custGeom>
              <a:rect b="b" l="l" r="r" t="t"/>
              <a:pathLst>
                <a:path extrusionOk="0" h="422275" w="105410">
                  <a:moveTo>
                    <a:pt x="67270" y="12192"/>
                  </a:moveTo>
                  <a:lnTo>
                    <a:pt x="33325" y="0"/>
                  </a:lnTo>
                  <a:lnTo>
                    <a:pt x="26408" y="381"/>
                  </a:lnTo>
                  <a:lnTo>
                    <a:pt x="785" y="40481"/>
                  </a:lnTo>
                  <a:lnTo>
                    <a:pt x="0" y="59257"/>
                  </a:lnTo>
                  <a:lnTo>
                    <a:pt x="214" y="76962"/>
                  </a:lnTo>
                  <a:lnTo>
                    <a:pt x="2405" y="128301"/>
                  </a:lnTo>
                  <a:lnTo>
                    <a:pt x="8596" y="179070"/>
                  </a:lnTo>
                  <a:lnTo>
                    <a:pt x="13144" y="204656"/>
                  </a:lnTo>
                  <a:lnTo>
                    <a:pt x="17549" y="230028"/>
                  </a:lnTo>
                  <a:lnTo>
                    <a:pt x="21669" y="255258"/>
                  </a:lnTo>
                  <a:lnTo>
                    <a:pt x="25360" y="280416"/>
                  </a:lnTo>
                  <a:lnTo>
                    <a:pt x="28539" y="301692"/>
                  </a:lnTo>
                  <a:lnTo>
                    <a:pt x="31361" y="323183"/>
                  </a:lnTo>
                  <a:lnTo>
                    <a:pt x="34039" y="344816"/>
                  </a:lnTo>
                  <a:lnTo>
                    <a:pt x="36790" y="366522"/>
                  </a:lnTo>
                  <a:lnTo>
                    <a:pt x="37933" y="378523"/>
                  </a:lnTo>
                  <a:lnTo>
                    <a:pt x="39076" y="390525"/>
                  </a:lnTo>
                  <a:lnTo>
                    <a:pt x="40219" y="402526"/>
                  </a:lnTo>
                  <a:lnTo>
                    <a:pt x="41362" y="414528"/>
                  </a:lnTo>
                  <a:lnTo>
                    <a:pt x="42124" y="417576"/>
                  </a:lnTo>
                  <a:lnTo>
                    <a:pt x="42124" y="419862"/>
                  </a:lnTo>
                  <a:lnTo>
                    <a:pt x="42886" y="422148"/>
                  </a:lnTo>
                  <a:lnTo>
                    <a:pt x="50899" y="422017"/>
                  </a:lnTo>
                  <a:lnTo>
                    <a:pt x="58983" y="421671"/>
                  </a:lnTo>
                  <a:lnTo>
                    <a:pt x="67210" y="421183"/>
                  </a:lnTo>
                  <a:lnTo>
                    <a:pt x="75652" y="420624"/>
                  </a:lnTo>
                  <a:lnTo>
                    <a:pt x="82974" y="420159"/>
                  </a:lnTo>
                  <a:lnTo>
                    <a:pt x="90225" y="419766"/>
                  </a:lnTo>
                  <a:lnTo>
                    <a:pt x="97619" y="419230"/>
                  </a:lnTo>
                  <a:lnTo>
                    <a:pt x="105370" y="41833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3" name="Google Shape;1283;p9"/>
            <p:cNvGrpSpPr/>
            <p:nvPr/>
          </p:nvGrpSpPr>
          <p:grpSpPr>
            <a:xfrm>
              <a:off x="6009868" y="4876012"/>
              <a:ext cx="256844" cy="226364"/>
              <a:chOff x="6009868" y="4876012"/>
              <a:chExt cx="256844" cy="226364"/>
            </a:xfrm>
          </p:grpSpPr>
          <p:pic>
            <p:nvPicPr>
              <p:cNvPr id="1284" name="Google Shape;1284;p9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009868" y="4876012"/>
                <a:ext cx="130352" cy="1821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85" name="Google Shape;1285;p9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159696" y="4895824"/>
                <a:ext cx="107016" cy="2065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86" name="Google Shape;1286;p9"/>
            <p:cNvSpPr/>
            <p:nvPr/>
          </p:nvSpPr>
          <p:spPr>
            <a:xfrm>
              <a:off x="6416040" y="4923282"/>
              <a:ext cx="102235" cy="17780"/>
            </a:xfrm>
            <a:custGeom>
              <a:rect b="b" l="l" r="r" t="t"/>
              <a:pathLst>
                <a:path extrusionOk="0" h="17779" w="102234">
                  <a:moveTo>
                    <a:pt x="0" y="17525"/>
                  </a:moveTo>
                  <a:lnTo>
                    <a:pt x="4572" y="17525"/>
                  </a:lnTo>
                  <a:lnTo>
                    <a:pt x="5334" y="17525"/>
                  </a:lnTo>
                  <a:lnTo>
                    <a:pt x="9906" y="17525"/>
                  </a:lnTo>
                  <a:lnTo>
                    <a:pt x="21336" y="16323"/>
                  </a:lnTo>
                  <a:lnTo>
                    <a:pt x="32766" y="14192"/>
                  </a:lnTo>
                  <a:lnTo>
                    <a:pt x="44196" y="11632"/>
                  </a:lnTo>
                  <a:lnTo>
                    <a:pt x="55626" y="9143"/>
                  </a:lnTo>
                  <a:lnTo>
                    <a:pt x="65222" y="6762"/>
                  </a:lnTo>
                  <a:lnTo>
                    <a:pt x="74676" y="4381"/>
                  </a:lnTo>
                  <a:lnTo>
                    <a:pt x="84129" y="2285"/>
                  </a:lnTo>
                  <a:lnTo>
                    <a:pt x="93726" y="761"/>
                  </a:lnTo>
                  <a:lnTo>
                    <a:pt x="96774" y="761"/>
                  </a:lnTo>
                  <a:lnTo>
                    <a:pt x="99060" y="0"/>
                  </a:lnTo>
                  <a:lnTo>
                    <a:pt x="102107" y="0"/>
                  </a:lnTo>
                  <a:lnTo>
                    <a:pt x="99060" y="0"/>
                  </a:lnTo>
                  <a:lnTo>
                    <a:pt x="96012" y="0"/>
                  </a:lnTo>
                  <a:lnTo>
                    <a:pt x="92964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9"/>
            <p:cNvGrpSpPr/>
            <p:nvPr/>
          </p:nvGrpSpPr>
          <p:grpSpPr>
            <a:xfrm>
              <a:off x="6582892" y="4742687"/>
              <a:ext cx="238532" cy="235585"/>
              <a:chOff x="6582892" y="4742687"/>
              <a:chExt cx="238532" cy="235585"/>
            </a:xfrm>
          </p:grpSpPr>
          <p:pic>
            <p:nvPicPr>
              <p:cNvPr id="1288" name="Google Shape;1288;p9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582892" y="4813528"/>
                <a:ext cx="156153" cy="1462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9" name="Google Shape;1289;p9"/>
              <p:cNvSpPr/>
              <p:nvPr/>
            </p:nvSpPr>
            <p:spPr>
              <a:xfrm>
                <a:off x="6752844" y="4742687"/>
                <a:ext cx="68580" cy="235585"/>
              </a:xfrm>
              <a:custGeom>
                <a:rect b="b" l="l" r="r" t="t"/>
                <a:pathLst>
                  <a:path extrusionOk="0" h="235585" w="68579">
                    <a:moveTo>
                      <a:pt x="8381" y="0"/>
                    </a:moveTo>
                    <a:lnTo>
                      <a:pt x="42671" y="18288"/>
                    </a:lnTo>
                    <a:lnTo>
                      <a:pt x="63138" y="56114"/>
                    </a:lnTo>
                    <a:lnTo>
                      <a:pt x="68151" y="87796"/>
                    </a:lnTo>
                    <a:lnTo>
                      <a:pt x="68008" y="105346"/>
                    </a:lnTo>
                    <a:lnTo>
                      <a:pt x="54840" y="156876"/>
                    </a:lnTo>
                    <a:lnTo>
                      <a:pt x="25907" y="205740"/>
                    </a:lnTo>
                    <a:lnTo>
                      <a:pt x="7048" y="228564"/>
                    </a:lnTo>
                    <a:lnTo>
                      <a:pt x="0" y="23545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0" name="Google Shape;1290;p9"/>
            <p:cNvSpPr/>
            <p:nvPr/>
          </p:nvSpPr>
          <p:spPr>
            <a:xfrm>
              <a:off x="5928336" y="4825746"/>
              <a:ext cx="168910" cy="353695"/>
            </a:xfrm>
            <a:custGeom>
              <a:rect b="b" l="l" r="r" t="t"/>
              <a:pathLst>
                <a:path extrusionOk="0" h="353695" w="168910">
                  <a:moveTo>
                    <a:pt x="64031" y="0"/>
                  </a:moveTo>
                  <a:lnTo>
                    <a:pt x="25169" y="28193"/>
                  </a:lnTo>
                  <a:lnTo>
                    <a:pt x="8786" y="77723"/>
                  </a:lnTo>
                  <a:lnTo>
                    <a:pt x="1547" y="129539"/>
                  </a:lnTo>
                  <a:lnTo>
                    <a:pt x="0" y="160841"/>
                  </a:lnTo>
                  <a:lnTo>
                    <a:pt x="595" y="192500"/>
                  </a:lnTo>
                  <a:lnTo>
                    <a:pt x="12215" y="253745"/>
                  </a:lnTo>
                  <a:lnTo>
                    <a:pt x="35361" y="298513"/>
                  </a:lnTo>
                  <a:lnTo>
                    <a:pt x="71651" y="332993"/>
                  </a:lnTo>
                  <a:lnTo>
                    <a:pt x="118038" y="350424"/>
                  </a:lnTo>
                  <a:lnTo>
                    <a:pt x="142696" y="352817"/>
                  </a:lnTo>
                  <a:lnTo>
                    <a:pt x="168425" y="353567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9"/>
            <p:cNvSpPr/>
            <p:nvPr/>
          </p:nvSpPr>
          <p:spPr>
            <a:xfrm>
              <a:off x="6909149" y="4719065"/>
              <a:ext cx="97155" cy="330200"/>
            </a:xfrm>
            <a:custGeom>
              <a:rect b="b" l="l" r="r" t="t"/>
              <a:pathLst>
                <a:path extrusionOk="0" h="330200" w="97154">
                  <a:moveTo>
                    <a:pt x="29622" y="11430"/>
                  </a:moveTo>
                  <a:lnTo>
                    <a:pt x="31908" y="7620"/>
                  </a:lnTo>
                  <a:lnTo>
                    <a:pt x="34194" y="3810"/>
                  </a:lnTo>
                  <a:lnTo>
                    <a:pt x="36480" y="0"/>
                  </a:lnTo>
                  <a:lnTo>
                    <a:pt x="34147" y="9596"/>
                  </a:lnTo>
                  <a:lnTo>
                    <a:pt x="30956" y="19050"/>
                  </a:lnTo>
                  <a:lnTo>
                    <a:pt x="27479" y="28503"/>
                  </a:lnTo>
                  <a:lnTo>
                    <a:pt x="24288" y="38100"/>
                  </a:lnTo>
                  <a:lnTo>
                    <a:pt x="12382" y="85153"/>
                  </a:lnTo>
                  <a:lnTo>
                    <a:pt x="4476" y="133350"/>
                  </a:lnTo>
                  <a:lnTo>
                    <a:pt x="0" y="188595"/>
                  </a:lnTo>
                  <a:lnTo>
                    <a:pt x="297" y="216503"/>
                  </a:lnTo>
                  <a:lnTo>
                    <a:pt x="6869" y="262830"/>
                  </a:lnTo>
                  <a:lnTo>
                    <a:pt x="22133" y="298811"/>
                  </a:lnTo>
                  <a:lnTo>
                    <a:pt x="54292" y="326802"/>
                  </a:lnTo>
                  <a:lnTo>
                    <a:pt x="78390" y="329946"/>
                  </a:lnTo>
                  <a:lnTo>
                    <a:pt x="89058" y="326898"/>
                  </a:lnTo>
                  <a:lnTo>
                    <a:pt x="92868" y="325374"/>
                  </a:lnTo>
                  <a:lnTo>
                    <a:pt x="96678" y="31927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2" name="Google Shape;1292;p9"/>
            <p:cNvGrpSpPr/>
            <p:nvPr/>
          </p:nvGrpSpPr>
          <p:grpSpPr>
            <a:xfrm>
              <a:off x="7062095" y="4767808"/>
              <a:ext cx="249879" cy="202838"/>
              <a:chOff x="7062095" y="4767808"/>
              <a:chExt cx="249879" cy="202838"/>
            </a:xfrm>
          </p:grpSpPr>
          <p:pic>
            <p:nvPicPr>
              <p:cNvPr id="1293" name="Google Shape;1293;p9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062095" y="4767808"/>
                <a:ext cx="113707" cy="170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94" name="Google Shape;1294;p9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203446" y="4775428"/>
                <a:ext cx="108528" cy="1952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95" name="Google Shape;1295;p9"/>
            <p:cNvSpPr/>
            <p:nvPr/>
          </p:nvSpPr>
          <p:spPr>
            <a:xfrm>
              <a:off x="7386066" y="4827448"/>
              <a:ext cx="79375" cy="11430"/>
            </a:xfrm>
            <a:custGeom>
              <a:rect b="b" l="l" r="r" t="t"/>
              <a:pathLst>
                <a:path extrusionOk="0" h="11429" w="79375">
                  <a:moveTo>
                    <a:pt x="0" y="11251"/>
                  </a:moveTo>
                  <a:lnTo>
                    <a:pt x="40505" y="6643"/>
                  </a:lnTo>
                  <a:lnTo>
                    <a:pt x="62198" y="2738"/>
                  </a:lnTo>
                  <a:lnTo>
                    <a:pt x="72009" y="869"/>
                  </a:lnTo>
                  <a:lnTo>
                    <a:pt x="78962" y="0"/>
                  </a:lnTo>
                  <a:lnTo>
                    <a:pt x="78486" y="1345"/>
                  </a:lnTo>
                  <a:lnTo>
                    <a:pt x="76200" y="2869"/>
                  </a:lnTo>
                  <a:lnTo>
                    <a:pt x="72390" y="2107"/>
                  </a:lnTo>
                  <a:lnTo>
                    <a:pt x="70104" y="2107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96" name="Google Shape;1296;p9"/>
            <p:cNvGrpSpPr/>
            <p:nvPr/>
          </p:nvGrpSpPr>
          <p:grpSpPr>
            <a:xfrm>
              <a:off x="7533773" y="4406169"/>
              <a:ext cx="502533" cy="606425"/>
              <a:chOff x="7533773" y="4406169"/>
              <a:chExt cx="502533" cy="606425"/>
            </a:xfrm>
          </p:grpSpPr>
          <p:pic>
            <p:nvPicPr>
              <p:cNvPr id="1297" name="Google Shape;1297;p9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533773" y="4723612"/>
                <a:ext cx="144354" cy="1356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8" name="Google Shape;1298;p9"/>
              <p:cNvSpPr/>
              <p:nvPr/>
            </p:nvSpPr>
            <p:spPr>
              <a:xfrm>
                <a:off x="7709154" y="4615433"/>
                <a:ext cx="85090" cy="273050"/>
              </a:xfrm>
              <a:custGeom>
                <a:rect b="b" l="l" r="r" t="t"/>
                <a:pathLst>
                  <a:path extrusionOk="0" h="273050" w="85090">
                    <a:moveTo>
                      <a:pt x="0" y="0"/>
                    </a:moveTo>
                    <a:lnTo>
                      <a:pt x="37183" y="25824"/>
                    </a:lnTo>
                    <a:lnTo>
                      <a:pt x="64650" y="63650"/>
                    </a:lnTo>
                    <a:lnTo>
                      <a:pt x="82510" y="120181"/>
                    </a:lnTo>
                    <a:lnTo>
                      <a:pt x="84582" y="150876"/>
                    </a:lnTo>
                    <a:lnTo>
                      <a:pt x="83093" y="170366"/>
                    </a:lnTo>
                    <a:lnTo>
                      <a:pt x="72687" y="207347"/>
                    </a:lnTo>
                    <a:lnTo>
                      <a:pt x="53530" y="249554"/>
                    </a:lnTo>
                    <a:lnTo>
                      <a:pt x="37338" y="272796"/>
                    </a:lnTo>
                    <a:lnTo>
                      <a:pt x="35814" y="272796"/>
                    </a:lnTo>
                    <a:lnTo>
                      <a:pt x="34932" y="264914"/>
                    </a:lnTo>
                    <a:lnTo>
                      <a:pt x="34480" y="257175"/>
                    </a:lnTo>
                    <a:lnTo>
                      <a:pt x="34313" y="249435"/>
                    </a:lnTo>
                    <a:lnTo>
                      <a:pt x="34290" y="24155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99" name="Google Shape;1299;p9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771612" y="4531588"/>
                <a:ext cx="97586" cy="1059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0" name="Google Shape;1300;p9"/>
              <p:cNvSpPr/>
              <p:nvPr/>
            </p:nvSpPr>
            <p:spPr>
              <a:xfrm>
                <a:off x="7778496" y="4406169"/>
                <a:ext cx="257810" cy="606425"/>
              </a:xfrm>
              <a:custGeom>
                <a:rect b="b" l="l" r="r" t="t"/>
                <a:pathLst>
                  <a:path extrusionOk="0" h="606425" w="257809">
                    <a:moveTo>
                      <a:pt x="117348" y="28670"/>
                    </a:moveTo>
                    <a:lnTo>
                      <a:pt x="160020" y="12668"/>
                    </a:lnTo>
                    <a:lnTo>
                      <a:pt x="197739" y="3988"/>
                    </a:lnTo>
                    <a:lnTo>
                      <a:pt x="210312" y="2000"/>
                    </a:lnTo>
                    <a:lnTo>
                      <a:pt x="216169" y="750"/>
                    </a:lnTo>
                    <a:lnTo>
                      <a:pt x="240601" y="26860"/>
                    </a:lnTo>
                    <a:lnTo>
                      <a:pt x="240387" y="39326"/>
                    </a:lnTo>
                    <a:lnTo>
                      <a:pt x="240030" y="50006"/>
                    </a:lnTo>
                    <a:lnTo>
                      <a:pt x="239899" y="75592"/>
                    </a:lnTo>
                    <a:lnTo>
                      <a:pt x="239553" y="100964"/>
                    </a:lnTo>
                    <a:lnTo>
                      <a:pt x="239065" y="126194"/>
                    </a:lnTo>
                    <a:lnTo>
                      <a:pt x="238506" y="151352"/>
                    </a:lnTo>
                    <a:lnTo>
                      <a:pt x="238113" y="187928"/>
                    </a:lnTo>
                    <a:lnTo>
                      <a:pt x="239041" y="261080"/>
                    </a:lnTo>
                    <a:lnTo>
                      <a:pt x="242518" y="324385"/>
                    </a:lnTo>
                    <a:lnTo>
                      <a:pt x="246256" y="377273"/>
                    </a:lnTo>
                    <a:lnTo>
                      <a:pt x="250233" y="425172"/>
                    </a:lnTo>
                    <a:lnTo>
                      <a:pt x="252126" y="446627"/>
                    </a:lnTo>
                    <a:lnTo>
                      <a:pt x="253876" y="468082"/>
                    </a:lnTo>
                    <a:lnTo>
                      <a:pt x="255270" y="489680"/>
                    </a:lnTo>
                    <a:lnTo>
                      <a:pt x="255948" y="502955"/>
                    </a:lnTo>
                    <a:lnTo>
                      <a:pt x="256698" y="516445"/>
                    </a:lnTo>
                    <a:lnTo>
                      <a:pt x="257305" y="530078"/>
                    </a:lnTo>
                    <a:lnTo>
                      <a:pt x="257556" y="543782"/>
                    </a:lnTo>
                    <a:lnTo>
                      <a:pt x="257556" y="546068"/>
                    </a:lnTo>
                    <a:lnTo>
                      <a:pt x="257556" y="547592"/>
                    </a:lnTo>
                    <a:lnTo>
                      <a:pt x="257556" y="549116"/>
                    </a:lnTo>
                    <a:lnTo>
                      <a:pt x="243280" y="549044"/>
                    </a:lnTo>
                    <a:lnTo>
                      <a:pt x="229076" y="549116"/>
                    </a:lnTo>
                    <a:lnTo>
                      <a:pt x="171711" y="557450"/>
                    </a:lnTo>
                    <a:lnTo>
                      <a:pt x="113942" y="573262"/>
                    </a:lnTo>
                    <a:lnTo>
                      <a:pt x="85344" y="581882"/>
                    </a:lnTo>
                    <a:lnTo>
                      <a:pt x="57971" y="589657"/>
                    </a:lnTo>
                    <a:lnTo>
                      <a:pt x="37242" y="595502"/>
                    </a:lnTo>
                    <a:lnTo>
                      <a:pt x="19228" y="600634"/>
                    </a:lnTo>
                    <a:lnTo>
                      <a:pt x="0" y="60626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1" name="Google Shape;1301;p9"/>
            <p:cNvGrpSpPr/>
            <p:nvPr/>
          </p:nvGrpSpPr>
          <p:grpSpPr>
            <a:xfrm>
              <a:off x="5263134" y="5673090"/>
              <a:ext cx="73279" cy="62865"/>
              <a:chOff x="5263134" y="5673090"/>
              <a:chExt cx="73279" cy="62865"/>
            </a:xfrm>
          </p:grpSpPr>
          <p:sp>
            <p:nvSpPr>
              <p:cNvPr id="1302" name="Google Shape;1302;p9"/>
              <p:cNvSpPr/>
              <p:nvPr/>
            </p:nvSpPr>
            <p:spPr>
              <a:xfrm>
                <a:off x="5263134" y="5673090"/>
                <a:ext cx="47625" cy="3175"/>
              </a:xfrm>
              <a:custGeom>
                <a:rect b="b" l="l" r="r" t="t"/>
                <a:pathLst>
                  <a:path extrusionOk="0" h="3175" w="47625">
                    <a:moveTo>
                      <a:pt x="0" y="0"/>
                    </a:moveTo>
                    <a:lnTo>
                      <a:pt x="8774" y="1333"/>
                    </a:lnTo>
                    <a:lnTo>
                      <a:pt x="17049" y="2095"/>
                    </a:lnTo>
                    <a:lnTo>
                      <a:pt x="25181" y="2571"/>
                    </a:lnTo>
                    <a:lnTo>
                      <a:pt x="33528" y="3047"/>
                    </a:lnTo>
                    <a:lnTo>
                      <a:pt x="38862" y="3047"/>
                    </a:lnTo>
                    <a:lnTo>
                      <a:pt x="42672" y="3047"/>
                    </a:lnTo>
                    <a:lnTo>
                      <a:pt x="47244" y="228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5272278" y="5730240"/>
                <a:ext cx="64135" cy="5715"/>
              </a:xfrm>
              <a:custGeom>
                <a:rect b="b" l="l" r="r" t="t"/>
                <a:pathLst>
                  <a:path extrusionOk="0" h="5714" w="64135">
                    <a:moveTo>
                      <a:pt x="0" y="2286"/>
                    </a:moveTo>
                    <a:lnTo>
                      <a:pt x="11310" y="3833"/>
                    </a:lnTo>
                    <a:lnTo>
                      <a:pt x="22478" y="4953"/>
                    </a:lnTo>
                    <a:lnTo>
                      <a:pt x="33647" y="5500"/>
                    </a:lnTo>
                    <a:lnTo>
                      <a:pt x="44958" y="5334"/>
                    </a:lnTo>
                    <a:lnTo>
                      <a:pt x="52577" y="4572"/>
                    </a:lnTo>
                    <a:lnTo>
                      <a:pt x="57150" y="3048"/>
                    </a:lnTo>
                    <a:lnTo>
                      <a:pt x="6400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04" name="Google Shape;1304;p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5683732" y="5620486"/>
              <a:ext cx="121970" cy="1906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9"/>
            <p:cNvSpPr/>
            <p:nvPr/>
          </p:nvSpPr>
          <p:spPr>
            <a:xfrm>
              <a:off x="5888735" y="5500115"/>
              <a:ext cx="129539" cy="433070"/>
            </a:xfrm>
            <a:custGeom>
              <a:rect b="b" l="l" r="r" t="t"/>
              <a:pathLst>
                <a:path extrusionOk="0" h="433070" w="129539">
                  <a:moveTo>
                    <a:pt x="93725" y="14477"/>
                  </a:moveTo>
                  <a:lnTo>
                    <a:pt x="83343" y="7822"/>
                  </a:lnTo>
                  <a:lnTo>
                    <a:pt x="74675" y="3524"/>
                  </a:lnTo>
                  <a:lnTo>
                    <a:pt x="65436" y="1083"/>
                  </a:lnTo>
                  <a:lnTo>
                    <a:pt x="53339" y="0"/>
                  </a:lnTo>
                  <a:lnTo>
                    <a:pt x="42433" y="166"/>
                  </a:lnTo>
                  <a:lnTo>
                    <a:pt x="6536" y="19573"/>
                  </a:lnTo>
                  <a:lnTo>
                    <a:pt x="0" y="52577"/>
                  </a:lnTo>
                  <a:lnTo>
                    <a:pt x="357" y="73354"/>
                  </a:lnTo>
                  <a:lnTo>
                    <a:pt x="5357" y="113764"/>
                  </a:lnTo>
                  <a:lnTo>
                    <a:pt x="14501" y="159710"/>
                  </a:lnTo>
                  <a:lnTo>
                    <a:pt x="20002" y="185165"/>
                  </a:lnTo>
                  <a:lnTo>
                    <a:pt x="25217" y="210621"/>
                  </a:lnTo>
                  <a:lnTo>
                    <a:pt x="34563" y="264354"/>
                  </a:lnTo>
                  <a:lnTo>
                    <a:pt x="42255" y="321194"/>
                  </a:lnTo>
                  <a:lnTo>
                    <a:pt x="46136" y="366319"/>
                  </a:lnTo>
                  <a:lnTo>
                    <a:pt x="47529" y="382809"/>
                  </a:lnTo>
                  <a:lnTo>
                    <a:pt x="49351" y="399157"/>
                  </a:lnTo>
                  <a:lnTo>
                    <a:pt x="51816" y="415289"/>
                  </a:lnTo>
                  <a:lnTo>
                    <a:pt x="53340" y="421385"/>
                  </a:lnTo>
                  <a:lnTo>
                    <a:pt x="54864" y="431291"/>
                  </a:lnTo>
                  <a:lnTo>
                    <a:pt x="62484" y="432053"/>
                  </a:lnTo>
                  <a:lnTo>
                    <a:pt x="68889" y="432673"/>
                  </a:lnTo>
                  <a:lnTo>
                    <a:pt x="75438" y="432434"/>
                  </a:lnTo>
                  <a:lnTo>
                    <a:pt x="81986" y="431625"/>
                  </a:lnTo>
                  <a:lnTo>
                    <a:pt x="88392" y="430529"/>
                  </a:lnTo>
                  <a:lnTo>
                    <a:pt x="95940" y="428934"/>
                  </a:lnTo>
                  <a:lnTo>
                    <a:pt x="103632" y="427481"/>
                  </a:lnTo>
                  <a:lnTo>
                    <a:pt x="111323" y="426029"/>
                  </a:lnTo>
                  <a:lnTo>
                    <a:pt x="118872" y="424433"/>
                  </a:lnTo>
                  <a:lnTo>
                    <a:pt x="124968" y="422147"/>
                  </a:lnTo>
                  <a:lnTo>
                    <a:pt x="126492" y="421385"/>
                  </a:lnTo>
                  <a:lnTo>
                    <a:pt x="129540" y="41909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06" name="Google Shape;1306;p9"/>
            <p:cNvGrpSpPr/>
            <p:nvPr/>
          </p:nvGrpSpPr>
          <p:grpSpPr>
            <a:xfrm>
              <a:off x="6076924" y="5437606"/>
              <a:ext cx="634797" cy="386325"/>
              <a:chOff x="6076924" y="5437606"/>
              <a:chExt cx="634797" cy="386325"/>
            </a:xfrm>
          </p:grpSpPr>
          <p:pic>
            <p:nvPicPr>
              <p:cNvPr id="1307" name="Google Shape;1307;p9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6076924" y="5603722"/>
                <a:ext cx="125018" cy="1730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8" name="Google Shape;1308;p9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6244564" y="5623534"/>
                <a:ext cx="101027" cy="1615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09" name="Google Shape;1309;p9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6366770" y="5437606"/>
                <a:ext cx="344951" cy="3863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10" name="Google Shape;1310;p9"/>
            <p:cNvSpPr/>
            <p:nvPr/>
          </p:nvSpPr>
          <p:spPr>
            <a:xfrm>
              <a:off x="6931152" y="5614415"/>
              <a:ext cx="89535" cy="16510"/>
            </a:xfrm>
            <a:custGeom>
              <a:rect b="b" l="l" r="r" t="t"/>
              <a:pathLst>
                <a:path extrusionOk="0" h="16510" w="89534">
                  <a:moveTo>
                    <a:pt x="0" y="16002"/>
                  </a:moveTo>
                  <a:lnTo>
                    <a:pt x="10132" y="15049"/>
                  </a:lnTo>
                  <a:lnTo>
                    <a:pt x="19335" y="13525"/>
                  </a:lnTo>
                  <a:lnTo>
                    <a:pt x="28396" y="11715"/>
                  </a:lnTo>
                  <a:lnTo>
                    <a:pt x="38100" y="9906"/>
                  </a:lnTo>
                  <a:lnTo>
                    <a:pt x="47374" y="7774"/>
                  </a:lnTo>
                  <a:lnTo>
                    <a:pt x="56864" y="6000"/>
                  </a:lnTo>
                  <a:lnTo>
                    <a:pt x="66496" y="4655"/>
                  </a:lnTo>
                  <a:lnTo>
                    <a:pt x="76200" y="3810"/>
                  </a:lnTo>
                  <a:lnTo>
                    <a:pt x="83820" y="3048"/>
                  </a:lnTo>
                  <a:lnTo>
                    <a:pt x="85344" y="5334"/>
                  </a:lnTo>
                  <a:lnTo>
                    <a:pt x="89154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1" name="Google Shape;1311;p9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7127722" y="5515330"/>
              <a:ext cx="228460" cy="198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9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7404448" y="5354548"/>
              <a:ext cx="194241" cy="2616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9"/>
            <p:cNvSpPr/>
            <p:nvPr/>
          </p:nvSpPr>
          <p:spPr>
            <a:xfrm>
              <a:off x="7717535" y="5498591"/>
              <a:ext cx="109220" cy="18415"/>
            </a:xfrm>
            <a:custGeom>
              <a:rect b="b" l="l" r="r" t="t"/>
              <a:pathLst>
                <a:path extrusionOk="0" h="18414" w="109220">
                  <a:moveTo>
                    <a:pt x="0" y="18287"/>
                  </a:moveTo>
                  <a:lnTo>
                    <a:pt x="12334" y="16883"/>
                  </a:lnTo>
                  <a:lnTo>
                    <a:pt x="24384" y="15049"/>
                  </a:lnTo>
                  <a:lnTo>
                    <a:pt x="36433" y="12930"/>
                  </a:lnTo>
                  <a:lnTo>
                    <a:pt x="48768" y="10667"/>
                  </a:lnTo>
                  <a:lnTo>
                    <a:pt x="60209" y="8858"/>
                  </a:lnTo>
                  <a:lnTo>
                    <a:pt x="71723" y="7048"/>
                  </a:lnTo>
                  <a:lnTo>
                    <a:pt x="83379" y="5524"/>
                  </a:lnTo>
                  <a:lnTo>
                    <a:pt x="95250" y="4571"/>
                  </a:lnTo>
                  <a:lnTo>
                    <a:pt x="104394" y="4571"/>
                  </a:lnTo>
                  <a:lnTo>
                    <a:pt x="105155" y="6095"/>
                  </a:lnTo>
                  <a:lnTo>
                    <a:pt x="108966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4" name="Google Shape;1314;p9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7980400" y="5400268"/>
              <a:ext cx="151688" cy="14123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5" name="Google Shape;1315;p9"/>
            <p:cNvGrpSpPr/>
            <p:nvPr/>
          </p:nvGrpSpPr>
          <p:grpSpPr>
            <a:xfrm>
              <a:off x="8193915" y="5234152"/>
              <a:ext cx="347367" cy="333044"/>
              <a:chOff x="8193915" y="5234152"/>
              <a:chExt cx="347367" cy="333044"/>
            </a:xfrm>
          </p:grpSpPr>
          <p:pic>
            <p:nvPicPr>
              <p:cNvPr id="1316" name="Google Shape;1316;p9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8193915" y="5390362"/>
                <a:ext cx="93622" cy="1768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17" name="Google Shape;1317;p9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8266912" y="5234152"/>
                <a:ext cx="274370" cy="2515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18" name="Google Shape;1318;p9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8682964" y="5317972"/>
              <a:ext cx="121970" cy="1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9" name="Google Shape;1319;p9"/>
            <p:cNvPicPr preferRelativeResize="0"/>
            <p:nvPr/>
          </p:nvPicPr>
          <p:blipFill rotWithShape="1">
            <a:blip r:embed="rId55">
              <a:alphaModFix/>
            </a:blip>
            <a:srcRect b="0" l="0" r="0" t="0"/>
            <a:stretch/>
          </p:blipFill>
          <p:spPr>
            <a:xfrm>
              <a:off x="8987002" y="5279872"/>
              <a:ext cx="129590" cy="1263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9"/>
            <p:cNvGrpSpPr/>
            <p:nvPr/>
          </p:nvGrpSpPr>
          <p:grpSpPr>
            <a:xfrm>
              <a:off x="9178848" y="4995005"/>
              <a:ext cx="326848" cy="521970"/>
              <a:chOff x="9178848" y="4995005"/>
              <a:chExt cx="326848" cy="521970"/>
            </a:xfrm>
          </p:grpSpPr>
          <p:pic>
            <p:nvPicPr>
              <p:cNvPr id="1321" name="Google Shape;1321;p9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9178848" y="5125186"/>
                <a:ext cx="176251" cy="2388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2" name="Google Shape;1322;p9"/>
              <p:cNvSpPr/>
              <p:nvPr/>
            </p:nvSpPr>
            <p:spPr>
              <a:xfrm>
                <a:off x="9264396" y="4995005"/>
                <a:ext cx="241300" cy="521970"/>
              </a:xfrm>
              <a:custGeom>
                <a:rect b="b" l="l" r="r" t="t"/>
                <a:pathLst>
                  <a:path extrusionOk="0" h="521970" w="241300">
                    <a:moveTo>
                      <a:pt x="103631" y="28098"/>
                    </a:moveTo>
                    <a:lnTo>
                      <a:pt x="112740" y="19561"/>
                    </a:lnTo>
                    <a:lnTo>
                      <a:pt x="121634" y="14668"/>
                    </a:lnTo>
                    <a:lnTo>
                      <a:pt x="131814" y="11918"/>
                    </a:lnTo>
                    <a:lnTo>
                      <a:pt x="144779" y="9810"/>
                    </a:lnTo>
                    <a:lnTo>
                      <a:pt x="160222" y="7227"/>
                    </a:lnTo>
                    <a:lnTo>
                      <a:pt x="175736" y="5143"/>
                    </a:lnTo>
                    <a:lnTo>
                      <a:pt x="191392" y="3488"/>
                    </a:lnTo>
                    <a:lnTo>
                      <a:pt x="207263" y="2190"/>
                    </a:lnTo>
                    <a:lnTo>
                      <a:pt x="213752" y="1131"/>
                    </a:lnTo>
                    <a:lnTo>
                      <a:pt x="223170" y="0"/>
                    </a:lnTo>
                    <a:lnTo>
                      <a:pt x="232445" y="154"/>
                    </a:lnTo>
                    <a:lnTo>
                      <a:pt x="238505" y="2952"/>
                    </a:lnTo>
                    <a:lnTo>
                      <a:pt x="240982" y="10953"/>
                    </a:lnTo>
                    <a:lnTo>
                      <a:pt x="241172" y="22383"/>
                    </a:lnTo>
                    <a:lnTo>
                      <a:pt x="240220" y="33813"/>
                    </a:lnTo>
                    <a:lnTo>
                      <a:pt x="239267" y="41814"/>
                    </a:lnTo>
                    <a:lnTo>
                      <a:pt x="236505" y="64686"/>
                    </a:lnTo>
                    <a:lnTo>
                      <a:pt x="233171" y="87630"/>
                    </a:lnTo>
                    <a:lnTo>
                      <a:pt x="229838" y="110716"/>
                    </a:lnTo>
                    <a:lnTo>
                      <a:pt x="227075" y="134016"/>
                    </a:lnTo>
                    <a:lnTo>
                      <a:pt x="225325" y="160317"/>
                    </a:lnTo>
                    <a:lnTo>
                      <a:pt x="224504" y="186690"/>
                    </a:lnTo>
                    <a:lnTo>
                      <a:pt x="224397" y="213205"/>
                    </a:lnTo>
                    <a:lnTo>
                      <a:pt x="224789" y="239934"/>
                    </a:lnTo>
                    <a:lnTo>
                      <a:pt x="225623" y="263806"/>
                    </a:lnTo>
                    <a:lnTo>
                      <a:pt x="226885" y="287464"/>
                    </a:lnTo>
                    <a:lnTo>
                      <a:pt x="228433" y="310979"/>
                    </a:lnTo>
                    <a:lnTo>
                      <a:pt x="230123" y="334422"/>
                    </a:lnTo>
                    <a:lnTo>
                      <a:pt x="231445" y="353972"/>
                    </a:lnTo>
                    <a:lnTo>
                      <a:pt x="232124" y="373665"/>
                    </a:lnTo>
                    <a:lnTo>
                      <a:pt x="232374" y="393358"/>
                    </a:lnTo>
                    <a:lnTo>
                      <a:pt x="232409" y="412908"/>
                    </a:lnTo>
                    <a:lnTo>
                      <a:pt x="232398" y="427184"/>
                    </a:lnTo>
                    <a:lnTo>
                      <a:pt x="232314" y="441388"/>
                    </a:lnTo>
                    <a:lnTo>
                      <a:pt x="232088" y="455449"/>
                    </a:lnTo>
                    <a:lnTo>
                      <a:pt x="231647" y="469296"/>
                    </a:lnTo>
                    <a:lnTo>
                      <a:pt x="231612" y="475702"/>
                    </a:lnTo>
                    <a:lnTo>
                      <a:pt x="231362" y="482250"/>
                    </a:lnTo>
                    <a:lnTo>
                      <a:pt x="230683" y="488799"/>
                    </a:lnTo>
                    <a:lnTo>
                      <a:pt x="229361" y="495204"/>
                    </a:lnTo>
                    <a:lnTo>
                      <a:pt x="228599" y="498252"/>
                    </a:lnTo>
                    <a:lnTo>
                      <a:pt x="228599" y="497490"/>
                    </a:lnTo>
                    <a:lnTo>
                      <a:pt x="226313" y="498252"/>
                    </a:lnTo>
                    <a:lnTo>
                      <a:pt x="219074" y="499419"/>
                    </a:lnTo>
                    <a:lnTo>
                      <a:pt x="210692" y="499014"/>
                    </a:lnTo>
                    <a:lnTo>
                      <a:pt x="202310" y="498038"/>
                    </a:lnTo>
                    <a:lnTo>
                      <a:pt x="195071" y="497490"/>
                    </a:lnTo>
                    <a:lnTo>
                      <a:pt x="139136" y="500598"/>
                    </a:lnTo>
                    <a:lnTo>
                      <a:pt x="90439" y="509230"/>
                    </a:lnTo>
                    <a:lnTo>
                      <a:pt x="60769" y="515016"/>
                    </a:lnTo>
                    <a:lnTo>
                      <a:pt x="30813" y="519660"/>
                    </a:lnTo>
                    <a:lnTo>
                      <a:pt x="0" y="52187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10"/>
          <p:cNvGrpSpPr/>
          <p:nvPr/>
        </p:nvGrpSpPr>
        <p:grpSpPr>
          <a:xfrm>
            <a:off x="1845715" y="302682"/>
            <a:ext cx="6491083" cy="2111828"/>
            <a:chOff x="3735393" y="1953506"/>
            <a:chExt cx="4513510" cy="1252354"/>
          </a:xfrm>
        </p:grpSpPr>
        <p:pic>
          <p:nvPicPr>
            <p:cNvPr id="1328" name="Google Shape;132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90440" y="2150076"/>
              <a:ext cx="199170" cy="14509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9" name="Google Shape;1329;p10"/>
            <p:cNvGrpSpPr/>
            <p:nvPr/>
          </p:nvGrpSpPr>
          <p:grpSpPr>
            <a:xfrm>
              <a:off x="4910885" y="2019274"/>
              <a:ext cx="1149325" cy="299516"/>
              <a:chOff x="4910885" y="2019274"/>
              <a:chExt cx="1149325" cy="299516"/>
            </a:xfrm>
          </p:grpSpPr>
          <p:pic>
            <p:nvPicPr>
              <p:cNvPr id="1330" name="Google Shape;1330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910885" y="2087118"/>
                <a:ext cx="143485" cy="1946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1" name="Google Shape;1331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087848" y="2043658"/>
                <a:ext cx="337616" cy="2751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2" name="Google Shape;1332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468467" y="2042896"/>
                <a:ext cx="98729" cy="1789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3" name="Google Shape;1333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591947" y="2019274"/>
                <a:ext cx="334044" cy="2030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4" name="Google Shape;1334;p1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46431" y="2075817"/>
                <a:ext cx="113779" cy="1073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35" name="Google Shape;1335;p10"/>
            <p:cNvSpPr/>
            <p:nvPr/>
          </p:nvSpPr>
          <p:spPr>
            <a:xfrm>
              <a:off x="6498621" y="1996249"/>
              <a:ext cx="98425" cy="272415"/>
            </a:xfrm>
            <a:custGeom>
              <a:rect b="b" l="l" r="r" t="t"/>
              <a:pathLst>
                <a:path extrusionOk="0" h="272414" w="98425">
                  <a:moveTo>
                    <a:pt x="76676" y="12382"/>
                  </a:moveTo>
                  <a:lnTo>
                    <a:pt x="66294" y="8036"/>
                  </a:lnTo>
                  <a:lnTo>
                    <a:pt x="57054" y="5048"/>
                  </a:lnTo>
                  <a:lnTo>
                    <a:pt x="47529" y="3059"/>
                  </a:lnTo>
                  <a:lnTo>
                    <a:pt x="36290" y="1714"/>
                  </a:lnTo>
                  <a:lnTo>
                    <a:pt x="30646" y="857"/>
                  </a:lnTo>
                  <a:lnTo>
                    <a:pt x="23717" y="0"/>
                  </a:lnTo>
                  <a:lnTo>
                    <a:pt x="16787" y="0"/>
                  </a:lnTo>
                  <a:lnTo>
                    <a:pt x="11144" y="1714"/>
                  </a:lnTo>
                  <a:lnTo>
                    <a:pt x="83" y="48125"/>
                  </a:lnTo>
                  <a:lnTo>
                    <a:pt x="0" y="64960"/>
                  </a:lnTo>
                  <a:lnTo>
                    <a:pt x="916" y="81795"/>
                  </a:lnTo>
                  <a:lnTo>
                    <a:pt x="2762" y="98488"/>
                  </a:lnTo>
                  <a:lnTo>
                    <a:pt x="5286" y="117788"/>
                  </a:lnTo>
                  <a:lnTo>
                    <a:pt x="8096" y="136874"/>
                  </a:lnTo>
                  <a:lnTo>
                    <a:pt x="10906" y="155817"/>
                  </a:lnTo>
                  <a:lnTo>
                    <a:pt x="13430" y="174688"/>
                  </a:lnTo>
                  <a:lnTo>
                    <a:pt x="15561" y="192285"/>
                  </a:lnTo>
                  <a:lnTo>
                    <a:pt x="17335" y="209740"/>
                  </a:lnTo>
                  <a:lnTo>
                    <a:pt x="18680" y="227195"/>
                  </a:lnTo>
                  <a:lnTo>
                    <a:pt x="19526" y="244792"/>
                  </a:lnTo>
                  <a:lnTo>
                    <a:pt x="19526" y="250126"/>
                  </a:lnTo>
                  <a:lnTo>
                    <a:pt x="16478" y="263080"/>
                  </a:lnTo>
                  <a:lnTo>
                    <a:pt x="21812" y="266128"/>
                  </a:lnTo>
                  <a:lnTo>
                    <a:pt x="28503" y="269212"/>
                  </a:lnTo>
                  <a:lnTo>
                    <a:pt x="36480" y="270795"/>
                  </a:lnTo>
                  <a:lnTo>
                    <a:pt x="44743" y="271379"/>
                  </a:lnTo>
                  <a:lnTo>
                    <a:pt x="52292" y="271462"/>
                  </a:lnTo>
                  <a:lnTo>
                    <a:pt x="63936" y="272069"/>
                  </a:lnTo>
                  <a:lnTo>
                    <a:pt x="75152" y="271748"/>
                  </a:lnTo>
                  <a:lnTo>
                    <a:pt x="86367" y="270712"/>
                  </a:lnTo>
                  <a:lnTo>
                    <a:pt x="98012" y="26917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6" name="Google Shape;1336;p10"/>
            <p:cNvGrpSpPr/>
            <p:nvPr/>
          </p:nvGrpSpPr>
          <p:grpSpPr>
            <a:xfrm>
              <a:off x="6751294" y="1999462"/>
              <a:ext cx="488111" cy="204266"/>
              <a:chOff x="6751294" y="1999462"/>
              <a:chExt cx="488111" cy="204266"/>
            </a:xfrm>
          </p:grpSpPr>
          <p:pic>
            <p:nvPicPr>
              <p:cNvPr id="1337" name="Google Shape;1337;p1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751294" y="2019750"/>
                <a:ext cx="95955" cy="170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38" name="Google Shape;1338;p1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876262" y="1999462"/>
                <a:ext cx="363143" cy="2042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339" name="Google Shape;1339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460812" y="1981174"/>
              <a:ext cx="169119" cy="1562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40" name="Google Shape;1340;p10"/>
            <p:cNvGrpSpPr/>
            <p:nvPr/>
          </p:nvGrpSpPr>
          <p:grpSpPr>
            <a:xfrm>
              <a:off x="7830286" y="1953506"/>
              <a:ext cx="418617" cy="235585"/>
              <a:chOff x="7830286" y="1953506"/>
              <a:chExt cx="418617" cy="235585"/>
            </a:xfrm>
          </p:grpSpPr>
          <p:pic>
            <p:nvPicPr>
              <p:cNvPr id="1341" name="Google Shape;1341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830286" y="1981174"/>
                <a:ext cx="322376" cy="1661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42" name="Google Shape;1342;p10"/>
              <p:cNvSpPr/>
              <p:nvPr/>
            </p:nvSpPr>
            <p:spPr>
              <a:xfrm>
                <a:off x="8120633" y="1953506"/>
                <a:ext cx="128270" cy="235585"/>
              </a:xfrm>
              <a:custGeom>
                <a:rect b="b" l="l" r="r" t="t"/>
                <a:pathLst>
                  <a:path extrusionOk="0" h="235585" w="128270">
                    <a:moveTo>
                      <a:pt x="36575" y="15501"/>
                    </a:moveTo>
                    <a:lnTo>
                      <a:pt x="46636" y="13287"/>
                    </a:lnTo>
                    <a:lnTo>
                      <a:pt x="56483" y="10358"/>
                    </a:lnTo>
                    <a:lnTo>
                      <a:pt x="66472" y="7143"/>
                    </a:lnTo>
                    <a:lnTo>
                      <a:pt x="76961" y="4071"/>
                    </a:lnTo>
                    <a:lnTo>
                      <a:pt x="84927" y="2524"/>
                    </a:lnTo>
                    <a:lnTo>
                      <a:pt x="94964" y="833"/>
                    </a:lnTo>
                    <a:lnTo>
                      <a:pt x="105144" y="0"/>
                    </a:lnTo>
                    <a:lnTo>
                      <a:pt x="113537" y="1023"/>
                    </a:lnTo>
                    <a:lnTo>
                      <a:pt x="127896" y="48517"/>
                    </a:lnTo>
                    <a:lnTo>
                      <a:pt x="128015" y="67413"/>
                    </a:lnTo>
                    <a:lnTo>
                      <a:pt x="127563" y="86451"/>
                    </a:lnTo>
                    <a:lnTo>
                      <a:pt x="127253" y="105417"/>
                    </a:lnTo>
                    <a:lnTo>
                      <a:pt x="127575" y="129087"/>
                    </a:lnTo>
                    <a:lnTo>
                      <a:pt x="128111" y="153042"/>
                    </a:lnTo>
                    <a:lnTo>
                      <a:pt x="128218" y="176998"/>
                    </a:lnTo>
                    <a:lnTo>
                      <a:pt x="123253" y="217622"/>
                    </a:lnTo>
                    <a:lnTo>
                      <a:pt x="81057" y="234767"/>
                    </a:lnTo>
                    <a:lnTo>
                      <a:pt x="65496" y="235076"/>
                    </a:lnTo>
                    <a:lnTo>
                      <a:pt x="50291" y="234957"/>
                    </a:lnTo>
                    <a:lnTo>
                      <a:pt x="35790" y="235100"/>
                    </a:lnTo>
                    <a:lnTo>
                      <a:pt x="23431" y="234386"/>
                    </a:lnTo>
                    <a:lnTo>
                      <a:pt x="11930" y="231100"/>
                    </a:lnTo>
                    <a:lnTo>
                      <a:pt x="0" y="22352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43" name="Google Shape;1343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96425" y="2905778"/>
              <a:ext cx="127209" cy="1811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4" name="Google Shape;1344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953313" y="2763641"/>
              <a:ext cx="93181" cy="885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45" name="Google Shape;1345;p10"/>
            <p:cNvGrpSpPr/>
            <p:nvPr/>
          </p:nvGrpSpPr>
          <p:grpSpPr>
            <a:xfrm>
              <a:off x="6204775" y="2761487"/>
              <a:ext cx="422338" cy="444373"/>
              <a:chOff x="6204775" y="2761487"/>
              <a:chExt cx="422338" cy="444373"/>
            </a:xfrm>
          </p:grpSpPr>
          <p:sp>
            <p:nvSpPr>
              <p:cNvPr id="1346" name="Google Shape;1346;p10"/>
              <p:cNvSpPr/>
              <p:nvPr/>
            </p:nvSpPr>
            <p:spPr>
              <a:xfrm>
                <a:off x="6204775" y="2871977"/>
                <a:ext cx="137795" cy="252729"/>
              </a:xfrm>
              <a:custGeom>
                <a:rect b="b" l="l" r="r" t="t"/>
                <a:pathLst>
                  <a:path extrusionOk="0" h="252730" w="137795">
                    <a:moveTo>
                      <a:pt x="19240" y="0"/>
                    </a:moveTo>
                    <a:lnTo>
                      <a:pt x="738" y="51863"/>
                    </a:lnTo>
                    <a:lnTo>
                      <a:pt x="0" y="73533"/>
                    </a:lnTo>
                    <a:lnTo>
                      <a:pt x="119" y="95202"/>
                    </a:lnTo>
                    <a:lnTo>
                      <a:pt x="2762" y="140208"/>
                    </a:lnTo>
                    <a:lnTo>
                      <a:pt x="12096" y="186880"/>
                    </a:lnTo>
                    <a:lnTo>
                      <a:pt x="28979" y="223242"/>
                    </a:lnTo>
                    <a:lnTo>
                      <a:pt x="66484" y="249174"/>
                    </a:lnTo>
                    <a:lnTo>
                      <a:pt x="85379" y="252174"/>
                    </a:lnTo>
                    <a:lnTo>
                      <a:pt x="102774" y="251459"/>
                    </a:lnTo>
                    <a:lnTo>
                      <a:pt x="119741" y="247888"/>
                    </a:lnTo>
                    <a:lnTo>
                      <a:pt x="137350" y="24231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6287261" y="2908553"/>
                <a:ext cx="87630" cy="115570"/>
              </a:xfrm>
              <a:custGeom>
                <a:rect b="b" l="l" r="r" t="t"/>
                <a:pathLst>
                  <a:path extrusionOk="0" h="115569" w="87629">
                    <a:moveTo>
                      <a:pt x="0" y="0"/>
                    </a:moveTo>
                    <a:lnTo>
                      <a:pt x="7119" y="10608"/>
                    </a:lnTo>
                    <a:lnTo>
                      <a:pt x="14668" y="20859"/>
                    </a:lnTo>
                    <a:lnTo>
                      <a:pt x="22502" y="30968"/>
                    </a:lnTo>
                    <a:lnTo>
                      <a:pt x="30480" y="41148"/>
                    </a:lnTo>
                    <a:lnTo>
                      <a:pt x="38611" y="52137"/>
                    </a:lnTo>
                    <a:lnTo>
                      <a:pt x="46958" y="63341"/>
                    </a:lnTo>
                    <a:lnTo>
                      <a:pt x="55447" y="74687"/>
                    </a:lnTo>
                    <a:lnTo>
                      <a:pt x="64008" y="86105"/>
                    </a:lnTo>
                    <a:lnTo>
                      <a:pt x="67782" y="90820"/>
                    </a:lnTo>
                    <a:lnTo>
                      <a:pt x="75342" y="100393"/>
                    </a:lnTo>
                    <a:lnTo>
                      <a:pt x="82760" y="109680"/>
                    </a:lnTo>
                    <a:lnTo>
                      <a:pt x="86106" y="113537"/>
                    </a:lnTo>
                    <a:lnTo>
                      <a:pt x="87082" y="113561"/>
                    </a:lnTo>
                    <a:lnTo>
                      <a:pt x="86487" y="115442"/>
                    </a:lnTo>
                    <a:lnTo>
                      <a:pt x="85891" y="115038"/>
                    </a:lnTo>
                    <a:lnTo>
                      <a:pt x="86868" y="10820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6289547" y="2906267"/>
                <a:ext cx="73660" cy="121920"/>
              </a:xfrm>
              <a:custGeom>
                <a:rect b="b" l="l" r="r" t="t"/>
                <a:pathLst>
                  <a:path extrusionOk="0" h="121919" w="73660">
                    <a:moveTo>
                      <a:pt x="73151" y="0"/>
                    </a:moveTo>
                    <a:lnTo>
                      <a:pt x="45827" y="33539"/>
                    </a:lnTo>
                    <a:lnTo>
                      <a:pt x="21145" y="71818"/>
                    </a:lnTo>
                    <a:lnTo>
                      <a:pt x="6095" y="98298"/>
                    </a:lnTo>
                    <a:lnTo>
                      <a:pt x="1523" y="106680"/>
                    </a:lnTo>
                    <a:lnTo>
                      <a:pt x="761" y="112776"/>
                    </a:lnTo>
                    <a:lnTo>
                      <a:pt x="0" y="121920"/>
                    </a:lnTo>
                    <a:lnTo>
                      <a:pt x="7119" y="119872"/>
                    </a:lnTo>
                    <a:lnTo>
                      <a:pt x="12382" y="116966"/>
                    </a:lnTo>
                    <a:lnTo>
                      <a:pt x="17359" y="112918"/>
                    </a:lnTo>
                    <a:lnTo>
                      <a:pt x="23621" y="10744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6326885" y="3176015"/>
                <a:ext cx="209550" cy="29845"/>
              </a:xfrm>
              <a:custGeom>
                <a:rect b="b" l="l" r="r" t="t"/>
                <a:pathLst>
                  <a:path extrusionOk="0" h="29844" w="209550">
                    <a:moveTo>
                      <a:pt x="0" y="28194"/>
                    </a:moveTo>
                    <a:lnTo>
                      <a:pt x="16002" y="29158"/>
                    </a:lnTo>
                    <a:lnTo>
                      <a:pt x="32004" y="29622"/>
                    </a:lnTo>
                    <a:lnTo>
                      <a:pt x="48006" y="29372"/>
                    </a:lnTo>
                    <a:lnTo>
                      <a:pt x="87427" y="25527"/>
                    </a:lnTo>
                    <a:lnTo>
                      <a:pt x="133981" y="18764"/>
                    </a:lnTo>
                    <a:lnTo>
                      <a:pt x="156972" y="15240"/>
                    </a:lnTo>
                    <a:lnTo>
                      <a:pt x="166116" y="13977"/>
                    </a:lnTo>
                    <a:lnTo>
                      <a:pt x="175260" y="12573"/>
                    </a:lnTo>
                    <a:lnTo>
                      <a:pt x="184404" y="11168"/>
                    </a:lnTo>
                    <a:lnTo>
                      <a:pt x="193548" y="9906"/>
                    </a:lnTo>
                    <a:lnTo>
                      <a:pt x="144470" y="13120"/>
                    </a:lnTo>
                    <a:lnTo>
                      <a:pt x="108585" y="17966"/>
                    </a:lnTo>
                    <a:lnTo>
                      <a:pt x="89154" y="20478"/>
                    </a:lnTo>
                    <a:lnTo>
                      <a:pt x="69723" y="22848"/>
                    </a:lnTo>
                    <a:lnTo>
                      <a:pt x="50292" y="25146"/>
                    </a:lnTo>
                    <a:lnTo>
                      <a:pt x="42672" y="26670"/>
                    </a:lnTo>
                    <a:lnTo>
                      <a:pt x="34290" y="27432"/>
                    </a:lnTo>
                    <a:lnTo>
                      <a:pt x="27432" y="28194"/>
                    </a:lnTo>
                    <a:lnTo>
                      <a:pt x="40457" y="28027"/>
                    </a:lnTo>
                    <a:lnTo>
                      <a:pt x="79248" y="24384"/>
                    </a:lnTo>
                    <a:lnTo>
                      <a:pt x="129159" y="15144"/>
                    </a:lnTo>
                    <a:lnTo>
                      <a:pt x="154043" y="10132"/>
                    </a:lnTo>
                    <a:lnTo>
                      <a:pt x="179070" y="5334"/>
                    </a:lnTo>
                    <a:lnTo>
                      <a:pt x="186940" y="3869"/>
                    </a:lnTo>
                    <a:lnTo>
                      <a:pt x="194595" y="2762"/>
                    </a:lnTo>
                    <a:lnTo>
                      <a:pt x="202108" y="1797"/>
                    </a:lnTo>
                    <a:lnTo>
                      <a:pt x="209550" y="762"/>
                    </a:lnTo>
                    <a:lnTo>
                      <a:pt x="208026" y="1524"/>
                    </a:lnTo>
                    <a:lnTo>
                      <a:pt x="202692" y="4572"/>
                    </a:lnTo>
                    <a:lnTo>
                      <a:pt x="200406" y="3048"/>
                    </a:lnTo>
                    <a:lnTo>
                      <a:pt x="199644" y="2286"/>
                    </a:lnTo>
                    <a:lnTo>
                      <a:pt x="198882" y="762"/>
                    </a:lnTo>
                    <a:lnTo>
                      <a:pt x="19888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6408419" y="2907791"/>
                <a:ext cx="72390" cy="98425"/>
              </a:xfrm>
              <a:custGeom>
                <a:rect b="b" l="l" r="r" t="t"/>
                <a:pathLst>
                  <a:path extrusionOk="0" h="98425" w="72389">
                    <a:moveTo>
                      <a:pt x="0" y="0"/>
                    </a:moveTo>
                    <a:lnTo>
                      <a:pt x="27217" y="29789"/>
                    </a:lnTo>
                    <a:lnTo>
                      <a:pt x="54137" y="70496"/>
                    </a:lnTo>
                    <a:lnTo>
                      <a:pt x="60198" y="80772"/>
                    </a:lnTo>
                    <a:lnTo>
                      <a:pt x="60960" y="82296"/>
                    </a:lnTo>
                    <a:lnTo>
                      <a:pt x="67818" y="97535"/>
                    </a:lnTo>
                    <a:lnTo>
                      <a:pt x="70866" y="98297"/>
                    </a:lnTo>
                    <a:lnTo>
                      <a:pt x="72390" y="98297"/>
                    </a:lnTo>
                    <a:lnTo>
                      <a:pt x="72390" y="97535"/>
                    </a:lnTo>
                    <a:lnTo>
                      <a:pt x="71628" y="944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6419849" y="2908553"/>
                <a:ext cx="41910" cy="93980"/>
              </a:xfrm>
              <a:custGeom>
                <a:rect b="b" l="l" r="r" t="t"/>
                <a:pathLst>
                  <a:path extrusionOk="0" h="93980" w="41910">
                    <a:moveTo>
                      <a:pt x="41910" y="0"/>
                    </a:moveTo>
                    <a:lnTo>
                      <a:pt x="35254" y="10084"/>
                    </a:lnTo>
                    <a:lnTo>
                      <a:pt x="29813" y="20097"/>
                    </a:lnTo>
                    <a:lnTo>
                      <a:pt x="25086" y="30539"/>
                    </a:lnTo>
                    <a:lnTo>
                      <a:pt x="20574" y="41910"/>
                    </a:lnTo>
                    <a:lnTo>
                      <a:pt x="15454" y="53911"/>
                    </a:lnTo>
                    <a:lnTo>
                      <a:pt x="10477" y="65913"/>
                    </a:lnTo>
                    <a:lnTo>
                      <a:pt x="5786" y="77914"/>
                    </a:lnTo>
                    <a:lnTo>
                      <a:pt x="1524" y="89916"/>
                    </a:lnTo>
                    <a:lnTo>
                      <a:pt x="762" y="92964"/>
                    </a:lnTo>
                    <a:lnTo>
                      <a:pt x="1524" y="93726"/>
                    </a:lnTo>
                    <a:lnTo>
                      <a:pt x="0" y="937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6448043" y="2802635"/>
                <a:ext cx="64769" cy="77470"/>
              </a:xfrm>
              <a:custGeom>
                <a:rect b="b" l="l" r="r" t="t"/>
                <a:pathLst>
                  <a:path extrusionOk="0" h="77469" w="64770">
                    <a:moveTo>
                      <a:pt x="0" y="22098"/>
                    </a:moveTo>
                    <a:lnTo>
                      <a:pt x="10417" y="18216"/>
                    </a:lnTo>
                    <a:lnTo>
                      <a:pt x="21050" y="14478"/>
                    </a:lnTo>
                    <a:lnTo>
                      <a:pt x="31825" y="10739"/>
                    </a:lnTo>
                    <a:lnTo>
                      <a:pt x="42672" y="6858"/>
                    </a:lnTo>
                    <a:lnTo>
                      <a:pt x="50291" y="4572"/>
                    </a:lnTo>
                    <a:lnTo>
                      <a:pt x="57150" y="2286"/>
                    </a:lnTo>
                    <a:lnTo>
                      <a:pt x="64769" y="0"/>
                    </a:lnTo>
                    <a:lnTo>
                      <a:pt x="38016" y="27801"/>
                    </a:lnTo>
                    <a:lnTo>
                      <a:pt x="38004" y="35718"/>
                    </a:lnTo>
                    <a:lnTo>
                      <a:pt x="38421" y="43493"/>
                    </a:lnTo>
                    <a:lnTo>
                      <a:pt x="39624" y="51054"/>
                    </a:lnTo>
                    <a:lnTo>
                      <a:pt x="40386" y="57912"/>
                    </a:lnTo>
                    <a:lnTo>
                      <a:pt x="41910" y="69342"/>
                    </a:lnTo>
                    <a:lnTo>
                      <a:pt x="47244" y="74676"/>
                    </a:lnTo>
                    <a:lnTo>
                      <a:pt x="49530" y="76200"/>
                    </a:lnTo>
                    <a:lnTo>
                      <a:pt x="51054" y="76962"/>
                    </a:lnTo>
                    <a:lnTo>
                      <a:pt x="53340" y="769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6554723" y="2761487"/>
                <a:ext cx="72390" cy="245110"/>
              </a:xfrm>
              <a:custGeom>
                <a:rect b="b" l="l" r="r" t="t"/>
                <a:pathLst>
                  <a:path extrusionOk="0" h="245110" w="72390">
                    <a:moveTo>
                      <a:pt x="0" y="0"/>
                    </a:moveTo>
                    <a:lnTo>
                      <a:pt x="39624" y="28193"/>
                    </a:lnTo>
                    <a:lnTo>
                      <a:pt x="64008" y="73723"/>
                    </a:lnTo>
                    <a:lnTo>
                      <a:pt x="72390" y="124967"/>
                    </a:lnTo>
                    <a:lnTo>
                      <a:pt x="71330" y="143184"/>
                    </a:lnTo>
                    <a:lnTo>
                      <a:pt x="52578" y="193548"/>
                    </a:lnTo>
                    <a:lnTo>
                      <a:pt x="30932" y="230731"/>
                    </a:lnTo>
                    <a:lnTo>
                      <a:pt x="16002" y="243840"/>
                    </a:lnTo>
                    <a:lnTo>
                      <a:pt x="14478" y="244602"/>
                    </a:lnTo>
                    <a:lnTo>
                      <a:pt x="9906" y="24384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4" name="Google Shape;1354;p10"/>
            <p:cNvGrpSpPr/>
            <p:nvPr/>
          </p:nvGrpSpPr>
          <p:grpSpPr>
            <a:xfrm>
              <a:off x="6602729" y="2631185"/>
              <a:ext cx="108204" cy="109220"/>
              <a:chOff x="6602729" y="2631185"/>
              <a:chExt cx="108204" cy="109220"/>
            </a:xfrm>
          </p:grpSpPr>
          <p:sp>
            <p:nvSpPr>
              <p:cNvPr id="1355" name="Google Shape;1355;p10"/>
              <p:cNvSpPr/>
              <p:nvPr/>
            </p:nvSpPr>
            <p:spPr>
              <a:xfrm>
                <a:off x="6602729" y="2686050"/>
                <a:ext cx="51435" cy="3810"/>
              </a:xfrm>
              <a:custGeom>
                <a:rect b="b" l="l" r="r" t="t"/>
                <a:pathLst>
                  <a:path extrusionOk="0" h="3810" w="51434">
                    <a:moveTo>
                      <a:pt x="0" y="3810"/>
                    </a:moveTo>
                    <a:lnTo>
                      <a:pt x="41910" y="762"/>
                    </a:lnTo>
                    <a:lnTo>
                      <a:pt x="46482" y="762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6699503" y="2631185"/>
                <a:ext cx="11430" cy="109220"/>
              </a:xfrm>
              <a:custGeom>
                <a:rect b="b" l="l" r="r" t="t"/>
                <a:pathLst>
                  <a:path extrusionOk="0" h="109219" w="11429">
                    <a:moveTo>
                      <a:pt x="0" y="0"/>
                    </a:moveTo>
                    <a:lnTo>
                      <a:pt x="10668" y="43434"/>
                    </a:lnTo>
                    <a:lnTo>
                      <a:pt x="10834" y="60745"/>
                    </a:lnTo>
                    <a:lnTo>
                      <a:pt x="9144" y="76771"/>
                    </a:lnTo>
                    <a:lnTo>
                      <a:pt x="5738" y="92511"/>
                    </a:lnTo>
                    <a:lnTo>
                      <a:pt x="762" y="10896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57" name="Google Shape;1357;p1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735393" y="2971774"/>
              <a:ext cx="456393" cy="20505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58" name="Google Shape;1358;p10"/>
            <p:cNvGrpSpPr/>
            <p:nvPr/>
          </p:nvGrpSpPr>
          <p:grpSpPr>
            <a:xfrm>
              <a:off x="4292167" y="2766059"/>
              <a:ext cx="591109" cy="432308"/>
              <a:chOff x="4292167" y="2766059"/>
              <a:chExt cx="591109" cy="432308"/>
            </a:xfrm>
          </p:grpSpPr>
          <p:sp>
            <p:nvSpPr>
              <p:cNvPr id="1359" name="Google Shape;1359;p10"/>
              <p:cNvSpPr/>
              <p:nvPr/>
            </p:nvSpPr>
            <p:spPr>
              <a:xfrm>
                <a:off x="4292167" y="2849117"/>
                <a:ext cx="138430" cy="349250"/>
              </a:xfrm>
              <a:custGeom>
                <a:rect b="b" l="l" r="r" t="t"/>
                <a:pathLst>
                  <a:path extrusionOk="0" h="349250" w="138429">
                    <a:moveTo>
                      <a:pt x="75616" y="0"/>
                    </a:moveTo>
                    <a:lnTo>
                      <a:pt x="34575" y="22717"/>
                    </a:lnTo>
                    <a:lnTo>
                      <a:pt x="14335" y="68306"/>
                    </a:lnTo>
                    <a:lnTo>
                      <a:pt x="2928" y="129956"/>
                    </a:lnTo>
                    <a:lnTo>
                      <a:pt x="0" y="192869"/>
                    </a:lnTo>
                    <a:lnTo>
                      <a:pt x="1416" y="224885"/>
                    </a:lnTo>
                    <a:lnTo>
                      <a:pt x="16180" y="287274"/>
                    </a:lnTo>
                    <a:lnTo>
                      <a:pt x="37992" y="322230"/>
                    </a:lnTo>
                    <a:lnTo>
                      <a:pt x="71806" y="345186"/>
                    </a:lnTo>
                    <a:lnTo>
                      <a:pt x="91701" y="348853"/>
                    </a:lnTo>
                    <a:lnTo>
                      <a:pt x="108096" y="345948"/>
                    </a:lnTo>
                    <a:lnTo>
                      <a:pt x="122920" y="337899"/>
                    </a:lnTo>
                    <a:lnTo>
                      <a:pt x="138100" y="3261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60" name="Google Shape;1360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423384" y="2844520"/>
                <a:ext cx="115493" cy="2400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61" name="Google Shape;1361;p1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571974" y="3016732"/>
                <a:ext cx="186740" cy="1234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62" name="Google Shape;1362;p10"/>
              <p:cNvSpPr/>
              <p:nvPr/>
            </p:nvSpPr>
            <p:spPr>
              <a:xfrm>
                <a:off x="4736591" y="2766059"/>
                <a:ext cx="146685" cy="365125"/>
              </a:xfrm>
              <a:custGeom>
                <a:rect b="b" l="l" r="r" t="t"/>
                <a:pathLst>
                  <a:path extrusionOk="0" h="365125" w="146685">
                    <a:moveTo>
                      <a:pt x="0" y="0"/>
                    </a:moveTo>
                    <a:lnTo>
                      <a:pt x="37397" y="12108"/>
                    </a:lnTo>
                    <a:lnTo>
                      <a:pt x="80200" y="55244"/>
                    </a:lnTo>
                    <a:lnTo>
                      <a:pt x="105918" y="93725"/>
                    </a:lnTo>
                    <a:lnTo>
                      <a:pt x="127158" y="139064"/>
                    </a:lnTo>
                    <a:lnTo>
                      <a:pt x="140970" y="186689"/>
                    </a:lnTo>
                    <a:lnTo>
                      <a:pt x="146399" y="234695"/>
                    </a:lnTo>
                    <a:lnTo>
                      <a:pt x="145149" y="259127"/>
                    </a:lnTo>
                    <a:lnTo>
                      <a:pt x="133861" y="303383"/>
                    </a:lnTo>
                    <a:lnTo>
                      <a:pt x="111930" y="342173"/>
                    </a:lnTo>
                    <a:lnTo>
                      <a:pt x="93726" y="360426"/>
                    </a:lnTo>
                    <a:lnTo>
                      <a:pt x="89916" y="362712"/>
                    </a:lnTo>
                    <a:lnTo>
                      <a:pt x="86106" y="36499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3" name="Google Shape;1363;p10"/>
            <p:cNvGrpSpPr/>
            <p:nvPr/>
          </p:nvGrpSpPr>
          <p:grpSpPr>
            <a:xfrm>
              <a:off x="5239511" y="2964941"/>
              <a:ext cx="94615" cy="69342"/>
              <a:chOff x="5239511" y="2964941"/>
              <a:chExt cx="94615" cy="69342"/>
            </a:xfrm>
          </p:grpSpPr>
          <p:sp>
            <p:nvSpPr>
              <p:cNvPr id="1364" name="Google Shape;1364;p10"/>
              <p:cNvSpPr/>
              <p:nvPr/>
            </p:nvSpPr>
            <p:spPr>
              <a:xfrm>
                <a:off x="5248655" y="2964941"/>
                <a:ext cx="49530" cy="3175"/>
              </a:xfrm>
              <a:custGeom>
                <a:rect b="b" l="l" r="r" t="t"/>
                <a:pathLst>
                  <a:path extrusionOk="0" h="3175" w="49529">
                    <a:moveTo>
                      <a:pt x="0" y="0"/>
                    </a:moveTo>
                    <a:lnTo>
                      <a:pt x="9596" y="1440"/>
                    </a:lnTo>
                    <a:lnTo>
                      <a:pt x="19050" y="2381"/>
                    </a:lnTo>
                    <a:lnTo>
                      <a:pt x="28503" y="2893"/>
                    </a:lnTo>
                    <a:lnTo>
                      <a:pt x="38100" y="3047"/>
                    </a:lnTo>
                    <a:lnTo>
                      <a:pt x="41148" y="3047"/>
                    </a:lnTo>
                    <a:lnTo>
                      <a:pt x="46482" y="3047"/>
                    </a:lnTo>
                    <a:lnTo>
                      <a:pt x="49530" y="30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0"/>
              <p:cNvSpPr/>
              <p:nvPr/>
            </p:nvSpPr>
            <p:spPr>
              <a:xfrm>
                <a:off x="5239511" y="3011423"/>
                <a:ext cx="94615" cy="22860"/>
              </a:xfrm>
              <a:custGeom>
                <a:rect b="b" l="l" r="r" t="t"/>
                <a:pathLst>
                  <a:path extrusionOk="0" h="22860" w="94614">
                    <a:moveTo>
                      <a:pt x="0" y="22860"/>
                    </a:moveTo>
                    <a:lnTo>
                      <a:pt x="12894" y="20204"/>
                    </a:lnTo>
                    <a:lnTo>
                      <a:pt x="25431" y="17049"/>
                    </a:lnTo>
                    <a:lnTo>
                      <a:pt x="37826" y="13751"/>
                    </a:lnTo>
                    <a:lnTo>
                      <a:pt x="50292" y="10668"/>
                    </a:lnTo>
                    <a:lnTo>
                      <a:pt x="61591" y="8572"/>
                    </a:lnTo>
                    <a:lnTo>
                      <a:pt x="72675" y="6477"/>
                    </a:lnTo>
                    <a:lnTo>
                      <a:pt x="83617" y="3810"/>
                    </a:lnTo>
                    <a:lnTo>
                      <a:pt x="9448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66" name="Google Shape;1366;p10"/>
          <p:cNvGrpSpPr/>
          <p:nvPr/>
        </p:nvGrpSpPr>
        <p:grpSpPr>
          <a:xfrm>
            <a:off x="1132660" y="2616189"/>
            <a:ext cx="8109521" cy="3584205"/>
            <a:chOff x="3143986" y="3634714"/>
            <a:chExt cx="6102146" cy="2565680"/>
          </a:xfrm>
        </p:grpSpPr>
        <p:pic>
          <p:nvPicPr>
            <p:cNvPr id="1367" name="Google Shape;1367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5347690" y="4893538"/>
              <a:ext cx="106730" cy="784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8" name="Google Shape;1368;p10"/>
            <p:cNvSpPr/>
            <p:nvPr/>
          </p:nvSpPr>
          <p:spPr>
            <a:xfrm>
              <a:off x="6594347" y="4344923"/>
              <a:ext cx="1288415" cy="163195"/>
            </a:xfrm>
            <a:custGeom>
              <a:rect b="b" l="l" r="r" t="t"/>
              <a:pathLst>
                <a:path extrusionOk="0" h="163195" w="1288415">
                  <a:moveTo>
                    <a:pt x="0" y="138684"/>
                  </a:moveTo>
                  <a:lnTo>
                    <a:pt x="47363" y="156900"/>
                  </a:lnTo>
                  <a:lnTo>
                    <a:pt x="86975" y="162948"/>
                  </a:lnTo>
                  <a:lnTo>
                    <a:pt x="110013" y="162687"/>
                  </a:lnTo>
                  <a:lnTo>
                    <a:pt x="155448" y="155448"/>
                  </a:lnTo>
                  <a:lnTo>
                    <a:pt x="220884" y="135636"/>
                  </a:lnTo>
                  <a:lnTo>
                    <a:pt x="253281" y="124372"/>
                  </a:lnTo>
                  <a:lnTo>
                    <a:pt x="285750" y="113538"/>
                  </a:lnTo>
                  <a:lnTo>
                    <a:pt x="327171" y="102322"/>
                  </a:lnTo>
                  <a:lnTo>
                    <a:pt x="369093" y="92964"/>
                  </a:lnTo>
                  <a:lnTo>
                    <a:pt x="411444" y="85891"/>
                  </a:lnTo>
                  <a:lnTo>
                    <a:pt x="454152" y="81534"/>
                  </a:lnTo>
                  <a:lnTo>
                    <a:pt x="494692" y="80652"/>
                  </a:lnTo>
                  <a:lnTo>
                    <a:pt x="534447" y="82486"/>
                  </a:lnTo>
                  <a:lnTo>
                    <a:pt x="574059" y="86891"/>
                  </a:lnTo>
                  <a:lnTo>
                    <a:pt x="614172" y="93726"/>
                  </a:lnTo>
                  <a:lnTo>
                    <a:pt x="671322" y="108204"/>
                  </a:lnTo>
                  <a:lnTo>
                    <a:pt x="728472" y="124968"/>
                  </a:lnTo>
                  <a:lnTo>
                    <a:pt x="752856" y="133635"/>
                  </a:lnTo>
                  <a:lnTo>
                    <a:pt x="765119" y="137933"/>
                  </a:lnTo>
                  <a:lnTo>
                    <a:pt x="777240" y="141732"/>
                  </a:lnTo>
                  <a:lnTo>
                    <a:pt x="784098" y="144018"/>
                  </a:lnTo>
                  <a:lnTo>
                    <a:pt x="784098" y="140970"/>
                  </a:lnTo>
                  <a:lnTo>
                    <a:pt x="813399" y="105632"/>
                  </a:lnTo>
                  <a:lnTo>
                    <a:pt x="848868" y="85391"/>
                  </a:lnTo>
                  <a:lnTo>
                    <a:pt x="903446" y="75676"/>
                  </a:lnTo>
                  <a:lnTo>
                    <a:pt x="969454" y="74580"/>
                  </a:lnTo>
                  <a:lnTo>
                    <a:pt x="1007744" y="75057"/>
                  </a:lnTo>
                  <a:lnTo>
                    <a:pt x="1046035" y="75533"/>
                  </a:lnTo>
                  <a:lnTo>
                    <a:pt x="1084326" y="75438"/>
                  </a:lnTo>
                  <a:lnTo>
                    <a:pt x="1155001" y="69722"/>
                  </a:lnTo>
                  <a:lnTo>
                    <a:pt x="1224534" y="57149"/>
                  </a:lnTo>
                  <a:lnTo>
                    <a:pt x="1271146" y="44076"/>
                  </a:lnTo>
                  <a:lnTo>
                    <a:pt x="1287958" y="25931"/>
                  </a:lnTo>
                  <a:lnTo>
                    <a:pt x="1282160" y="15620"/>
                  </a:lnTo>
                  <a:lnTo>
                    <a:pt x="1272504" y="6453"/>
                  </a:lnTo>
                  <a:lnTo>
                    <a:pt x="126492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0"/>
            <p:cNvSpPr/>
            <p:nvPr/>
          </p:nvSpPr>
          <p:spPr>
            <a:xfrm>
              <a:off x="7111745" y="6028944"/>
              <a:ext cx="1256030" cy="171450"/>
            </a:xfrm>
            <a:custGeom>
              <a:rect b="b" l="l" r="r" t="t"/>
              <a:pathLst>
                <a:path extrusionOk="0" h="171450" w="1256029">
                  <a:moveTo>
                    <a:pt x="0" y="82296"/>
                  </a:moveTo>
                  <a:lnTo>
                    <a:pt x="44469" y="116478"/>
                  </a:lnTo>
                  <a:lnTo>
                    <a:pt x="85022" y="136505"/>
                  </a:lnTo>
                  <a:lnTo>
                    <a:pt x="134576" y="148339"/>
                  </a:lnTo>
                  <a:lnTo>
                    <a:pt x="160782" y="150114"/>
                  </a:lnTo>
                  <a:lnTo>
                    <a:pt x="198096" y="147839"/>
                  </a:lnTo>
                  <a:lnTo>
                    <a:pt x="234696" y="141065"/>
                  </a:lnTo>
                  <a:lnTo>
                    <a:pt x="270724" y="131575"/>
                  </a:lnTo>
                  <a:lnTo>
                    <a:pt x="306324" y="121158"/>
                  </a:lnTo>
                  <a:lnTo>
                    <a:pt x="351068" y="107472"/>
                  </a:lnTo>
                  <a:lnTo>
                    <a:pt x="395813" y="94335"/>
                  </a:lnTo>
                  <a:lnTo>
                    <a:pt x="440740" y="82478"/>
                  </a:lnTo>
                  <a:lnTo>
                    <a:pt x="486034" y="72633"/>
                  </a:lnTo>
                  <a:lnTo>
                    <a:pt x="531876" y="65532"/>
                  </a:lnTo>
                  <a:lnTo>
                    <a:pt x="573488" y="61864"/>
                  </a:lnTo>
                  <a:lnTo>
                    <a:pt x="615600" y="61341"/>
                  </a:lnTo>
                  <a:lnTo>
                    <a:pt x="657570" y="64246"/>
                  </a:lnTo>
                  <a:lnTo>
                    <a:pt x="698754" y="70866"/>
                  </a:lnTo>
                  <a:lnTo>
                    <a:pt x="755046" y="89058"/>
                  </a:lnTo>
                  <a:lnTo>
                    <a:pt x="806196" y="118110"/>
                  </a:lnTo>
                  <a:lnTo>
                    <a:pt x="834163" y="148435"/>
                  </a:lnTo>
                  <a:lnTo>
                    <a:pt x="842010" y="165354"/>
                  </a:lnTo>
                  <a:lnTo>
                    <a:pt x="842010" y="166878"/>
                  </a:lnTo>
                  <a:lnTo>
                    <a:pt x="842010" y="171450"/>
                  </a:lnTo>
                  <a:lnTo>
                    <a:pt x="848046" y="167199"/>
                  </a:lnTo>
                  <a:lnTo>
                    <a:pt x="853725" y="162591"/>
                  </a:lnTo>
                  <a:lnTo>
                    <a:pt x="859262" y="157841"/>
                  </a:lnTo>
                  <a:lnTo>
                    <a:pt x="864869" y="153162"/>
                  </a:lnTo>
                  <a:lnTo>
                    <a:pt x="898493" y="124015"/>
                  </a:lnTo>
                  <a:lnTo>
                    <a:pt x="934974" y="98298"/>
                  </a:lnTo>
                  <a:lnTo>
                    <a:pt x="975360" y="81819"/>
                  </a:lnTo>
                  <a:lnTo>
                    <a:pt x="1018032" y="76200"/>
                  </a:lnTo>
                  <a:lnTo>
                    <a:pt x="1043963" y="77128"/>
                  </a:lnTo>
                  <a:lnTo>
                    <a:pt x="1069467" y="80772"/>
                  </a:lnTo>
                  <a:lnTo>
                    <a:pt x="1094970" y="84986"/>
                  </a:lnTo>
                  <a:lnTo>
                    <a:pt x="1120902" y="87630"/>
                  </a:lnTo>
                  <a:lnTo>
                    <a:pt x="1169122" y="82272"/>
                  </a:lnTo>
                  <a:lnTo>
                    <a:pt x="1217295" y="61722"/>
                  </a:lnTo>
                  <a:lnTo>
                    <a:pt x="1251596" y="30325"/>
                  </a:lnTo>
                  <a:lnTo>
                    <a:pt x="1255716" y="11441"/>
                  </a:lnTo>
                  <a:lnTo>
                    <a:pt x="1255776" y="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0"/>
            <p:cNvSpPr/>
            <p:nvPr/>
          </p:nvSpPr>
          <p:spPr>
            <a:xfrm>
              <a:off x="3225545" y="4552188"/>
              <a:ext cx="1602740" cy="314960"/>
            </a:xfrm>
            <a:custGeom>
              <a:rect b="b" l="l" r="r" t="t"/>
              <a:pathLst>
                <a:path extrusionOk="0" h="314960" w="1602739">
                  <a:moveTo>
                    <a:pt x="0" y="184404"/>
                  </a:moveTo>
                  <a:lnTo>
                    <a:pt x="8596" y="193202"/>
                  </a:lnTo>
                  <a:lnTo>
                    <a:pt x="17335" y="202215"/>
                  </a:lnTo>
                  <a:lnTo>
                    <a:pt x="26360" y="211085"/>
                  </a:lnTo>
                  <a:lnTo>
                    <a:pt x="64103" y="237886"/>
                  </a:lnTo>
                  <a:lnTo>
                    <a:pt x="102679" y="251650"/>
                  </a:lnTo>
                  <a:lnTo>
                    <a:pt x="152638" y="259734"/>
                  </a:lnTo>
                  <a:lnTo>
                    <a:pt x="173736" y="260699"/>
                  </a:lnTo>
                  <a:lnTo>
                    <a:pt x="194833" y="260663"/>
                  </a:lnTo>
                  <a:lnTo>
                    <a:pt x="241339" y="257210"/>
                  </a:lnTo>
                  <a:lnTo>
                    <a:pt x="292155" y="247947"/>
                  </a:lnTo>
                  <a:lnTo>
                    <a:pt x="342590" y="236041"/>
                  </a:lnTo>
                  <a:lnTo>
                    <a:pt x="368046" y="229838"/>
                  </a:lnTo>
                  <a:lnTo>
                    <a:pt x="419100" y="217932"/>
                  </a:lnTo>
                  <a:lnTo>
                    <a:pt x="468249" y="207930"/>
                  </a:lnTo>
                  <a:lnTo>
                    <a:pt x="517398" y="199644"/>
                  </a:lnTo>
                  <a:lnTo>
                    <a:pt x="541520" y="195679"/>
                  </a:lnTo>
                  <a:lnTo>
                    <a:pt x="590049" y="188606"/>
                  </a:lnTo>
                  <a:lnTo>
                    <a:pt x="637484" y="184058"/>
                  </a:lnTo>
                  <a:lnTo>
                    <a:pt x="683823" y="182606"/>
                  </a:lnTo>
                  <a:lnTo>
                    <a:pt x="707136" y="182880"/>
                  </a:lnTo>
                  <a:lnTo>
                    <a:pt x="746855" y="187928"/>
                  </a:lnTo>
                  <a:lnTo>
                    <a:pt x="784860" y="200406"/>
                  </a:lnTo>
                  <a:lnTo>
                    <a:pt x="832008" y="229123"/>
                  </a:lnTo>
                  <a:lnTo>
                    <a:pt x="864298" y="262223"/>
                  </a:lnTo>
                  <a:lnTo>
                    <a:pt x="884872" y="298323"/>
                  </a:lnTo>
                  <a:lnTo>
                    <a:pt x="887063" y="304299"/>
                  </a:lnTo>
                  <a:lnTo>
                    <a:pt x="889254" y="310134"/>
                  </a:lnTo>
                  <a:lnTo>
                    <a:pt x="890016" y="311658"/>
                  </a:lnTo>
                  <a:lnTo>
                    <a:pt x="890778" y="313181"/>
                  </a:lnTo>
                  <a:lnTo>
                    <a:pt x="891540" y="314705"/>
                  </a:lnTo>
                  <a:lnTo>
                    <a:pt x="895350" y="309372"/>
                  </a:lnTo>
                  <a:lnTo>
                    <a:pt x="898397" y="304038"/>
                  </a:lnTo>
                  <a:lnTo>
                    <a:pt x="902208" y="298703"/>
                  </a:lnTo>
                  <a:lnTo>
                    <a:pt x="925068" y="265175"/>
                  </a:lnTo>
                  <a:lnTo>
                    <a:pt x="953678" y="234529"/>
                  </a:lnTo>
                  <a:lnTo>
                    <a:pt x="1001172" y="203549"/>
                  </a:lnTo>
                  <a:lnTo>
                    <a:pt x="1041654" y="188975"/>
                  </a:lnTo>
                  <a:lnTo>
                    <a:pt x="1084421" y="176783"/>
                  </a:lnTo>
                  <a:lnTo>
                    <a:pt x="1127760" y="166877"/>
                  </a:lnTo>
                  <a:lnTo>
                    <a:pt x="1172718" y="157638"/>
                  </a:lnTo>
                  <a:lnTo>
                    <a:pt x="1217676" y="150113"/>
                  </a:lnTo>
                  <a:lnTo>
                    <a:pt x="1259300" y="145446"/>
                  </a:lnTo>
                  <a:lnTo>
                    <a:pt x="1301496" y="142493"/>
                  </a:lnTo>
                  <a:lnTo>
                    <a:pt x="1339977" y="140969"/>
                  </a:lnTo>
                  <a:lnTo>
                    <a:pt x="1359146" y="140350"/>
                  </a:lnTo>
                  <a:lnTo>
                    <a:pt x="1414653" y="136016"/>
                  </a:lnTo>
                  <a:lnTo>
                    <a:pt x="1468755" y="126753"/>
                  </a:lnTo>
                  <a:lnTo>
                    <a:pt x="1520190" y="108965"/>
                  </a:lnTo>
                  <a:lnTo>
                    <a:pt x="1564231" y="81855"/>
                  </a:lnTo>
                  <a:lnTo>
                    <a:pt x="1592770" y="52863"/>
                  </a:lnTo>
                  <a:lnTo>
                    <a:pt x="1602486" y="32003"/>
                  </a:lnTo>
                  <a:lnTo>
                    <a:pt x="1599116" y="18430"/>
                  </a:lnTo>
                  <a:lnTo>
                    <a:pt x="1586960" y="9715"/>
                  </a:lnTo>
                  <a:lnTo>
                    <a:pt x="1571517" y="4143"/>
                  </a:lnTo>
                  <a:lnTo>
                    <a:pt x="155829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71" name="Google Shape;1371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143986" y="4184878"/>
              <a:ext cx="141782" cy="238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2" name="Google Shape;1372;p10"/>
            <p:cNvSpPr/>
            <p:nvPr/>
          </p:nvSpPr>
          <p:spPr>
            <a:xfrm>
              <a:off x="3375362" y="4058411"/>
              <a:ext cx="97155" cy="566420"/>
            </a:xfrm>
            <a:custGeom>
              <a:rect b="b" l="l" r="r" t="t"/>
              <a:pathLst>
                <a:path extrusionOk="0" h="566420" w="97154">
                  <a:moveTo>
                    <a:pt x="78021" y="0"/>
                  </a:moveTo>
                  <a:lnTo>
                    <a:pt x="75735" y="1524"/>
                  </a:lnTo>
                  <a:lnTo>
                    <a:pt x="74211" y="2286"/>
                  </a:lnTo>
                  <a:lnTo>
                    <a:pt x="71925" y="3810"/>
                  </a:lnTo>
                  <a:lnTo>
                    <a:pt x="66591" y="9144"/>
                  </a:lnTo>
                  <a:lnTo>
                    <a:pt x="62019" y="18288"/>
                  </a:lnTo>
                  <a:lnTo>
                    <a:pt x="59733" y="25146"/>
                  </a:lnTo>
                  <a:lnTo>
                    <a:pt x="51184" y="47124"/>
                  </a:lnTo>
                  <a:lnTo>
                    <a:pt x="38945" y="92225"/>
                  </a:lnTo>
                  <a:lnTo>
                    <a:pt x="28146" y="141815"/>
                  </a:lnTo>
                  <a:lnTo>
                    <a:pt x="17645" y="195322"/>
                  </a:lnTo>
                  <a:lnTo>
                    <a:pt x="9536" y="249947"/>
                  </a:lnTo>
                  <a:lnTo>
                    <a:pt x="3821" y="305121"/>
                  </a:lnTo>
                  <a:lnTo>
                    <a:pt x="738" y="356663"/>
                  </a:lnTo>
                  <a:lnTo>
                    <a:pt x="0" y="404574"/>
                  </a:lnTo>
                  <a:lnTo>
                    <a:pt x="1059" y="428244"/>
                  </a:lnTo>
                  <a:lnTo>
                    <a:pt x="11239" y="479679"/>
                  </a:lnTo>
                  <a:lnTo>
                    <a:pt x="28777" y="518445"/>
                  </a:lnTo>
                  <a:lnTo>
                    <a:pt x="57638" y="550164"/>
                  </a:lnTo>
                  <a:lnTo>
                    <a:pt x="90463" y="565749"/>
                  </a:lnTo>
                  <a:lnTo>
                    <a:pt x="97071" y="56616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3" name="Google Shape;1373;p10"/>
            <p:cNvGrpSpPr/>
            <p:nvPr/>
          </p:nvGrpSpPr>
          <p:grpSpPr>
            <a:xfrm>
              <a:off x="3586734" y="4153661"/>
              <a:ext cx="81534" cy="305562"/>
              <a:chOff x="3586734" y="4153661"/>
              <a:chExt cx="81534" cy="305562"/>
            </a:xfrm>
          </p:grpSpPr>
          <p:sp>
            <p:nvSpPr>
              <p:cNvPr id="1374" name="Google Shape;1374;p10"/>
              <p:cNvSpPr/>
              <p:nvPr/>
            </p:nvSpPr>
            <p:spPr>
              <a:xfrm>
                <a:off x="3586734" y="4162043"/>
                <a:ext cx="24765" cy="297180"/>
              </a:xfrm>
              <a:custGeom>
                <a:rect b="b" l="l" r="r" t="t"/>
                <a:pathLst>
                  <a:path extrusionOk="0" h="297179" w="24764">
                    <a:moveTo>
                      <a:pt x="0" y="0"/>
                    </a:moveTo>
                    <a:lnTo>
                      <a:pt x="964" y="18288"/>
                    </a:lnTo>
                    <a:lnTo>
                      <a:pt x="2571" y="36576"/>
                    </a:lnTo>
                    <a:lnTo>
                      <a:pt x="4607" y="54864"/>
                    </a:lnTo>
                    <a:lnTo>
                      <a:pt x="6858" y="73152"/>
                    </a:lnTo>
                    <a:lnTo>
                      <a:pt x="9584" y="97285"/>
                    </a:lnTo>
                    <a:lnTo>
                      <a:pt x="14466" y="146125"/>
                    </a:lnTo>
                    <a:lnTo>
                      <a:pt x="18240" y="191702"/>
                    </a:lnTo>
                    <a:lnTo>
                      <a:pt x="19431" y="212502"/>
                    </a:lnTo>
                    <a:lnTo>
                      <a:pt x="20621" y="233160"/>
                    </a:lnTo>
                    <a:lnTo>
                      <a:pt x="22098" y="253746"/>
                    </a:lnTo>
                    <a:lnTo>
                      <a:pt x="22776" y="264033"/>
                    </a:lnTo>
                    <a:lnTo>
                      <a:pt x="23526" y="274320"/>
                    </a:lnTo>
                    <a:lnTo>
                      <a:pt x="24133" y="284606"/>
                    </a:lnTo>
                    <a:lnTo>
                      <a:pt x="24384" y="294894"/>
                    </a:lnTo>
                    <a:lnTo>
                      <a:pt x="24384" y="295656"/>
                    </a:lnTo>
                    <a:lnTo>
                      <a:pt x="24384" y="296418"/>
                    </a:lnTo>
                    <a:lnTo>
                      <a:pt x="24384" y="297180"/>
                    </a:lnTo>
                    <a:lnTo>
                      <a:pt x="24384" y="293370"/>
                    </a:lnTo>
                    <a:lnTo>
                      <a:pt x="24384" y="294132"/>
                    </a:lnTo>
                    <a:lnTo>
                      <a:pt x="24384" y="287274"/>
                    </a:lnTo>
                    <a:lnTo>
                      <a:pt x="24384" y="283464"/>
                    </a:lnTo>
                    <a:lnTo>
                      <a:pt x="24384" y="28041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3641598" y="4153661"/>
                <a:ext cx="26670" cy="273050"/>
              </a:xfrm>
              <a:custGeom>
                <a:rect b="b" l="l" r="r" t="t"/>
                <a:pathLst>
                  <a:path extrusionOk="0" h="273050" w="26670">
                    <a:moveTo>
                      <a:pt x="0" y="0"/>
                    </a:moveTo>
                    <a:lnTo>
                      <a:pt x="6215" y="51435"/>
                    </a:lnTo>
                    <a:lnTo>
                      <a:pt x="9322" y="92011"/>
                    </a:lnTo>
                    <a:lnTo>
                      <a:pt x="12442" y="138874"/>
                    </a:lnTo>
                    <a:lnTo>
                      <a:pt x="13716" y="162306"/>
                    </a:lnTo>
                    <a:lnTo>
                      <a:pt x="15466" y="185856"/>
                    </a:lnTo>
                    <a:lnTo>
                      <a:pt x="17430" y="209550"/>
                    </a:lnTo>
                    <a:lnTo>
                      <a:pt x="19823" y="233243"/>
                    </a:lnTo>
                    <a:lnTo>
                      <a:pt x="22860" y="256794"/>
                    </a:lnTo>
                    <a:lnTo>
                      <a:pt x="23622" y="261365"/>
                    </a:lnTo>
                    <a:lnTo>
                      <a:pt x="24384" y="266700"/>
                    </a:lnTo>
                    <a:lnTo>
                      <a:pt x="25908" y="271272"/>
                    </a:lnTo>
                    <a:lnTo>
                      <a:pt x="26670" y="272796"/>
                    </a:lnTo>
                    <a:lnTo>
                      <a:pt x="26670" y="268986"/>
                    </a:lnTo>
                    <a:lnTo>
                      <a:pt x="26670" y="264414"/>
                    </a:lnTo>
                    <a:lnTo>
                      <a:pt x="26670" y="26060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10"/>
            <p:cNvGrpSpPr/>
            <p:nvPr/>
          </p:nvGrpSpPr>
          <p:grpSpPr>
            <a:xfrm>
              <a:off x="3752824" y="4071340"/>
              <a:ext cx="317804" cy="333781"/>
              <a:chOff x="3752824" y="4071340"/>
              <a:chExt cx="317804" cy="333781"/>
            </a:xfrm>
          </p:grpSpPr>
          <p:pic>
            <p:nvPicPr>
              <p:cNvPr id="1377" name="Google Shape;1377;p10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3752824" y="4071340"/>
                <a:ext cx="128828" cy="2713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78" name="Google Shape;1378;p1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3904462" y="4278604"/>
                <a:ext cx="166166" cy="12651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79" name="Google Shape;1379;p10"/>
            <p:cNvSpPr/>
            <p:nvPr/>
          </p:nvSpPr>
          <p:spPr>
            <a:xfrm>
              <a:off x="4181855" y="4213859"/>
              <a:ext cx="71120" cy="4445"/>
            </a:xfrm>
            <a:custGeom>
              <a:rect b="b" l="l" r="r" t="t"/>
              <a:pathLst>
                <a:path extrusionOk="0" h="4445" w="71120">
                  <a:moveTo>
                    <a:pt x="0" y="762"/>
                  </a:moveTo>
                  <a:lnTo>
                    <a:pt x="10048" y="2738"/>
                  </a:lnTo>
                  <a:lnTo>
                    <a:pt x="19812" y="4000"/>
                  </a:lnTo>
                  <a:lnTo>
                    <a:pt x="29575" y="4405"/>
                  </a:lnTo>
                  <a:lnTo>
                    <a:pt x="39624" y="3810"/>
                  </a:lnTo>
                  <a:lnTo>
                    <a:pt x="48006" y="3810"/>
                  </a:lnTo>
                  <a:lnTo>
                    <a:pt x="55626" y="1524"/>
                  </a:lnTo>
                  <a:lnTo>
                    <a:pt x="64008" y="762"/>
                  </a:lnTo>
                  <a:lnTo>
                    <a:pt x="70866" y="0"/>
                  </a:lnTo>
                  <a:lnTo>
                    <a:pt x="64769" y="762"/>
                  </a:lnTo>
                  <a:lnTo>
                    <a:pt x="60960" y="152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0" name="Google Shape;1380;p10"/>
            <p:cNvGrpSpPr/>
            <p:nvPr/>
          </p:nvGrpSpPr>
          <p:grpSpPr>
            <a:xfrm>
              <a:off x="4377664" y="3953992"/>
              <a:ext cx="344474" cy="340640"/>
              <a:chOff x="4377664" y="3953992"/>
              <a:chExt cx="344474" cy="340640"/>
            </a:xfrm>
          </p:grpSpPr>
          <p:pic>
            <p:nvPicPr>
              <p:cNvPr id="1381" name="Google Shape;1381;p1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377664" y="4136110"/>
                <a:ext cx="133210" cy="1318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2" name="Google Shape;1382;p10"/>
              <p:cNvSpPr/>
              <p:nvPr/>
            </p:nvSpPr>
            <p:spPr>
              <a:xfrm>
                <a:off x="4555997" y="4069842"/>
                <a:ext cx="39370" cy="224790"/>
              </a:xfrm>
              <a:custGeom>
                <a:rect b="b" l="l" r="r" t="t"/>
                <a:pathLst>
                  <a:path extrusionOk="0" h="224789" w="39370">
                    <a:moveTo>
                      <a:pt x="0" y="0"/>
                    </a:moveTo>
                    <a:lnTo>
                      <a:pt x="4226" y="15430"/>
                    </a:lnTo>
                    <a:lnTo>
                      <a:pt x="8667" y="30861"/>
                    </a:lnTo>
                    <a:lnTo>
                      <a:pt x="12965" y="46291"/>
                    </a:lnTo>
                    <a:lnTo>
                      <a:pt x="22240" y="85975"/>
                    </a:lnTo>
                    <a:lnTo>
                      <a:pt x="29194" y="135338"/>
                    </a:lnTo>
                    <a:lnTo>
                      <a:pt x="31813" y="173855"/>
                    </a:lnTo>
                    <a:lnTo>
                      <a:pt x="32385" y="187832"/>
                    </a:lnTo>
                    <a:lnTo>
                      <a:pt x="32956" y="201810"/>
                    </a:lnTo>
                    <a:lnTo>
                      <a:pt x="33528" y="215646"/>
                    </a:lnTo>
                    <a:lnTo>
                      <a:pt x="33528" y="224028"/>
                    </a:lnTo>
                    <a:lnTo>
                      <a:pt x="33528" y="220979"/>
                    </a:lnTo>
                    <a:lnTo>
                      <a:pt x="35052" y="224790"/>
                    </a:lnTo>
                    <a:lnTo>
                      <a:pt x="38100" y="217932"/>
                    </a:lnTo>
                    <a:lnTo>
                      <a:pt x="38862" y="214122"/>
                    </a:lnTo>
                    <a:lnTo>
                      <a:pt x="38862" y="20878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10"/>
              <p:cNvSpPr/>
              <p:nvPr/>
            </p:nvSpPr>
            <p:spPr>
              <a:xfrm>
                <a:off x="4618481" y="4059936"/>
                <a:ext cx="13970" cy="232410"/>
              </a:xfrm>
              <a:custGeom>
                <a:rect b="b" l="l" r="r" t="t"/>
                <a:pathLst>
                  <a:path extrusionOk="0" h="232410" w="13970">
                    <a:moveTo>
                      <a:pt x="0" y="0"/>
                    </a:moveTo>
                    <a:lnTo>
                      <a:pt x="392" y="19180"/>
                    </a:lnTo>
                    <a:lnTo>
                      <a:pt x="1428" y="38004"/>
                    </a:lnTo>
                    <a:lnTo>
                      <a:pt x="2893" y="56685"/>
                    </a:lnTo>
                    <a:lnTo>
                      <a:pt x="4572" y="75438"/>
                    </a:lnTo>
                    <a:lnTo>
                      <a:pt x="6262" y="94428"/>
                    </a:lnTo>
                    <a:lnTo>
                      <a:pt x="7810" y="113633"/>
                    </a:lnTo>
                    <a:lnTo>
                      <a:pt x="9072" y="132980"/>
                    </a:lnTo>
                    <a:lnTo>
                      <a:pt x="9906" y="152400"/>
                    </a:lnTo>
                    <a:lnTo>
                      <a:pt x="10025" y="171378"/>
                    </a:lnTo>
                    <a:lnTo>
                      <a:pt x="9715" y="190500"/>
                    </a:lnTo>
                    <a:lnTo>
                      <a:pt x="9691" y="209621"/>
                    </a:lnTo>
                    <a:lnTo>
                      <a:pt x="10668" y="228600"/>
                    </a:lnTo>
                    <a:lnTo>
                      <a:pt x="11430" y="230886"/>
                    </a:lnTo>
                    <a:lnTo>
                      <a:pt x="11430" y="231647"/>
                    </a:lnTo>
                    <a:lnTo>
                      <a:pt x="12192" y="232410"/>
                    </a:lnTo>
                    <a:lnTo>
                      <a:pt x="13716" y="224790"/>
                    </a:lnTo>
                    <a:lnTo>
                      <a:pt x="13716" y="215646"/>
                    </a:lnTo>
                    <a:lnTo>
                      <a:pt x="13716" y="20726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384" name="Google Shape;1384;p1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4626838" y="3953992"/>
                <a:ext cx="95300" cy="1067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85" name="Google Shape;1385;p10"/>
            <p:cNvSpPr/>
            <p:nvPr/>
          </p:nvSpPr>
          <p:spPr>
            <a:xfrm>
              <a:off x="4801361" y="3891534"/>
              <a:ext cx="104139" cy="466725"/>
            </a:xfrm>
            <a:custGeom>
              <a:rect b="b" l="l" r="r" t="t"/>
              <a:pathLst>
                <a:path extrusionOk="0" h="466725" w="104139">
                  <a:moveTo>
                    <a:pt x="0" y="0"/>
                  </a:moveTo>
                  <a:lnTo>
                    <a:pt x="43183" y="35790"/>
                  </a:lnTo>
                  <a:lnTo>
                    <a:pt x="68580" y="73640"/>
                  </a:lnTo>
                  <a:lnTo>
                    <a:pt x="89154" y="120717"/>
                  </a:lnTo>
                  <a:lnTo>
                    <a:pt x="101024" y="174736"/>
                  </a:lnTo>
                  <a:lnTo>
                    <a:pt x="103620" y="235124"/>
                  </a:lnTo>
                  <a:lnTo>
                    <a:pt x="101346" y="265176"/>
                  </a:lnTo>
                  <a:lnTo>
                    <a:pt x="91821" y="323373"/>
                  </a:lnTo>
                  <a:lnTo>
                    <a:pt x="77724" y="381000"/>
                  </a:lnTo>
                  <a:lnTo>
                    <a:pt x="63365" y="431363"/>
                  </a:lnTo>
                  <a:lnTo>
                    <a:pt x="55626" y="454152"/>
                  </a:lnTo>
                  <a:lnTo>
                    <a:pt x="53340" y="460248"/>
                  </a:lnTo>
                  <a:lnTo>
                    <a:pt x="50292" y="466344"/>
                  </a:lnTo>
                  <a:lnTo>
                    <a:pt x="49530" y="466344"/>
                  </a:lnTo>
                  <a:lnTo>
                    <a:pt x="48768" y="464820"/>
                  </a:lnTo>
                  <a:lnTo>
                    <a:pt x="47244" y="464820"/>
                  </a:lnTo>
                  <a:lnTo>
                    <a:pt x="45720" y="461772"/>
                  </a:lnTo>
                  <a:lnTo>
                    <a:pt x="44196" y="458723"/>
                  </a:lnTo>
                  <a:lnTo>
                    <a:pt x="43434" y="456438"/>
                  </a:lnTo>
                  <a:lnTo>
                    <a:pt x="42672" y="45339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6" name="Google Shape;1386;p10"/>
            <p:cNvGrpSpPr/>
            <p:nvPr/>
          </p:nvGrpSpPr>
          <p:grpSpPr>
            <a:xfrm>
              <a:off x="5234940" y="4155186"/>
              <a:ext cx="86360" cy="67818"/>
              <a:chOff x="5234940" y="4155186"/>
              <a:chExt cx="86360" cy="67818"/>
            </a:xfrm>
          </p:grpSpPr>
          <p:sp>
            <p:nvSpPr>
              <p:cNvPr id="1387" name="Google Shape;1387;p10"/>
              <p:cNvSpPr/>
              <p:nvPr/>
            </p:nvSpPr>
            <p:spPr>
              <a:xfrm>
                <a:off x="5234940" y="4155186"/>
                <a:ext cx="60325" cy="13335"/>
              </a:xfrm>
              <a:custGeom>
                <a:rect b="b" l="l" r="r" t="t"/>
                <a:pathLst>
                  <a:path extrusionOk="0" h="13335" w="60325">
                    <a:moveTo>
                      <a:pt x="0" y="12953"/>
                    </a:moveTo>
                    <a:lnTo>
                      <a:pt x="38100" y="6857"/>
                    </a:lnTo>
                    <a:lnTo>
                      <a:pt x="59436" y="0"/>
                    </a:lnTo>
                    <a:lnTo>
                      <a:pt x="60198" y="2285"/>
                    </a:lnTo>
                    <a:lnTo>
                      <a:pt x="60198" y="3809"/>
                    </a:lnTo>
                    <a:lnTo>
                      <a:pt x="59436" y="5333"/>
                    </a:lnTo>
                    <a:lnTo>
                      <a:pt x="57912" y="609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5250180" y="4211574"/>
                <a:ext cx="71120" cy="11430"/>
              </a:xfrm>
              <a:custGeom>
                <a:rect b="b" l="l" r="r" t="t"/>
                <a:pathLst>
                  <a:path extrusionOk="0" h="11429" w="71120">
                    <a:moveTo>
                      <a:pt x="0" y="9905"/>
                    </a:moveTo>
                    <a:lnTo>
                      <a:pt x="12549" y="10810"/>
                    </a:lnTo>
                    <a:lnTo>
                      <a:pt x="24384" y="10286"/>
                    </a:lnTo>
                    <a:lnTo>
                      <a:pt x="36218" y="8620"/>
                    </a:lnTo>
                    <a:lnTo>
                      <a:pt x="48768" y="6095"/>
                    </a:lnTo>
                    <a:lnTo>
                      <a:pt x="56388" y="4571"/>
                    </a:lnTo>
                    <a:lnTo>
                      <a:pt x="64008" y="2285"/>
                    </a:lnTo>
                    <a:lnTo>
                      <a:pt x="7086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389" name="Google Shape;1389;p1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746216" y="4082770"/>
              <a:ext cx="121970" cy="214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10"/>
            <p:cNvSpPr/>
            <p:nvPr/>
          </p:nvSpPr>
          <p:spPr>
            <a:xfrm>
              <a:off x="5984402" y="3877055"/>
              <a:ext cx="134620" cy="682625"/>
            </a:xfrm>
            <a:custGeom>
              <a:rect b="b" l="l" r="r" t="t"/>
              <a:pathLst>
                <a:path extrusionOk="0" h="682625" w="134620">
                  <a:moveTo>
                    <a:pt x="110835" y="1524"/>
                  </a:moveTo>
                  <a:lnTo>
                    <a:pt x="105501" y="1524"/>
                  </a:lnTo>
                  <a:lnTo>
                    <a:pt x="97881" y="0"/>
                  </a:lnTo>
                  <a:lnTo>
                    <a:pt x="92547" y="3810"/>
                  </a:lnTo>
                  <a:lnTo>
                    <a:pt x="61852" y="51768"/>
                  </a:lnTo>
                  <a:lnTo>
                    <a:pt x="47422" y="95107"/>
                  </a:lnTo>
                  <a:lnTo>
                    <a:pt x="33456" y="152352"/>
                  </a:lnTo>
                  <a:lnTo>
                    <a:pt x="19954" y="223218"/>
                  </a:lnTo>
                  <a:lnTo>
                    <a:pt x="8917" y="295786"/>
                  </a:lnTo>
                  <a:lnTo>
                    <a:pt x="2059" y="369772"/>
                  </a:lnTo>
                  <a:lnTo>
                    <a:pt x="0" y="448163"/>
                  </a:lnTo>
                  <a:lnTo>
                    <a:pt x="1012" y="489489"/>
                  </a:lnTo>
                  <a:lnTo>
                    <a:pt x="4738" y="530673"/>
                  </a:lnTo>
                  <a:lnTo>
                    <a:pt x="12537" y="571500"/>
                  </a:lnTo>
                  <a:lnTo>
                    <a:pt x="25967" y="614934"/>
                  </a:lnTo>
                  <a:lnTo>
                    <a:pt x="49113" y="653796"/>
                  </a:lnTo>
                  <a:lnTo>
                    <a:pt x="83296" y="677691"/>
                  </a:lnTo>
                  <a:lnTo>
                    <a:pt x="107346" y="682085"/>
                  </a:lnTo>
                  <a:lnTo>
                    <a:pt x="116645" y="681228"/>
                  </a:lnTo>
                  <a:lnTo>
                    <a:pt x="125515" y="678656"/>
                  </a:lnTo>
                  <a:lnTo>
                    <a:pt x="134457" y="67437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1" name="Google Shape;1391;p1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377866" y="3894556"/>
              <a:ext cx="136496" cy="3175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92" name="Google Shape;1392;p10"/>
            <p:cNvGrpSpPr/>
            <p:nvPr/>
          </p:nvGrpSpPr>
          <p:grpSpPr>
            <a:xfrm>
              <a:off x="6564985" y="4103858"/>
              <a:ext cx="293395" cy="137458"/>
              <a:chOff x="6564985" y="4103858"/>
              <a:chExt cx="293395" cy="137458"/>
            </a:xfrm>
          </p:grpSpPr>
          <p:pic>
            <p:nvPicPr>
              <p:cNvPr id="1393" name="Google Shape;1393;p1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564985" y="4123918"/>
                <a:ext cx="177977" cy="117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4" name="Google Shape;1394;p10"/>
              <p:cNvSpPr/>
              <p:nvPr/>
            </p:nvSpPr>
            <p:spPr>
              <a:xfrm>
                <a:off x="6787895" y="4103858"/>
                <a:ext cx="70485" cy="7620"/>
              </a:xfrm>
              <a:custGeom>
                <a:rect b="b" l="l" r="r" t="t"/>
                <a:pathLst>
                  <a:path extrusionOk="0" h="7620" w="70484">
                    <a:moveTo>
                      <a:pt x="0" y="7131"/>
                    </a:moveTo>
                    <a:lnTo>
                      <a:pt x="41910" y="3321"/>
                    </a:lnTo>
                    <a:lnTo>
                      <a:pt x="46898" y="2214"/>
                    </a:lnTo>
                    <a:lnTo>
                      <a:pt x="53816" y="750"/>
                    </a:lnTo>
                    <a:lnTo>
                      <a:pt x="60876" y="0"/>
                    </a:lnTo>
                    <a:lnTo>
                      <a:pt x="66294" y="1035"/>
                    </a:lnTo>
                    <a:lnTo>
                      <a:pt x="70104" y="3321"/>
                    </a:lnTo>
                    <a:lnTo>
                      <a:pt x="65532" y="3321"/>
                    </a:lnTo>
                    <a:lnTo>
                      <a:pt x="64008" y="408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5" name="Google Shape;1395;p10"/>
            <p:cNvGrpSpPr/>
            <p:nvPr/>
          </p:nvGrpSpPr>
          <p:grpSpPr>
            <a:xfrm>
              <a:off x="6991419" y="3871722"/>
              <a:ext cx="263709" cy="274320"/>
              <a:chOff x="6991419" y="3871722"/>
              <a:chExt cx="263709" cy="274320"/>
            </a:xfrm>
          </p:grpSpPr>
          <p:pic>
            <p:nvPicPr>
              <p:cNvPr id="1396" name="Google Shape;1396;p10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991419" y="3967708"/>
                <a:ext cx="155320" cy="155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97" name="Google Shape;1397;p10"/>
              <p:cNvSpPr/>
              <p:nvPr/>
            </p:nvSpPr>
            <p:spPr>
              <a:xfrm>
                <a:off x="7175753" y="3871722"/>
                <a:ext cx="79375" cy="274320"/>
              </a:xfrm>
              <a:custGeom>
                <a:rect b="b" l="l" r="r" t="t"/>
                <a:pathLst>
                  <a:path extrusionOk="0" h="274320" w="79375">
                    <a:moveTo>
                      <a:pt x="0" y="0"/>
                    </a:moveTo>
                    <a:lnTo>
                      <a:pt x="36325" y="20788"/>
                    </a:lnTo>
                    <a:lnTo>
                      <a:pt x="62103" y="60197"/>
                    </a:lnTo>
                    <a:lnTo>
                      <a:pt x="78200" y="118395"/>
                    </a:lnTo>
                    <a:lnTo>
                      <a:pt x="79248" y="149351"/>
                    </a:lnTo>
                    <a:lnTo>
                      <a:pt x="76795" y="171223"/>
                    </a:lnTo>
                    <a:lnTo>
                      <a:pt x="62745" y="212681"/>
                    </a:lnTo>
                    <a:lnTo>
                      <a:pt x="35147" y="257079"/>
                    </a:lnTo>
                    <a:lnTo>
                      <a:pt x="24610" y="266592"/>
                    </a:lnTo>
                    <a:lnTo>
                      <a:pt x="11430" y="27432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8" name="Google Shape;1398;p10"/>
            <p:cNvSpPr/>
            <p:nvPr/>
          </p:nvSpPr>
          <p:spPr>
            <a:xfrm>
              <a:off x="6273641" y="4024884"/>
              <a:ext cx="168910" cy="349885"/>
            </a:xfrm>
            <a:custGeom>
              <a:rect b="b" l="l" r="r" t="t"/>
              <a:pathLst>
                <a:path extrusionOk="0" h="349885" w="168910">
                  <a:moveTo>
                    <a:pt x="1428" y="0"/>
                  </a:moveTo>
                  <a:lnTo>
                    <a:pt x="821" y="48232"/>
                  </a:lnTo>
                  <a:lnTo>
                    <a:pt x="0" y="96678"/>
                  </a:lnTo>
                  <a:lnTo>
                    <a:pt x="464" y="144982"/>
                  </a:lnTo>
                  <a:lnTo>
                    <a:pt x="3714" y="192786"/>
                  </a:lnTo>
                  <a:lnTo>
                    <a:pt x="14478" y="246983"/>
                  </a:lnTo>
                  <a:lnTo>
                    <a:pt x="37242" y="297180"/>
                  </a:lnTo>
                  <a:lnTo>
                    <a:pt x="69246" y="331089"/>
                  </a:lnTo>
                  <a:lnTo>
                    <a:pt x="112680" y="348996"/>
                  </a:lnTo>
                  <a:lnTo>
                    <a:pt x="143637" y="349662"/>
                  </a:lnTo>
                  <a:lnTo>
                    <a:pt x="155436" y="349103"/>
                  </a:lnTo>
                  <a:lnTo>
                    <a:pt x="168306" y="34747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9" name="Google Shape;1399;p10"/>
            <p:cNvGrpSpPr/>
            <p:nvPr/>
          </p:nvGrpSpPr>
          <p:grpSpPr>
            <a:xfrm>
              <a:off x="7477505" y="3819880"/>
              <a:ext cx="422935" cy="332385"/>
              <a:chOff x="7477505" y="3819880"/>
              <a:chExt cx="422935" cy="332385"/>
            </a:xfrm>
          </p:grpSpPr>
          <p:sp>
            <p:nvSpPr>
              <p:cNvPr id="1400" name="Google Shape;1400;p10"/>
              <p:cNvSpPr/>
              <p:nvPr/>
            </p:nvSpPr>
            <p:spPr>
              <a:xfrm>
                <a:off x="7477505" y="3886200"/>
                <a:ext cx="97790" cy="266065"/>
              </a:xfrm>
              <a:custGeom>
                <a:rect b="b" l="l" r="r" t="t"/>
                <a:pathLst>
                  <a:path extrusionOk="0" h="266064" w="97790">
                    <a:moveTo>
                      <a:pt x="40385" y="0"/>
                    </a:moveTo>
                    <a:lnTo>
                      <a:pt x="14989" y="48006"/>
                    </a:lnTo>
                    <a:lnTo>
                      <a:pt x="4714" y="93285"/>
                    </a:lnTo>
                    <a:lnTo>
                      <a:pt x="47" y="147839"/>
                    </a:lnTo>
                    <a:lnTo>
                      <a:pt x="0" y="175260"/>
                    </a:lnTo>
                    <a:lnTo>
                      <a:pt x="1059" y="195512"/>
                    </a:lnTo>
                    <a:lnTo>
                      <a:pt x="9751" y="233445"/>
                    </a:lnTo>
                    <a:lnTo>
                      <a:pt x="37623" y="263747"/>
                    </a:lnTo>
                    <a:lnTo>
                      <a:pt x="48208" y="266021"/>
                    </a:lnTo>
                    <a:lnTo>
                      <a:pt x="59435" y="265938"/>
                    </a:lnTo>
                    <a:lnTo>
                      <a:pt x="72247" y="262806"/>
                    </a:lnTo>
                    <a:lnTo>
                      <a:pt x="81914" y="256317"/>
                    </a:lnTo>
                    <a:lnTo>
                      <a:pt x="89868" y="247399"/>
                    </a:lnTo>
                    <a:lnTo>
                      <a:pt x="97535" y="23698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01" name="Google Shape;1401;p10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569682" y="3819880"/>
                <a:ext cx="129114" cy="2492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02" name="Google Shape;1402;p10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728940" y="3992092"/>
                <a:ext cx="171500" cy="1227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03" name="Google Shape;1403;p10"/>
            <p:cNvSpPr/>
            <p:nvPr/>
          </p:nvSpPr>
          <p:spPr>
            <a:xfrm>
              <a:off x="7971281" y="3964685"/>
              <a:ext cx="57150" cy="14604"/>
            </a:xfrm>
            <a:custGeom>
              <a:rect b="b" l="l" r="r" t="t"/>
              <a:pathLst>
                <a:path extrusionOk="0" h="14604" w="57150">
                  <a:moveTo>
                    <a:pt x="0" y="14477"/>
                  </a:moveTo>
                  <a:lnTo>
                    <a:pt x="10834" y="13061"/>
                  </a:lnTo>
                  <a:lnTo>
                    <a:pt x="20955" y="11144"/>
                  </a:lnTo>
                  <a:lnTo>
                    <a:pt x="31075" y="8798"/>
                  </a:lnTo>
                  <a:lnTo>
                    <a:pt x="41910" y="6095"/>
                  </a:lnTo>
                  <a:lnTo>
                    <a:pt x="48768" y="4571"/>
                  </a:lnTo>
                  <a:lnTo>
                    <a:pt x="51816" y="4571"/>
                  </a:lnTo>
                  <a:lnTo>
                    <a:pt x="5715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4" name="Google Shape;1404;p10"/>
            <p:cNvGrpSpPr/>
            <p:nvPr/>
          </p:nvGrpSpPr>
          <p:grpSpPr>
            <a:xfrm>
              <a:off x="8089342" y="3767328"/>
              <a:ext cx="245032" cy="264160"/>
              <a:chOff x="8089342" y="3767328"/>
              <a:chExt cx="245032" cy="264160"/>
            </a:xfrm>
          </p:grpSpPr>
          <p:pic>
            <p:nvPicPr>
              <p:cNvPr id="1405" name="Google Shape;1405;p10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8089342" y="3854170"/>
                <a:ext cx="161701" cy="1433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6" name="Google Shape;1406;p10"/>
              <p:cNvSpPr/>
              <p:nvPr/>
            </p:nvSpPr>
            <p:spPr>
              <a:xfrm>
                <a:off x="8256269" y="3767328"/>
                <a:ext cx="78105" cy="264160"/>
              </a:xfrm>
              <a:custGeom>
                <a:rect b="b" l="l" r="r" t="t"/>
                <a:pathLst>
                  <a:path extrusionOk="0" h="264160" w="78104">
                    <a:moveTo>
                      <a:pt x="0" y="0"/>
                    </a:moveTo>
                    <a:lnTo>
                      <a:pt x="30218" y="28074"/>
                    </a:lnTo>
                    <a:lnTo>
                      <a:pt x="57721" y="70580"/>
                    </a:lnTo>
                    <a:lnTo>
                      <a:pt x="74806" y="121253"/>
                    </a:lnTo>
                    <a:lnTo>
                      <a:pt x="77831" y="157543"/>
                    </a:lnTo>
                    <a:lnTo>
                      <a:pt x="76200" y="175260"/>
                    </a:lnTo>
                    <a:lnTo>
                      <a:pt x="55518" y="221444"/>
                    </a:lnTo>
                    <a:lnTo>
                      <a:pt x="30384" y="251174"/>
                    </a:lnTo>
                    <a:lnTo>
                      <a:pt x="12954" y="263652"/>
                    </a:lnTo>
                    <a:lnTo>
                      <a:pt x="12192" y="263652"/>
                    </a:lnTo>
                    <a:lnTo>
                      <a:pt x="11430" y="26365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7" name="Google Shape;1407;p10"/>
            <p:cNvSpPr/>
            <p:nvPr/>
          </p:nvSpPr>
          <p:spPr>
            <a:xfrm>
              <a:off x="8407145" y="3675126"/>
              <a:ext cx="112395" cy="514350"/>
            </a:xfrm>
            <a:custGeom>
              <a:rect b="b" l="l" r="r" t="t"/>
              <a:pathLst>
                <a:path extrusionOk="0" h="514350" w="112395">
                  <a:moveTo>
                    <a:pt x="22859" y="0"/>
                  </a:moveTo>
                  <a:lnTo>
                    <a:pt x="30420" y="12203"/>
                  </a:lnTo>
                  <a:lnTo>
                    <a:pt x="38195" y="23907"/>
                  </a:lnTo>
                  <a:lnTo>
                    <a:pt x="46112" y="35468"/>
                  </a:lnTo>
                  <a:lnTo>
                    <a:pt x="54101" y="47243"/>
                  </a:lnTo>
                  <a:lnTo>
                    <a:pt x="78009" y="85820"/>
                  </a:lnTo>
                  <a:lnTo>
                    <a:pt x="96773" y="127253"/>
                  </a:lnTo>
                  <a:lnTo>
                    <a:pt x="108680" y="177736"/>
                  </a:lnTo>
                  <a:lnTo>
                    <a:pt x="112013" y="229361"/>
                  </a:lnTo>
                  <a:lnTo>
                    <a:pt x="111335" y="258127"/>
                  </a:lnTo>
                  <a:lnTo>
                    <a:pt x="103120" y="314229"/>
                  </a:lnTo>
                  <a:lnTo>
                    <a:pt x="85058" y="374618"/>
                  </a:lnTo>
                  <a:lnTo>
                    <a:pt x="56578" y="436435"/>
                  </a:lnTo>
                  <a:lnTo>
                    <a:pt x="32504" y="476952"/>
                  </a:lnTo>
                  <a:lnTo>
                    <a:pt x="9143" y="507492"/>
                  </a:lnTo>
                  <a:lnTo>
                    <a:pt x="8381" y="508254"/>
                  </a:lnTo>
                  <a:lnTo>
                    <a:pt x="4571" y="512826"/>
                  </a:lnTo>
                  <a:lnTo>
                    <a:pt x="3047" y="513588"/>
                  </a:lnTo>
                  <a:lnTo>
                    <a:pt x="2285" y="514350"/>
                  </a:lnTo>
                  <a:lnTo>
                    <a:pt x="1523" y="513588"/>
                  </a:lnTo>
                  <a:lnTo>
                    <a:pt x="0" y="51358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08" name="Google Shape;1408;p10"/>
            <p:cNvGrpSpPr/>
            <p:nvPr/>
          </p:nvGrpSpPr>
          <p:grpSpPr>
            <a:xfrm>
              <a:off x="9044177" y="4093463"/>
              <a:ext cx="201955" cy="328447"/>
              <a:chOff x="9044177" y="4093463"/>
              <a:chExt cx="201955" cy="328447"/>
            </a:xfrm>
          </p:grpSpPr>
          <p:sp>
            <p:nvSpPr>
              <p:cNvPr id="1409" name="Google Shape;1409;p10"/>
              <p:cNvSpPr/>
              <p:nvPr/>
            </p:nvSpPr>
            <p:spPr>
              <a:xfrm>
                <a:off x="9044177" y="4093463"/>
                <a:ext cx="201930" cy="281305"/>
              </a:xfrm>
              <a:custGeom>
                <a:rect b="b" l="l" r="r" t="t"/>
                <a:pathLst>
                  <a:path extrusionOk="0" h="281304" w="201929">
                    <a:moveTo>
                      <a:pt x="0" y="0"/>
                    </a:moveTo>
                    <a:lnTo>
                      <a:pt x="50292" y="3809"/>
                    </a:lnTo>
                    <a:lnTo>
                      <a:pt x="104298" y="19883"/>
                    </a:lnTo>
                    <a:lnTo>
                      <a:pt x="138267" y="38992"/>
                    </a:lnTo>
                    <a:lnTo>
                      <a:pt x="168199" y="66020"/>
                    </a:lnTo>
                    <a:lnTo>
                      <a:pt x="190249" y="98774"/>
                    </a:lnTo>
                    <a:lnTo>
                      <a:pt x="200417" y="136397"/>
                    </a:lnTo>
                    <a:lnTo>
                      <a:pt x="201930" y="156209"/>
                    </a:lnTo>
                    <a:lnTo>
                      <a:pt x="201668" y="175581"/>
                    </a:lnTo>
                    <a:lnTo>
                      <a:pt x="185166" y="230123"/>
                    </a:lnTo>
                    <a:lnTo>
                      <a:pt x="163734" y="262806"/>
                    </a:lnTo>
                    <a:lnTo>
                      <a:pt x="153924" y="274320"/>
                    </a:lnTo>
                    <a:lnTo>
                      <a:pt x="149352" y="281177"/>
                    </a:lnTo>
                    <a:lnTo>
                      <a:pt x="146304" y="279653"/>
                    </a:lnTo>
                    <a:lnTo>
                      <a:pt x="144780" y="275843"/>
                    </a:lnTo>
                    <a:lnTo>
                      <a:pt x="144018" y="274320"/>
                    </a:lnTo>
                    <a:lnTo>
                      <a:pt x="143256" y="2720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10" name="Google Shape;1410;p10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9135401" y="4322038"/>
                <a:ext cx="110731" cy="998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11" name="Google Shape;1411;p10"/>
            <p:cNvGrpSpPr/>
            <p:nvPr/>
          </p:nvGrpSpPr>
          <p:grpSpPr>
            <a:xfrm>
              <a:off x="6422898" y="3634714"/>
              <a:ext cx="588645" cy="187065"/>
              <a:chOff x="6422898" y="3634714"/>
              <a:chExt cx="588645" cy="187065"/>
            </a:xfrm>
          </p:grpSpPr>
          <p:sp>
            <p:nvSpPr>
              <p:cNvPr id="1412" name="Google Shape;1412;p10"/>
              <p:cNvSpPr/>
              <p:nvPr/>
            </p:nvSpPr>
            <p:spPr>
              <a:xfrm>
                <a:off x="6422898" y="3750659"/>
                <a:ext cx="588645" cy="71120"/>
              </a:xfrm>
              <a:custGeom>
                <a:rect b="b" l="l" r="r" t="t"/>
                <a:pathLst>
                  <a:path extrusionOk="0" h="71120" w="588645">
                    <a:moveTo>
                      <a:pt x="0" y="59340"/>
                    </a:moveTo>
                    <a:lnTo>
                      <a:pt x="25134" y="21609"/>
                    </a:lnTo>
                    <a:lnTo>
                      <a:pt x="64877" y="8536"/>
                    </a:lnTo>
                    <a:lnTo>
                      <a:pt x="78581" y="8001"/>
                    </a:lnTo>
                    <a:lnTo>
                      <a:pt x="92428" y="8751"/>
                    </a:lnTo>
                    <a:lnTo>
                      <a:pt x="134302" y="19526"/>
                    </a:lnTo>
                    <a:lnTo>
                      <a:pt x="178141" y="39969"/>
                    </a:lnTo>
                    <a:lnTo>
                      <a:pt x="194881" y="47815"/>
                    </a:lnTo>
                    <a:lnTo>
                      <a:pt x="244685" y="65198"/>
                    </a:lnTo>
                    <a:lnTo>
                      <a:pt x="291084" y="70770"/>
                    </a:lnTo>
                    <a:lnTo>
                      <a:pt x="306145" y="70746"/>
                    </a:lnTo>
                    <a:lnTo>
                      <a:pt x="349758" y="62388"/>
                    </a:lnTo>
                    <a:lnTo>
                      <a:pt x="382524" y="42576"/>
                    </a:lnTo>
                    <a:lnTo>
                      <a:pt x="387096" y="34194"/>
                    </a:lnTo>
                    <a:lnTo>
                      <a:pt x="387096" y="28860"/>
                    </a:lnTo>
                    <a:lnTo>
                      <a:pt x="387096" y="28098"/>
                    </a:lnTo>
                    <a:lnTo>
                      <a:pt x="387096" y="27336"/>
                    </a:lnTo>
                    <a:lnTo>
                      <a:pt x="390144" y="29622"/>
                    </a:lnTo>
                    <a:lnTo>
                      <a:pt x="422493" y="41064"/>
                    </a:lnTo>
                    <a:lnTo>
                      <a:pt x="432054" y="41052"/>
                    </a:lnTo>
                    <a:lnTo>
                      <a:pt x="472773" y="35373"/>
                    </a:lnTo>
                    <a:lnTo>
                      <a:pt x="518255" y="15811"/>
                    </a:lnTo>
                    <a:lnTo>
                      <a:pt x="534483" y="8632"/>
                    </a:lnTo>
                    <a:lnTo>
                      <a:pt x="550926" y="2952"/>
                    </a:lnTo>
                    <a:lnTo>
                      <a:pt x="558045" y="1154"/>
                    </a:lnTo>
                    <a:lnTo>
                      <a:pt x="566737" y="0"/>
                    </a:lnTo>
                    <a:lnTo>
                      <a:pt x="575143" y="702"/>
                    </a:lnTo>
                    <a:lnTo>
                      <a:pt x="581406" y="4476"/>
                    </a:lnTo>
                    <a:lnTo>
                      <a:pt x="585132" y="11168"/>
                    </a:lnTo>
                    <a:lnTo>
                      <a:pt x="586644" y="19145"/>
                    </a:lnTo>
                    <a:lnTo>
                      <a:pt x="586870" y="27408"/>
                    </a:lnTo>
                    <a:lnTo>
                      <a:pt x="586740" y="34956"/>
                    </a:lnTo>
                    <a:lnTo>
                      <a:pt x="586740" y="38004"/>
                    </a:lnTo>
                    <a:lnTo>
                      <a:pt x="588264" y="56292"/>
                    </a:lnTo>
                    <a:lnTo>
                      <a:pt x="582930" y="57054"/>
                    </a:lnTo>
                    <a:lnTo>
                      <a:pt x="581406" y="57054"/>
                    </a:lnTo>
                    <a:lnTo>
                      <a:pt x="580644" y="56292"/>
                    </a:lnTo>
                    <a:lnTo>
                      <a:pt x="579882" y="547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13" name="Google Shape;1413;p10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717957" y="3634714"/>
                <a:ext cx="137782" cy="9638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14" name="Google Shape;1414;p1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216876" y="3759682"/>
              <a:ext cx="93014" cy="1189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5" name="Google Shape;1415;p10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5999962" y="4989550"/>
              <a:ext cx="125018" cy="2118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6" name="Google Shape;1416;p10"/>
            <p:cNvSpPr/>
            <p:nvPr/>
          </p:nvSpPr>
          <p:spPr>
            <a:xfrm>
              <a:off x="6202025" y="4859273"/>
              <a:ext cx="165100" cy="466725"/>
            </a:xfrm>
            <a:custGeom>
              <a:rect b="b" l="l" r="r" t="t"/>
              <a:pathLst>
                <a:path extrusionOk="0" h="466725" w="165100">
                  <a:moveTo>
                    <a:pt x="53994" y="0"/>
                  </a:moveTo>
                  <a:lnTo>
                    <a:pt x="28170" y="49291"/>
                  </a:lnTo>
                  <a:lnTo>
                    <a:pt x="15990" y="105429"/>
                  </a:lnTo>
                  <a:lnTo>
                    <a:pt x="4655" y="176081"/>
                  </a:lnTo>
                  <a:lnTo>
                    <a:pt x="0" y="248031"/>
                  </a:lnTo>
                  <a:lnTo>
                    <a:pt x="940" y="283654"/>
                  </a:lnTo>
                  <a:lnTo>
                    <a:pt x="13608" y="354330"/>
                  </a:lnTo>
                  <a:lnTo>
                    <a:pt x="33897" y="402240"/>
                  </a:lnTo>
                  <a:lnTo>
                    <a:pt x="66186" y="442722"/>
                  </a:lnTo>
                  <a:lnTo>
                    <a:pt x="102381" y="462629"/>
                  </a:lnTo>
                  <a:lnTo>
                    <a:pt x="122979" y="466403"/>
                  </a:lnTo>
                  <a:lnTo>
                    <a:pt x="143148" y="464820"/>
                  </a:lnTo>
                  <a:lnTo>
                    <a:pt x="150768" y="461772"/>
                  </a:lnTo>
                  <a:lnTo>
                    <a:pt x="157626" y="458723"/>
                  </a:lnTo>
                  <a:lnTo>
                    <a:pt x="164484" y="45567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17" name="Google Shape;1417;p10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435064" y="4972786"/>
              <a:ext cx="397052" cy="1563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18" name="Google Shape;1418;p10"/>
            <p:cNvGrpSpPr/>
            <p:nvPr/>
          </p:nvGrpSpPr>
          <p:grpSpPr>
            <a:xfrm>
              <a:off x="6881622" y="4729734"/>
              <a:ext cx="207391" cy="586105"/>
              <a:chOff x="6881622" y="4729734"/>
              <a:chExt cx="207391" cy="586105"/>
            </a:xfrm>
          </p:grpSpPr>
          <p:sp>
            <p:nvSpPr>
              <p:cNvPr id="1419" name="Google Shape;1419;p10"/>
              <p:cNvSpPr/>
              <p:nvPr/>
            </p:nvSpPr>
            <p:spPr>
              <a:xfrm>
                <a:off x="6952488" y="4814316"/>
                <a:ext cx="136525" cy="429259"/>
              </a:xfrm>
              <a:custGeom>
                <a:rect b="b" l="l" r="r" t="t"/>
                <a:pathLst>
                  <a:path extrusionOk="0" h="429260" w="136525">
                    <a:moveTo>
                      <a:pt x="27431" y="0"/>
                    </a:moveTo>
                    <a:lnTo>
                      <a:pt x="12858" y="40481"/>
                    </a:lnTo>
                    <a:lnTo>
                      <a:pt x="6857" y="83820"/>
                    </a:lnTo>
                    <a:lnTo>
                      <a:pt x="1428" y="155448"/>
                    </a:lnTo>
                    <a:lnTo>
                      <a:pt x="0" y="227076"/>
                    </a:lnTo>
                    <a:lnTo>
                      <a:pt x="345" y="260651"/>
                    </a:lnTo>
                    <a:lnTo>
                      <a:pt x="6750" y="326945"/>
                    </a:lnTo>
                    <a:lnTo>
                      <a:pt x="23038" y="380309"/>
                    </a:lnTo>
                    <a:lnTo>
                      <a:pt x="49208" y="415599"/>
                    </a:lnTo>
                    <a:lnTo>
                      <a:pt x="86463" y="429065"/>
                    </a:lnTo>
                    <a:lnTo>
                      <a:pt x="103060" y="427958"/>
                    </a:lnTo>
                    <a:lnTo>
                      <a:pt x="119372" y="424136"/>
                    </a:lnTo>
                    <a:lnTo>
                      <a:pt x="136397" y="41910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0"/>
              <p:cNvSpPr/>
              <p:nvPr/>
            </p:nvSpPr>
            <p:spPr>
              <a:xfrm>
                <a:off x="6881622" y="4729734"/>
                <a:ext cx="189865" cy="586105"/>
              </a:xfrm>
              <a:custGeom>
                <a:rect b="b" l="l" r="r" t="t"/>
                <a:pathLst>
                  <a:path extrusionOk="0" h="586104" w="189865">
                    <a:moveTo>
                      <a:pt x="19050" y="0"/>
                    </a:moveTo>
                    <a:lnTo>
                      <a:pt x="9334" y="38385"/>
                    </a:lnTo>
                    <a:lnTo>
                      <a:pt x="5334" y="78486"/>
                    </a:lnTo>
                    <a:lnTo>
                      <a:pt x="1238" y="148971"/>
                    </a:lnTo>
                    <a:lnTo>
                      <a:pt x="0" y="219456"/>
                    </a:lnTo>
                    <a:lnTo>
                      <a:pt x="1119" y="256234"/>
                    </a:lnTo>
                    <a:lnTo>
                      <a:pt x="9644" y="328648"/>
                    </a:lnTo>
                    <a:lnTo>
                      <a:pt x="27860" y="408205"/>
                    </a:lnTo>
                    <a:lnTo>
                      <a:pt x="41529" y="451199"/>
                    </a:lnTo>
                    <a:lnTo>
                      <a:pt x="59197" y="492621"/>
                    </a:lnTo>
                    <a:lnTo>
                      <a:pt x="82296" y="531114"/>
                    </a:lnTo>
                    <a:lnTo>
                      <a:pt x="117157" y="565785"/>
                    </a:lnTo>
                    <a:lnTo>
                      <a:pt x="162306" y="584454"/>
                    </a:lnTo>
                    <a:lnTo>
                      <a:pt x="176022" y="585216"/>
                    </a:lnTo>
                    <a:lnTo>
                      <a:pt x="182880" y="585525"/>
                    </a:lnTo>
                    <a:lnTo>
                      <a:pt x="189738" y="58597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1" name="Google Shape;1421;p10"/>
            <p:cNvGrpSpPr/>
            <p:nvPr/>
          </p:nvGrpSpPr>
          <p:grpSpPr>
            <a:xfrm>
              <a:off x="7167346" y="4334255"/>
              <a:ext cx="1916455" cy="1526407"/>
              <a:chOff x="7167346" y="4334255"/>
              <a:chExt cx="1916455" cy="1526407"/>
            </a:xfrm>
          </p:grpSpPr>
          <p:sp>
            <p:nvSpPr>
              <p:cNvPr id="1422" name="Google Shape;1422;p10"/>
              <p:cNvSpPr/>
              <p:nvPr/>
            </p:nvSpPr>
            <p:spPr>
              <a:xfrm>
                <a:off x="8961881" y="4334255"/>
                <a:ext cx="121920" cy="673735"/>
              </a:xfrm>
              <a:custGeom>
                <a:rect b="b" l="l" r="r" t="t"/>
                <a:pathLst>
                  <a:path extrusionOk="0" h="673735" w="121920">
                    <a:moveTo>
                      <a:pt x="25907" y="0"/>
                    </a:moveTo>
                    <a:lnTo>
                      <a:pt x="53661" y="37504"/>
                    </a:lnTo>
                    <a:lnTo>
                      <a:pt x="73640" y="79605"/>
                    </a:lnTo>
                    <a:lnTo>
                      <a:pt x="95571" y="135088"/>
                    </a:lnTo>
                    <a:lnTo>
                      <a:pt x="112490" y="199048"/>
                    </a:lnTo>
                    <a:lnTo>
                      <a:pt x="120681" y="269486"/>
                    </a:lnTo>
                    <a:lnTo>
                      <a:pt x="121919" y="305562"/>
                    </a:lnTo>
                    <a:lnTo>
                      <a:pt x="120669" y="341316"/>
                    </a:lnTo>
                    <a:lnTo>
                      <a:pt x="111311" y="411968"/>
                    </a:lnTo>
                    <a:lnTo>
                      <a:pt x="94523" y="479036"/>
                    </a:lnTo>
                    <a:lnTo>
                      <a:pt x="73735" y="541377"/>
                    </a:lnTo>
                    <a:lnTo>
                      <a:pt x="53078" y="596014"/>
                    </a:lnTo>
                    <a:lnTo>
                      <a:pt x="33123" y="642663"/>
                    </a:lnTo>
                    <a:lnTo>
                      <a:pt x="20573" y="670560"/>
                    </a:lnTo>
                    <a:lnTo>
                      <a:pt x="19049" y="673608"/>
                    </a:lnTo>
                    <a:lnTo>
                      <a:pt x="13930" y="666821"/>
                    </a:lnTo>
                    <a:lnTo>
                      <a:pt x="8953" y="659320"/>
                    </a:lnTo>
                    <a:lnTo>
                      <a:pt x="4262" y="651533"/>
                    </a:lnTo>
                    <a:lnTo>
                      <a:pt x="0" y="64389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23" name="Google Shape;1423;p10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167346" y="4464532"/>
                <a:ext cx="1756651" cy="13961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424" name="Google Shape;1424;p1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423128" y="5778220"/>
              <a:ext cx="125018" cy="751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5" name="Google Shape;1425;p10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019012" y="5794984"/>
              <a:ext cx="384860" cy="1786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6" name="Google Shape;1426;p10"/>
            <p:cNvSpPr/>
            <p:nvPr/>
          </p:nvSpPr>
          <p:spPr>
            <a:xfrm>
              <a:off x="6492085" y="5631941"/>
              <a:ext cx="135255" cy="422909"/>
            </a:xfrm>
            <a:custGeom>
              <a:rect b="b" l="l" r="r" t="t"/>
              <a:pathLst>
                <a:path extrusionOk="0" h="422910" w="135254">
                  <a:moveTo>
                    <a:pt x="66448" y="0"/>
                  </a:moveTo>
                  <a:lnTo>
                    <a:pt x="33551" y="42326"/>
                  </a:lnTo>
                  <a:lnTo>
                    <a:pt x="17216" y="89999"/>
                  </a:lnTo>
                  <a:lnTo>
                    <a:pt x="4953" y="147982"/>
                  </a:lnTo>
                  <a:lnTo>
                    <a:pt x="0" y="216479"/>
                  </a:lnTo>
                  <a:lnTo>
                    <a:pt x="1393" y="255270"/>
                  </a:lnTo>
                  <a:lnTo>
                    <a:pt x="6929" y="293489"/>
                  </a:lnTo>
                  <a:lnTo>
                    <a:pt x="17680" y="330708"/>
                  </a:lnTo>
                  <a:lnTo>
                    <a:pt x="38159" y="373570"/>
                  </a:lnTo>
                  <a:lnTo>
                    <a:pt x="69496" y="408431"/>
                  </a:lnTo>
                  <a:lnTo>
                    <a:pt x="117288" y="422469"/>
                  </a:lnTo>
                  <a:lnTo>
                    <a:pt x="135028" y="42214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7" name="Google Shape;1427;p10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6693382" y="5739358"/>
              <a:ext cx="120446" cy="1753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28" name="Google Shape;1428;p10"/>
            <p:cNvGrpSpPr/>
            <p:nvPr/>
          </p:nvGrpSpPr>
          <p:grpSpPr>
            <a:xfrm>
              <a:off x="6848855" y="5562599"/>
              <a:ext cx="855726" cy="527868"/>
              <a:chOff x="6848855" y="5562599"/>
              <a:chExt cx="855726" cy="527868"/>
            </a:xfrm>
          </p:grpSpPr>
          <p:sp>
            <p:nvSpPr>
              <p:cNvPr id="1429" name="Google Shape;1429;p10"/>
              <p:cNvSpPr/>
              <p:nvPr/>
            </p:nvSpPr>
            <p:spPr>
              <a:xfrm>
                <a:off x="6916757" y="5682233"/>
                <a:ext cx="105410" cy="309880"/>
              </a:xfrm>
              <a:custGeom>
                <a:rect b="b" l="l" r="r" t="t"/>
                <a:pathLst>
                  <a:path extrusionOk="0" h="309879" w="105409">
                    <a:moveTo>
                      <a:pt x="24300" y="0"/>
                    </a:moveTo>
                    <a:lnTo>
                      <a:pt x="6869" y="43338"/>
                    </a:lnTo>
                    <a:lnTo>
                      <a:pt x="1440" y="90677"/>
                    </a:lnTo>
                    <a:lnTo>
                      <a:pt x="0" y="132123"/>
                    </a:lnTo>
                    <a:lnTo>
                      <a:pt x="1345" y="173640"/>
                    </a:lnTo>
                    <a:lnTo>
                      <a:pt x="7119" y="214443"/>
                    </a:lnTo>
                    <a:lnTo>
                      <a:pt x="18966" y="253745"/>
                    </a:lnTo>
                    <a:lnTo>
                      <a:pt x="40302" y="288988"/>
                    </a:lnTo>
                    <a:lnTo>
                      <a:pt x="75354" y="309371"/>
                    </a:lnTo>
                    <a:lnTo>
                      <a:pt x="85141" y="309288"/>
                    </a:lnTo>
                    <a:lnTo>
                      <a:pt x="92499" y="308705"/>
                    </a:lnTo>
                    <a:lnTo>
                      <a:pt x="98714" y="307121"/>
                    </a:lnTo>
                    <a:lnTo>
                      <a:pt x="105072" y="30403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30" name="Google Shape;1430;p10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7043521" y="5622010"/>
                <a:ext cx="289991" cy="2835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1" name="Google Shape;1431;p10"/>
              <p:cNvSpPr/>
              <p:nvPr/>
            </p:nvSpPr>
            <p:spPr>
              <a:xfrm>
                <a:off x="7383017" y="5747765"/>
                <a:ext cx="55244" cy="6350"/>
              </a:xfrm>
              <a:custGeom>
                <a:rect b="b" l="l" r="r" t="t"/>
                <a:pathLst>
                  <a:path extrusionOk="0" h="6350" w="55245">
                    <a:moveTo>
                      <a:pt x="0" y="5333"/>
                    </a:moveTo>
                    <a:lnTo>
                      <a:pt x="8453" y="5869"/>
                    </a:lnTo>
                    <a:lnTo>
                      <a:pt x="16764" y="6191"/>
                    </a:lnTo>
                    <a:lnTo>
                      <a:pt x="25074" y="6084"/>
                    </a:lnTo>
                    <a:lnTo>
                      <a:pt x="33528" y="5333"/>
                    </a:lnTo>
                    <a:lnTo>
                      <a:pt x="41910" y="4571"/>
                    </a:lnTo>
                    <a:lnTo>
                      <a:pt x="48006" y="4571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32" name="Google Shape;1432;p10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472908" y="5622772"/>
                <a:ext cx="122232" cy="1348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3" name="Google Shape;1433;p10"/>
              <p:cNvSpPr/>
              <p:nvPr/>
            </p:nvSpPr>
            <p:spPr>
              <a:xfrm>
                <a:off x="7605521" y="5562599"/>
                <a:ext cx="99060" cy="260985"/>
              </a:xfrm>
              <a:custGeom>
                <a:rect b="b" l="l" r="r" t="t"/>
                <a:pathLst>
                  <a:path extrusionOk="0" h="260985" w="99059">
                    <a:moveTo>
                      <a:pt x="0" y="0"/>
                    </a:moveTo>
                    <a:lnTo>
                      <a:pt x="38790" y="26681"/>
                    </a:lnTo>
                    <a:lnTo>
                      <a:pt x="66448" y="56376"/>
                    </a:lnTo>
                    <a:lnTo>
                      <a:pt x="90475" y="100453"/>
                    </a:lnTo>
                    <a:lnTo>
                      <a:pt x="98512" y="148149"/>
                    </a:lnTo>
                    <a:lnTo>
                      <a:pt x="96964" y="171164"/>
                    </a:lnTo>
                    <a:lnTo>
                      <a:pt x="84582" y="216407"/>
                    </a:lnTo>
                    <a:lnTo>
                      <a:pt x="63900" y="250483"/>
                    </a:lnTo>
                    <a:lnTo>
                      <a:pt x="54864" y="26060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6848855" y="5567862"/>
                <a:ext cx="104139" cy="522605"/>
              </a:xfrm>
              <a:custGeom>
                <a:rect b="b" l="l" r="r" t="t"/>
                <a:pathLst>
                  <a:path extrusionOk="0" h="522604" w="104140">
                    <a:moveTo>
                      <a:pt x="80772" y="2357"/>
                    </a:moveTo>
                    <a:lnTo>
                      <a:pt x="73318" y="1476"/>
                    </a:lnTo>
                    <a:lnTo>
                      <a:pt x="65151" y="452"/>
                    </a:lnTo>
                    <a:lnTo>
                      <a:pt x="56983" y="0"/>
                    </a:lnTo>
                    <a:lnTo>
                      <a:pt x="17526" y="23693"/>
                    </a:lnTo>
                    <a:lnTo>
                      <a:pt x="1023" y="69020"/>
                    </a:lnTo>
                    <a:lnTo>
                      <a:pt x="0" y="85415"/>
                    </a:lnTo>
                    <a:lnTo>
                      <a:pt x="35" y="113740"/>
                    </a:lnTo>
                    <a:lnTo>
                      <a:pt x="2000" y="141708"/>
                    </a:lnTo>
                    <a:lnTo>
                      <a:pt x="5250" y="169533"/>
                    </a:lnTo>
                    <a:lnTo>
                      <a:pt x="9144" y="197429"/>
                    </a:lnTo>
                    <a:lnTo>
                      <a:pt x="13704" y="227611"/>
                    </a:lnTo>
                    <a:lnTo>
                      <a:pt x="18192" y="257722"/>
                    </a:lnTo>
                    <a:lnTo>
                      <a:pt x="26670" y="318587"/>
                    </a:lnTo>
                    <a:lnTo>
                      <a:pt x="32289" y="371546"/>
                    </a:lnTo>
                    <a:lnTo>
                      <a:pt x="34706" y="398097"/>
                    </a:lnTo>
                    <a:lnTo>
                      <a:pt x="37338" y="424505"/>
                    </a:lnTo>
                    <a:lnTo>
                      <a:pt x="45053" y="477976"/>
                    </a:lnTo>
                    <a:lnTo>
                      <a:pt x="69806" y="515719"/>
                    </a:lnTo>
                    <a:lnTo>
                      <a:pt x="79248" y="518993"/>
                    </a:lnTo>
                    <a:lnTo>
                      <a:pt x="87630" y="522041"/>
                    </a:lnTo>
                    <a:lnTo>
                      <a:pt x="95250" y="520517"/>
                    </a:lnTo>
                    <a:lnTo>
                      <a:pt x="103632" y="51975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35" name="Google Shape;1435;p10"/>
          <p:cNvGrpSpPr/>
          <p:nvPr/>
        </p:nvGrpSpPr>
        <p:grpSpPr>
          <a:xfrm>
            <a:off x="358667" y="5497956"/>
            <a:ext cx="2530659" cy="2292502"/>
            <a:chOff x="216477" y="3769588"/>
            <a:chExt cx="2530659" cy="2292502"/>
          </a:xfrm>
        </p:grpSpPr>
        <p:sp>
          <p:nvSpPr>
            <p:cNvPr id="1436" name="Google Shape;1436;p10"/>
            <p:cNvSpPr/>
            <p:nvPr/>
          </p:nvSpPr>
          <p:spPr>
            <a:xfrm>
              <a:off x="2591561" y="4075176"/>
              <a:ext cx="155575" cy="1986914"/>
            </a:xfrm>
            <a:custGeom>
              <a:rect b="b" l="l" r="r" t="t"/>
              <a:pathLst>
                <a:path extrusionOk="0" h="1986914" w="155575">
                  <a:moveTo>
                    <a:pt x="155447" y="0"/>
                  </a:moveTo>
                  <a:lnTo>
                    <a:pt x="154876" y="13025"/>
                  </a:lnTo>
                  <a:lnTo>
                    <a:pt x="154304" y="25908"/>
                  </a:lnTo>
                  <a:lnTo>
                    <a:pt x="153733" y="38790"/>
                  </a:lnTo>
                  <a:lnTo>
                    <a:pt x="153161" y="51816"/>
                  </a:lnTo>
                  <a:lnTo>
                    <a:pt x="153150" y="71699"/>
                  </a:lnTo>
                  <a:lnTo>
                    <a:pt x="153066" y="91440"/>
                  </a:lnTo>
                  <a:lnTo>
                    <a:pt x="152840" y="111180"/>
                  </a:lnTo>
                  <a:lnTo>
                    <a:pt x="152399" y="131064"/>
                  </a:lnTo>
                  <a:lnTo>
                    <a:pt x="151959" y="162377"/>
                  </a:lnTo>
                  <a:lnTo>
                    <a:pt x="151733" y="193547"/>
                  </a:lnTo>
                  <a:lnTo>
                    <a:pt x="151649" y="224718"/>
                  </a:lnTo>
                  <a:lnTo>
                    <a:pt x="151637" y="256032"/>
                  </a:lnTo>
                  <a:lnTo>
                    <a:pt x="151793" y="307019"/>
                  </a:lnTo>
                  <a:lnTo>
                    <a:pt x="152135" y="358073"/>
                  </a:lnTo>
                  <a:lnTo>
                    <a:pt x="152477" y="409167"/>
                  </a:lnTo>
                  <a:lnTo>
                    <a:pt x="152633" y="460274"/>
                  </a:lnTo>
                  <a:lnTo>
                    <a:pt x="152415" y="511368"/>
                  </a:lnTo>
                  <a:lnTo>
                    <a:pt x="151637" y="562422"/>
                  </a:lnTo>
                  <a:lnTo>
                    <a:pt x="150113" y="613410"/>
                  </a:lnTo>
                  <a:lnTo>
                    <a:pt x="147863" y="661999"/>
                  </a:lnTo>
                  <a:lnTo>
                    <a:pt x="144684" y="710660"/>
                  </a:lnTo>
                  <a:lnTo>
                    <a:pt x="140791" y="759463"/>
                  </a:lnTo>
                  <a:lnTo>
                    <a:pt x="136397" y="808482"/>
                  </a:lnTo>
                  <a:lnTo>
                    <a:pt x="131695" y="859464"/>
                  </a:lnTo>
                  <a:lnTo>
                    <a:pt x="126777" y="910590"/>
                  </a:lnTo>
                  <a:lnTo>
                    <a:pt x="121717" y="961715"/>
                  </a:lnTo>
                  <a:lnTo>
                    <a:pt x="116585" y="1012697"/>
                  </a:lnTo>
                  <a:lnTo>
                    <a:pt x="111323" y="1062989"/>
                  </a:lnTo>
                  <a:lnTo>
                    <a:pt x="105917" y="1113282"/>
                  </a:lnTo>
                  <a:lnTo>
                    <a:pt x="100512" y="1163574"/>
                  </a:lnTo>
                  <a:lnTo>
                    <a:pt x="95249" y="1213866"/>
                  </a:lnTo>
                  <a:lnTo>
                    <a:pt x="90094" y="1259586"/>
                  </a:lnTo>
                  <a:lnTo>
                    <a:pt x="84867" y="1305306"/>
                  </a:lnTo>
                  <a:lnTo>
                    <a:pt x="79498" y="1351026"/>
                  </a:lnTo>
                  <a:lnTo>
                    <a:pt x="73914" y="1396746"/>
                  </a:lnTo>
                  <a:lnTo>
                    <a:pt x="69484" y="1436310"/>
                  </a:lnTo>
                  <a:lnTo>
                    <a:pt x="65341" y="1476089"/>
                  </a:lnTo>
                  <a:lnTo>
                    <a:pt x="61483" y="1516010"/>
                  </a:lnTo>
                  <a:lnTo>
                    <a:pt x="57912" y="1556004"/>
                  </a:lnTo>
                  <a:lnTo>
                    <a:pt x="53244" y="1626108"/>
                  </a:lnTo>
                  <a:lnTo>
                    <a:pt x="50946" y="1661231"/>
                  </a:lnTo>
                  <a:lnTo>
                    <a:pt x="45136" y="1728096"/>
                  </a:lnTo>
                  <a:lnTo>
                    <a:pt x="39112" y="1791581"/>
                  </a:lnTo>
                  <a:lnTo>
                    <a:pt x="35814" y="1823466"/>
                  </a:lnTo>
                  <a:lnTo>
                    <a:pt x="33301" y="1848040"/>
                  </a:lnTo>
                  <a:lnTo>
                    <a:pt x="30575" y="1872615"/>
                  </a:lnTo>
                  <a:lnTo>
                    <a:pt x="27991" y="1897189"/>
                  </a:lnTo>
                  <a:lnTo>
                    <a:pt x="25908" y="1921764"/>
                  </a:lnTo>
                  <a:lnTo>
                    <a:pt x="24788" y="1934348"/>
                  </a:lnTo>
                  <a:lnTo>
                    <a:pt x="23812" y="1947005"/>
                  </a:lnTo>
                  <a:lnTo>
                    <a:pt x="23121" y="1959804"/>
                  </a:lnTo>
                  <a:lnTo>
                    <a:pt x="22860" y="1972818"/>
                  </a:lnTo>
                  <a:lnTo>
                    <a:pt x="22860" y="1977389"/>
                  </a:lnTo>
                  <a:lnTo>
                    <a:pt x="22860" y="1981962"/>
                  </a:lnTo>
                  <a:lnTo>
                    <a:pt x="22860" y="1986533"/>
                  </a:lnTo>
                  <a:lnTo>
                    <a:pt x="15240" y="1984248"/>
                  </a:lnTo>
                  <a:lnTo>
                    <a:pt x="7620" y="1980438"/>
                  </a:lnTo>
                  <a:lnTo>
                    <a:pt x="0" y="1976627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37" name="Google Shape;1437;p10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216477" y="3769588"/>
              <a:ext cx="1781511" cy="185399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38" name="Google Shape;1438;p10"/>
            <p:cNvGrpSpPr/>
            <p:nvPr/>
          </p:nvGrpSpPr>
          <p:grpSpPr>
            <a:xfrm>
              <a:off x="1929526" y="5315711"/>
              <a:ext cx="322209" cy="241554"/>
              <a:chOff x="1929526" y="5315711"/>
              <a:chExt cx="322209" cy="241554"/>
            </a:xfrm>
          </p:grpSpPr>
          <p:sp>
            <p:nvSpPr>
              <p:cNvPr id="1439" name="Google Shape;1439;p10"/>
              <p:cNvSpPr/>
              <p:nvPr/>
            </p:nvSpPr>
            <p:spPr>
              <a:xfrm>
                <a:off x="1956054" y="5315711"/>
                <a:ext cx="98425" cy="95250"/>
              </a:xfrm>
              <a:custGeom>
                <a:rect b="b" l="l" r="r" t="t"/>
                <a:pathLst>
                  <a:path extrusionOk="0" h="95250" w="98425">
                    <a:moveTo>
                      <a:pt x="0" y="0"/>
                    </a:moveTo>
                    <a:lnTo>
                      <a:pt x="11096" y="5524"/>
                    </a:lnTo>
                    <a:lnTo>
                      <a:pt x="21336" y="8763"/>
                    </a:lnTo>
                    <a:lnTo>
                      <a:pt x="32146" y="10287"/>
                    </a:lnTo>
                    <a:lnTo>
                      <a:pt x="44958" y="10668"/>
                    </a:lnTo>
                    <a:lnTo>
                      <a:pt x="55578" y="10489"/>
                    </a:lnTo>
                    <a:lnTo>
                      <a:pt x="65913" y="9810"/>
                    </a:lnTo>
                    <a:lnTo>
                      <a:pt x="76247" y="8417"/>
                    </a:lnTo>
                    <a:lnTo>
                      <a:pt x="86868" y="6096"/>
                    </a:lnTo>
                    <a:lnTo>
                      <a:pt x="90678" y="5334"/>
                    </a:lnTo>
                    <a:lnTo>
                      <a:pt x="95250" y="3810"/>
                    </a:lnTo>
                    <a:lnTo>
                      <a:pt x="98298" y="2286"/>
                    </a:lnTo>
                    <a:lnTo>
                      <a:pt x="93726" y="1524"/>
                    </a:lnTo>
                    <a:lnTo>
                      <a:pt x="88392" y="1524"/>
                    </a:lnTo>
                    <a:lnTo>
                      <a:pt x="83820" y="1524"/>
                    </a:lnTo>
                    <a:lnTo>
                      <a:pt x="57995" y="35206"/>
                    </a:lnTo>
                    <a:lnTo>
                      <a:pt x="57912" y="43434"/>
                    </a:lnTo>
                    <a:lnTo>
                      <a:pt x="58102" y="52327"/>
                    </a:lnTo>
                    <a:lnTo>
                      <a:pt x="58864" y="60864"/>
                    </a:lnTo>
                    <a:lnTo>
                      <a:pt x="60483" y="69258"/>
                    </a:lnTo>
                    <a:lnTo>
                      <a:pt x="63246" y="77724"/>
                    </a:lnTo>
                    <a:lnTo>
                      <a:pt x="67056" y="85344"/>
                    </a:lnTo>
                    <a:lnTo>
                      <a:pt x="70104" y="91440"/>
                    </a:lnTo>
                    <a:lnTo>
                      <a:pt x="77724" y="9525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40" name="Google Shape;1440;p10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2101761" y="5396458"/>
                <a:ext cx="149974" cy="129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1" name="Google Shape;1441;p10"/>
              <p:cNvSpPr/>
              <p:nvPr/>
            </p:nvSpPr>
            <p:spPr>
              <a:xfrm>
                <a:off x="1929526" y="5423915"/>
                <a:ext cx="124460" cy="133350"/>
              </a:xfrm>
              <a:custGeom>
                <a:rect b="b" l="l" r="r" t="t"/>
                <a:pathLst>
                  <a:path extrusionOk="0" h="133350" w="124460">
                    <a:moveTo>
                      <a:pt x="68437" y="26669"/>
                    </a:moveTo>
                    <a:lnTo>
                      <a:pt x="31099" y="3809"/>
                    </a:lnTo>
                    <a:lnTo>
                      <a:pt x="21193" y="0"/>
                    </a:lnTo>
                    <a:lnTo>
                      <a:pt x="13573" y="2285"/>
                    </a:lnTo>
                    <a:lnTo>
                      <a:pt x="0" y="53494"/>
                    </a:lnTo>
                    <a:lnTo>
                      <a:pt x="809" y="70961"/>
                    </a:lnTo>
                    <a:lnTo>
                      <a:pt x="13049" y="113740"/>
                    </a:lnTo>
                    <a:lnTo>
                      <a:pt x="34909" y="133349"/>
                    </a:lnTo>
                    <a:lnTo>
                      <a:pt x="43207" y="131909"/>
                    </a:lnTo>
                    <a:lnTo>
                      <a:pt x="62745" y="96119"/>
                    </a:lnTo>
                    <a:lnTo>
                      <a:pt x="67675" y="54863"/>
                    </a:lnTo>
                    <a:lnTo>
                      <a:pt x="68437" y="47243"/>
                    </a:lnTo>
                    <a:lnTo>
                      <a:pt x="68437" y="39623"/>
                    </a:lnTo>
                    <a:lnTo>
                      <a:pt x="68437" y="31241"/>
                    </a:lnTo>
                    <a:lnTo>
                      <a:pt x="68437" y="38861"/>
                    </a:lnTo>
                    <a:lnTo>
                      <a:pt x="69199" y="42671"/>
                    </a:lnTo>
                    <a:lnTo>
                      <a:pt x="79390" y="89070"/>
                    </a:lnTo>
                    <a:lnTo>
                      <a:pt x="97393" y="125360"/>
                    </a:lnTo>
                    <a:lnTo>
                      <a:pt x="111609" y="129980"/>
                    </a:lnTo>
                    <a:lnTo>
                      <a:pt x="116633" y="127349"/>
                    </a:lnTo>
                    <a:lnTo>
                      <a:pt x="120229" y="122574"/>
                    </a:lnTo>
                    <a:lnTo>
                      <a:pt x="122539" y="116585"/>
                    </a:lnTo>
                    <a:lnTo>
                      <a:pt x="122539" y="113537"/>
                    </a:lnTo>
                    <a:lnTo>
                      <a:pt x="123301" y="109727"/>
                    </a:lnTo>
                    <a:lnTo>
                      <a:pt x="124063" y="10667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42" name="Google Shape;1442;p10"/>
            <p:cNvSpPr/>
            <p:nvPr/>
          </p:nvSpPr>
          <p:spPr>
            <a:xfrm>
              <a:off x="2049779" y="4516373"/>
              <a:ext cx="20320" cy="1270"/>
            </a:xfrm>
            <a:custGeom>
              <a:rect b="b" l="l" r="r" t="t"/>
              <a:pathLst>
                <a:path extrusionOk="0" h="1270" w="20319">
                  <a:moveTo>
                    <a:pt x="19812" y="762"/>
                  </a:moveTo>
                  <a:lnTo>
                    <a:pt x="9144" y="0"/>
                  </a:lnTo>
                  <a:lnTo>
                    <a:pt x="6858" y="0"/>
                  </a:lnTo>
                  <a:lnTo>
                    <a:pt x="0" y="762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3" name="Google Shape;1443;p10"/>
            <p:cNvGrpSpPr/>
            <p:nvPr/>
          </p:nvGrpSpPr>
          <p:grpSpPr>
            <a:xfrm>
              <a:off x="268985" y="5724880"/>
              <a:ext cx="1108736" cy="300278"/>
              <a:chOff x="268985" y="5724880"/>
              <a:chExt cx="1108736" cy="300278"/>
            </a:xfrm>
          </p:grpSpPr>
          <p:sp>
            <p:nvSpPr>
              <p:cNvPr id="1444" name="Google Shape;1444;p10"/>
              <p:cNvSpPr/>
              <p:nvPr/>
            </p:nvSpPr>
            <p:spPr>
              <a:xfrm>
                <a:off x="276522" y="5839206"/>
                <a:ext cx="66675" cy="149860"/>
              </a:xfrm>
              <a:custGeom>
                <a:rect b="b" l="l" r="r" t="t"/>
                <a:pathLst>
                  <a:path extrusionOk="0" h="149860" w="66675">
                    <a:moveTo>
                      <a:pt x="8465" y="0"/>
                    </a:moveTo>
                    <a:lnTo>
                      <a:pt x="3738" y="10751"/>
                    </a:lnTo>
                    <a:lnTo>
                      <a:pt x="940" y="20859"/>
                    </a:lnTo>
                    <a:lnTo>
                      <a:pt x="0" y="31396"/>
                    </a:lnTo>
                    <a:lnTo>
                      <a:pt x="845" y="43434"/>
                    </a:lnTo>
                    <a:lnTo>
                      <a:pt x="10465" y="86105"/>
                    </a:lnTo>
                    <a:lnTo>
                      <a:pt x="27515" y="126492"/>
                    </a:lnTo>
                    <a:lnTo>
                      <a:pt x="51899" y="149352"/>
                    </a:lnTo>
                    <a:lnTo>
                      <a:pt x="59090" y="148280"/>
                    </a:lnTo>
                    <a:lnTo>
                      <a:pt x="63138" y="143065"/>
                    </a:lnTo>
                    <a:lnTo>
                      <a:pt x="65186" y="135850"/>
                    </a:lnTo>
                    <a:lnTo>
                      <a:pt x="66377" y="12877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268985" y="5897880"/>
                <a:ext cx="112395" cy="63500"/>
              </a:xfrm>
              <a:custGeom>
                <a:rect b="b" l="l" r="r" t="t"/>
                <a:pathLst>
                  <a:path extrusionOk="0" h="63500" w="112395">
                    <a:moveTo>
                      <a:pt x="0" y="33527"/>
                    </a:moveTo>
                    <a:lnTo>
                      <a:pt x="45327" y="23217"/>
                    </a:lnTo>
                    <a:lnTo>
                      <a:pt x="68580" y="11429"/>
                    </a:lnTo>
                    <a:lnTo>
                      <a:pt x="71628" y="9905"/>
                    </a:lnTo>
                    <a:lnTo>
                      <a:pt x="73152" y="8381"/>
                    </a:lnTo>
                    <a:lnTo>
                      <a:pt x="74676" y="5333"/>
                    </a:lnTo>
                    <a:lnTo>
                      <a:pt x="76199" y="1523"/>
                    </a:lnTo>
                    <a:lnTo>
                      <a:pt x="71627" y="1523"/>
                    </a:lnTo>
                    <a:lnTo>
                      <a:pt x="77723" y="761"/>
                    </a:lnTo>
                    <a:lnTo>
                      <a:pt x="108013" y="27336"/>
                    </a:lnTo>
                    <a:lnTo>
                      <a:pt x="111252" y="43433"/>
                    </a:lnTo>
                    <a:lnTo>
                      <a:pt x="111252" y="50291"/>
                    </a:lnTo>
                    <a:lnTo>
                      <a:pt x="112014" y="57911"/>
                    </a:lnTo>
                    <a:lnTo>
                      <a:pt x="108204" y="63245"/>
                    </a:lnTo>
                    <a:lnTo>
                      <a:pt x="100584" y="60959"/>
                    </a:lnTo>
                    <a:lnTo>
                      <a:pt x="100584" y="52577"/>
                    </a:lnTo>
                    <a:lnTo>
                      <a:pt x="100584" y="44957"/>
                    </a:lnTo>
                    <a:lnTo>
                      <a:pt x="100726" y="33837"/>
                    </a:lnTo>
                    <a:lnTo>
                      <a:pt x="102298" y="24002"/>
                    </a:lnTo>
                    <a:lnTo>
                      <a:pt x="105298" y="14739"/>
                    </a:lnTo>
                    <a:lnTo>
                      <a:pt x="109728" y="533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419957" y="5877306"/>
                <a:ext cx="51435" cy="74930"/>
              </a:xfrm>
              <a:custGeom>
                <a:rect b="b" l="l" r="r" t="t"/>
                <a:pathLst>
                  <a:path extrusionOk="0" h="74929" w="51434">
                    <a:moveTo>
                      <a:pt x="31908" y="28193"/>
                    </a:moveTo>
                    <a:lnTo>
                      <a:pt x="10572" y="761"/>
                    </a:lnTo>
                    <a:lnTo>
                      <a:pt x="9048" y="1523"/>
                    </a:lnTo>
                    <a:lnTo>
                      <a:pt x="6000" y="0"/>
                    </a:lnTo>
                    <a:lnTo>
                      <a:pt x="369" y="36480"/>
                    </a:lnTo>
                    <a:lnTo>
                      <a:pt x="0" y="46100"/>
                    </a:lnTo>
                    <a:lnTo>
                      <a:pt x="345" y="55721"/>
                    </a:lnTo>
                    <a:lnTo>
                      <a:pt x="2190" y="64769"/>
                    </a:lnTo>
                    <a:lnTo>
                      <a:pt x="3714" y="70865"/>
                    </a:lnTo>
                    <a:lnTo>
                      <a:pt x="10572" y="74675"/>
                    </a:lnTo>
                    <a:lnTo>
                      <a:pt x="15906" y="70104"/>
                    </a:lnTo>
                    <a:lnTo>
                      <a:pt x="20597" y="64103"/>
                    </a:lnTo>
                    <a:lnTo>
                      <a:pt x="23717" y="56959"/>
                    </a:lnTo>
                    <a:lnTo>
                      <a:pt x="25979" y="49529"/>
                    </a:lnTo>
                    <a:lnTo>
                      <a:pt x="28098" y="42671"/>
                    </a:lnTo>
                    <a:lnTo>
                      <a:pt x="29622" y="37337"/>
                    </a:lnTo>
                    <a:lnTo>
                      <a:pt x="31146" y="31241"/>
                    </a:lnTo>
                    <a:lnTo>
                      <a:pt x="32670" y="25907"/>
                    </a:lnTo>
                    <a:lnTo>
                      <a:pt x="37242" y="28955"/>
                    </a:lnTo>
                    <a:lnTo>
                      <a:pt x="37242" y="31241"/>
                    </a:lnTo>
                    <a:lnTo>
                      <a:pt x="40290" y="36575"/>
                    </a:lnTo>
                    <a:lnTo>
                      <a:pt x="43338" y="41147"/>
                    </a:lnTo>
                    <a:lnTo>
                      <a:pt x="47148" y="45719"/>
                    </a:lnTo>
                    <a:lnTo>
                      <a:pt x="50958" y="5029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493013" y="5847588"/>
                <a:ext cx="66040" cy="91440"/>
              </a:xfrm>
              <a:custGeom>
                <a:rect b="b" l="l" r="r" t="t"/>
                <a:pathLst>
                  <a:path extrusionOk="0" h="91439" w="66040">
                    <a:moveTo>
                      <a:pt x="9906" y="0"/>
                    </a:moveTo>
                    <a:lnTo>
                      <a:pt x="5250" y="10965"/>
                    </a:lnTo>
                    <a:lnTo>
                      <a:pt x="2381" y="20859"/>
                    </a:lnTo>
                    <a:lnTo>
                      <a:pt x="797" y="31182"/>
                    </a:lnTo>
                    <a:lnTo>
                      <a:pt x="0" y="43434"/>
                    </a:lnTo>
                    <a:lnTo>
                      <a:pt x="416" y="53113"/>
                    </a:lnTo>
                    <a:lnTo>
                      <a:pt x="27432" y="86106"/>
                    </a:lnTo>
                    <a:lnTo>
                      <a:pt x="32004" y="81534"/>
                    </a:lnTo>
                    <a:lnTo>
                      <a:pt x="37338" y="76200"/>
                    </a:lnTo>
                    <a:lnTo>
                      <a:pt x="37338" y="67056"/>
                    </a:lnTo>
                    <a:lnTo>
                      <a:pt x="37338" y="59436"/>
                    </a:lnTo>
                    <a:lnTo>
                      <a:pt x="37338" y="54102"/>
                    </a:lnTo>
                    <a:lnTo>
                      <a:pt x="38100" y="49530"/>
                    </a:lnTo>
                    <a:lnTo>
                      <a:pt x="34290" y="44958"/>
                    </a:lnTo>
                    <a:lnTo>
                      <a:pt x="32766" y="44958"/>
                    </a:lnTo>
                    <a:lnTo>
                      <a:pt x="32004" y="44958"/>
                    </a:lnTo>
                    <a:lnTo>
                      <a:pt x="31968" y="53399"/>
                    </a:lnTo>
                    <a:lnTo>
                      <a:pt x="51363" y="91225"/>
                    </a:lnTo>
                    <a:lnTo>
                      <a:pt x="58674" y="91440"/>
                    </a:lnTo>
                    <a:lnTo>
                      <a:pt x="60960" y="90678"/>
                    </a:lnTo>
                    <a:lnTo>
                      <a:pt x="63246" y="89916"/>
                    </a:lnTo>
                    <a:lnTo>
                      <a:pt x="65532" y="89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569213" y="5792724"/>
                <a:ext cx="55880" cy="186055"/>
              </a:xfrm>
              <a:custGeom>
                <a:rect b="b" l="l" r="r" t="t"/>
                <a:pathLst>
                  <a:path extrusionOk="0" h="186054" w="55879">
                    <a:moveTo>
                      <a:pt x="19811" y="0"/>
                    </a:moveTo>
                    <a:lnTo>
                      <a:pt x="3524" y="42541"/>
                    </a:lnTo>
                    <a:lnTo>
                      <a:pt x="0" y="94106"/>
                    </a:lnTo>
                    <a:lnTo>
                      <a:pt x="666" y="111513"/>
                    </a:lnTo>
                    <a:lnTo>
                      <a:pt x="11239" y="155924"/>
                    </a:lnTo>
                    <a:lnTo>
                      <a:pt x="40957" y="185642"/>
                    </a:lnTo>
                    <a:lnTo>
                      <a:pt x="48005" y="186035"/>
                    </a:lnTo>
                    <a:lnTo>
                      <a:pt x="55625" y="18592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629411" y="5865114"/>
                <a:ext cx="48260" cy="66675"/>
              </a:xfrm>
              <a:custGeom>
                <a:rect b="b" l="l" r="r" t="t"/>
                <a:pathLst>
                  <a:path extrusionOk="0" h="66675" w="48259">
                    <a:moveTo>
                      <a:pt x="32765" y="9906"/>
                    </a:moveTo>
                    <a:lnTo>
                      <a:pt x="27967" y="7072"/>
                    </a:lnTo>
                    <a:lnTo>
                      <a:pt x="21240" y="3238"/>
                    </a:lnTo>
                    <a:lnTo>
                      <a:pt x="13799" y="261"/>
                    </a:lnTo>
                    <a:lnTo>
                      <a:pt x="6857" y="0"/>
                    </a:lnTo>
                    <a:lnTo>
                      <a:pt x="0" y="2286"/>
                    </a:lnTo>
                    <a:lnTo>
                      <a:pt x="2285" y="17526"/>
                    </a:lnTo>
                    <a:lnTo>
                      <a:pt x="2285" y="22860"/>
                    </a:lnTo>
                    <a:lnTo>
                      <a:pt x="13715" y="59436"/>
                    </a:lnTo>
                    <a:lnTo>
                      <a:pt x="21335" y="57912"/>
                    </a:lnTo>
                    <a:lnTo>
                      <a:pt x="25907" y="53340"/>
                    </a:lnTo>
                    <a:lnTo>
                      <a:pt x="31241" y="47244"/>
                    </a:lnTo>
                    <a:lnTo>
                      <a:pt x="34289" y="38100"/>
                    </a:lnTo>
                    <a:lnTo>
                      <a:pt x="35051" y="30480"/>
                    </a:lnTo>
                    <a:lnTo>
                      <a:pt x="35813" y="27432"/>
                    </a:lnTo>
                    <a:lnTo>
                      <a:pt x="35813" y="25146"/>
                    </a:lnTo>
                    <a:lnTo>
                      <a:pt x="36575" y="22860"/>
                    </a:lnTo>
                    <a:lnTo>
                      <a:pt x="36575" y="32004"/>
                    </a:lnTo>
                    <a:lnTo>
                      <a:pt x="38099" y="38862"/>
                    </a:lnTo>
                    <a:lnTo>
                      <a:pt x="40385" y="47244"/>
                    </a:lnTo>
                    <a:lnTo>
                      <a:pt x="42671" y="54102"/>
                    </a:lnTo>
                    <a:lnTo>
                      <a:pt x="44957" y="60198"/>
                    </a:lnTo>
                    <a:lnTo>
                      <a:pt x="48005" y="662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707528" y="5875782"/>
                <a:ext cx="28575" cy="51435"/>
              </a:xfrm>
              <a:custGeom>
                <a:rect b="b" l="l" r="r" t="t"/>
                <a:pathLst>
                  <a:path extrusionOk="0" h="51435" w="28575">
                    <a:moveTo>
                      <a:pt x="28563" y="3048"/>
                    </a:moveTo>
                    <a:lnTo>
                      <a:pt x="20943" y="1524"/>
                    </a:lnTo>
                    <a:lnTo>
                      <a:pt x="14847" y="0"/>
                    </a:lnTo>
                    <a:lnTo>
                      <a:pt x="7227" y="0"/>
                    </a:lnTo>
                    <a:lnTo>
                      <a:pt x="1893" y="0"/>
                    </a:lnTo>
                    <a:lnTo>
                      <a:pt x="369" y="9906"/>
                    </a:lnTo>
                    <a:lnTo>
                      <a:pt x="369" y="15240"/>
                    </a:lnTo>
                    <a:lnTo>
                      <a:pt x="0" y="21776"/>
                    </a:lnTo>
                    <a:lnTo>
                      <a:pt x="14847" y="51054"/>
                    </a:lnTo>
                    <a:lnTo>
                      <a:pt x="19419" y="47244"/>
                    </a:lnTo>
                    <a:lnTo>
                      <a:pt x="23991" y="44196"/>
                    </a:lnTo>
                    <a:lnTo>
                      <a:pt x="26277" y="38100"/>
                    </a:lnTo>
                    <a:lnTo>
                      <a:pt x="28563" y="3429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739140" y="5904738"/>
                <a:ext cx="13970" cy="29209"/>
              </a:xfrm>
              <a:custGeom>
                <a:rect b="b" l="l" r="r" t="t"/>
                <a:pathLst>
                  <a:path extrusionOk="0" h="29210" w="13970">
                    <a:moveTo>
                      <a:pt x="0" y="0"/>
                    </a:moveTo>
                    <a:lnTo>
                      <a:pt x="1524" y="3810"/>
                    </a:lnTo>
                    <a:lnTo>
                      <a:pt x="2286" y="7620"/>
                    </a:lnTo>
                    <a:lnTo>
                      <a:pt x="3048" y="12192"/>
                    </a:lnTo>
                    <a:lnTo>
                      <a:pt x="4572" y="16002"/>
                    </a:lnTo>
                    <a:lnTo>
                      <a:pt x="6096" y="25146"/>
                    </a:lnTo>
                    <a:lnTo>
                      <a:pt x="9144" y="28194"/>
                    </a:lnTo>
                    <a:lnTo>
                      <a:pt x="11430" y="28956"/>
                    </a:lnTo>
                    <a:lnTo>
                      <a:pt x="12192" y="28956"/>
                    </a:lnTo>
                    <a:lnTo>
                      <a:pt x="13716" y="2895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718565" y="5791200"/>
                <a:ext cx="41910" cy="59690"/>
              </a:xfrm>
              <a:custGeom>
                <a:rect b="b" l="l" r="r" t="t"/>
                <a:pathLst>
                  <a:path extrusionOk="0" h="59689" w="41909">
                    <a:moveTo>
                      <a:pt x="0" y="16763"/>
                    </a:moveTo>
                    <a:lnTo>
                      <a:pt x="8822" y="19371"/>
                    </a:lnTo>
                    <a:lnTo>
                      <a:pt x="15716" y="19907"/>
                    </a:lnTo>
                    <a:lnTo>
                      <a:pt x="22181" y="17728"/>
                    </a:lnTo>
                    <a:lnTo>
                      <a:pt x="29718" y="12191"/>
                    </a:lnTo>
                    <a:lnTo>
                      <a:pt x="34290" y="9143"/>
                    </a:lnTo>
                    <a:lnTo>
                      <a:pt x="38862" y="3809"/>
                    </a:lnTo>
                    <a:lnTo>
                      <a:pt x="41909" y="0"/>
                    </a:lnTo>
                    <a:lnTo>
                      <a:pt x="40386" y="7619"/>
                    </a:lnTo>
                    <a:lnTo>
                      <a:pt x="33992" y="44267"/>
                    </a:lnTo>
                    <a:lnTo>
                      <a:pt x="34290" y="51815"/>
                    </a:lnTo>
                    <a:lnTo>
                      <a:pt x="35052" y="57911"/>
                    </a:lnTo>
                    <a:lnTo>
                      <a:pt x="35814" y="58673"/>
                    </a:lnTo>
                    <a:lnTo>
                      <a:pt x="40386" y="594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779526" y="5772912"/>
                <a:ext cx="51435" cy="180975"/>
              </a:xfrm>
              <a:custGeom>
                <a:rect b="b" l="l" r="r" t="t"/>
                <a:pathLst>
                  <a:path extrusionOk="0" h="180975" w="51434">
                    <a:moveTo>
                      <a:pt x="0" y="0"/>
                    </a:moveTo>
                    <a:lnTo>
                      <a:pt x="33528" y="28194"/>
                    </a:lnTo>
                    <a:lnTo>
                      <a:pt x="48422" y="69020"/>
                    </a:lnTo>
                    <a:lnTo>
                      <a:pt x="51006" y="100893"/>
                    </a:lnTo>
                    <a:lnTo>
                      <a:pt x="50863" y="118872"/>
                    </a:lnTo>
                    <a:lnTo>
                      <a:pt x="46839" y="161413"/>
                    </a:lnTo>
                    <a:lnTo>
                      <a:pt x="43934" y="174295"/>
                    </a:lnTo>
                    <a:lnTo>
                      <a:pt x="41910" y="18059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879348" y="5859780"/>
                <a:ext cx="78105" cy="5080"/>
              </a:xfrm>
              <a:custGeom>
                <a:rect b="b" l="l" r="r" t="t"/>
                <a:pathLst>
                  <a:path extrusionOk="0" h="5079" w="78105">
                    <a:moveTo>
                      <a:pt x="0" y="0"/>
                    </a:moveTo>
                    <a:lnTo>
                      <a:pt x="44196" y="3809"/>
                    </a:lnTo>
                    <a:lnTo>
                      <a:pt x="52649" y="3821"/>
                    </a:lnTo>
                    <a:lnTo>
                      <a:pt x="60960" y="3905"/>
                    </a:lnTo>
                    <a:lnTo>
                      <a:pt x="69270" y="4131"/>
                    </a:lnTo>
                    <a:lnTo>
                      <a:pt x="77724" y="457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907541" y="5924550"/>
                <a:ext cx="81915" cy="10160"/>
              </a:xfrm>
              <a:custGeom>
                <a:rect b="b" l="l" r="r" t="t"/>
                <a:pathLst>
                  <a:path extrusionOk="0" h="10160" w="81915">
                    <a:moveTo>
                      <a:pt x="0" y="9143"/>
                    </a:moveTo>
                    <a:lnTo>
                      <a:pt x="12453" y="9548"/>
                    </a:lnTo>
                    <a:lnTo>
                      <a:pt x="24764" y="9524"/>
                    </a:lnTo>
                    <a:lnTo>
                      <a:pt x="37076" y="8929"/>
                    </a:lnTo>
                    <a:lnTo>
                      <a:pt x="49530" y="7619"/>
                    </a:lnTo>
                    <a:lnTo>
                      <a:pt x="58173" y="6750"/>
                    </a:lnTo>
                    <a:lnTo>
                      <a:pt x="66103" y="5238"/>
                    </a:lnTo>
                    <a:lnTo>
                      <a:pt x="73747" y="3012"/>
                    </a:lnTo>
                    <a:lnTo>
                      <a:pt x="8153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56" name="Google Shape;1456;p10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1035818" y="5724880"/>
                <a:ext cx="341903" cy="3002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57" name="Google Shape;1457;p10"/>
            <p:cNvGrpSpPr/>
            <p:nvPr/>
          </p:nvGrpSpPr>
          <p:grpSpPr>
            <a:xfrm>
              <a:off x="1543024" y="5634990"/>
              <a:ext cx="851180" cy="394462"/>
              <a:chOff x="1543024" y="5634990"/>
              <a:chExt cx="851180" cy="394462"/>
            </a:xfrm>
          </p:grpSpPr>
          <p:pic>
            <p:nvPicPr>
              <p:cNvPr id="1458" name="Google Shape;1458;p10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1543024" y="5775934"/>
                <a:ext cx="381050" cy="190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9" name="Google Shape;1459;p10"/>
              <p:cNvSpPr/>
              <p:nvPr/>
            </p:nvSpPr>
            <p:spPr>
              <a:xfrm>
                <a:off x="1969770" y="5708142"/>
                <a:ext cx="101600" cy="321310"/>
              </a:xfrm>
              <a:custGeom>
                <a:rect b="b" l="l" r="r" t="t"/>
                <a:pathLst>
                  <a:path extrusionOk="0" h="321310" w="101600">
                    <a:moveTo>
                      <a:pt x="23621" y="0"/>
                    </a:moveTo>
                    <a:lnTo>
                      <a:pt x="7548" y="39540"/>
                    </a:lnTo>
                    <a:lnTo>
                      <a:pt x="2571" y="83510"/>
                    </a:lnTo>
                    <a:lnTo>
                      <a:pt x="190" y="138993"/>
                    </a:lnTo>
                    <a:lnTo>
                      <a:pt x="0" y="166878"/>
                    </a:lnTo>
                    <a:lnTo>
                      <a:pt x="250" y="188452"/>
                    </a:lnTo>
                    <a:lnTo>
                      <a:pt x="4179" y="230743"/>
                    </a:lnTo>
                    <a:lnTo>
                      <a:pt x="20859" y="280797"/>
                    </a:lnTo>
                    <a:lnTo>
                      <a:pt x="48303" y="312872"/>
                    </a:lnTo>
                    <a:lnTo>
                      <a:pt x="80771" y="320802"/>
                    </a:lnTo>
                    <a:lnTo>
                      <a:pt x="92201" y="319278"/>
                    </a:lnTo>
                    <a:lnTo>
                      <a:pt x="96011" y="318516"/>
                    </a:lnTo>
                    <a:lnTo>
                      <a:pt x="101345" y="31165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60" name="Google Shape;1460;p10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2051242" y="5790412"/>
                <a:ext cx="110576" cy="1250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61" name="Google Shape;1461;p10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2182056" y="5674874"/>
                <a:ext cx="122256" cy="2237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2" name="Google Shape;1462;p10"/>
              <p:cNvSpPr/>
              <p:nvPr/>
            </p:nvSpPr>
            <p:spPr>
              <a:xfrm>
                <a:off x="2318004" y="5634990"/>
                <a:ext cx="76200" cy="317500"/>
              </a:xfrm>
              <a:custGeom>
                <a:rect b="b" l="l" r="r" t="t"/>
                <a:pathLst>
                  <a:path extrusionOk="0" h="317500" w="76200">
                    <a:moveTo>
                      <a:pt x="0" y="0"/>
                    </a:moveTo>
                    <a:lnTo>
                      <a:pt x="7560" y="9346"/>
                    </a:lnTo>
                    <a:lnTo>
                      <a:pt x="15335" y="18192"/>
                    </a:lnTo>
                    <a:lnTo>
                      <a:pt x="23252" y="26896"/>
                    </a:lnTo>
                    <a:lnTo>
                      <a:pt x="31242" y="35814"/>
                    </a:lnTo>
                    <a:lnTo>
                      <a:pt x="53054" y="64734"/>
                    </a:lnTo>
                    <a:lnTo>
                      <a:pt x="66865" y="95726"/>
                    </a:lnTo>
                    <a:lnTo>
                      <a:pt x="74104" y="129147"/>
                    </a:lnTo>
                    <a:lnTo>
                      <a:pt x="76200" y="165354"/>
                    </a:lnTo>
                    <a:lnTo>
                      <a:pt x="75199" y="188166"/>
                    </a:lnTo>
                    <a:lnTo>
                      <a:pt x="67198" y="231790"/>
                    </a:lnTo>
                    <a:lnTo>
                      <a:pt x="54733" y="268354"/>
                    </a:lnTo>
                    <a:lnTo>
                      <a:pt x="32766" y="310896"/>
                    </a:lnTo>
                    <a:lnTo>
                      <a:pt x="28194" y="315468"/>
                    </a:lnTo>
                    <a:lnTo>
                      <a:pt x="26670" y="316992"/>
                    </a:lnTo>
                    <a:lnTo>
                      <a:pt x="22098" y="31546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11"/>
          <p:cNvGrpSpPr/>
          <p:nvPr/>
        </p:nvGrpSpPr>
        <p:grpSpPr>
          <a:xfrm>
            <a:off x="-129350" y="544523"/>
            <a:ext cx="9731882" cy="3751251"/>
            <a:chOff x="2391917" y="2002535"/>
            <a:chExt cx="6958965" cy="2300792"/>
          </a:xfrm>
        </p:grpSpPr>
        <p:grpSp>
          <p:nvGrpSpPr>
            <p:cNvPr id="1468" name="Google Shape;1468;p11"/>
            <p:cNvGrpSpPr/>
            <p:nvPr/>
          </p:nvGrpSpPr>
          <p:grpSpPr>
            <a:xfrm>
              <a:off x="5621273" y="2318003"/>
              <a:ext cx="48895" cy="66421"/>
              <a:chOff x="5621273" y="2318003"/>
              <a:chExt cx="48895" cy="66421"/>
            </a:xfrm>
          </p:grpSpPr>
          <p:sp>
            <p:nvSpPr>
              <p:cNvPr id="1469" name="Google Shape;1469;p11"/>
              <p:cNvSpPr/>
              <p:nvPr/>
            </p:nvSpPr>
            <p:spPr>
              <a:xfrm>
                <a:off x="5621273" y="2318003"/>
                <a:ext cx="48895" cy="3175"/>
              </a:xfrm>
              <a:custGeom>
                <a:rect b="b" l="l" r="r" t="t"/>
                <a:pathLst>
                  <a:path extrusionOk="0" h="3175" w="48895">
                    <a:moveTo>
                      <a:pt x="0" y="0"/>
                    </a:moveTo>
                    <a:lnTo>
                      <a:pt x="9227" y="1762"/>
                    </a:lnTo>
                    <a:lnTo>
                      <a:pt x="17811" y="2666"/>
                    </a:lnTo>
                    <a:lnTo>
                      <a:pt x="26253" y="3000"/>
                    </a:lnTo>
                    <a:lnTo>
                      <a:pt x="35052" y="3047"/>
                    </a:lnTo>
                    <a:lnTo>
                      <a:pt x="39624" y="3047"/>
                    </a:lnTo>
                    <a:lnTo>
                      <a:pt x="44196" y="3047"/>
                    </a:lnTo>
                    <a:lnTo>
                      <a:pt x="48768" y="304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1"/>
              <p:cNvSpPr/>
              <p:nvPr/>
            </p:nvSpPr>
            <p:spPr>
              <a:xfrm>
                <a:off x="5624321" y="2381249"/>
                <a:ext cx="41275" cy="3175"/>
              </a:xfrm>
              <a:custGeom>
                <a:rect b="b" l="l" r="r" t="t"/>
                <a:pathLst>
                  <a:path extrusionOk="0" h="3175" w="41275">
                    <a:moveTo>
                      <a:pt x="0" y="0"/>
                    </a:moveTo>
                    <a:lnTo>
                      <a:pt x="11037" y="1928"/>
                    </a:lnTo>
                    <a:lnTo>
                      <a:pt x="20859" y="2857"/>
                    </a:lnTo>
                    <a:lnTo>
                      <a:pt x="30539" y="2357"/>
                    </a:lnTo>
                    <a:lnTo>
                      <a:pt x="4114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71" name="Google Shape;147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19584" y="2251684"/>
              <a:ext cx="423151" cy="191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11"/>
            <p:cNvSpPr/>
            <p:nvPr/>
          </p:nvSpPr>
          <p:spPr>
            <a:xfrm>
              <a:off x="6546353" y="2133600"/>
              <a:ext cx="120650" cy="366395"/>
            </a:xfrm>
            <a:custGeom>
              <a:rect b="b" l="l" r="r" t="t"/>
              <a:pathLst>
                <a:path extrusionOk="0" h="366394" w="120650">
                  <a:moveTo>
                    <a:pt x="61710" y="0"/>
                  </a:moveTo>
                  <a:lnTo>
                    <a:pt x="32992" y="39112"/>
                  </a:lnTo>
                  <a:lnTo>
                    <a:pt x="18121" y="82831"/>
                  </a:lnTo>
                  <a:lnTo>
                    <a:pt x="5334" y="136862"/>
                  </a:lnTo>
                  <a:lnTo>
                    <a:pt x="0" y="191881"/>
                  </a:lnTo>
                  <a:lnTo>
                    <a:pt x="273" y="218884"/>
                  </a:lnTo>
                  <a:lnTo>
                    <a:pt x="7608" y="272034"/>
                  </a:lnTo>
                  <a:lnTo>
                    <a:pt x="19800" y="310610"/>
                  </a:lnTo>
                  <a:lnTo>
                    <a:pt x="41136" y="345186"/>
                  </a:lnTo>
                  <a:lnTo>
                    <a:pt x="84748" y="365867"/>
                  </a:lnTo>
                  <a:lnTo>
                    <a:pt x="101334" y="365760"/>
                  </a:lnTo>
                  <a:lnTo>
                    <a:pt x="107430" y="364236"/>
                  </a:lnTo>
                  <a:lnTo>
                    <a:pt x="114288" y="362712"/>
                  </a:lnTo>
                  <a:lnTo>
                    <a:pt x="120384" y="36118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3" name="Google Shape;1473;p11"/>
            <p:cNvGrpSpPr/>
            <p:nvPr/>
          </p:nvGrpSpPr>
          <p:grpSpPr>
            <a:xfrm>
              <a:off x="6791966" y="2002535"/>
              <a:ext cx="888866" cy="423927"/>
              <a:chOff x="6791966" y="2002535"/>
              <a:chExt cx="888866" cy="423927"/>
            </a:xfrm>
          </p:grpSpPr>
          <p:pic>
            <p:nvPicPr>
              <p:cNvPr id="1474" name="Google Shape;1474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791966" y="2236444"/>
                <a:ext cx="205505" cy="1554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5" name="Google Shape;1475;p11"/>
              <p:cNvSpPr/>
              <p:nvPr/>
            </p:nvSpPr>
            <p:spPr>
              <a:xfrm>
                <a:off x="7047928" y="2183892"/>
                <a:ext cx="85725" cy="242570"/>
              </a:xfrm>
              <a:custGeom>
                <a:rect b="b" l="l" r="r" t="t"/>
                <a:pathLst>
                  <a:path extrusionOk="0" h="242569" w="85725">
                    <a:moveTo>
                      <a:pt x="25717" y="0"/>
                    </a:moveTo>
                    <a:lnTo>
                      <a:pt x="5893" y="37397"/>
                    </a:lnTo>
                    <a:lnTo>
                      <a:pt x="1238" y="79271"/>
                    </a:lnTo>
                    <a:lnTo>
                      <a:pt x="0" y="105156"/>
                    </a:lnTo>
                    <a:lnTo>
                      <a:pt x="190" y="131040"/>
                    </a:lnTo>
                    <a:lnTo>
                      <a:pt x="4810" y="176474"/>
                    </a:lnTo>
                    <a:lnTo>
                      <a:pt x="18811" y="216431"/>
                    </a:lnTo>
                    <a:lnTo>
                      <a:pt x="57340" y="242315"/>
                    </a:lnTo>
                    <a:lnTo>
                      <a:pt x="71246" y="241196"/>
                    </a:lnTo>
                    <a:lnTo>
                      <a:pt x="85153" y="23850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476" name="Google Shape;1476;p1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64298" y="2096998"/>
                <a:ext cx="109016" cy="2332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77" name="Google Shape;1477;p1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296886" y="2269210"/>
                <a:ext cx="173024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8" name="Google Shape;1478;p11"/>
              <p:cNvSpPr/>
              <p:nvPr/>
            </p:nvSpPr>
            <p:spPr>
              <a:xfrm>
                <a:off x="7453883" y="2104644"/>
                <a:ext cx="78740" cy="238760"/>
              </a:xfrm>
              <a:custGeom>
                <a:rect b="b" l="l" r="r" t="t"/>
                <a:pathLst>
                  <a:path extrusionOk="0" h="238760" w="78740">
                    <a:moveTo>
                      <a:pt x="0" y="0"/>
                    </a:moveTo>
                    <a:lnTo>
                      <a:pt x="34504" y="32146"/>
                    </a:lnTo>
                    <a:lnTo>
                      <a:pt x="56280" y="64496"/>
                    </a:lnTo>
                    <a:lnTo>
                      <a:pt x="73021" y="107001"/>
                    </a:lnTo>
                    <a:lnTo>
                      <a:pt x="78247" y="148280"/>
                    </a:lnTo>
                    <a:lnTo>
                      <a:pt x="77533" y="166877"/>
                    </a:lnTo>
                    <a:lnTo>
                      <a:pt x="68020" y="210109"/>
                    </a:lnTo>
                    <a:lnTo>
                      <a:pt x="53340" y="238506"/>
                    </a:lnTo>
                    <a:lnTo>
                      <a:pt x="50292" y="238506"/>
                    </a:lnTo>
                    <a:lnTo>
                      <a:pt x="49530" y="236982"/>
                    </a:lnTo>
                    <a:lnTo>
                      <a:pt x="51816" y="23317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9" name="Google Shape;1479;p11"/>
              <p:cNvSpPr/>
              <p:nvPr/>
            </p:nvSpPr>
            <p:spPr>
              <a:xfrm>
                <a:off x="7581137" y="2002535"/>
                <a:ext cx="99695" cy="419734"/>
              </a:xfrm>
              <a:custGeom>
                <a:rect b="b" l="l" r="r" t="t"/>
                <a:pathLst>
                  <a:path extrusionOk="0" h="419735" w="99695">
                    <a:moveTo>
                      <a:pt x="0" y="0"/>
                    </a:moveTo>
                    <a:lnTo>
                      <a:pt x="30968" y="38361"/>
                    </a:lnTo>
                    <a:lnTo>
                      <a:pt x="56054" y="77271"/>
                    </a:lnTo>
                    <a:lnTo>
                      <a:pt x="81105" y="130468"/>
                    </a:lnTo>
                    <a:lnTo>
                      <a:pt x="95083" y="181844"/>
                    </a:lnTo>
                    <a:lnTo>
                      <a:pt x="99131" y="229969"/>
                    </a:lnTo>
                    <a:lnTo>
                      <a:pt x="98298" y="253746"/>
                    </a:lnTo>
                    <a:lnTo>
                      <a:pt x="89344" y="304800"/>
                    </a:lnTo>
                    <a:lnTo>
                      <a:pt x="72390" y="353568"/>
                    </a:lnTo>
                    <a:lnTo>
                      <a:pt x="49672" y="397930"/>
                    </a:lnTo>
                    <a:lnTo>
                      <a:pt x="27943" y="419731"/>
                    </a:lnTo>
                    <a:lnTo>
                      <a:pt x="25146" y="416814"/>
                    </a:lnTo>
                    <a:lnTo>
                      <a:pt x="25146" y="413004"/>
                    </a:lnTo>
                    <a:lnTo>
                      <a:pt x="25146" y="409956"/>
                    </a:lnTo>
                    <a:lnTo>
                      <a:pt x="24384" y="40690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80" name="Google Shape;1480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05674" y="2667736"/>
              <a:ext cx="106730" cy="10901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1" name="Google Shape;1481;p11"/>
            <p:cNvGrpSpPr/>
            <p:nvPr/>
          </p:nvGrpSpPr>
          <p:grpSpPr>
            <a:xfrm>
              <a:off x="5648705" y="3005328"/>
              <a:ext cx="61468" cy="69469"/>
              <a:chOff x="5648705" y="3005328"/>
              <a:chExt cx="61468" cy="69469"/>
            </a:xfrm>
          </p:grpSpPr>
          <p:sp>
            <p:nvSpPr>
              <p:cNvPr id="1482" name="Google Shape;1482;p11"/>
              <p:cNvSpPr/>
              <p:nvPr/>
            </p:nvSpPr>
            <p:spPr>
              <a:xfrm>
                <a:off x="5648705" y="3005328"/>
                <a:ext cx="39370" cy="1270"/>
              </a:xfrm>
              <a:custGeom>
                <a:rect b="b" l="l" r="r" t="t"/>
                <a:pathLst>
                  <a:path extrusionOk="0" h="1269" w="39370">
                    <a:moveTo>
                      <a:pt x="0" y="0"/>
                    </a:moveTo>
                    <a:lnTo>
                      <a:pt x="9144" y="440"/>
                    </a:lnTo>
                    <a:lnTo>
                      <a:pt x="18288" y="666"/>
                    </a:lnTo>
                    <a:lnTo>
                      <a:pt x="27432" y="750"/>
                    </a:lnTo>
                    <a:lnTo>
                      <a:pt x="36576" y="761"/>
                    </a:lnTo>
                    <a:lnTo>
                      <a:pt x="37338" y="761"/>
                    </a:lnTo>
                    <a:lnTo>
                      <a:pt x="38100" y="761"/>
                    </a:lnTo>
                    <a:lnTo>
                      <a:pt x="38862" y="76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11"/>
              <p:cNvSpPr/>
              <p:nvPr/>
            </p:nvSpPr>
            <p:spPr>
              <a:xfrm>
                <a:off x="5655563" y="3064002"/>
                <a:ext cx="54610" cy="10795"/>
              </a:xfrm>
              <a:custGeom>
                <a:rect b="b" l="l" r="r" t="t"/>
                <a:pathLst>
                  <a:path extrusionOk="0" h="10794" w="54610">
                    <a:moveTo>
                      <a:pt x="0" y="8382"/>
                    </a:moveTo>
                    <a:lnTo>
                      <a:pt x="11727" y="10036"/>
                    </a:lnTo>
                    <a:lnTo>
                      <a:pt x="22383" y="10191"/>
                    </a:lnTo>
                    <a:lnTo>
                      <a:pt x="32896" y="8489"/>
                    </a:lnTo>
                    <a:lnTo>
                      <a:pt x="44196" y="4572"/>
                    </a:lnTo>
                    <a:lnTo>
                      <a:pt x="47244" y="3048"/>
                    </a:lnTo>
                    <a:lnTo>
                      <a:pt x="51053" y="1524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4" name="Google Shape;1484;p11"/>
            <p:cNvGrpSpPr/>
            <p:nvPr/>
          </p:nvGrpSpPr>
          <p:grpSpPr>
            <a:xfrm>
              <a:off x="6146266" y="2977108"/>
              <a:ext cx="434390" cy="152450"/>
              <a:chOff x="6146266" y="2977108"/>
              <a:chExt cx="434390" cy="152450"/>
            </a:xfrm>
          </p:grpSpPr>
          <p:pic>
            <p:nvPicPr>
              <p:cNvPr id="1485" name="Google Shape;1485;p1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146266" y="2979394"/>
                <a:ext cx="160832" cy="1501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86" name="Google Shape;1486;p1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326717" y="2977108"/>
                <a:ext cx="253939" cy="1364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87" name="Google Shape;1487;p11"/>
            <p:cNvSpPr/>
            <p:nvPr/>
          </p:nvSpPr>
          <p:spPr>
            <a:xfrm>
              <a:off x="6646521" y="2839211"/>
              <a:ext cx="140970" cy="397510"/>
            </a:xfrm>
            <a:custGeom>
              <a:rect b="b" l="l" r="r" t="t"/>
              <a:pathLst>
                <a:path extrusionOk="0" h="397510" w="140970">
                  <a:moveTo>
                    <a:pt x="72032" y="0"/>
                  </a:moveTo>
                  <a:lnTo>
                    <a:pt x="58531" y="8691"/>
                  </a:lnTo>
                  <a:lnTo>
                    <a:pt x="49744" y="19240"/>
                  </a:lnTo>
                  <a:lnTo>
                    <a:pt x="43529" y="32361"/>
                  </a:lnTo>
                  <a:lnTo>
                    <a:pt x="37742" y="48768"/>
                  </a:lnTo>
                  <a:lnTo>
                    <a:pt x="25181" y="83796"/>
                  </a:lnTo>
                  <a:lnTo>
                    <a:pt x="14978" y="119253"/>
                  </a:lnTo>
                  <a:lnTo>
                    <a:pt x="7203" y="155281"/>
                  </a:lnTo>
                  <a:lnTo>
                    <a:pt x="1928" y="192024"/>
                  </a:lnTo>
                  <a:lnTo>
                    <a:pt x="0" y="219646"/>
                  </a:lnTo>
                  <a:lnTo>
                    <a:pt x="214" y="246697"/>
                  </a:lnTo>
                  <a:lnTo>
                    <a:pt x="8786" y="300228"/>
                  </a:lnTo>
                  <a:lnTo>
                    <a:pt x="23931" y="339852"/>
                  </a:lnTo>
                  <a:lnTo>
                    <a:pt x="47648" y="374904"/>
                  </a:lnTo>
                  <a:lnTo>
                    <a:pt x="88689" y="396871"/>
                  </a:lnTo>
                  <a:lnTo>
                    <a:pt x="104798" y="397002"/>
                  </a:lnTo>
                  <a:lnTo>
                    <a:pt x="117038" y="394418"/>
                  </a:lnTo>
                  <a:lnTo>
                    <a:pt x="126134" y="391763"/>
                  </a:lnTo>
                  <a:lnTo>
                    <a:pt x="133516" y="388108"/>
                  </a:lnTo>
                  <a:lnTo>
                    <a:pt x="140612" y="382524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8" name="Google Shape;1488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889752" y="2964261"/>
              <a:ext cx="100861" cy="133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9" name="Google Shape;1489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937317" y="2813814"/>
              <a:ext cx="97491" cy="924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0" name="Google Shape;1490;p11"/>
            <p:cNvGrpSpPr/>
            <p:nvPr/>
          </p:nvGrpSpPr>
          <p:grpSpPr>
            <a:xfrm>
              <a:off x="7154417" y="2811018"/>
              <a:ext cx="363093" cy="344424"/>
              <a:chOff x="7154417" y="2811018"/>
              <a:chExt cx="363093" cy="344424"/>
            </a:xfrm>
          </p:grpSpPr>
          <p:pic>
            <p:nvPicPr>
              <p:cNvPr id="1491" name="Google Shape;1491;p1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207732" y="2835376"/>
                <a:ext cx="222554" cy="2355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2" name="Google Shape;1492;p11"/>
              <p:cNvSpPr/>
              <p:nvPr/>
            </p:nvSpPr>
            <p:spPr>
              <a:xfrm>
                <a:off x="7466075" y="2811018"/>
                <a:ext cx="51435" cy="250825"/>
              </a:xfrm>
              <a:custGeom>
                <a:rect b="b" l="l" r="r" t="t"/>
                <a:pathLst>
                  <a:path extrusionOk="0" h="250825" w="51434">
                    <a:moveTo>
                      <a:pt x="0" y="0"/>
                    </a:moveTo>
                    <a:lnTo>
                      <a:pt x="25908" y="29241"/>
                    </a:lnTo>
                    <a:lnTo>
                      <a:pt x="42672" y="64769"/>
                    </a:lnTo>
                    <a:lnTo>
                      <a:pt x="50196" y="104203"/>
                    </a:lnTo>
                    <a:lnTo>
                      <a:pt x="51351" y="124563"/>
                    </a:lnTo>
                    <a:lnTo>
                      <a:pt x="50292" y="144780"/>
                    </a:lnTo>
                    <a:lnTo>
                      <a:pt x="42100" y="184023"/>
                    </a:lnTo>
                    <a:lnTo>
                      <a:pt x="25908" y="220979"/>
                    </a:lnTo>
                    <a:lnTo>
                      <a:pt x="8227" y="244018"/>
                    </a:lnTo>
                    <a:lnTo>
                      <a:pt x="762" y="25069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1"/>
              <p:cNvSpPr/>
              <p:nvPr/>
            </p:nvSpPr>
            <p:spPr>
              <a:xfrm>
                <a:off x="7154417" y="2884932"/>
                <a:ext cx="116839" cy="270510"/>
              </a:xfrm>
              <a:custGeom>
                <a:rect b="b" l="l" r="r" t="t"/>
                <a:pathLst>
                  <a:path extrusionOk="0" h="270510" w="116840">
                    <a:moveTo>
                      <a:pt x="24383" y="0"/>
                    </a:moveTo>
                    <a:lnTo>
                      <a:pt x="12168" y="55185"/>
                    </a:lnTo>
                    <a:lnTo>
                      <a:pt x="5464" y="98250"/>
                    </a:lnTo>
                    <a:lnTo>
                      <a:pt x="678" y="146351"/>
                    </a:lnTo>
                    <a:lnTo>
                      <a:pt x="0" y="170688"/>
                    </a:lnTo>
                    <a:lnTo>
                      <a:pt x="178" y="190380"/>
                    </a:lnTo>
                    <a:lnTo>
                      <a:pt x="18287" y="244602"/>
                    </a:lnTo>
                    <a:lnTo>
                      <a:pt x="58578" y="268926"/>
                    </a:lnTo>
                    <a:lnTo>
                      <a:pt x="75437" y="270510"/>
                    </a:lnTo>
                    <a:lnTo>
                      <a:pt x="89046" y="269855"/>
                    </a:lnTo>
                    <a:lnTo>
                      <a:pt x="99155" y="268700"/>
                    </a:lnTo>
                    <a:lnTo>
                      <a:pt x="107692" y="266545"/>
                    </a:lnTo>
                    <a:lnTo>
                      <a:pt x="116585" y="26289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4" name="Google Shape;1494;p11"/>
            <p:cNvSpPr/>
            <p:nvPr/>
          </p:nvSpPr>
          <p:spPr>
            <a:xfrm>
              <a:off x="7693914" y="2612898"/>
              <a:ext cx="98425" cy="447040"/>
            </a:xfrm>
            <a:custGeom>
              <a:rect b="b" l="l" r="r" t="t"/>
              <a:pathLst>
                <a:path extrusionOk="0" h="447039" w="98425">
                  <a:moveTo>
                    <a:pt x="0" y="0"/>
                  </a:moveTo>
                  <a:lnTo>
                    <a:pt x="37504" y="31396"/>
                  </a:lnTo>
                  <a:lnTo>
                    <a:pt x="68056" y="80474"/>
                  </a:lnTo>
                  <a:lnTo>
                    <a:pt x="82677" y="118776"/>
                  </a:lnTo>
                  <a:lnTo>
                    <a:pt x="92154" y="158650"/>
                  </a:lnTo>
                  <a:lnTo>
                    <a:pt x="96774" y="198881"/>
                  </a:lnTo>
                  <a:lnTo>
                    <a:pt x="97833" y="223754"/>
                  </a:lnTo>
                  <a:lnTo>
                    <a:pt x="97250" y="248126"/>
                  </a:lnTo>
                  <a:lnTo>
                    <a:pt x="89154" y="295656"/>
                  </a:lnTo>
                  <a:lnTo>
                    <a:pt x="72390" y="339471"/>
                  </a:lnTo>
                  <a:lnTo>
                    <a:pt x="51054" y="381000"/>
                  </a:lnTo>
                  <a:lnTo>
                    <a:pt x="27051" y="421826"/>
                  </a:lnTo>
                  <a:lnTo>
                    <a:pt x="19050" y="435102"/>
                  </a:lnTo>
                  <a:lnTo>
                    <a:pt x="13716" y="445008"/>
                  </a:lnTo>
                  <a:lnTo>
                    <a:pt x="14478" y="446531"/>
                  </a:lnTo>
                  <a:lnTo>
                    <a:pt x="11430" y="43738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95" name="Google Shape;1495;p1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88504" y="3399256"/>
              <a:ext cx="109778" cy="114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6" name="Google Shape;1496;p11"/>
            <p:cNvGrpSpPr/>
            <p:nvPr/>
          </p:nvGrpSpPr>
          <p:grpSpPr>
            <a:xfrm>
              <a:off x="5664708" y="3666743"/>
              <a:ext cx="91567" cy="58166"/>
              <a:chOff x="5664708" y="3666743"/>
              <a:chExt cx="91567" cy="58166"/>
            </a:xfrm>
          </p:grpSpPr>
          <p:sp>
            <p:nvSpPr>
              <p:cNvPr id="1497" name="Google Shape;1497;p11"/>
              <p:cNvSpPr/>
              <p:nvPr/>
            </p:nvSpPr>
            <p:spPr>
              <a:xfrm>
                <a:off x="5664708" y="3666743"/>
                <a:ext cx="50800" cy="5080"/>
              </a:xfrm>
              <a:custGeom>
                <a:rect b="b" l="l" r="r" t="t"/>
                <a:pathLst>
                  <a:path extrusionOk="0" h="5079" w="50800">
                    <a:moveTo>
                      <a:pt x="0" y="0"/>
                    </a:moveTo>
                    <a:lnTo>
                      <a:pt x="9036" y="1131"/>
                    </a:lnTo>
                    <a:lnTo>
                      <a:pt x="18002" y="2190"/>
                    </a:lnTo>
                    <a:lnTo>
                      <a:pt x="27110" y="3107"/>
                    </a:lnTo>
                    <a:lnTo>
                      <a:pt x="36576" y="3809"/>
                    </a:lnTo>
                    <a:lnTo>
                      <a:pt x="41148" y="3809"/>
                    </a:lnTo>
                    <a:lnTo>
                      <a:pt x="44958" y="3809"/>
                    </a:lnTo>
                    <a:lnTo>
                      <a:pt x="50292" y="457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1"/>
              <p:cNvSpPr/>
              <p:nvPr/>
            </p:nvSpPr>
            <p:spPr>
              <a:xfrm>
                <a:off x="5676900" y="3714749"/>
                <a:ext cx="79375" cy="10160"/>
              </a:xfrm>
              <a:custGeom>
                <a:rect b="b" l="l" r="r" t="t"/>
                <a:pathLst>
                  <a:path extrusionOk="0" h="10160" w="79375">
                    <a:moveTo>
                      <a:pt x="0" y="8382"/>
                    </a:moveTo>
                    <a:lnTo>
                      <a:pt x="13239" y="9322"/>
                    </a:lnTo>
                    <a:lnTo>
                      <a:pt x="25908" y="9620"/>
                    </a:lnTo>
                    <a:lnTo>
                      <a:pt x="38576" y="8917"/>
                    </a:lnTo>
                    <a:lnTo>
                      <a:pt x="51816" y="6858"/>
                    </a:lnTo>
                    <a:lnTo>
                      <a:pt x="60924" y="4929"/>
                    </a:lnTo>
                    <a:lnTo>
                      <a:pt x="67532" y="3429"/>
                    </a:lnTo>
                    <a:lnTo>
                      <a:pt x="73140" y="1928"/>
                    </a:lnTo>
                    <a:lnTo>
                      <a:pt x="7924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99" name="Google Shape;1499;p1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083901" y="3679005"/>
              <a:ext cx="121089" cy="1576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0" name="Google Shape;1500;p1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130264" y="3531427"/>
              <a:ext cx="110540" cy="987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1" name="Google Shape;1501;p1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361912" y="3669004"/>
              <a:ext cx="406958" cy="1707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2" name="Google Shape;1502;p11"/>
            <p:cNvGrpSpPr/>
            <p:nvPr/>
          </p:nvGrpSpPr>
          <p:grpSpPr>
            <a:xfrm>
              <a:off x="6876288" y="3486149"/>
              <a:ext cx="410591" cy="342773"/>
              <a:chOff x="6876288" y="3486149"/>
              <a:chExt cx="410591" cy="342773"/>
            </a:xfrm>
          </p:grpSpPr>
          <p:sp>
            <p:nvSpPr>
              <p:cNvPr id="1503" name="Google Shape;1503;p11"/>
              <p:cNvSpPr/>
              <p:nvPr/>
            </p:nvSpPr>
            <p:spPr>
              <a:xfrm>
                <a:off x="6876288" y="3561587"/>
                <a:ext cx="101600" cy="267335"/>
              </a:xfrm>
              <a:custGeom>
                <a:rect b="b" l="l" r="r" t="t"/>
                <a:pathLst>
                  <a:path extrusionOk="0" h="267335" w="101600">
                    <a:moveTo>
                      <a:pt x="25907" y="0"/>
                    </a:moveTo>
                    <a:lnTo>
                      <a:pt x="9727" y="47148"/>
                    </a:lnTo>
                    <a:lnTo>
                      <a:pt x="3536" y="92332"/>
                    </a:lnTo>
                    <a:lnTo>
                      <a:pt x="321" y="148030"/>
                    </a:lnTo>
                    <a:lnTo>
                      <a:pt x="0" y="176022"/>
                    </a:lnTo>
                    <a:lnTo>
                      <a:pt x="369" y="195631"/>
                    </a:lnTo>
                    <a:lnTo>
                      <a:pt x="7393" y="233993"/>
                    </a:lnTo>
                    <a:lnTo>
                      <a:pt x="35432" y="264699"/>
                    </a:lnTo>
                    <a:lnTo>
                      <a:pt x="46982" y="266783"/>
                    </a:lnTo>
                    <a:lnTo>
                      <a:pt x="58673" y="265938"/>
                    </a:lnTo>
                    <a:lnTo>
                      <a:pt x="71663" y="261485"/>
                    </a:lnTo>
                    <a:lnTo>
                      <a:pt x="82581" y="254317"/>
                    </a:lnTo>
                    <a:lnTo>
                      <a:pt x="92213" y="245149"/>
                    </a:lnTo>
                    <a:lnTo>
                      <a:pt x="101345" y="23469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04" name="Google Shape;1504;p1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953224" y="3624808"/>
                <a:ext cx="89966" cy="128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05" name="Google Shape;1505;p1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064476" y="3518128"/>
                <a:ext cx="128828" cy="2167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6" name="Google Shape;1506;p11"/>
              <p:cNvSpPr/>
              <p:nvPr/>
            </p:nvSpPr>
            <p:spPr>
              <a:xfrm>
                <a:off x="7217664" y="3486149"/>
                <a:ext cx="69215" cy="268605"/>
              </a:xfrm>
              <a:custGeom>
                <a:rect b="b" l="l" r="r" t="t"/>
                <a:pathLst>
                  <a:path extrusionOk="0" h="268604" w="69215">
                    <a:moveTo>
                      <a:pt x="0" y="0"/>
                    </a:moveTo>
                    <a:lnTo>
                      <a:pt x="29527" y="29908"/>
                    </a:lnTo>
                    <a:lnTo>
                      <a:pt x="51054" y="65531"/>
                    </a:lnTo>
                    <a:lnTo>
                      <a:pt x="64103" y="107727"/>
                    </a:lnTo>
                    <a:lnTo>
                      <a:pt x="68580" y="151637"/>
                    </a:lnTo>
                    <a:lnTo>
                      <a:pt x="68925" y="172843"/>
                    </a:lnTo>
                    <a:lnTo>
                      <a:pt x="67341" y="193262"/>
                    </a:lnTo>
                    <a:lnTo>
                      <a:pt x="56388" y="233172"/>
                    </a:lnTo>
                    <a:lnTo>
                      <a:pt x="32766" y="265938"/>
                    </a:lnTo>
                    <a:lnTo>
                      <a:pt x="25146" y="268224"/>
                    </a:lnTo>
                    <a:lnTo>
                      <a:pt x="27432" y="254508"/>
                    </a:lnTo>
                    <a:lnTo>
                      <a:pt x="27432" y="25146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7" name="Google Shape;1507;p11"/>
            <p:cNvSpPr/>
            <p:nvPr/>
          </p:nvSpPr>
          <p:spPr>
            <a:xfrm>
              <a:off x="2391917" y="4173152"/>
              <a:ext cx="6958965" cy="130175"/>
            </a:xfrm>
            <a:custGeom>
              <a:rect b="b" l="l" r="r" t="t"/>
              <a:pathLst>
                <a:path extrusionOk="0" h="130175" w="6958965">
                  <a:moveTo>
                    <a:pt x="0" y="129861"/>
                  </a:moveTo>
                  <a:lnTo>
                    <a:pt x="50292" y="115383"/>
                  </a:lnTo>
                  <a:lnTo>
                    <a:pt x="84582" y="115085"/>
                  </a:lnTo>
                  <a:lnTo>
                    <a:pt x="118872" y="115288"/>
                  </a:lnTo>
                  <a:lnTo>
                    <a:pt x="153162" y="115919"/>
                  </a:lnTo>
                  <a:lnTo>
                    <a:pt x="187452" y="116907"/>
                  </a:lnTo>
                  <a:lnTo>
                    <a:pt x="222313" y="117228"/>
                  </a:lnTo>
                  <a:lnTo>
                    <a:pt x="257174" y="117193"/>
                  </a:lnTo>
                  <a:lnTo>
                    <a:pt x="292036" y="117014"/>
                  </a:lnTo>
                  <a:lnTo>
                    <a:pt x="326898" y="116907"/>
                  </a:lnTo>
                  <a:lnTo>
                    <a:pt x="373904" y="116322"/>
                  </a:lnTo>
                  <a:lnTo>
                    <a:pt x="420764" y="114786"/>
                  </a:lnTo>
                  <a:lnTo>
                    <a:pt x="467514" y="112628"/>
                  </a:lnTo>
                  <a:lnTo>
                    <a:pt x="514191" y="110177"/>
                  </a:lnTo>
                  <a:lnTo>
                    <a:pt x="560832" y="107763"/>
                  </a:lnTo>
                  <a:lnTo>
                    <a:pt x="615576" y="105358"/>
                  </a:lnTo>
                  <a:lnTo>
                    <a:pt x="670179" y="102810"/>
                  </a:lnTo>
                  <a:lnTo>
                    <a:pt x="724781" y="100262"/>
                  </a:lnTo>
                  <a:lnTo>
                    <a:pt x="779526" y="97857"/>
                  </a:lnTo>
                  <a:lnTo>
                    <a:pt x="827532" y="96278"/>
                  </a:lnTo>
                  <a:lnTo>
                    <a:pt x="875538" y="95102"/>
                  </a:lnTo>
                  <a:lnTo>
                    <a:pt x="923544" y="94181"/>
                  </a:lnTo>
                  <a:lnTo>
                    <a:pt x="971549" y="93370"/>
                  </a:lnTo>
                  <a:lnTo>
                    <a:pt x="1019556" y="92523"/>
                  </a:lnTo>
                  <a:lnTo>
                    <a:pt x="1071682" y="92060"/>
                  </a:lnTo>
                  <a:lnTo>
                    <a:pt x="1123846" y="91560"/>
                  </a:lnTo>
                  <a:lnTo>
                    <a:pt x="1176082" y="90987"/>
                  </a:lnTo>
                  <a:lnTo>
                    <a:pt x="1228429" y="90304"/>
                  </a:lnTo>
                  <a:lnTo>
                    <a:pt x="1280922" y="89475"/>
                  </a:lnTo>
                  <a:lnTo>
                    <a:pt x="1336249" y="88561"/>
                  </a:lnTo>
                  <a:lnTo>
                    <a:pt x="1391613" y="87646"/>
                  </a:lnTo>
                  <a:lnTo>
                    <a:pt x="1447050" y="86732"/>
                  </a:lnTo>
                  <a:lnTo>
                    <a:pt x="1502596" y="85817"/>
                  </a:lnTo>
                  <a:lnTo>
                    <a:pt x="1558290" y="84903"/>
                  </a:lnTo>
                  <a:lnTo>
                    <a:pt x="1605593" y="83771"/>
                  </a:lnTo>
                  <a:lnTo>
                    <a:pt x="1653003" y="82702"/>
                  </a:lnTo>
                  <a:lnTo>
                    <a:pt x="1700498" y="81760"/>
                  </a:lnTo>
                  <a:lnTo>
                    <a:pt x="1748056" y="81008"/>
                  </a:lnTo>
                  <a:lnTo>
                    <a:pt x="1795656" y="80511"/>
                  </a:lnTo>
                  <a:lnTo>
                    <a:pt x="1843277" y="80331"/>
                  </a:lnTo>
                  <a:lnTo>
                    <a:pt x="1895245" y="80091"/>
                  </a:lnTo>
                  <a:lnTo>
                    <a:pt x="1947278" y="79998"/>
                  </a:lnTo>
                  <a:lnTo>
                    <a:pt x="1999352" y="80011"/>
                  </a:lnTo>
                  <a:lnTo>
                    <a:pt x="2051439" y="80091"/>
                  </a:lnTo>
                  <a:lnTo>
                    <a:pt x="2103513" y="80198"/>
                  </a:lnTo>
                  <a:lnTo>
                    <a:pt x="2155546" y="80291"/>
                  </a:lnTo>
                  <a:lnTo>
                    <a:pt x="2207514" y="80331"/>
                  </a:lnTo>
                  <a:lnTo>
                    <a:pt x="2257425" y="80592"/>
                  </a:lnTo>
                  <a:lnTo>
                    <a:pt x="2307336" y="80641"/>
                  </a:lnTo>
                  <a:lnTo>
                    <a:pt x="2357247" y="80521"/>
                  </a:lnTo>
                  <a:lnTo>
                    <a:pt x="2407158" y="80275"/>
                  </a:lnTo>
                  <a:lnTo>
                    <a:pt x="2457069" y="79943"/>
                  </a:lnTo>
                  <a:lnTo>
                    <a:pt x="2506980" y="79569"/>
                  </a:lnTo>
                  <a:lnTo>
                    <a:pt x="2557328" y="79132"/>
                  </a:lnTo>
                  <a:lnTo>
                    <a:pt x="2607761" y="78609"/>
                  </a:lnTo>
                  <a:lnTo>
                    <a:pt x="2658237" y="78045"/>
                  </a:lnTo>
                  <a:lnTo>
                    <a:pt x="2708712" y="77481"/>
                  </a:lnTo>
                  <a:lnTo>
                    <a:pt x="2759145" y="76958"/>
                  </a:lnTo>
                  <a:lnTo>
                    <a:pt x="2809494" y="76521"/>
                  </a:lnTo>
                  <a:lnTo>
                    <a:pt x="2859405" y="75822"/>
                  </a:lnTo>
                  <a:lnTo>
                    <a:pt x="2909316" y="75251"/>
                  </a:lnTo>
                  <a:lnTo>
                    <a:pt x="2959227" y="74806"/>
                  </a:lnTo>
                  <a:lnTo>
                    <a:pt x="3009138" y="74489"/>
                  </a:lnTo>
                  <a:lnTo>
                    <a:pt x="3059049" y="74298"/>
                  </a:lnTo>
                  <a:lnTo>
                    <a:pt x="3108960" y="74235"/>
                  </a:lnTo>
                  <a:lnTo>
                    <a:pt x="3158490" y="73917"/>
                  </a:lnTo>
                  <a:lnTo>
                    <a:pt x="3208020" y="73727"/>
                  </a:lnTo>
                  <a:lnTo>
                    <a:pt x="3257550" y="73663"/>
                  </a:lnTo>
                  <a:lnTo>
                    <a:pt x="3307079" y="73727"/>
                  </a:lnTo>
                  <a:lnTo>
                    <a:pt x="3356610" y="73917"/>
                  </a:lnTo>
                  <a:lnTo>
                    <a:pt x="3406140" y="74235"/>
                  </a:lnTo>
                  <a:lnTo>
                    <a:pt x="3455670" y="74235"/>
                  </a:lnTo>
                  <a:lnTo>
                    <a:pt x="3505200" y="74235"/>
                  </a:lnTo>
                  <a:lnTo>
                    <a:pt x="3554729" y="74235"/>
                  </a:lnTo>
                  <a:lnTo>
                    <a:pt x="3604259" y="74235"/>
                  </a:lnTo>
                  <a:lnTo>
                    <a:pt x="3653789" y="74235"/>
                  </a:lnTo>
                  <a:lnTo>
                    <a:pt x="3703320" y="74235"/>
                  </a:lnTo>
                  <a:lnTo>
                    <a:pt x="3753612" y="73850"/>
                  </a:lnTo>
                  <a:lnTo>
                    <a:pt x="3803904" y="73445"/>
                  </a:lnTo>
                  <a:lnTo>
                    <a:pt x="3854195" y="72997"/>
                  </a:lnTo>
                  <a:lnTo>
                    <a:pt x="3904487" y="72485"/>
                  </a:lnTo>
                  <a:lnTo>
                    <a:pt x="3954779" y="71889"/>
                  </a:lnTo>
                  <a:lnTo>
                    <a:pt x="4005072" y="71187"/>
                  </a:lnTo>
                  <a:lnTo>
                    <a:pt x="4055423" y="69991"/>
                  </a:lnTo>
                  <a:lnTo>
                    <a:pt x="4105881" y="68732"/>
                  </a:lnTo>
                  <a:lnTo>
                    <a:pt x="4156424" y="67472"/>
                  </a:lnTo>
                  <a:lnTo>
                    <a:pt x="4207030" y="66276"/>
                  </a:lnTo>
                  <a:lnTo>
                    <a:pt x="4257678" y="65207"/>
                  </a:lnTo>
                  <a:lnTo>
                    <a:pt x="4308348" y="64329"/>
                  </a:lnTo>
                  <a:lnTo>
                    <a:pt x="4357874" y="63242"/>
                  </a:lnTo>
                  <a:lnTo>
                    <a:pt x="4407379" y="62241"/>
                  </a:lnTo>
                  <a:lnTo>
                    <a:pt x="4456842" y="61281"/>
                  </a:lnTo>
                  <a:lnTo>
                    <a:pt x="4506242" y="60321"/>
                  </a:lnTo>
                  <a:lnTo>
                    <a:pt x="4555557" y="59320"/>
                  </a:lnTo>
                  <a:lnTo>
                    <a:pt x="4604766" y="58233"/>
                  </a:lnTo>
                  <a:lnTo>
                    <a:pt x="4656690" y="56967"/>
                  </a:lnTo>
                  <a:lnTo>
                    <a:pt x="4708615" y="55754"/>
                  </a:lnTo>
                  <a:lnTo>
                    <a:pt x="4760540" y="54554"/>
                  </a:lnTo>
                  <a:lnTo>
                    <a:pt x="4812465" y="53328"/>
                  </a:lnTo>
                  <a:lnTo>
                    <a:pt x="4864390" y="52035"/>
                  </a:lnTo>
                  <a:lnTo>
                    <a:pt x="4916315" y="50635"/>
                  </a:lnTo>
                  <a:lnTo>
                    <a:pt x="4968240" y="49089"/>
                  </a:lnTo>
                  <a:lnTo>
                    <a:pt x="5016948" y="47882"/>
                  </a:lnTo>
                  <a:lnTo>
                    <a:pt x="5065550" y="46549"/>
                  </a:lnTo>
                  <a:lnTo>
                    <a:pt x="5114067" y="45088"/>
                  </a:lnTo>
                  <a:lnTo>
                    <a:pt x="5162521" y="43501"/>
                  </a:lnTo>
                  <a:lnTo>
                    <a:pt x="5210933" y="41786"/>
                  </a:lnTo>
                  <a:lnTo>
                    <a:pt x="5259324" y="39945"/>
                  </a:lnTo>
                  <a:lnTo>
                    <a:pt x="5309884" y="37550"/>
                  </a:lnTo>
                  <a:lnTo>
                    <a:pt x="5360274" y="35006"/>
                  </a:lnTo>
                  <a:lnTo>
                    <a:pt x="5410581" y="32420"/>
                  </a:lnTo>
                  <a:lnTo>
                    <a:pt x="5460887" y="29898"/>
                  </a:lnTo>
                  <a:lnTo>
                    <a:pt x="5511277" y="27545"/>
                  </a:lnTo>
                  <a:lnTo>
                    <a:pt x="5561838" y="25467"/>
                  </a:lnTo>
                  <a:lnTo>
                    <a:pt x="5611427" y="23625"/>
                  </a:lnTo>
                  <a:lnTo>
                    <a:pt x="5661123" y="21911"/>
                  </a:lnTo>
                  <a:lnTo>
                    <a:pt x="5710904" y="20323"/>
                  </a:lnTo>
                  <a:lnTo>
                    <a:pt x="5760748" y="18863"/>
                  </a:lnTo>
                  <a:lnTo>
                    <a:pt x="5810634" y="17529"/>
                  </a:lnTo>
                  <a:lnTo>
                    <a:pt x="5860542" y="16323"/>
                  </a:lnTo>
                  <a:lnTo>
                    <a:pt x="5909309" y="15236"/>
                  </a:lnTo>
                  <a:lnTo>
                    <a:pt x="5958078" y="14235"/>
                  </a:lnTo>
                  <a:lnTo>
                    <a:pt x="6006846" y="13275"/>
                  </a:lnTo>
                  <a:lnTo>
                    <a:pt x="6055614" y="12315"/>
                  </a:lnTo>
                  <a:lnTo>
                    <a:pt x="6104382" y="11314"/>
                  </a:lnTo>
                  <a:lnTo>
                    <a:pt x="6153150" y="10227"/>
                  </a:lnTo>
                  <a:lnTo>
                    <a:pt x="6200775" y="9087"/>
                  </a:lnTo>
                  <a:lnTo>
                    <a:pt x="6248400" y="7969"/>
                  </a:lnTo>
                  <a:lnTo>
                    <a:pt x="6296025" y="6893"/>
                  </a:lnTo>
                  <a:lnTo>
                    <a:pt x="6343650" y="5881"/>
                  </a:lnTo>
                  <a:lnTo>
                    <a:pt x="6391275" y="4953"/>
                  </a:lnTo>
                  <a:lnTo>
                    <a:pt x="6438900" y="4131"/>
                  </a:lnTo>
                  <a:lnTo>
                    <a:pt x="6489655" y="3150"/>
                  </a:lnTo>
                  <a:lnTo>
                    <a:pt x="6540447" y="2131"/>
                  </a:lnTo>
                  <a:lnTo>
                    <a:pt x="6591312" y="1223"/>
                  </a:lnTo>
                  <a:lnTo>
                    <a:pt x="6642286" y="571"/>
                  </a:lnTo>
                  <a:lnTo>
                    <a:pt x="6693408" y="321"/>
                  </a:lnTo>
                  <a:lnTo>
                    <a:pt x="6738556" y="0"/>
                  </a:lnTo>
                  <a:lnTo>
                    <a:pt x="6783705" y="35"/>
                  </a:lnTo>
                  <a:lnTo>
                    <a:pt x="6828853" y="214"/>
                  </a:lnTo>
                  <a:lnTo>
                    <a:pt x="6874002" y="321"/>
                  </a:lnTo>
                  <a:lnTo>
                    <a:pt x="6893552" y="392"/>
                  </a:lnTo>
                  <a:lnTo>
                    <a:pt x="6913816" y="321"/>
                  </a:lnTo>
                  <a:lnTo>
                    <a:pt x="6933795" y="1393"/>
                  </a:lnTo>
                  <a:lnTo>
                    <a:pt x="6952488" y="4893"/>
                  </a:lnTo>
                  <a:lnTo>
                    <a:pt x="6957059" y="7179"/>
                  </a:lnTo>
                  <a:lnTo>
                    <a:pt x="6958583" y="7179"/>
                  </a:lnTo>
                  <a:lnTo>
                    <a:pt x="6958583" y="10227"/>
                  </a:lnTo>
                  <a:lnTo>
                    <a:pt x="6946189" y="14775"/>
                  </a:lnTo>
                  <a:lnTo>
                    <a:pt x="6933152" y="15751"/>
                  </a:lnTo>
                  <a:lnTo>
                    <a:pt x="6919686" y="14728"/>
                  </a:lnTo>
                  <a:lnTo>
                    <a:pt x="6906006" y="13275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1"/>
            <p:cNvSpPr/>
            <p:nvPr/>
          </p:nvSpPr>
          <p:spPr>
            <a:xfrm>
              <a:off x="6063234" y="3991355"/>
              <a:ext cx="128905" cy="12700"/>
            </a:xfrm>
            <a:custGeom>
              <a:rect b="b" l="l" r="r" t="t"/>
              <a:pathLst>
                <a:path extrusionOk="0" h="12700" w="128904">
                  <a:moveTo>
                    <a:pt x="0" y="12191"/>
                  </a:moveTo>
                  <a:lnTo>
                    <a:pt x="39862" y="10263"/>
                  </a:lnTo>
                  <a:lnTo>
                    <a:pt x="68770" y="7012"/>
                  </a:lnTo>
                  <a:lnTo>
                    <a:pt x="84201" y="5238"/>
                  </a:lnTo>
                  <a:lnTo>
                    <a:pt x="99631" y="3893"/>
                  </a:lnTo>
                  <a:lnTo>
                    <a:pt x="115062" y="3047"/>
                  </a:lnTo>
                  <a:lnTo>
                    <a:pt x="121920" y="3047"/>
                  </a:lnTo>
                  <a:lnTo>
                    <a:pt x="126492" y="5333"/>
                  </a:lnTo>
                  <a:lnTo>
                    <a:pt x="12877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9" name="Google Shape;1509;p11"/>
          <p:cNvGrpSpPr/>
          <p:nvPr/>
        </p:nvGrpSpPr>
        <p:grpSpPr>
          <a:xfrm>
            <a:off x="1481291" y="4872956"/>
            <a:ext cx="7543800" cy="2481080"/>
            <a:chOff x="3363811" y="4334255"/>
            <a:chExt cx="5069624" cy="1274089"/>
          </a:xfrm>
        </p:grpSpPr>
        <p:grpSp>
          <p:nvGrpSpPr>
            <p:cNvPr id="1510" name="Google Shape;1510;p11"/>
            <p:cNvGrpSpPr/>
            <p:nvPr/>
          </p:nvGrpSpPr>
          <p:grpSpPr>
            <a:xfrm>
              <a:off x="4039336" y="5307304"/>
              <a:ext cx="993928" cy="301040"/>
              <a:chOff x="4039336" y="5307304"/>
              <a:chExt cx="993928" cy="301040"/>
            </a:xfrm>
          </p:grpSpPr>
          <p:pic>
            <p:nvPicPr>
              <p:cNvPr id="1511" name="Google Shape;1511;p1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4039336" y="5345404"/>
                <a:ext cx="157022" cy="1844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2" name="Google Shape;1512;p1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228967" y="5377408"/>
                <a:ext cx="270977" cy="2309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13" name="Google Shape;1513;p11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4540732" y="5307304"/>
                <a:ext cx="239318" cy="1615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4" name="Google Shape;1514;p11"/>
              <p:cNvSpPr/>
              <p:nvPr/>
            </p:nvSpPr>
            <p:spPr>
              <a:xfrm>
                <a:off x="4798314" y="5327904"/>
                <a:ext cx="234950" cy="108585"/>
              </a:xfrm>
              <a:custGeom>
                <a:rect b="b" l="l" r="r" t="t"/>
                <a:pathLst>
                  <a:path extrusionOk="0" h="108585" w="234950">
                    <a:moveTo>
                      <a:pt x="0" y="42671"/>
                    </a:moveTo>
                    <a:lnTo>
                      <a:pt x="8131" y="84534"/>
                    </a:lnTo>
                    <a:lnTo>
                      <a:pt x="26360" y="103131"/>
                    </a:lnTo>
                    <a:lnTo>
                      <a:pt x="32194" y="101155"/>
                    </a:lnTo>
                    <a:lnTo>
                      <a:pt x="53470" y="63912"/>
                    </a:lnTo>
                    <a:lnTo>
                      <a:pt x="55626" y="54101"/>
                    </a:lnTo>
                    <a:lnTo>
                      <a:pt x="57150" y="47243"/>
                    </a:lnTo>
                    <a:lnTo>
                      <a:pt x="57150" y="40385"/>
                    </a:lnTo>
                    <a:lnTo>
                      <a:pt x="57912" y="33527"/>
                    </a:lnTo>
                    <a:lnTo>
                      <a:pt x="57435" y="46910"/>
                    </a:lnTo>
                    <a:lnTo>
                      <a:pt x="56959" y="61150"/>
                    </a:lnTo>
                    <a:lnTo>
                      <a:pt x="71532" y="97250"/>
                    </a:lnTo>
                    <a:lnTo>
                      <a:pt x="78116" y="98881"/>
                    </a:lnTo>
                    <a:lnTo>
                      <a:pt x="85344" y="98297"/>
                    </a:lnTo>
                    <a:lnTo>
                      <a:pt x="118062" y="64984"/>
                    </a:lnTo>
                    <a:lnTo>
                      <a:pt x="120396" y="19811"/>
                    </a:lnTo>
                    <a:lnTo>
                      <a:pt x="96107" y="58483"/>
                    </a:lnTo>
                    <a:lnTo>
                      <a:pt x="123432" y="90487"/>
                    </a:lnTo>
                    <a:lnTo>
                      <a:pt x="158722" y="69330"/>
                    </a:lnTo>
                    <a:lnTo>
                      <a:pt x="177248" y="26884"/>
                    </a:lnTo>
                    <a:lnTo>
                      <a:pt x="178308" y="14477"/>
                    </a:lnTo>
                    <a:lnTo>
                      <a:pt x="178308" y="11429"/>
                    </a:lnTo>
                    <a:lnTo>
                      <a:pt x="179070" y="2285"/>
                    </a:lnTo>
                    <a:lnTo>
                      <a:pt x="177546" y="0"/>
                    </a:lnTo>
                    <a:lnTo>
                      <a:pt x="176784" y="0"/>
                    </a:lnTo>
                    <a:lnTo>
                      <a:pt x="202501" y="36290"/>
                    </a:lnTo>
                    <a:lnTo>
                      <a:pt x="225802" y="51220"/>
                    </a:lnTo>
                    <a:lnTo>
                      <a:pt x="230790" y="55625"/>
                    </a:lnTo>
                    <a:lnTo>
                      <a:pt x="233922" y="61174"/>
                    </a:lnTo>
                    <a:lnTo>
                      <a:pt x="234696" y="68579"/>
                    </a:lnTo>
                    <a:lnTo>
                      <a:pt x="232267" y="78045"/>
                    </a:lnTo>
                    <a:lnTo>
                      <a:pt x="198441" y="103810"/>
                    </a:lnTo>
                    <a:lnTo>
                      <a:pt x="176224" y="108263"/>
                    </a:lnTo>
                    <a:lnTo>
                      <a:pt x="163830" y="10820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5" name="Google Shape;1515;p1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241772" y="5250154"/>
              <a:ext cx="141401" cy="233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6" name="Google Shape;1516;p1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462496" y="5214340"/>
              <a:ext cx="88442" cy="78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7" name="Google Shape;1517;p11"/>
            <p:cNvSpPr/>
            <p:nvPr/>
          </p:nvSpPr>
          <p:spPr>
            <a:xfrm>
              <a:off x="6685026" y="5100351"/>
              <a:ext cx="96520" cy="370840"/>
            </a:xfrm>
            <a:custGeom>
              <a:rect b="b" l="l" r="r" t="t"/>
              <a:pathLst>
                <a:path extrusionOk="0" h="370839" w="96520">
                  <a:moveTo>
                    <a:pt x="34290" y="8858"/>
                  </a:moveTo>
                  <a:lnTo>
                    <a:pt x="25646" y="2964"/>
                  </a:lnTo>
                  <a:lnTo>
                    <a:pt x="20002" y="0"/>
                  </a:lnTo>
                  <a:lnTo>
                    <a:pt x="15216" y="1464"/>
                  </a:lnTo>
                  <a:lnTo>
                    <a:pt x="9144" y="8858"/>
                  </a:lnTo>
                  <a:lnTo>
                    <a:pt x="6405" y="14287"/>
                  </a:lnTo>
                  <a:lnTo>
                    <a:pt x="4953" y="20859"/>
                  </a:lnTo>
                  <a:lnTo>
                    <a:pt x="4643" y="27717"/>
                  </a:lnTo>
                  <a:lnTo>
                    <a:pt x="5334" y="34004"/>
                  </a:lnTo>
                  <a:lnTo>
                    <a:pt x="26670" y="69056"/>
                  </a:lnTo>
                  <a:lnTo>
                    <a:pt x="34468" y="78569"/>
                  </a:lnTo>
                  <a:lnTo>
                    <a:pt x="41624" y="88010"/>
                  </a:lnTo>
                  <a:lnTo>
                    <a:pt x="47779" y="97881"/>
                  </a:lnTo>
                  <a:lnTo>
                    <a:pt x="52578" y="108680"/>
                  </a:lnTo>
                  <a:lnTo>
                    <a:pt x="56007" y="120800"/>
                  </a:lnTo>
                  <a:lnTo>
                    <a:pt x="57150" y="133064"/>
                  </a:lnTo>
                  <a:lnTo>
                    <a:pt x="56007" y="145327"/>
                  </a:lnTo>
                  <a:lnTo>
                    <a:pt x="37147" y="186404"/>
                  </a:lnTo>
                  <a:lnTo>
                    <a:pt x="13835" y="218467"/>
                  </a:lnTo>
                  <a:lnTo>
                    <a:pt x="8953" y="224218"/>
                  </a:lnTo>
                  <a:lnTo>
                    <a:pt x="4357" y="230112"/>
                  </a:lnTo>
                  <a:lnTo>
                    <a:pt x="762" y="235934"/>
                  </a:lnTo>
                  <a:lnTo>
                    <a:pt x="0" y="236696"/>
                  </a:lnTo>
                  <a:lnTo>
                    <a:pt x="0" y="237458"/>
                  </a:lnTo>
                  <a:lnTo>
                    <a:pt x="0" y="238220"/>
                  </a:lnTo>
                  <a:lnTo>
                    <a:pt x="6096" y="239744"/>
                  </a:lnTo>
                  <a:lnTo>
                    <a:pt x="12954" y="240506"/>
                  </a:lnTo>
                  <a:lnTo>
                    <a:pt x="19050" y="242792"/>
                  </a:lnTo>
                  <a:lnTo>
                    <a:pt x="47970" y="280273"/>
                  </a:lnTo>
                  <a:lnTo>
                    <a:pt x="48291" y="292703"/>
                  </a:lnTo>
                  <a:lnTo>
                    <a:pt x="47327" y="305133"/>
                  </a:lnTo>
                  <a:lnTo>
                    <a:pt x="45720" y="316706"/>
                  </a:lnTo>
                  <a:lnTo>
                    <a:pt x="44160" y="326302"/>
                  </a:lnTo>
                  <a:lnTo>
                    <a:pt x="42957" y="335756"/>
                  </a:lnTo>
                  <a:lnTo>
                    <a:pt x="42183" y="345209"/>
                  </a:lnTo>
                  <a:lnTo>
                    <a:pt x="41910" y="354806"/>
                  </a:lnTo>
                  <a:lnTo>
                    <a:pt x="41910" y="365474"/>
                  </a:lnTo>
                  <a:lnTo>
                    <a:pt x="47244" y="370046"/>
                  </a:lnTo>
                  <a:lnTo>
                    <a:pt x="57912" y="370808"/>
                  </a:lnTo>
                  <a:lnTo>
                    <a:pt x="69115" y="370570"/>
                  </a:lnTo>
                  <a:lnTo>
                    <a:pt x="78390" y="367188"/>
                  </a:lnTo>
                  <a:lnTo>
                    <a:pt x="86951" y="361807"/>
                  </a:lnTo>
                  <a:lnTo>
                    <a:pt x="96012" y="35556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8" name="Google Shape;1518;p11"/>
            <p:cNvGrpSpPr/>
            <p:nvPr/>
          </p:nvGrpSpPr>
          <p:grpSpPr>
            <a:xfrm>
              <a:off x="6914388" y="5119116"/>
              <a:ext cx="125730" cy="143510"/>
              <a:chOff x="6914388" y="5119116"/>
              <a:chExt cx="125730" cy="143510"/>
            </a:xfrm>
          </p:grpSpPr>
          <p:sp>
            <p:nvSpPr>
              <p:cNvPr id="1519" name="Google Shape;1519;p11"/>
              <p:cNvSpPr/>
              <p:nvPr/>
            </p:nvSpPr>
            <p:spPr>
              <a:xfrm>
                <a:off x="6943344" y="5119116"/>
                <a:ext cx="7620" cy="81915"/>
              </a:xfrm>
              <a:custGeom>
                <a:rect b="b" l="l" r="r" t="t"/>
                <a:pathLst>
                  <a:path extrusionOk="0" h="81914" w="7620">
                    <a:moveTo>
                      <a:pt x="0" y="0"/>
                    </a:moveTo>
                    <a:lnTo>
                      <a:pt x="714" y="10036"/>
                    </a:lnTo>
                    <a:lnTo>
                      <a:pt x="1714" y="19716"/>
                    </a:lnTo>
                    <a:lnTo>
                      <a:pt x="3000" y="29253"/>
                    </a:lnTo>
                    <a:lnTo>
                      <a:pt x="4572" y="38862"/>
                    </a:lnTo>
                    <a:lnTo>
                      <a:pt x="6012" y="47875"/>
                    </a:lnTo>
                    <a:lnTo>
                      <a:pt x="6953" y="56673"/>
                    </a:lnTo>
                    <a:lnTo>
                      <a:pt x="7465" y="65329"/>
                    </a:lnTo>
                    <a:lnTo>
                      <a:pt x="7620" y="73914"/>
                    </a:lnTo>
                    <a:lnTo>
                      <a:pt x="6858" y="76962"/>
                    </a:lnTo>
                    <a:lnTo>
                      <a:pt x="6858" y="79248"/>
                    </a:lnTo>
                    <a:lnTo>
                      <a:pt x="6858" y="8153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1"/>
              <p:cNvSpPr/>
              <p:nvPr/>
            </p:nvSpPr>
            <p:spPr>
              <a:xfrm>
                <a:off x="6914388" y="5244846"/>
                <a:ext cx="125730" cy="17780"/>
              </a:xfrm>
              <a:custGeom>
                <a:rect b="b" l="l" r="r" t="t"/>
                <a:pathLst>
                  <a:path extrusionOk="0" h="17779" w="125729">
                    <a:moveTo>
                      <a:pt x="0" y="17526"/>
                    </a:moveTo>
                    <a:lnTo>
                      <a:pt x="48006" y="11430"/>
                    </a:lnTo>
                    <a:lnTo>
                      <a:pt x="61281" y="8155"/>
                    </a:lnTo>
                    <a:lnTo>
                      <a:pt x="74771" y="5238"/>
                    </a:lnTo>
                    <a:lnTo>
                      <a:pt x="88403" y="2750"/>
                    </a:lnTo>
                    <a:lnTo>
                      <a:pt x="102107" y="762"/>
                    </a:lnTo>
                    <a:lnTo>
                      <a:pt x="110489" y="0"/>
                    </a:lnTo>
                    <a:lnTo>
                      <a:pt x="118110" y="0"/>
                    </a:lnTo>
                    <a:lnTo>
                      <a:pt x="12573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1" name="Google Shape;1521;p11"/>
            <p:cNvGrpSpPr/>
            <p:nvPr/>
          </p:nvGrpSpPr>
          <p:grpSpPr>
            <a:xfrm>
              <a:off x="6903694" y="5340832"/>
              <a:ext cx="115953" cy="121182"/>
              <a:chOff x="6903694" y="5340832"/>
              <a:chExt cx="115953" cy="121182"/>
            </a:xfrm>
          </p:grpSpPr>
          <p:pic>
            <p:nvPicPr>
              <p:cNvPr id="1522" name="Google Shape;1522;p11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903694" y="5340832"/>
                <a:ext cx="80060" cy="1105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3" name="Google Shape;1523;p11"/>
              <p:cNvSpPr/>
              <p:nvPr/>
            </p:nvSpPr>
            <p:spPr>
              <a:xfrm>
                <a:off x="7014567" y="5397245"/>
                <a:ext cx="5080" cy="64769"/>
              </a:xfrm>
              <a:custGeom>
                <a:rect b="b" l="l" r="r" t="t"/>
                <a:pathLst>
                  <a:path extrusionOk="0" h="64770" w="5079">
                    <a:moveTo>
                      <a:pt x="1928" y="0"/>
                    </a:moveTo>
                    <a:lnTo>
                      <a:pt x="1190" y="14370"/>
                    </a:lnTo>
                    <a:lnTo>
                      <a:pt x="23" y="31527"/>
                    </a:lnTo>
                    <a:lnTo>
                      <a:pt x="0" y="48541"/>
                    </a:lnTo>
                    <a:lnTo>
                      <a:pt x="2690" y="62484"/>
                    </a:lnTo>
                    <a:lnTo>
                      <a:pt x="2690" y="64008"/>
                    </a:lnTo>
                    <a:lnTo>
                      <a:pt x="3452" y="64770"/>
                    </a:lnTo>
                    <a:lnTo>
                      <a:pt x="4976" y="6400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24" name="Google Shape;1524;p11"/>
            <p:cNvSpPr/>
            <p:nvPr/>
          </p:nvSpPr>
          <p:spPr>
            <a:xfrm>
              <a:off x="7158990" y="5211853"/>
              <a:ext cx="29845" cy="62865"/>
            </a:xfrm>
            <a:custGeom>
              <a:rect b="b" l="l" r="r" t="t"/>
              <a:pathLst>
                <a:path extrusionOk="0" h="62864" w="29845">
                  <a:moveTo>
                    <a:pt x="0" y="6322"/>
                  </a:moveTo>
                  <a:lnTo>
                    <a:pt x="6393" y="3071"/>
                  </a:lnTo>
                  <a:lnTo>
                    <a:pt x="12858" y="321"/>
                  </a:lnTo>
                  <a:lnTo>
                    <a:pt x="19180" y="0"/>
                  </a:lnTo>
                  <a:lnTo>
                    <a:pt x="25146" y="4036"/>
                  </a:lnTo>
                  <a:lnTo>
                    <a:pt x="28515" y="10156"/>
                  </a:lnTo>
                  <a:lnTo>
                    <a:pt x="29813" y="17561"/>
                  </a:lnTo>
                  <a:lnTo>
                    <a:pt x="29539" y="25253"/>
                  </a:lnTo>
                  <a:lnTo>
                    <a:pt x="28194" y="32230"/>
                  </a:lnTo>
                  <a:lnTo>
                    <a:pt x="24693" y="40207"/>
                  </a:lnTo>
                  <a:lnTo>
                    <a:pt x="20193" y="48041"/>
                  </a:lnTo>
                  <a:lnTo>
                    <a:pt x="15120" y="55590"/>
                  </a:lnTo>
                  <a:lnTo>
                    <a:pt x="9906" y="6271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1"/>
            <p:cNvSpPr/>
            <p:nvPr/>
          </p:nvSpPr>
          <p:spPr>
            <a:xfrm>
              <a:off x="7375397" y="5171694"/>
              <a:ext cx="19050" cy="5080"/>
            </a:xfrm>
            <a:custGeom>
              <a:rect b="b" l="l" r="r" t="t"/>
              <a:pathLst>
                <a:path extrusionOk="0" h="5079" w="19050">
                  <a:moveTo>
                    <a:pt x="0" y="4572"/>
                  </a:moveTo>
                  <a:lnTo>
                    <a:pt x="10668" y="3048"/>
                  </a:lnTo>
                  <a:lnTo>
                    <a:pt x="12954" y="3048"/>
                  </a:lnTo>
                  <a:lnTo>
                    <a:pt x="1905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1"/>
            <p:cNvSpPr/>
            <p:nvPr/>
          </p:nvSpPr>
          <p:spPr>
            <a:xfrm>
              <a:off x="7587233" y="515035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7525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1"/>
            <p:cNvSpPr/>
            <p:nvPr/>
          </p:nvSpPr>
          <p:spPr>
            <a:xfrm>
              <a:off x="7683245" y="5138165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8288"/>
                  </a:lnTo>
                  <a:lnTo>
                    <a:pt x="5333" y="22860"/>
                  </a:lnTo>
                  <a:lnTo>
                    <a:pt x="17525" y="22860"/>
                  </a:lnTo>
                  <a:lnTo>
                    <a:pt x="22859" y="18288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28" name="Google Shape;1528;p11"/>
            <p:cNvGrpSpPr/>
            <p:nvPr/>
          </p:nvGrpSpPr>
          <p:grpSpPr>
            <a:xfrm>
              <a:off x="8009643" y="5256275"/>
              <a:ext cx="176547" cy="153723"/>
              <a:chOff x="8009643" y="5256275"/>
              <a:chExt cx="176547" cy="153723"/>
            </a:xfrm>
          </p:grpSpPr>
          <p:sp>
            <p:nvSpPr>
              <p:cNvPr id="1529" name="Google Shape;1529;p11"/>
              <p:cNvSpPr/>
              <p:nvPr/>
            </p:nvSpPr>
            <p:spPr>
              <a:xfrm>
                <a:off x="8009643" y="5323331"/>
                <a:ext cx="55880" cy="48895"/>
              </a:xfrm>
              <a:custGeom>
                <a:rect b="b" l="l" r="r" t="t"/>
                <a:pathLst>
                  <a:path extrusionOk="0" h="48895" w="55879">
                    <a:moveTo>
                      <a:pt x="55364" y="0"/>
                    </a:moveTo>
                    <a:lnTo>
                      <a:pt x="20109" y="17252"/>
                    </a:lnTo>
                    <a:lnTo>
                      <a:pt x="0" y="42731"/>
                    </a:lnTo>
                    <a:lnTo>
                      <a:pt x="1262" y="48006"/>
                    </a:lnTo>
                    <a:lnTo>
                      <a:pt x="2786" y="48006"/>
                    </a:lnTo>
                    <a:lnTo>
                      <a:pt x="4310" y="48006"/>
                    </a:lnTo>
                    <a:lnTo>
                      <a:pt x="5834" y="4876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30" name="Google Shape;1530;p1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8115274" y="5274538"/>
                <a:ext cx="70916" cy="135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1" name="Google Shape;1531;p11"/>
              <p:cNvSpPr/>
              <p:nvPr/>
            </p:nvSpPr>
            <p:spPr>
              <a:xfrm>
                <a:off x="8048244" y="5256275"/>
                <a:ext cx="32384" cy="81280"/>
              </a:xfrm>
              <a:custGeom>
                <a:rect b="b" l="l" r="r" t="t"/>
                <a:pathLst>
                  <a:path extrusionOk="0" h="81279" w="32384">
                    <a:moveTo>
                      <a:pt x="0" y="0"/>
                    </a:moveTo>
                    <a:lnTo>
                      <a:pt x="4250" y="8655"/>
                    </a:lnTo>
                    <a:lnTo>
                      <a:pt x="8858" y="16668"/>
                    </a:lnTo>
                    <a:lnTo>
                      <a:pt x="13608" y="24538"/>
                    </a:lnTo>
                    <a:lnTo>
                      <a:pt x="18288" y="32765"/>
                    </a:lnTo>
                    <a:lnTo>
                      <a:pt x="32004" y="76199"/>
                    </a:lnTo>
                    <a:lnTo>
                      <a:pt x="32004" y="79247"/>
                    </a:lnTo>
                    <a:lnTo>
                      <a:pt x="32004" y="8077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2" name="Google Shape;1532;p11"/>
            <p:cNvSpPr/>
            <p:nvPr/>
          </p:nvSpPr>
          <p:spPr>
            <a:xfrm>
              <a:off x="7892033" y="5150358"/>
              <a:ext cx="26034" cy="60325"/>
            </a:xfrm>
            <a:custGeom>
              <a:rect b="b" l="l" r="r" t="t"/>
              <a:pathLst>
                <a:path extrusionOk="0" h="60325" w="26034">
                  <a:moveTo>
                    <a:pt x="6096" y="0"/>
                  </a:moveTo>
                  <a:lnTo>
                    <a:pt x="15085" y="4452"/>
                  </a:lnTo>
                  <a:lnTo>
                    <a:pt x="21431" y="8763"/>
                  </a:lnTo>
                  <a:lnTo>
                    <a:pt x="25062" y="14787"/>
                  </a:lnTo>
                  <a:lnTo>
                    <a:pt x="25908" y="24384"/>
                  </a:lnTo>
                  <a:lnTo>
                    <a:pt x="23907" y="33432"/>
                  </a:lnTo>
                  <a:lnTo>
                    <a:pt x="19621" y="41338"/>
                  </a:lnTo>
                  <a:lnTo>
                    <a:pt x="13906" y="48387"/>
                  </a:lnTo>
                  <a:lnTo>
                    <a:pt x="7620" y="54864"/>
                  </a:lnTo>
                  <a:lnTo>
                    <a:pt x="3810" y="58674"/>
                  </a:lnTo>
                  <a:lnTo>
                    <a:pt x="3048" y="60198"/>
                  </a:lnTo>
                  <a:lnTo>
                    <a:pt x="0" y="5943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3" name="Google Shape;1533;p11"/>
            <p:cNvGrpSpPr/>
            <p:nvPr/>
          </p:nvGrpSpPr>
          <p:grpSpPr>
            <a:xfrm>
              <a:off x="8021574" y="4998719"/>
              <a:ext cx="165100" cy="177225"/>
              <a:chOff x="8021574" y="4998719"/>
              <a:chExt cx="165100" cy="177225"/>
            </a:xfrm>
          </p:grpSpPr>
          <p:sp>
            <p:nvSpPr>
              <p:cNvPr id="1534" name="Google Shape;1534;p11"/>
              <p:cNvSpPr/>
              <p:nvPr/>
            </p:nvSpPr>
            <p:spPr>
              <a:xfrm>
                <a:off x="8021574" y="5153084"/>
                <a:ext cx="165100" cy="22860"/>
              </a:xfrm>
              <a:custGeom>
                <a:rect b="b" l="l" r="r" t="t"/>
                <a:pathLst>
                  <a:path extrusionOk="0" h="22860" w="165100">
                    <a:moveTo>
                      <a:pt x="0" y="22419"/>
                    </a:moveTo>
                    <a:lnTo>
                      <a:pt x="15632" y="21085"/>
                    </a:lnTo>
                    <a:lnTo>
                      <a:pt x="30765" y="18609"/>
                    </a:lnTo>
                    <a:lnTo>
                      <a:pt x="45755" y="15561"/>
                    </a:lnTo>
                    <a:lnTo>
                      <a:pt x="60960" y="12513"/>
                    </a:lnTo>
                    <a:lnTo>
                      <a:pt x="114109" y="2547"/>
                    </a:lnTo>
                    <a:lnTo>
                      <a:pt x="139946" y="0"/>
                    </a:lnTo>
                    <a:lnTo>
                      <a:pt x="148209" y="35"/>
                    </a:lnTo>
                    <a:lnTo>
                      <a:pt x="156471" y="214"/>
                    </a:lnTo>
                    <a:lnTo>
                      <a:pt x="164592" y="32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11"/>
              <p:cNvSpPr/>
              <p:nvPr/>
            </p:nvSpPr>
            <p:spPr>
              <a:xfrm>
                <a:off x="8073390" y="4998719"/>
                <a:ext cx="10795" cy="88900"/>
              </a:xfrm>
              <a:custGeom>
                <a:rect b="b" l="l" r="r" t="t"/>
                <a:pathLst>
                  <a:path extrusionOk="0" h="88900" w="10795">
                    <a:moveTo>
                      <a:pt x="0" y="0"/>
                    </a:moveTo>
                    <a:lnTo>
                      <a:pt x="1595" y="9024"/>
                    </a:lnTo>
                    <a:lnTo>
                      <a:pt x="3048" y="17906"/>
                    </a:lnTo>
                    <a:lnTo>
                      <a:pt x="4500" y="26789"/>
                    </a:lnTo>
                    <a:lnTo>
                      <a:pt x="6096" y="35813"/>
                    </a:lnTo>
                    <a:lnTo>
                      <a:pt x="7346" y="47124"/>
                    </a:lnTo>
                    <a:lnTo>
                      <a:pt x="8667" y="58292"/>
                    </a:lnTo>
                    <a:lnTo>
                      <a:pt x="9846" y="69461"/>
                    </a:lnTo>
                    <a:lnTo>
                      <a:pt x="10668" y="80771"/>
                    </a:lnTo>
                    <a:lnTo>
                      <a:pt x="10668" y="83819"/>
                    </a:lnTo>
                    <a:lnTo>
                      <a:pt x="10668" y="86105"/>
                    </a:lnTo>
                    <a:lnTo>
                      <a:pt x="10668" y="8839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36" name="Google Shape;1536;p1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363811" y="4671034"/>
              <a:ext cx="258761" cy="19131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37" name="Google Shape;1537;p11"/>
            <p:cNvGrpSpPr/>
            <p:nvPr/>
          </p:nvGrpSpPr>
          <p:grpSpPr>
            <a:xfrm>
              <a:off x="3886961" y="4697729"/>
              <a:ext cx="246379" cy="127507"/>
              <a:chOff x="3886961" y="4697729"/>
              <a:chExt cx="246379" cy="127507"/>
            </a:xfrm>
          </p:grpSpPr>
          <p:sp>
            <p:nvSpPr>
              <p:cNvPr id="1538" name="Google Shape;1538;p11"/>
              <p:cNvSpPr/>
              <p:nvPr/>
            </p:nvSpPr>
            <p:spPr>
              <a:xfrm>
                <a:off x="3921251" y="4697729"/>
                <a:ext cx="13335" cy="117475"/>
              </a:xfrm>
              <a:custGeom>
                <a:rect b="b" l="l" r="r" t="t"/>
                <a:pathLst>
                  <a:path extrusionOk="0" h="117475" w="13335">
                    <a:moveTo>
                      <a:pt x="0" y="0"/>
                    </a:moveTo>
                    <a:lnTo>
                      <a:pt x="8382" y="46482"/>
                    </a:lnTo>
                    <a:lnTo>
                      <a:pt x="10001" y="76676"/>
                    </a:lnTo>
                    <a:lnTo>
                      <a:pt x="10846" y="92023"/>
                    </a:lnTo>
                    <a:lnTo>
                      <a:pt x="12192" y="107442"/>
                    </a:lnTo>
                    <a:lnTo>
                      <a:pt x="12954" y="112776"/>
                    </a:lnTo>
                    <a:lnTo>
                      <a:pt x="12954" y="114300"/>
                    </a:lnTo>
                    <a:lnTo>
                      <a:pt x="12954" y="11734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11"/>
              <p:cNvSpPr/>
              <p:nvPr/>
            </p:nvSpPr>
            <p:spPr>
              <a:xfrm>
                <a:off x="3886961" y="4708397"/>
                <a:ext cx="246379" cy="116839"/>
              </a:xfrm>
              <a:custGeom>
                <a:rect b="b" l="l" r="r" t="t"/>
                <a:pathLst>
                  <a:path extrusionOk="0" h="116839" w="246379">
                    <a:moveTo>
                      <a:pt x="0" y="50291"/>
                    </a:moveTo>
                    <a:lnTo>
                      <a:pt x="11549" y="43112"/>
                    </a:lnTo>
                    <a:lnTo>
                      <a:pt x="23240" y="36290"/>
                    </a:lnTo>
                    <a:lnTo>
                      <a:pt x="34932" y="29610"/>
                    </a:lnTo>
                    <a:lnTo>
                      <a:pt x="46481" y="22859"/>
                    </a:lnTo>
                    <a:lnTo>
                      <a:pt x="55625" y="17716"/>
                    </a:lnTo>
                    <a:lnTo>
                      <a:pt x="64769" y="12572"/>
                    </a:lnTo>
                    <a:lnTo>
                      <a:pt x="73913" y="7429"/>
                    </a:lnTo>
                    <a:lnTo>
                      <a:pt x="83057" y="2285"/>
                    </a:lnTo>
                    <a:lnTo>
                      <a:pt x="87630" y="0"/>
                    </a:lnTo>
                    <a:lnTo>
                      <a:pt x="86867" y="761"/>
                    </a:lnTo>
                    <a:lnTo>
                      <a:pt x="91439" y="0"/>
                    </a:lnTo>
                    <a:lnTo>
                      <a:pt x="92892" y="6417"/>
                    </a:lnTo>
                    <a:lnTo>
                      <a:pt x="93916" y="13049"/>
                    </a:lnTo>
                    <a:lnTo>
                      <a:pt x="94654" y="19823"/>
                    </a:lnTo>
                    <a:lnTo>
                      <a:pt x="95250" y="26669"/>
                    </a:lnTo>
                    <a:lnTo>
                      <a:pt x="95250" y="39242"/>
                    </a:lnTo>
                    <a:lnTo>
                      <a:pt x="95250" y="51815"/>
                    </a:lnTo>
                    <a:lnTo>
                      <a:pt x="95250" y="64388"/>
                    </a:lnTo>
                    <a:lnTo>
                      <a:pt x="95250" y="76961"/>
                    </a:lnTo>
                    <a:lnTo>
                      <a:pt x="95833" y="85546"/>
                    </a:lnTo>
                    <a:lnTo>
                      <a:pt x="96488" y="94202"/>
                    </a:lnTo>
                    <a:lnTo>
                      <a:pt x="97285" y="103000"/>
                    </a:lnTo>
                    <a:lnTo>
                      <a:pt x="98298" y="112013"/>
                    </a:lnTo>
                    <a:lnTo>
                      <a:pt x="97786" y="99202"/>
                    </a:lnTo>
                    <a:lnTo>
                      <a:pt x="97059" y="85534"/>
                    </a:lnTo>
                    <a:lnTo>
                      <a:pt x="97333" y="72151"/>
                    </a:lnTo>
                    <a:lnTo>
                      <a:pt x="128885" y="46862"/>
                    </a:lnTo>
                    <a:lnTo>
                      <a:pt x="135921" y="47053"/>
                    </a:lnTo>
                    <a:lnTo>
                      <a:pt x="167640" y="73056"/>
                    </a:lnTo>
                    <a:lnTo>
                      <a:pt x="168020" y="80390"/>
                    </a:lnTo>
                    <a:lnTo>
                      <a:pt x="167830" y="87725"/>
                    </a:lnTo>
                    <a:lnTo>
                      <a:pt x="167640" y="94487"/>
                    </a:lnTo>
                    <a:lnTo>
                      <a:pt x="167640" y="101345"/>
                    </a:lnTo>
                    <a:lnTo>
                      <a:pt x="166878" y="108203"/>
                    </a:lnTo>
                    <a:lnTo>
                      <a:pt x="167640" y="115061"/>
                    </a:lnTo>
                    <a:lnTo>
                      <a:pt x="167640" y="115823"/>
                    </a:lnTo>
                    <a:lnTo>
                      <a:pt x="167640" y="116585"/>
                    </a:lnTo>
                    <a:lnTo>
                      <a:pt x="174319" y="116312"/>
                    </a:lnTo>
                    <a:lnTo>
                      <a:pt x="208180" y="83843"/>
                    </a:lnTo>
                    <a:lnTo>
                      <a:pt x="217170" y="46481"/>
                    </a:lnTo>
                    <a:lnTo>
                      <a:pt x="211074" y="35813"/>
                    </a:lnTo>
                    <a:lnTo>
                      <a:pt x="202692" y="35813"/>
                    </a:lnTo>
                    <a:lnTo>
                      <a:pt x="174593" y="70675"/>
                    </a:lnTo>
                    <a:lnTo>
                      <a:pt x="173509" y="80033"/>
                    </a:lnTo>
                    <a:lnTo>
                      <a:pt x="174498" y="88391"/>
                    </a:lnTo>
                    <a:lnTo>
                      <a:pt x="214514" y="100441"/>
                    </a:lnTo>
                    <a:lnTo>
                      <a:pt x="235684" y="91487"/>
                    </a:lnTo>
                    <a:lnTo>
                      <a:pt x="246126" y="8458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0" name="Google Shape;1540;p11"/>
            <p:cNvGrpSpPr/>
            <p:nvPr/>
          </p:nvGrpSpPr>
          <p:grpSpPr>
            <a:xfrm>
              <a:off x="4457497" y="4635246"/>
              <a:ext cx="876728" cy="249555"/>
              <a:chOff x="4457497" y="4635246"/>
              <a:chExt cx="876728" cy="249555"/>
            </a:xfrm>
          </p:grpSpPr>
          <p:sp>
            <p:nvSpPr>
              <p:cNvPr id="1541" name="Google Shape;1541;p11"/>
              <p:cNvSpPr/>
              <p:nvPr/>
            </p:nvSpPr>
            <p:spPr>
              <a:xfrm>
                <a:off x="4457497" y="4699254"/>
                <a:ext cx="66675" cy="113664"/>
              </a:xfrm>
              <a:custGeom>
                <a:rect b="b" l="l" r="r" t="t"/>
                <a:pathLst>
                  <a:path extrusionOk="0" h="113664" w="66675">
                    <a:moveTo>
                      <a:pt x="9346" y="0"/>
                    </a:moveTo>
                    <a:lnTo>
                      <a:pt x="1202" y="40183"/>
                    </a:lnTo>
                    <a:lnTo>
                      <a:pt x="0" y="66544"/>
                    </a:lnTo>
                    <a:lnTo>
                      <a:pt x="297" y="79343"/>
                    </a:lnTo>
                    <a:lnTo>
                      <a:pt x="21347" y="112109"/>
                    </a:lnTo>
                    <a:lnTo>
                      <a:pt x="29896" y="113478"/>
                    </a:lnTo>
                    <a:lnTo>
                      <a:pt x="38302" y="112776"/>
                    </a:lnTo>
                    <a:lnTo>
                      <a:pt x="47529" y="108727"/>
                    </a:lnTo>
                    <a:lnTo>
                      <a:pt x="54971" y="102679"/>
                    </a:lnTo>
                    <a:lnTo>
                      <a:pt x="61126" y="95202"/>
                    </a:lnTo>
                    <a:lnTo>
                      <a:pt x="66496" y="8686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11"/>
              <p:cNvSpPr/>
              <p:nvPr/>
            </p:nvSpPr>
            <p:spPr>
              <a:xfrm>
                <a:off x="4460747" y="4698492"/>
                <a:ext cx="63500" cy="69215"/>
              </a:xfrm>
              <a:custGeom>
                <a:rect b="b" l="l" r="r" t="t"/>
                <a:pathLst>
                  <a:path extrusionOk="0" h="69214" w="63500">
                    <a:moveTo>
                      <a:pt x="0" y="54863"/>
                    </a:moveTo>
                    <a:lnTo>
                      <a:pt x="5595" y="61924"/>
                    </a:lnTo>
                    <a:lnTo>
                      <a:pt x="11620" y="66770"/>
                    </a:lnTo>
                    <a:lnTo>
                      <a:pt x="19073" y="68901"/>
                    </a:lnTo>
                    <a:lnTo>
                      <a:pt x="28956" y="67817"/>
                    </a:lnTo>
                    <a:lnTo>
                      <a:pt x="62102" y="37623"/>
                    </a:lnTo>
                    <a:lnTo>
                      <a:pt x="63245" y="29717"/>
                    </a:lnTo>
                    <a:lnTo>
                      <a:pt x="62102" y="21812"/>
                    </a:lnTo>
                    <a:lnTo>
                      <a:pt x="30479" y="0"/>
                    </a:lnTo>
                    <a:lnTo>
                      <a:pt x="22764" y="2738"/>
                    </a:lnTo>
                    <a:lnTo>
                      <a:pt x="8477" y="41814"/>
                    </a:lnTo>
                    <a:lnTo>
                      <a:pt x="32004" y="5943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11"/>
              <p:cNvSpPr/>
              <p:nvPr/>
            </p:nvSpPr>
            <p:spPr>
              <a:xfrm>
                <a:off x="4572892" y="4707636"/>
                <a:ext cx="2540" cy="83820"/>
              </a:xfrm>
              <a:custGeom>
                <a:rect b="b" l="l" r="r" t="t"/>
                <a:pathLst>
                  <a:path extrusionOk="0" h="83820" w="2539">
                    <a:moveTo>
                      <a:pt x="1393" y="0"/>
                    </a:moveTo>
                    <a:lnTo>
                      <a:pt x="738" y="14525"/>
                    </a:lnTo>
                    <a:lnTo>
                      <a:pt x="154" y="29337"/>
                    </a:lnTo>
                    <a:lnTo>
                      <a:pt x="0" y="44148"/>
                    </a:lnTo>
                    <a:lnTo>
                      <a:pt x="631" y="58674"/>
                    </a:lnTo>
                    <a:lnTo>
                      <a:pt x="1393" y="67056"/>
                    </a:lnTo>
                    <a:lnTo>
                      <a:pt x="2155" y="75438"/>
                    </a:lnTo>
                    <a:lnTo>
                      <a:pt x="2155" y="8382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11"/>
              <p:cNvSpPr/>
              <p:nvPr/>
            </p:nvSpPr>
            <p:spPr>
              <a:xfrm>
                <a:off x="4556759" y="4657344"/>
                <a:ext cx="3175" cy="12700"/>
              </a:xfrm>
              <a:custGeom>
                <a:rect b="b" l="l" r="r" t="t"/>
                <a:pathLst>
                  <a:path extrusionOk="0" h="12700" w="3175">
                    <a:moveTo>
                      <a:pt x="0" y="0"/>
                    </a:moveTo>
                    <a:lnTo>
                      <a:pt x="762" y="3810"/>
                    </a:lnTo>
                    <a:lnTo>
                      <a:pt x="2286" y="8382"/>
                    </a:lnTo>
                    <a:lnTo>
                      <a:pt x="3048" y="1219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11"/>
              <p:cNvSpPr/>
              <p:nvPr/>
            </p:nvSpPr>
            <p:spPr>
              <a:xfrm>
                <a:off x="4610099" y="4680966"/>
                <a:ext cx="129539" cy="203835"/>
              </a:xfrm>
              <a:custGeom>
                <a:rect b="b" l="l" r="r" t="t"/>
                <a:pathLst>
                  <a:path extrusionOk="0" h="203835" w="129539">
                    <a:moveTo>
                      <a:pt x="35813" y="53339"/>
                    </a:moveTo>
                    <a:lnTo>
                      <a:pt x="34218" y="44184"/>
                    </a:lnTo>
                    <a:lnTo>
                      <a:pt x="32765" y="34956"/>
                    </a:lnTo>
                    <a:lnTo>
                      <a:pt x="31313" y="25586"/>
                    </a:lnTo>
                    <a:lnTo>
                      <a:pt x="29717" y="16001"/>
                    </a:lnTo>
                    <a:lnTo>
                      <a:pt x="28955" y="9143"/>
                    </a:lnTo>
                    <a:lnTo>
                      <a:pt x="28955" y="3047"/>
                    </a:lnTo>
                    <a:lnTo>
                      <a:pt x="23621" y="0"/>
                    </a:lnTo>
                    <a:lnTo>
                      <a:pt x="8501" y="37147"/>
                    </a:lnTo>
                    <a:lnTo>
                      <a:pt x="7024" y="61912"/>
                    </a:lnTo>
                    <a:lnTo>
                      <a:pt x="9143" y="73151"/>
                    </a:lnTo>
                    <a:lnTo>
                      <a:pt x="13156" y="79986"/>
                    </a:lnTo>
                    <a:lnTo>
                      <a:pt x="18954" y="84962"/>
                    </a:lnTo>
                    <a:lnTo>
                      <a:pt x="25753" y="88796"/>
                    </a:lnTo>
                    <a:lnTo>
                      <a:pt x="32765" y="92201"/>
                    </a:lnTo>
                    <a:lnTo>
                      <a:pt x="39159" y="95726"/>
                    </a:lnTo>
                    <a:lnTo>
                      <a:pt x="44481" y="99821"/>
                    </a:lnTo>
                    <a:lnTo>
                      <a:pt x="48517" y="105060"/>
                    </a:lnTo>
                    <a:lnTo>
                      <a:pt x="51053" y="112013"/>
                    </a:lnTo>
                    <a:lnTo>
                      <a:pt x="52375" y="124122"/>
                    </a:lnTo>
                    <a:lnTo>
                      <a:pt x="51911" y="136302"/>
                    </a:lnTo>
                    <a:lnTo>
                      <a:pt x="34480" y="184308"/>
                    </a:lnTo>
                    <a:lnTo>
                      <a:pt x="3809" y="203453"/>
                    </a:lnTo>
                    <a:lnTo>
                      <a:pt x="761" y="196595"/>
                    </a:lnTo>
                    <a:lnTo>
                      <a:pt x="0" y="187451"/>
                    </a:lnTo>
                    <a:lnTo>
                      <a:pt x="95" y="175736"/>
                    </a:lnTo>
                    <a:lnTo>
                      <a:pt x="20895" y="134362"/>
                    </a:lnTo>
                    <a:lnTo>
                      <a:pt x="38778" y="117336"/>
                    </a:lnTo>
                    <a:lnTo>
                      <a:pt x="48005" y="108965"/>
                    </a:lnTo>
                    <a:lnTo>
                      <a:pt x="82295" y="74675"/>
                    </a:lnTo>
                    <a:lnTo>
                      <a:pt x="92963" y="45719"/>
                    </a:lnTo>
                    <a:lnTo>
                      <a:pt x="93725" y="38099"/>
                    </a:lnTo>
                    <a:lnTo>
                      <a:pt x="90677" y="36575"/>
                    </a:lnTo>
                    <a:lnTo>
                      <a:pt x="83057" y="35813"/>
                    </a:lnTo>
                    <a:lnTo>
                      <a:pt x="73913" y="35813"/>
                    </a:lnTo>
                    <a:lnTo>
                      <a:pt x="70865" y="50291"/>
                    </a:lnTo>
                    <a:lnTo>
                      <a:pt x="70103" y="57149"/>
                    </a:lnTo>
                    <a:lnTo>
                      <a:pt x="68734" y="66544"/>
                    </a:lnTo>
                    <a:lnTo>
                      <a:pt x="82010" y="106013"/>
                    </a:lnTo>
                    <a:lnTo>
                      <a:pt x="89523" y="107477"/>
                    </a:lnTo>
                    <a:lnTo>
                      <a:pt x="97535" y="107441"/>
                    </a:lnTo>
                    <a:lnTo>
                      <a:pt x="107358" y="104739"/>
                    </a:lnTo>
                    <a:lnTo>
                      <a:pt x="115538" y="99536"/>
                    </a:lnTo>
                    <a:lnTo>
                      <a:pt x="122717" y="92761"/>
                    </a:lnTo>
                    <a:lnTo>
                      <a:pt x="129539" y="8534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11"/>
              <p:cNvSpPr/>
              <p:nvPr/>
            </p:nvSpPr>
            <p:spPr>
              <a:xfrm>
                <a:off x="4736591" y="4712970"/>
                <a:ext cx="69850" cy="70485"/>
              </a:xfrm>
              <a:custGeom>
                <a:rect b="b" l="l" r="r" t="t"/>
                <a:pathLst>
                  <a:path extrusionOk="0" h="70485" w="69850">
                    <a:moveTo>
                      <a:pt x="9144" y="37337"/>
                    </a:moveTo>
                    <a:lnTo>
                      <a:pt x="9144" y="28955"/>
                    </a:lnTo>
                    <a:lnTo>
                      <a:pt x="10668" y="22097"/>
                    </a:lnTo>
                    <a:lnTo>
                      <a:pt x="5334" y="15239"/>
                    </a:lnTo>
                    <a:lnTo>
                      <a:pt x="3810" y="14477"/>
                    </a:lnTo>
                    <a:lnTo>
                      <a:pt x="3048" y="13715"/>
                    </a:lnTo>
                    <a:lnTo>
                      <a:pt x="1524" y="13715"/>
                    </a:lnTo>
                    <a:lnTo>
                      <a:pt x="762" y="19811"/>
                    </a:lnTo>
                    <a:lnTo>
                      <a:pt x="0" y="25907"/>
                    </a:lnTo>
                    <a:lnTo>
                      <a:pt x="0" y="32003"/>
                    </a:lnTo>
                    <a:lnTo>
                      <a:pt x="11430" y="70103"/>
                    </a:lnTo>
                    <a:lnTo>
                      <a:pt x="12192" y="68579"/>
                    </a:lnTo>
                    <a:lnTo>
                      <a:pt x="14478" y="69341"/>
                    </a:lnTo>
                    <a:lnTo>
                      <a:pt x="14478" y="61721"/>
                    </a:lnTo>
                    <a:lnTo>
                      <a:pt x="13716" y="53339"/>
                    </a:lnTo>
                    <a:lnTo>
                      <a:pt x="13716" y="45719"/>
                    </a:lnTo>
                    <a:lnTo>
                      <a:pt x="13549" y="36921"/>
                    </a:lnTo>
                    <a:lnTo>
                      <a:pt x="13525" y="27908"/>
                    </a:lnTo>
                    <a:lnTo>
                      <a:pt x="14358" y="19038"/>
                    </a:lnTo>
                    <a:lnTo>
                      <a:pt x="16764" y="10667"/>
                    </a:lnTo>
                    <a:lnTo>
                      <a:pt x="19812" y="2285"/>
                    </a:lnTo>
                    <a:lnTo>
                      <a:pt x="26670" y="0"/>
                    </a:lnTo>
                    <a:lnTo>
                      <a:pt x="35052" y="0"/>
                    </a:lnTo>
                    <a:lnTo>
                      <a:pt x="64293" y="30003"/>
                    </a:lnTo>
                    <a:lnTo>
                      <a:pt x="68580" y="46481"/>
                    </a:lnTo>
                    <a:lnTo>
                      <a:pt x="68580" y="48005"/>
                    </a:lnTo>
                    <a:lnTo>
                      <a:pt x="69342" y="49529"/>
                    </a:lnTo>
                    <a:lnTo>
                      <a:pt x="69342" y="5105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11"/>
              <p:cNvSpPr/>
              <p:nvPr/>
            </p:nvSpPr>
            <p:spPr>
              <a:xfrm>
                <a:off x="4840985" y="4674870"/>
                <a:ext cx="59690" cy="97155"/>
              </a:xfrm>
              <a:custGeom>
                <a:rect b="b" l="l" r="r" t="t"/>
                <a:pathLst>
                  <a:path extrusionOk="0" h="97154" w="59689">
                    <a:moveTo>
                      <a:pt x="0" y="29718"/>
                    </a:moveTo>
                    <a:lnTo>
                      <a:pt x="29718" y="68580"/>
                    </a:lnTo>
                    <a:lnTo>
                      <a:pt x="33742" y="75080"/>
                    </a:lnTo>
                    <a:lnTo>
                      <a:pt x="37909" y="81724"/>
                    </a:lnTo>
                    <a:lnTo>
                      <a:pt x="42362" y="88082"/>
                    </a:lnTo>
                    <a:lnTo>
                      <a:pt x="47244" y="93726"/>
                    </a:lnTo>
                    <a:lnTo>
                      <a:pt x="48768" y="94488"/>
                    </a:lnTo>
                    <a:lnTo>
                      <a:pt x="50292" y="95250"/>
                    </a:lnTo>
                    <a:lnTo>
                      <a:pt x="51054" y="96774"/>
                    </a:lnTo>
                    <a:lnTo>
                      <a:pt x="57150" y="92202"/>
                    </a:lnTo>
                    <a:lnTo>
                      <a:pt x="57150" y="91440"/>
                    </a:lnTo>
                    <a:lnTo>
                      <a:pt x="57912" y="81534"/>
                    </a:lnTo>
                    <a:lnTo>
                      <a:pt x="58459" y="68961"/>
                    </a:lnTo>
                    <a:lnTo>
                      <a:pt x="58864" y="56388"/>
                    </a:lnTo>
                    <a:lnTo>
                      <a:pt x="58983" y="43815"/>
                    </a:lnTo>
                    <a:lnTo>
                      <a:pt x="58674" y="31242"/>
                    </a:lnTo>
                    <a:lnTo>
                      <a:pt x="58578" y="23360"/>
                    </a:lnTo>
                    <a:lnTo>
                      <a:pt x="58483" y="15621"/>
                    </a:lnTo>
                    <a:lnTo>
                      <a:pt x="58673" y="7881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11"/>
              <p:cNvSpPr/>
              <p:nvPr/>
            </p:nvSpPr>
            <p:spPr>
              <a:xfrm>
                <a:off x="4933950" y="4676394"/>
                <a:ext cx="83185" cy="100965"/>
              </a:xfrm>
              <a:custGeom>
                <a:rect b="b" l="l" r="r" t="t"/>
                <a:pathLst>
                  <a:path extrusionOk="0" h="100964" w="83185">
                    <a:moveTo>
                      <a:pt x="55625" y="44195"/>
                    </a:moveTo>
                    <a:lnTo>
                      <a:pt x="53554" y="36409"/>
                    </a:lnTo>
                    <a:lnTo>
                      <a:pt x="51625" y="28193"/>
                    </a:lnTo>
                    <a:lnTo>
                      <a:pt x="49410" y="19978"/>
                    </a:lnTo>
                    <a:lnTo>
                      <a:pt x="46481" y="12191"/>
                    </a:lnTo>
                    <a:lnTo>
                      <a:pt x="44957" y="7619"/>
                    </a:lnTo>
                    <a:lnTo>
                      <a:pt x="39623" y="0"/>
                    </a:lnTo>
                    <a:lnTo>
                      <a:pt x="13918" y="29086"/>
                    </a:lnTo>
                    <a:lnTo>
                      <a:pt x="154" y="73140"/>
                    </a:lnTo>
                    <a:lnTo>
                      <a:pt x="0" y="85343"/>
                    </a:lnTo>
                    <a:lnTo>
                      <a:pt x="0" y="96773"/>
                    </a:lnTo>
                    <a:lnTo>
                      <a:pt x="7619" y="100583"/>
                    </a:lnTo>
                    <a:lnTo>
                      <a:pt x="18287" y="99821"/>
                    </a:lnTo>
                    <a:lnTo>
                      <a:pt x="52482" y="68734"/>
                    </a:lnTo>
                    <a:lnTo>
                      <a:pt x="60197" y="44195"/>
                    </a:lnTo>
                    <a:lnTo>
                      <a:pt x="60197" y="41909"/>
                    </a:lnTo>
                    <a:lnTo>
                      <a:pt x="60959" y="38861"/>
                    </a:lnTo>
                    <a:lnTo>
                      <a:pt x="61721" y="36575"/>
                    </a:lnTo>
                    <a:lnTo>
                      <a:pt x="61721" y="43433"/>
                    </a:lnTo>
                    <a:lnTo>
                      <a:pt x="61721" y="50291"/>
                    </a:lnTo>
                    <a:lnTo>
                      <a:pt x="62483" y="57149"/>
                    </a:lnTo>
                    <a:lnTo>
                      <a:pt x="73151" y="88391"/>
                    </a:lnTo>
                    <a:lnTo>
                      <a:pt x="76199" y="87629"/>
                    </a:lnTo>
                    <a:lnTo>
                      <a:pt x="83057" y="8762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11"/>
              <p:cNvSpPr/>
              <p:nvPr/>
            </p:nvSpPr>
            <p:spPr>
              <a:xfrm>
                <a:off x="5030723" y="4635246"/>
                <a:ext cx="26670" cy="133350"/>
              </a:xfrm>
              <a:custGeom>
                <a:rect b="b" l="l" r="r" t="t"/>
                <a:pathLst>
                  <a:path extrusionOk="0" h="133350" w="26670">
                    <a:moveTo>
                      <a:pt x="0" y="0"/>
                    </a:moveTo>
                    <a:lnTo>
                      <a:pt x="1928" y="40076"/>
                    </a:lnTo>
                    <a:lnTo>
                      <a:pt x="6667" y="81819"/>
                    </a:lnTo>
                    <a:lnTo>
                      <a:pt x="15621" y="124396"/>
                    </a:lnTo>
                    <a:lnTo>
                      <a:pt x="19788" y="129659"/>
                    </a:lnTo>
                    <a:lnTo>
                      <a:pt x="26670" y="13335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11"/>
              <p:cNvSpPr/>
              <p:nvPr/>
            </p:nvSpPr>
            <p:spPr>
              <a:xfrm>
                <a:off x="5084671" y="4664202"/>
                <a:ext cx="249554" cy="94615"/>
              </a:xfrm>
              <a:custGeom>
                <a:rect b="b" l="l" r="r" t="t"/>
                <a:pathLst>
                  <a:path extrusionOk="0" h="94614" w="249554">
                    <a:moveTo>
                      <a:pt x="154" y="28955"/>
                    </a:moveTo>
                    <a:lnTo>
                      <a:pt x="0" y="39219"/>
                    </a:lnTo>
                    <a:lnTo>
                      <a:pt x="59" y="49339"/>
                    </a:lnTo>
                    <a:lnTo>
                      <a:pt x="1119" y="59174"/>
                    </a:lnTo>
                    <a:lnTo>
                      <a:pt x="3964" y="68579"/>
                    </a:lnTo>
                    <a:lnTo>
                      <a:pt x="7012" y="75437"/>
                    </a:lnTo>
                    <a:lnTo>
                      <a:pt x="11584" y="83819"/>
                    </a:lnTo>
                    <a:lnTo>
                      <a:pt x="19966" y="86105"/>
                    </a:lnTo>
                    <a:lnTo>
                      <a:pt x="27253" y="85986"/>
                    </a:lnTo>
                    <a:lnTo>
                      <a:pt x="48827" y="53530"/>
                    </a:lnTo>
                    <a:lnTo>
                      <a:pt x="54256" y="34289"/>
                    </a:lnTo>
                    <a:lnTo>
                      <a:pt x="55780" y="28955"/>
                    </a:lnTo>
                    <a:lnTo>
                      <a:pt x="55780" y="25907"/>
                    </a:lnTo>
                    <a:lnTo>
                      <a:pt x="55780" y="20573"/>
                    </a:lnTo>
                    <a:lnTo>
                      <a:pt x="55780" y="23621"/>
                    </a:lnTo>
                    <a:lnTo>
                      <a:pt x="55780" y="32765"/>
                    </a:lnTo>
                    <a:lnTo>
                      <a:pt x="55780" y="37337"/>
                    </a:lnTo>
                    <a:lnTo>
                      <a:pt x="55911" y="45636"/>
                    </a:lnTo>
                    <a:lnTo>
                      <a:pt x="87308" y="75961"/>
                    </a:lnTo>
                    <a:lnTo>
                      <a:pt x="95404" y="75437"/>
                    </a:lnTo>
                    <a:lnTo>
                      <a:pt x="130230" y="54649"/>
                    </a:lnTo>
                    <a:lnTo>
                      <a:pt x="141124" y="16763"/>
                    </a:lnTo>
                    <a:lnTo>
                      <a:pt x="113883" y="46577"/>
                    </a:lnTo>
                    <a:lnTo>
                      <a:pt x="147637" y="70532"/>
                    </a:lnTo>
                    <a:lnTo>
                      <a:pt x="179224" y="34099"/>
                    </a:lnTo>
                    <a:lnTo>
                      <a:pt x="182272" y="8381"/>
                    </a:lnTo>
                    <a:lnTo>
                      <a:pt x="182272" y="5333"/>
                    </a:lnTo>
                    <a:lnTo>
                      <a:pt x="182272" y="2285"/>
                    </a:lnTo>
                    <a:lnTo>
                      <a:pt x="182272" y="0"/>
                    </a:lnTo>
                    <a:lnTo>
                      <a:pt x="184558" y="8381"/>
                    </a:lnTo>
                    <a:lnTo>
                      <a:pt x="188368" y="14477"/>
                    </a:lnTo>
                    <a:lnTo>
                      <a:pt x="218253" y="41159"/>
                    </a:lnTo>
                    <a:lnTo>
                      <a:pt x="227230" y="47243"/>
                    </a:lnTo>
                    <a:lnTo>
                      <a:pt x="232707" y="50958"/>
                    </a:lnTo>
                    <a:lnTo>
                      <a:pt x="239041" y="55244"/>
                    </a:lnTo>
                    <a:lnTo>
                      <a:pt x="244804" y="60102"/>
                    </a:lnTo>
                    <a:lnTo>
                      <a:pt x="248566" y="65531"/>
                    </a:lnTo>
                    <a:lnTo>
                      <a:pt x="249197" y="71770"/>
                    </a:lnTo>
                    <a:lnTo>
                      <a:pt x="245614" y="76009"/>
                    </a:lnTo>
                    <a:lnTo>
                      <a:pt x="201894" y="90963"/>
                    </a:lnTo>
                    <a:lnTo>
                      <a:pt x="184796" y="94166"/>
                    </a:lnTo>
                    <a:lnTo>
                      <a:pt x="168556" y="93725"/>
                    </a:lnTo>
                    <a:lnTo>
                      <a:pt x="166270" y="92201"/>
                    </a:lnTo>
                    <a:lnTo>
                      <a:pt x="163222" y="90677"/>
                    </a:lnTo>
                    <a:lnTo>
                      <a:pt x="160936" y="8991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1" name="Google Shape;1551;p11"/>
            <p:cNvGrpSpPr/>
            <p:nvPr/>
          </p:nvGrpSpPr>
          <p:grpSpPr>
            <a:xfrm>
              <a:off x="5635609" y="5016246"/>
              <a:ext cx="423433" cy="427101"/>
              <a:chOff x="5635609" y="5016246"/>
              <a:chExt cx="423433" cy="427101"/>
            </a:xfrm>
          </p:grpSpPr>
          <p:pic>
            <p:nvPicPr>
              <p:cNvPr id="1552" name="Google Shape;1552;p1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5676112" y="5145760"/>
                <a:ext cx="236270" cy="2492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3" name="Google Shape;1553;p11"/>
              <p:cNvSpPr/>
              <p:nvPr/>
            </p:nvSpPr>
            <p:spPr>
              <a:xfrm>
                <a:off x="5941313" y="5113782"/>
                <a:ext cx="53975" cy="256540"/>
              </a:xfrm>
              <a:custGeom>
                <a:rect b="b" l="l" r="r" t="t"/>
                <a:pathLst>
                  <a:path extrusionOk="0" h="256539" w="53975">
                    <a:moveTo>
                      <a:pt x="3810" y="0"/>
                    </a:moveTo>
                    <a:lnTo>
                      <a:pt x="31623" y="35813"/>
                    </a:lnTo>
                    <a:lnTo>
                      <a:pt x="48006" y="78485"/>
                    </a:lnTo>
                    <a:lnTo>
                      <a:pt x="53792" y="131742"/>
                    </a:lnTo>
                    <a:lnTo>
                      <a:pt x="52578" y="149351"/>
                    </a:lnTo>
                    <a:lnTo>
                      <a:pt x="38671" y="197738"/>
                    </a:lnTo>
                    <a:lnTo>
                      <a:pt x="14478" y="241553"/>
                    </a:lnTo>
                    <a:lnTo>
                      <a:pt x="8382" y="250697"/>
                    </a:lnTo>
                    <a:lnTo>
                      <a:pt x="6858" y="253745"/>
                    </a:lnTo>
                    <a:lnTo>
                      <a:pt x="0" y="25603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11"/>
              <p:cNvSpPr/>
              <p:nvPr/>
            </p:nvSpPr>
            <p:spPr>
              <a:xfrm>
                <a:off x="5635609" y="5189982"/>
                <a:ext cx="164465" cy="253365"/>
              </a:xfrm>
              <a:custGeom>
                <a:rect b="b" l="l" r="r" t="t"/>
                <a:pathLst>
                  <a:path extrusionOk="0" h="253364" w="164464">
                    <a:moveTo>
                      <a:pt x="36718" y="0"/>
                    </a:moveTo>
                    <a:lnTo>
                      <a:pt x="15930" y="33218"/>
                    </a:lnTo>
                    <a:lnTo>
                      <a:pt x="5619" y="70080"/>
                    </a:lnTo>
                    <a:lnTo>
                      <a:pt x="0" y="119562"/>
                    </a:lnTo>
                    <a:lnTo>
                      <a:pt x="904" y="144017"/>
                    </a:lnTo>
                    <a:lnTo>
                      <a:pt x="16240" y="196024"/>
                    </a:lnTo>
                    <a:lnTo>
                      <a:pt x="50434" y="237743"/>
                    </a:lnTo>
                    <a:lnTo>
                      <a:pt x="94261" y="253281"/>
                    </a:lnTo>
                    <a:lnTo>
                      <a:pt x="109870" y="252983"/>
                    </a:lnTo>
                    <a:lnTo>
                      <a:pt x="125503" y="248995"/>
                    </a:lnTo>
                    <a:lnTo>
                      <a:pt x="138922" y="242220"/>
                    </a:lnTo>
                    <a:lnTo>
                      <a:pt x="151340" y="233588"/>
                    </a:lnTo>
                    <a:lnTo>
                      <a:pt x="163972" y="22402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11"/>
              <p:cNvSpPr/>
              <p:nvPr/>
            </p:nvSpPr>
            <p:spPr>
              <a:xfrm>
                <a:off x="5990843" y="5065776"/>
                <a:ext cx="36830" cy="9525"/>
              </a:xfrm>
              <a:custGeom>
                <a:rect b="b" l="l" r="r" t="t"/>
                <a:pathLst>
                  <a:path extrusionOk="0" h="9525" w="36829">
                    <a:moveTo>
                      <a:pt x="0" y="9143"/>
                    </a:moveTo>
                    <a:lnTo>
                      <a:pt x="6524" y="8667"/>
                    </a:lnTo>
                    <a:lnTo>
                      <a:pt x="13334" y="8191"/>
                    </a:lnTo>
                    <a:lnTo>
                      <a:pt x="20145" y="7429"/>
                    </a:lnTo>
                    <a:lnTo>
                      <a:pt x="26670" y="6095"/>
                    </a:lnTo>
                    <a:lnTo>
                      <a:pt x="31242" y="4571"/>
                    </a:lnTo>
                    <a:lnTo>
                      <a:pt x="33528" y="2285"/>
                    </a:lnTo>
                    <a:lnTo>
                      <a:pt x="3657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11"/>
              <p:cNvSpPr/>
              <p:nvPr/>
            </p:nvSpPr>
            <p:spPr>
              <a:xfrm>
                <a:off x="6053327" y="5016246"/>
                <a:ext cx="5715" cy="91440"/>
              </a:xfrm>
              <a:custGeom>
                <a:rect b="b" l="l" r="r" t="t"/>
                <a:pathLst>
                  <a:path extrusionOk="0" h="91439" w="5714">
                    <a:moveTo>
                      <a:pt x="5334" y="0"/>
                    </a:moveTo>
                    <a:lnTo>
                      <a:pt x="4691" y="48006"/>
                    </a:lnTo>
                    <a:lnTo>
                      <a:pt x="1452" y="84689"/>
                    </a:lnTo>
                    <a:lnTo>
                      <a:pt x="0" y="9144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57" name="Google Shape;1557;p1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5606008" y="4558258"/>
              <a:ext cx="157403" cy="243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8" name="Google Shape;1558;p11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166840" y="4505680"/>
              <a:ext cx="223316" cy="255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9" name="Google Shape;1559;p1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577558" y="4546828"/>
              <a:ext cx="153974" cy="1516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0" name="Google Shape;1560;p11"/>
            <p:cNvSpPr/>
            <p:nvPr/>
          </p:nvSpPr>
          <p:spPr>
            <a:xfrm>
              <a:off x="7005828" y="4462271"/>
              <a:ext cx="97790" cy="334645"/>
            </a:xfrm>
            <a:custGeom>
              <a:rect b="b" l="l" r="r" t="t"/>
              <a:pathLst>
                <a:path extrusionOk="0" h="334645" w="97790">
                  <a:moveTo>
                    <a:pt x="97535" y="38100"/>
                  </a:moveTo>
                  <a:lnTo>
                    <a:pt x="68818" y="12061"/>
                  </a:lnTo>
                  <a:lnTo>
                    <a:pt x="43433" y="0"/>
                  </a:lnTo>
                  <a:lnTo>
                    <a:pt x="38099" y="3810"/>
                  </a:lnTo>
                  <a:lnTo>
                    <a:pt x="22990" y="47779"/>
                  </a:lnTo>
                  <a:lnTo>
                    <a:pt x="22383" y="59340"/>
                  </a:lnTo>
                  <a:lnTo>
                    <a:pt x="22776" y="70758"/>
                  </a:lnTo>
                  <a:lnTo>
                    <a:pt x="24383" y="81534"/>
                  </a:lnTo>
                  <a:lnTo>
                    <a:pt x="28122" y="91309"/>
                  </a:lnTo>
                  <a:lnTo>
                    <a:pt x="33146" y="100298"/>
                  </a:lnTo>
                  <a:lnTo>
                    <a:pt x="38742" y="108858"/>
                  </a:lnTo>
                  <a:lnTo>
                    <a:pt x="44195" y="117348"/>
                  </a:lnTo>
                  <a:lnTo>
                    <a:pt x="48589" y="126658"/>
                  </a:lnTo>
                  <a:lnTo>
                    <a:pt x="51911" y="136969"/>
                  </a:lnTo>
                  <a:lnTo>
                    <a:pt x="53089" y="147566"/>
                  </a:lnTo>
                  <a:lnTo>
                    <a:pt x="51053" y="157734"/>
                  </a:lnTo>
                  <a:lnTo>
                    <a:pt x="44719" y="168497"/>
                  </a:lnTo>
                  <a:lnTo>
                    <a:pt x="35813" y="178117"/>
                  </a:lnTo>
                  <a:lnTo>
                    <a:pt x="25765" y="186880"/>
                  </a:lnTo>
                  <a:lnTo>
                    <a:pt x="16001" y="195072"/>
                  </a:lnTo>
                  <a:lnTo>
                    <a:pt x="10667" y="199644"/>
                  </a:lnTo>
                  <a:lnTo>
                    <a:pt x="2285" y="204978"/>
                  </a:lnTo>
                  <a:lnTo>
                    <a:pt x="0" y="212598"/>
                  </a:lnTo>
                  <a:lnTo>
                    <a:pt x="0" y="213360"/>
                  </a:lnTo>
                  <a:lnTo>
                    <a:pt x="0" y="214122"/>
                  </a:lnTo>
                  <a:lnTo>
                    <a:pt x="3047" y="215646"/>
                  </a:lnTo>
                  <a:lnTo>
                    <a:pt x="8381" y="217170"/>
                  </a:lnTo>
                  <a:lnTo>
                    <a:pt x="12953" y="218694"/>
                  </a:lnTo>
                  <a:lnTo>
                    <a:pt x="20573" y="220980"/>
                  </a:lnTo>
                  <a:lnTo>
                    <a:pt x="28193" y="222504"/>
                  </a:lnTo>
                  <a:lnTo>
                    <a:pt x="33527" y="228600"/>
                  </a:lnTo>
                  <a:lnTo>
                    <a:pt x="39623" y="235458"/>
                  </a:lnTo>
                  <a:lnTo>
                    <a:pt x="39623" y="244602"/>
                  </a:lnTo>
                  <a:lnTo>
                    <a:pt x="39623" y="252222"/>
                  </a:lnTo>
                  <a:lnTo>
                    <a:pt x="38492" y="263973"/>
                  </a:lnTo>
                  <a:lnTo>
                    <a:pt x="35718" y="275367"/>
                  </a:lnTo>
                  <a:lnTo>
                    <a:pt x="32230" y="286619"/>
                  </a:lnTo>
                  <a:lnTo>
                    <a:pt x="28955" y="297942"/>
                  </a:lnTo>
                  <a:lnTo>
                    <a:pt x="26967" y="304811"/>
                  </a:lnTo>
                  <a:lnTo>
                    <a:pt x="25622" y="311753"/>
                  </a:lnTo>
                  <a:lnTo>
                    <a:pt x="24991" y="318837"/>
                  </a:lnTo>
                  <a:lnTo>
                    <a:pt x="25145" y="326136"/>
                  </a:lnTo>
                  <a:lnTo>
                    <a:pt x="27967" y="331827"/>
                  </a:lnTo>
                  <a:lnTo>
                    <a:pt x="34004" y="333946"/>
                  </a:lnTo>
                  <a:lnTo>
                    <a:pt x="41326" y="334065"/>
                  </a:lnTo>
                  <a:lnTo>
                    <a:pt x="48005" y="333756"/>
                  </a:lnTo>
                  <a:lnTo>
                    <a:pt x="56340" y="333684"/>
                  </a:lnTo>
                  <a:lnTo>
                    <a:pt x="62674" y="333184"/>
                  </a:lnTo>
                  <a:lnTo>
                    <a:pt x="68151" y="331827"/>
                  </a:lnTo>
                  <a:lnTo>
                    <a:pt x="73913" y="32918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1" name="Google Shape;1561;p11"/>
            <p:cNvGrpSpPr/>
            <p:nvPr/>
          </p:nvGrpSpPr>
          <p:grpSpPr>
            <a:xfrm>
              <a:off x="7222972" y="4521682"/>
              <a:ext cx="213385" cy="166907"/>
              <a:chOff x="7222972" y="4521682"/>
              <a:chExt cx="213385" cy="166907"/>
            </a:xfrm>
          </p:grpSpPr>
          <p:pic>
            <p:nvPicPr>
              <p:cNvPr id="1562" name="Google Shape;1562;p1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222972" y="4521682"/>
                <a:ext cx="127304" cy="1501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3" name="Google Shape;1563;p11"/>
              <p:cNvSpPr/>
              <p:nvPr/>
            </p:nvSpPr>
            <p:spPr>
              <a:xfrm>
                <a:off x="7402067" y="4619374"/>
                <a:ext cx="34290" cy="69215"/>
              </a:xfrm>
              <a:custGeom>
                <a:rect b="b" l="l" r="r" t="t"/>
                <a:pathLst>
                  <a:path extrusionOk="0" h="69214" w="34290">
                    <a:moveTo>
                      <a:pt x="0" y="631"/>
                    </a:moveTo>
                    <a:lnTo>
                      <a:pt x="8608" y="0"/>
                    </a:lnTo>
                    <a:lnTo>
                      <a:pt x="16287" y="154"/>
                    </a:lnTo>
                    <a:lnTo>
                      <a:pt x="23252" y="2452"/>
                    </a:lnTo>
                    <a:lnTo>
                      <a:pt x="29718" y="8251"/>
                    </a:lnTo>
                    <a:lnTo>
                      <a:pt x="33063" y="14823"/>
                    </a:lnTo>
                    <a:lnTo>
                      <a:pt x="34194" y="22538"/>
                    </a:lnTo>
                    <a:lnTo>
                      <a:pt x="33468" y="30539"/>
                    </a:lnTo>
                    <a:lnTo>
                      <a:pt x="11846" y="62079"/>
                    </a:lnTo>
                    <a:lnTo>
                      <a:pt x="3810" y="67687"/>
                    </a:lnTo>
                    <a:lnTo>
                      <a:pt x="3048" y="68449"/>
                    </a:lnTo>
                    <a:lnTo>
                      <a:pt x="1524" y="69211"/>
                    </a:lnTo>
                    <a:lnTo>
                      <a:pt x="0" y="6921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64" name="Google Shape;1564;p11"/>
            <p:cNvSpPr/>
            <p:nvPr/>
          </p:nvSpPr>
          <p:spPr>
            <a:xfrm>
              <a:off x="7578090" y="4594097"/>
              <a:ext cx="10795" cy="5080"/>
            </a:xfrm>
            <a:custGeom>
              <a:rect b="b" l="l" r="r" t="t"/>
              <a:pathLst>
                <a:path extrusionOk="0" h="5079" w="10795">
                  <a:moveTo>
                    <a:pt x="0" y="0"/>
                  </a:moveTo>
                  <a:lnTo>
                    <a:pt x="6096" y="3047"/>
                  </a:lnTo>
                  <a:lnTo>
                    <a:pt x="6858" y="4571"/>
                  </a:lnTo>
                  <a:lnTo>
                    <a:pt x="10668" y="3809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11"/>
            <p:cNvSpPr/>
            <p:nvPr/>
          </p:nvSpPr>
          <p:spPr>
            <a:xfrm>
              <a:off x="7719059" y="4568952"/>
              <a:ext cx="13970" cy="3810"/>
            </a:xfrm>
            <a:custGeom>
              <a:rect b="b" l="l" r="r" t="t"/>
              <a:pathLst>
                <a:path extrusionOk="0" h="3810" w="13970">
                  <a:moveTo>
                    <a:pt x="0" y="3810"/>
                  </a:moveTo>
                  <a:lnTo>
                    <a:pt x="4572" y="2286"/>
                  </a:lnTo>
                  <a:lnTo>
                    <a:pt x="9144" y="1524"/>
                  </a:lnTo>
                  <a:lnTo>
                    <a:pt x="1371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11"/>
            <p:cNvSpPr/>
            <p:nvPr/>
          </p:nvSpPr>
          <p:spPr>
            <a:xfrm>
              <a:off x="7835645" y="4560570"/>
              <a:ext cx="17145" cy="1905"/>
            </a:xfrm>
            <a:custGeom>
              <a:rect b="b" l="l" r="r" t="t"/>
              <a:pathLst>
                <a:path extrusionOk="0" h="1904" w="17145">
                  <a:moveTo>
                    <a:pt x="16764" y="0"/>
                  </a:moveTo>
                  <a:lnTo>
                    <a:pt x="6858" y="1523"/>
                  </a:lnTo>
                  <a:lnTo>
                    <a:pt x="5334" y="1523"/>
                  </a:lnTo>
                  <a:lnTo>
                    <a:pt x="0" y="1523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11"/>
            <p:cNvSpPr/>
            <p:nvPr/>
          </p:nvSpPr>
          <p:spPr>
            <a:xfrm>
              <a:off x="7956804" y="4581144"/>
              <a:ext cx="26034" cy="55880"/>
            </a:xfrm>
            <a:custGeom>
              <a:rect b="b" l="l" r="r" t="t"/>
              <a:pathLst>
                <a:path extrusionOk="0" h="55879" w="26034">
                  <a:moveTo>
                    <a:pt x="21335" y="0"/>
                  </a:moveTo>
                  <a:lnTo>
                    <a:pt x="24336" y="9453"/>
                  </a:lnTo>
                  <a:lnTo>
                    <a:pt x="25907" y="17906"/>
                  </a:lnTo>
                  <a:lnTo>
                    <a:pt x="25193" y="26360"/>
                  </a:lnTo>
                  <a:lnTo>
                    <a:pt x="21335" y="35813"/>
                  </a:lnTo>
                  <a:lnTo>
                    <a:pt x="16716" y="42124"/>
                  </a:lnTo>
                  <a:lnTo>
                    <a:pt x="11810" y="47434"/>
                  </a:lnTo>
                  <a:lnTo>
                    <a:pt x="6334" y="51887"/>
                  </a:lnTo>
                  <a:lnTo>
                    <a:pt x="0" y="5562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8" name="Google Shape;1568;p11"/>
            <p:cNvGrpSpPr/>
            <p:nvPr/>
          </p:nvGrpSpPr>
          <p:grpSpPr>
            <a:xfrm>
              <a:off x="8067268" y="4334255"/>
              <a:ext cx="318669" cy="314325"/>
              <a:chOff x="8067268" y="4334255"/>
              <a:chExt cx="318669" cy="314325"/>
            </a:xfrm>
          </p:grpSpPr>
          <p:pic>
            <p:nvPicPr>
              <p:cNvPr id="1569" name="Google Shape;1569;p1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067268" y="4417288"/>
                <a:ext cx="86263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0" name="Google Shape;1570;p11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188426" y="4470628"/>
                <a:ext cx="77774" cy="1311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1" name="Google Shape;1571;p11"/>
              <p:cNvSpPr/>
              <p:nvPr/>
            </p:nvSpPr>
            <p:spPr>
              <a:xfrm>
                <a:off x="8234172" y="4334255"/>
                <a:ext cx="151765" cy="314325"/>
              </a:xfrm>
              <a:custGeom>
                <a:rect b="b" l="l" r="r" t="t"/>
                <a:pathLst>
                  <a:path extrusionOk="0" h="314325" w="151765">
                    <a:moveTo>
                      <a:pt x="55625" y="8382"/>
                    </a:moveTo>
                    <a:lnTo>
                      <a:pt x="64567" y="2190"/>
                    </a:lnTo>
                    <a:lnTo>
                      <a:pt x="71151" y="0"/>
                    </a:lnTo>
                    <a:lnTo>
                      <a:pt x="77593" y="2381"/>
                    </a:lnTo>
                    <a:lnTo>
                      <a:pt x="105072" y="43231"/>
                    </a:lnTo>
                    <a:lnTo>
                      <a:pt x="113823" y="84677"/>
                    </a:lnTo>
                    <a:lnTo>
                      <a:pt x="114002" y="99452"/>
                    </a:lnTo>
                    <a:lnTo>
                      <a:pt x="113537" y="114300"/>
                    </a:lnTo>
                    <a:lnTo>
                      <a:pt x="112609" y="126313"/>
                    </a:lnTo>
                    <a:lnTo>
                      <a:pt x="111251" y="138398"/>
                    </a:lnTo>
                    <a:lnTo>
                      <a:pt x="109894" y="150625"/>
                    </a:lnTo>
                    <a:lnTo>
                      <a:pt x="108965" y="163068"/>
                    </a:lnTo>
                    <a:lnTo>
                      <a:pt x="108965" y="170688"/>
                    </a:lnTo>
                    <a:lnTo>
                      <a:pt x="109727" y="179070"/>
                    </a:lnTo>
                    <a:lnTo>
                      <a:pt x="118109" y="182880"/>
                    </a:lnTo>
                    <a:lnTo>
                      <a:pt x="124205" y="185928"/>
                    </a:lnTo>
                    <a:lnTo>
                      <a:pt x="151637" y="176784"/>
                    </a:lnTo>
                    <a:lnTo>
                      <a:pt x="146303" y="181356"/>
                    </a:lnTo>
                    <a:lnTo>
                      <a:pt x="124956" y="220206"/>
                    </a:lnTo>
                    <a:lnTo>
                      <a:pt x="120324" y="264628"/>
                    </a:lnTo>
                    <a:lnTo>
                      <a:pt x="120395" y="275844"/>
                    </a:lnTo>
                    <a:lnTo>
                      <a:pt x="120491" y="282582"/>
                    </a:lnTo>
                    <a:lnTo>
                      <a:pt x="120586" y="289179"/>
                    </a:lnTo>
                    <a:lnTo>
                      <a:pt x="120396" y="295775"/>
                    </a:lnTo>
                    <a:lnTo>
                      <a:pt x="119634" y="302514"/>
                    </a:lnTo>
                    <a:lnTo>
                      <a:pt x="118872" y="308610"/>
                    </a:lnTo>
                    <a:lnTo>
                      <a:pt x="109728" y="308610"/>
                    </a:lnTo>
                    <a:lnTo>
                      <a:pt x="104393" y="310134"/>
                    </a:lnTo>
                    <a:lnTo>
                      <a:pt x="88261" y="312336"/>
                    </a:lnTo>
                    <a:lnTo>
                      <a:pt x="71913" y="313467"/>
                    </a:lnTo>
                    <a:lnTo>
                      <a:pt x="55423" y="313884"/>
                    </a:lnTo>
                    <a:lnTo>
                      <a:pt x="38861" y="313944"/>
                    </a:lnTo>
                    <a:lnTo>
                      <a:pt x="25824" y="313848"/>
                    </a:lnTo>
                    <a:lnTo>
                      <a:pt x="16287" y="313182"/>
                    </a:lnTo>
                    <a:lnTo>
                      <a:pt x="8322" y="311372"/>
                    </a:lnTo>
                    <a:lnTo>
                      <a:pt x="0" y="30784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2" name="Google Shape;1572;p11"/>
            <p:cNvSpPr/>
            <p:nvPr/>
          </p:nvSpPr>
          <p:spPr>
            <a:xfrm>
              <a:off x="8267700" y="4894326"/>
              <a:ext cx="165735" cy="452120"/>
            </a:xfrm>
            <a:custGeom>
              <a:rect b="b" l="l" r="r" t="t"/>
              <a:pathLst>
                <a:path extrusionOk="0" h="452120" w="165734">
                  <a:moveTo>
                    <a:pt x="10668" y="15239"/>
                  </a:moveTo>
                  <a:lnTo>
                    <a:pt x="12192" y="761"/>
                  </a:lnTo>
                  <a:lnTo>
                    <a:pt x="10668" y="0"/>
                  </a:lnTo>
                  <a:lnTo>
                    <a:pt x="25908" y="761"/>
                  </a:lnTo>
                  <a:lnTo>
                    <a:pt x="61722" y="19811"/>
                  </a:lnTo>
                  <a:lnTo>
                    <a:pt x="84546" y="57530"/>
                  </a:lnTo>
                  <a:lnTo>
                    <a:pt x="94690" y="95309"/>
                  </a:lnTo>
                  <a:lnTo>
                    <a:pt x="96869" y="119348"/>
                  </a:lnTo>
                  <a:lnTo>
                    <a:pt x="96333" y="143529"/>
                  </a:lnTo>
                  <a:lnTo>
                    <a:pt x="93726" y="167639"/>
                  </a:lnTo>
                  <a:lnTo>
                    <a:pt x="91118" y="181939"/>
                  </a:lnTo>
                  <a:lnTo>
                    <a:pt x="88296" y="196310"/>
                  </a:lnTo>
                  <a:lnTo>
                    <a:pt x="85903" y="210823"/>
                  </a:lnTo>
                  <a:lnTo>
                    <a:pt x="84582" y="225551"/>
                  </a:lnTo>
                  <a:lnTo>
                    <a:pt x="84665" y="235862"/>
                  </a:lnTo>
                  <a:lnTo>
                    <a:pt x="86391" y="245173"/>
                  </a:lnTo>
                  <a:lnTo>
                    <a:pt x="122491" y="273153"/>
                  </a:lnTo>
                  <a:lnTo>
                    <a:pt x="163068" y="273557"/>
                  </a:lnTo>
                  <a:lnTo>
                    <a:pt x="165354" y="271271"/>
                  </a:lnTo>
                  <a:lnTo>
                    <a:pt x="158079" y="274986"/>
                  </a:lnTo>
                  <a:lnTo>
                    <a:pt x="121824" y="309943"/>
                  </a:lnTo>
                  <a:lnTo>
                    <a:pt x="108727" y="346209"/>
                  </a:lnTo>
                  <a:lnTo>
                    <a:pt x="108525" y="392882"/>
                  </a:lnTo>
                  <a:lnTo>
                    <a:pt x="115062" y="421385"/>
                  </a:lnTo>
                  <a:lnTo>
                    <a:pt x="116586" y="429005"/>
                  </a:lnTo>
                  <a:lnTo>
                    <a:pt x="118110" y="436625"/>
                  </a:lnTo>
                  <a:lnTo>
                    <a:pt x="118110" y="444245"/>
                  </a:lnTo>
                  <a:lnTo>
                    <a:pt x="118110" y="448817"/>
                  </a:lnTo>
                  <a:lnTo>
                    <a:pt x="118872" y="450341"/>
                  </a:lnTo>
                  <a:lnTo>
                    <a:pt x="113538" y="451103"/>
                  </a:lnTo>
                  <a:lnTo>
                    <a:pt x="101060" y="452020"/>
                  </a:lnTo>
                  <a:lnTo>
                    <a:pt x="88011" y="451580"/>
                  </a:lnTo>
                  <a:lnTo>
                    <a:pt x="74961" y="450139"/>
                  </a:lnTo>
                  <a:lnTo>
                    <a:pt x="62484" y="448055"/>
                  </a:lnTo>
                  <a:lnTo>
                    <a:pt x="46934" y="445305"/>
                  </a:lnTo>
                  <a:lnTo>
                    <a:pt x="31242" y="442626"/>
                  </a:lnTo>
                  <a:lnTo>
                    <a:pt x="15549" y="439804"/>
                  </a:lnTo>
                  <a:lnTo>
                    <a:pt x="0" y="43662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7" name="Google Shape;1577;p12"/>
          <p:cNvGrpSpPr/>
          <p:nvPr/>
        </p:nvGrpSpPr>
        <p:grpSpPr>
          <a:xfrm>
            <a:off x="228600" y="914400"/>
            <a:ext cx="8554085" cy="2286888"/>
            <a:chOff x="3264382" y="1994890"/>
            <a:chExt cx="5518303" cy="1206398"/>
          </a:xfrm>
        </p:grpSpPr>
        <p:pic>
          <p:nvPicPr>
            <p:cNvPr id="1578" name="Google Shape;157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64382" y="2401036"/>
              <a:ext cx="139115" cy="1387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79" name="Google Shape;1579;p12"/>
            <p:cNvGrpSpPr/>
            <p:nvPr/>
          </p:nvGrpSpPr>
          <p:grpSpPr>
            <a:xfrm>
              <a:off x="4075912" y="2337790"/>
              <a:ext cx="442772" cy="172262"/>
              <a:chOff x="4075912" y="2337790"/>
              <a:chExt cx="442772" cy="172262"/>
            </a:xfrm>
          </p:grpSpPr>
          <p:pic>
            <p:nvPicPr>
              <p:cNvPr id="1580" name="Google Shape;1580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75912" y="2337790"/>
                <a:ext cx="250748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1" name="Google Shape;1581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347017" y="2365984"/>
                <a:ext cx="171667" cy="1135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82" name="Google Shape;1582;p12"/>
            <p:cNvGrpSpPr/>
            <p:nvPr/>
          </p:nvGrpSpPr>
          <p:grpSpPr>
            <a:xfrm>
              <a:off x="4580858" y="2269997"/>
              <a:ext cx="594906" cy="245110"/>
              <a:chOff x="4580858" y="2269997"/>
              <a:chExt cx="594906" cy="245110"/>
            </a:xfrm>
          </p:grpSpPr>
          <p:sp>
            <p:nvSpPr>
              <p:cNvPr id="1583" name="Google Shape;1583;p12"/>
              <p:cNvSpPr/>
              <p:nvPr/>
            </p:nvSpPr>
            <p:spPr>
              <a:xfrm>
                <a:off x="4580858" y="2331719"/>
                <a:ext cx="58419" cy="124460"/>
              </a:xfrm>
              <a:custGeom>
                <a:rect b="b" l="l" r="r" t="t"/>
                <a:pathLst>
                  <a:path extrusionOk="0" h="124460" w="58420">
                    <a:moveTo>
                      <a:pt x="31527" y="19050"/>
                    </a:moveTo>
                    <a:lnTo>
                      <a:pt x="29694" y="11465"/>
                    </a:lnTo>
                    <a:lnTo>
                      <a:pt x="27717" y="5238"/>
                    </a:lnTo>
                    <a:lnTo>
                      <a:pt x="24026" y="1154"/>
                    </a:lnTo>
                    <a:lnTo>
                      <a:pt x="17049" y="0"/>
                    </a:lnTo>
                    <a:lnTo>
                      <a:pt x="10703" y="2619"/>
                    </a:lnTo>
                    <a:lnTo>
                      <a:pt x="0" y="46005"/>
                    </a:lnTo>
                    <a:lnTo>
                      <a:pt x="1702" y="57376"/>
                    </a:lnTo>
                    <a:lnTo>
                      <a:pt x="29086" y="86463"/>
                    </a:lnTo>
                    <a:lnTo>
                      <a:pt x="52101" y="93726"/>
                    </a:lnTo>
                    <a:lnTo>
                      <a:pt x="58197" y="95250"/>
                    </a:lnTo>
                    <a:lnTo>
                      <a:pt x="55149" y="102870"/>
                    </a:lnTo>
                    <a:lnTo>
                      <a:pt x="51339" y="104393"/>
                    </a:lnTo>
                    <a:lnTo>
                      <a:pt x="43719" y="108966"/>
                    </a:lnTo>
                    <a:lnTo>
                      <a:pt x="35575" y="113478"/>
                    </a:lnTo>
                    <a:lnTo>
                      <a:pt x="27146" y="117633"/>
                    </a:lnTo>
                    <a:lnTo>
                      <a:pt x="18430" y="121074"/>
                    </a:lnTo>
                    <a:lnTo>
                      <a:pt x="9429" y="123444"/>
                    </a:lnTo>
                    <a:lnTo>
                      <a:pt x="5619" y="123444"/>
                    </a:lnTo>
                    <a:lnTo>
                      <a:pt x="4095" y="124205"/>
                    </a:lnTo>
                    <a:lnTo>
                      <a:pt x="4095" y="12115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12"/>
              <p:cNvSpPr/>
              <p:nvPr/>
            </p:nvSpPr>
            <p:spPr>
              <a:xfrm>
                <a:off x="4668940" y="2357627"/>
                <a:ext cx="70485" cy="157480"/>
              </a:xfrm>
              <a:custGeom>
                <a:rect b="b" l="l" r="r" t="t"/>
                <a:pathLst>
                  <a:path extrusionOk="0" h="157480" w="70485">
                    <a:moveTo>
                      <a:pt x="36409" y="16001"/>
                    </a:moveTo>
                    <a:lnTo>
                      <a:pt x="32789" y="11037"/>
                    </a:lnTo>
                    <a:lnTo>
                      <a:pt x="28598" y="5429"/>
                    </a:lnTo>
                    <a:lnTo>
                      <a:pt x="23550" y="1107"/>
                    </a:lnTo>
                    <a:lnTo>
                      <a:pt x="17359" y="0"/>
                    </a:lnTo>
                    <a:lnTo>
                      <a:pt x="11894" y="3393"/>
                    </a:lnTo>
                    <a:lnTo>
                      <a:pt x="404" y="49148"/>
                    </a:lnTo>
                    <a:lnTo>
                      <a:pt x="0" y="61364"/>
                    </a:lnTo>
                    <a:lnTo>
                      <a:pt x="595" y="73151"/>
                    </a:lnTo>
                    <a:lnTo>
                      <a:pt x="1583" y="79152"/>
                    </a:lnTo>
                    <a:lnTo>
                      <a:pt x="4500" y="84581"/>
                    </a:lnTo>
                    <a:lnTo>
                      <a:pt x="9274" y="87725"/>
                    </a:lnTo>
                    <a:lnTo>
                      <a:pt x="15835" y="86867"/>
                    </a:lnTo>
                    <a:lnTo>
                      <a:pt x="23610" y="81022"/>
                    </a:lnTo>
                    <a:lnTo>
                      <a:pt x="30027" y="72675"/>
                    </a:lnTo>
                    <a:lnTo>
                      <a:pt x="35444" y="63615"/>
                    </a:lnTo>
                    <a:lnTo>
                      <a:pt x="40219" y="55625"/>
                    </a:lnTo>
                    <a:lnTo>
                      <a:pt x="44029" y="49529"/>
                    </a:lnTo>
                    <a:lnTo>
                      <a:pt x="47839" y="38861"/>
                    </a:lnTo>
                    <a:lnTo>
                      <a:pt x="55459" y="37337"/>
                    </a:lnTo>
                    <a:lnTo>
                      <a:pt x="56221" y="37337"/>
                    </a:lnTo>
                    <a:lnTo>
                      <a:pt x="56983" y="37337"/>
                    </a:lnTo>
                    <a:lnTo>
                      <a:pt x="57995" y="45791"/>
                    </a:lnTo>
                    <a:lnTo>
                      <a:pt x="58793" y="54101"/>
                    </a:lnTo>
                    <a:lnTo>
                      <a:pt x="59447" y="62412"/>
                    </a:lnTo>
                    <a:lnTo>
                      <a:pt x="60031" y="70865"/>
                    </a:lnTo>
                    <a:lnTo>
                      <a:pt x="60197" y="86987"/>
                    </a:lnTo>
                    <a:lnTo>
                      <a:pt x="60793" y="103250"/>
                    </a:lnTo>
                    <a:lnTo>
                      <a:pt x="61960" y="119514"/>
                    </a:lnTo>
                    <a:lnTo>
                      <a:pt x="63841" y="135635"/>
                    </a:lnTo>
                    <a:lnTo>
                      <a:pt x="65365" y="143255"/>
                    </a:lnTo>
                    <a:lnTo>
                      <a:pt x="66889" y="149351"/>
                    </a:lnTo>
                    <a:lnTo>
                      <a:pt x="69937" y="15697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12"/>
              <p:cNvSpPr/>
              <p:nvPr/>
            </p:nvSpPr>
            <p:spPr>
              <a:xfrm>
                <a:off x="4778787" y="2342959"/>
                <a:ext cx="182880" cy="104775"/>
              </a:xfrm>
              <a:custGeom>
                <a:rect b="b" l="l" r="r" t="t"/>
                <a:pathLst>
                  <a:path extrusionOk="0" h="104775" w="182879">
                    <a:moveTo>
                      <a:pt x="476" y="13906"/>
                    </a:moveTo>
                    <a:lnTo>
                      <a:pt x="273" y="27741"/>
                    </a:lnTo>
                    <a:lnTo>
                      <a:pt x="0" y="41719"/>
                    </a:lnTo>
                    <a:lnTo>
                      <a:pt x="154" y="55697"/>
                    </a:lnTo>
                    <a:lnTo>
                      <a:pt x="15704" y="99750"/>
                    </a:lnTo>
                    <a:lnTo>
                      <a:pt x="25622" y="104584"/>
                    </a:lnTo>
                    <a:lnTo>
                      <a:pt x="35075" y="104286"/>
                    </a:lnTo>
                    <a:lnTo>
                      <a:pt x="60483" y="74402"/>
                    </a:lnTo>
                    <a:lnTo>
                      <a:pt x="69818" y="30670"/>
                    </a:lnTo>
                    <a:lnTo>
                      <a:pt x="59340" y="67341"/>
                    </a:lnTo>
                    <a:lnTo>
                      <a:pt x="92773" y="91725"/>
                    </a:lnTo>
                    <a:lnTo>
                      <a:pt x="137826" y="71532"/>
                    </a:lnTo>
                    <a:lnTo>
                      <a:pt x="159734" y="29908"/>
                    </a:lnTo>
                    <a:lnTo>
                      <a:pt x="159329" y="19288"/>
                    </a:lnTo>
                    <a:lnTo>
                      <a:pt x="155924" y="10096"/>
                    </a:lnTo>
                    <a:lnTo>
                      <a:pt x="149328" y="3690"/>
                    </a:lnTo>
                    <a:lnTo>
                      <a:pt x="140874" y="0"/>
                    </a:lnTo>
                    <a:lnTo>
                      <a:pt x="132135" y="23"/>
                    </a:lnTo>
                    <a:lnTo>
                      <a:pt x="117062" y="38290"/>
                    </a:lnTo>
                    <a:lnTo>
                      <a:pt x="149066" y="68008"/>
                    </a:lnTo>
                    <a:lnTo>
                      <a:pt x="159734" y="56578"/>
                    </a:lnTo>
                    <a:lnTo>
                      <a:pt x="159734" y="48196"/>
                    </a:lnTo>
                    <a:lnTo>
                      <a:pt x="159734" y="40576"/>
                    </a:lnTo>
                    <a:lnTo>
                      <a:pt x="159734" y="34480"/>
                    </a:lnTo>
                    <a:lnTo>
                      <a:pt x="158210" y="30670"/>
                    </a:lnTo>
                    <a:lnTo>
                      <a:pt x="155924" y="26098"/>
                    </a:lnTo>
                    <a:lnTo>
                      <a:pt x="155162" y="25336"/>
                    </a:lnTo>
                    <a:lnTo>
                      <a:pt x="155162" y="32956"/>
                    </a:lnTo>
                    <a:lnTo>
                      <a:pt x="155924" y="38290"/>
                    </a:lnTo>
                    <a:lnTo>
                      <a:pt x="179546" y="68008"/>
                    </a:lnTo>
                    <a:lnTo>
                      <a:pt x="181070" y="68008"/>
                    </a:lnTo>
                    <a:lnTo>
                      <a:pt x="182594" y="6877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12"/>
              <p:cNvSpPr/>
              <p:nvPr/>
            </p:nvSpPr>
            <p:spPr>
              <a:xfrm>
                <a:off x="4966525" y="2337815"/>
                <a:ext cx="139065" cy="92710"/>
              </a:xfrm>
              <a:custGeom>
                <a:rect b="b" l="l" r="r" t="t"/>
                <a:pathLst>
                  <a:path extrusionOk="0" h="92710" w="139064">
                    <a:moveTo>
                      <a:pt x="5524" y="22098"/>
                    </a:moveTo>
                    <a:lnTo>
                      <a:pt x="904" y="3143"/>
                    </a:lnTo>
                    <a:lnTo>
                      <a:pt x="0" y="3048"/>
                    </a:lnTo>
                    <a:lnTo>
                      <a:pt x="1666" y="9239"/>
                    </a:lnTo>
                    <a:lnTo>
                      <a:pt x="4762" y="9144"/>
                    </a:lnTo>
                    <a:lnTo>
                      <a:pt x="13906" y="10668"/>
                    </a:lnTo>
                    <a:lnTo>
                      <a:pt x="37052" y="41243"/>
                    </a:lnTo>
                    <a:lnTo>
                      <a:pt x="39814" y="81534"/>
                    </a:lnTo>
                    <a:lnTo>
                      <a:pt x="39159" y="75449"/>
                    </a:lnTo>
                    <a:lnTo>
                      <a:pt x="46577" y="27527"/>
                    </a:lnTo>
                    <a:lnTo>
                      <a:pt x="69532" y="0"/>
                    </a:lnTo>
                    <a:lnTo>
                      <a:pt x="71056" y="9906"/>
                    </a:lnTo>
                    <a:lnTo>
                      <a:pt x="71818" y="13716"/>
                    </a:lnTo>
                    <a:lnTo>
                      <a:pt x="72735" y="22990"/>
                    </a:lnTo>
                    <a:lnTo>
                      <a:pt x="73437" y="32480"/>
                    </a:lnTo>
                    <a:lnTo>
                      <a:pt x="74283" y="42112"/>
                    </a:lnTo>
                    <a:lnTo>
                      <a:pt x="84201" y="80319"/>
                    </a:lnTo>
                    <a:lnTo>
                      <a:pt x="107061" y="92678"/>
                    </a:lnTo>
                    <a:lnTo>
                      <a:pt x="116157" y="91809"/>
                    </a:lnTo>
                    <a:lnTo>
                      <a:pt x="124396" y="89154"/>
                    </a:lnTo>
                    <a:lnTo>
                      <a:pt x="130409" y="84510"/>
                    </a:lnTo>
                    <a:lnTo>
                      <a:pt x="134207" y="79438"/>
                    </a:lnTo>
                    <a:lnTo>
                      <a:pt x="136719" y="73509"/>
                    </a:lnTo>
                    <a:lnTo>
                      <a:pt x="138874" y="6629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12"/>
              <p:cNvSpPr/>
              <p:nvPr/>
            </p:nvSpPr>
            <p:spPr>
              <a:xfrm>
                <a:off x="5050536" y="2334767"/>
                <a:ext cx="46990" cy="42545"/>
              </a:xfrm>
              <a:custGeom>
                <a:rect b="b" l="l" r="r" t="t"/>
                <a:pathLst>
                  <a:path extrusionOk="0" h="42544" w="46989">
                    <a:moveTo>
                      <a:pt x="0" y="40386"/>
                    </a:moveTo>
                    <a:lnTo>
                      <a:pt x="11382" y="42136"/>
                    </a:lnTo>
                    <a:lnTo>
                      <a:pt x="19621" y="41243"/>
                    </a:lnTo>
                    <a:lnTo>
                      <a:pt x="27003" y="37064"/>
                    </a:lnTo>
                    <a:lnTo>
                      <a:pt x="35814" y="28956"/>
                    </a:lnTo>
                    <a:lnTo>
                      <a:pt x="40386" y="24384"/>
                    </a:lnTo>
                    <a:lnTo>
                      <a:pt x="46481" y="13716"/>
                    </a:lnTo>
                    <a:lnTo>
                      <a:pt x="43433" y="7620"/>
                    </a:lnTo>
                    <a:lnTo>
                      <a:pt x="39623" y="762"/>
                    </a:lnTo>
                    <a:lnTo>
                      <a:pt x="28193" y="0"/>
                    </a:lnTo>
                    <a:lnTo>
                      <a:pt x="22097" y="0"/>
                    </a:lnTo>
                    <a:lnTo>
                      <a:pt x="18287" y="0"/>
                    </a:lnTo>
                    <a:lnTo>
                      <a:pt x="14477" y="0"/>
                    </a:lnTo>
                    <a:lnTo>
                      <a:pt x="11429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12"/>
              <p:cNvSpPr/>
              <p:nvPr/>
            </p:nvSpPr>
            <p:spPr>
              <a:xfrm>
                <a:off x="5110995" y="2269997"/>
                <a:ext cx="64769" cy="142875"/>
              </a:xfrm>
              <a:custGeom>
                <a:rect b="b" l="l" r="r" t="t"/>
                <a:pathLst>
                  <a:path extrusionOk="0" h="142875" w="64770">
                    <a:moveTo>
                      <a:pt x="40886" y="0"/>
                    </a:moveTo>
                    <a:lnTo>
                      <a:pt x="46220" y="50292"/>
                    </a:lnTo>
                    <a:lnTo>
                      <a:pt x="46327" y="70985"/>
                    </a:lnTo>
                    <a:lnTo>
                      <a:pt x="46505" y="92392"/>
                    </a:lnTo>
                    <a:lnTo>
                      <a:pt x="53078" y="133350"/>
                    </a:lnTo>
                    <a:lnTo>
                      <a:pt x="62222" y="142494"/>
                    </a:lnTo>
                    <a:lnTo>
                      <a:pt x="63627" y="135731"/>
                    </a:lnTo>
                    <a:lnTo>
                      <a:pt x="64317" y="128397"/>
                    </a:lnTo>
                    <a:lnTo>
                      <a:pt x="64150" y="121062"/>
                    </a:lnTo>
                    <a:lnTo>
                      <a:pt x="38600" y="86868"/>
                    </a:lnTo>
                    <a:lnTo>
                      <a:pt x="30218" y="85963"/>
                    </a:lnTo>
                    <a:lnTo>
                      <a:pt x="22407" y="87630"/>
                    </a:lnTo>
                    <a:lnTo>
                      <a:pt x="0" y="119503"/>
                    </a:lnTo>
                    <a:lnTo>
                      <a:pt x="1262" y="126492"/>
                    </a:lnTo>
                    <a:lnTo>
                      <a:pt x="38600" y="134112"/>
                    </a:lnTo>
                    <a:lnTo>
                      <a:pt x="47744" y="131826"/>
                    </a:lnTo>
                    <a:lnTo>
                      <a:pt x="51554" y="13106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89" name="Google Shape;1589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73312" y="2247112"/>
              <a:ext cx="405720" cy="16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0" name="Google Shape;159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65800" y="2725648"/>
              <a:ext cx="116636" cy="1815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1" name="Google Shape;1591;p12"/>
            <p:cNvGrpSpPr/>
            <p:nvPr/>
          </p:nvGrpSpPr>
          <p:grpSpPr>
            <a:xfrm>
              <a:off x="5656171" y="2439162"/>
              <a:ext cx="1022124" cy="500761"/>
              <a:chOff x="5656171" y="2439162"/>
              <a:chExt cx="1022124" cy="500761"/>
            </a:xfrm>
          </p:grpSpPr>
          <p:sp>
            <p:nvSpPr>
              <p:cNvPr id="1592" name="Google Shape;1592;p12"/>
              <p:cNvSpPr/>
              <p:nvPr/>
            </p:nvSpPr>
            <p:spPr>
              <a:xfrm>
                <a:off x="5656171" y="2650998"/>
                <a:ext cx="109220" cy="288925"/>
              </a:xfrm>
              <a:custGeom>
                <a:rect b="b" l="l" r="r" t="t"/>
                <a:pathLst>
                  <a:path extrusionOk="0" h="288925" w="109220">
                    <a:moveTo>
                      <a:pt x="51970" y="0"/>
                    </a:moveTo>
                    <a:lnTo>
                      <a:pt x="26253" y="37433"/>
                    </a:lnTo>
                    <a:lnTo>
                      <a:pt x="10822" y="80010"/>
                    </a:lnTo>
                    <a:lnTo>
                      <a:pt x="1774" y="137731"/>
                    </a:lnTo>
                    <a:lnTo>
                      <a:pt x="0" y="167020"/>
                    </a:lnTo>
                    <a:lnTo>
                      <a:pt x="154" y="196596"/>
                    </a:lnTo>
                    <a:lnTo>
                      <a:pt x="7298" y="240792"/>
                    </a:lnTo>
                    <a:lnTo>
                      <a:pt x="32158" y="278130"/>
                    </a:lnTo>
                    <a:lnTo>
                      <a:pt x="64162" y="288798"/>
                    </a:lnTo>
                    <a:lnTo>
                      <a:pt x="81022" y="286273"/>
                    </a:lnTo>
                    <a:lnTo>
                      <a:pt x="96166" y="278892"/>
                    </a:lnTo>
                    <a:lnTo>
                      <a:pt x="100738" y="274320"/>
                    </a:lnTo>
                    <a:lnTo>
                      <a:pt x="105310" y="269748"/>
                    </a:lnTo>
                    <a:lnTo>
                      <a:pt x="109120" y="26517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12"/>
              <p:cNvSpPr/>
              <p:nvPr/>
            </p:nvSpPr>
            <p:spPr>
              <a:xfrm>
                <a:off x="5790283" y="2739390"/>
                <a:ext cx="78105" cy="88900"/>
              </a:xfrm>
              <a:custGeom>
                <a:rect b="b" l="l" r="r" t="t"/>
                <a:pathLst>
                  <a:path extrusionOk="0" h="88900" w="78104">
                    <a:moveTo>
                      <a:pt x="3964" y="25146"/>
                    </a:moveTo>
                    <a:lnTo>
                      <a:pt x="1881" y="34742"/>
                    </a:lnTo>
                    <a:lnTo>
                      <a:pt x="440" y="44196"/>
                    </a:lnTo>
                    <a:lnTo>
                      <a:pt x="0" y="53649"/>
                    </a:lnTo>
                    <a:lnTo>
                      <a:pt x="916" y="63246"/>
                    </a:lnTo>
                    <a:lnTo>
                      <a:pt x="22252" y="88392"/>
                    </a:lnTo>
                    <a:lnTo>
                      <a:pt x="27586" y="83058"/>
                    </a:lnTo>
                    <a:lnTo>
                      <a:pt x="32158" y="76962"/>
                    </a:lnTo>
                    <a:lnTo>
                      <a:pt x="35790" y="69973"/>
                    </a:lnTo>
                    <a:lnTo>
                      <a:pt x="38921" y="62769"/>
                    </a:lnTo>
                    <a:lnTo>
                      <a:pt x="41909" y="55423"/>
                    </a:lnTo>
                    <a:lnTo>
                      <a:pt x="45112" y="48006"/>
                    </a:lnTo>
                    <a:lnTo>
                      <a:pt x="48160" y="42672"/>
                    </a:lnTo>
                    <a:lnTo>
                      <a:pt x="46636" y="45720"/>
                    </a:lnTo>
                    <a:lnTo>
                      <a:pt x="50446" y="44196"/>
                    </a:lnTo>
                    <a:lnTo>
                      <a:pt x="65686" y="74676"/>
                    </a:lnTo>
                    <a:lnTo>
                      <a:pt x="71020" y="74676"/>
                    </a:lnTo>
                    <a:lnTo>
                      <a:pt x="73306" y="70866"/>
                    </a:lnTo>
                    <a:lnTo>
                      <a:pt x="75938" y="64650"/>
                    </a:lnTo>
                    <a:lnTo>
                      <a:pt x="77212" y="57721"/>
                    </a:lnTo>
                    <a:lnTo>
                      <a:pt x="77485" y="50506"/>
                    </a:lnTo>
                    <a:lnTo>
                      <a:pt x="77116" y="43434"/>
                    </a:lnTo>
                    <a:lnTo>
                      <a:pt x="74830" y="32146"/>
                    </a:lnTo>
                    <a:lnTo>
                      <a:pt x="70830" y="21145"/>
                    </a:lnTo>
                    <a:lnTo>
                      <a:pt x="65972" y="10429"/>
                    </a:lnTo>
                    <a:lnTo>
                      <a:pt x="6111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12"/>
              <p:cNvSpPr/>
              <p:nvPr/>
            </p:nvSpPr>
            <p:spPr>
              <a:xfrm>
                <a:off x="5796534" y="2614422"/>
                <a:ext cx="54610" cy="66040"/>
              </a:xfrm>
              <a:custGeom>
                <a:rect b="b" l="l" r="r" t="t"/>
                <a:pathLst>
                  <a:path extrusionOk="0" h="66039" w="54610">
                    <a:moveTo>
                      <a:pt x="0" y="55625"/>
                    </a:moveTo>
                    <a:lnTo>
                      <a:pt x="27431" y="13715"/>
                    </a:lnTo>
                    <a:lnTo>
                      <a:pt x="31241" y="9143"/>
                    </a:lnTo>
                    <a:lnTo>
                      <a:pt x="34289" y="4571"/>
                    </a:lnTo>
                    <a:lnTo>
                      <a:pt x="38099" y="0"/>
                    </a:lnTo>
                    <a:lnTo>
                      <a:pt x="39623" y="4571"/>
                    </a:lnTo>
                    <a:lnTo>
                      <a:pt x="40386" y="12191"/>
                    </a:lnTo>
                    <a:lnTo>
                      <a:pt x="41148" y="17525"/>
                    </a:lnTo>
                    <a:lnTo>
                      <a:pt x="42469" y="27682"/>
                    </a:lnTo>
                    <a:lnTo>
                      <a:pt x="44291" y="37623"/>
                    </a:lnTo>
                    <a:lnTo>
                      <a:pt x="46827" y="47422"/>
                    </a:lnTo>
                    <a:lnTo>
                      <a:pt x="50292" y="57149"/>
                    </a:lnTo>
                    <a:lnTo>
                      <a:pt x="51053" y="60197"/>
                    </a:lnTo>
                    <a:lnTo>
                      <a:pt x="52577" y="63245"/>
                    </a:lnTo>
                    <a:lnTo>
                      <a:pt x="54102" y="6553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95" name="Google Shape;1595;p12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909999" y="2721076"/>
                <a:ext cx="282800" cy="1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6" name="Google Shape;1596;p12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212465" y="2567152"/>
                <a:ext cx="254654" cy="2423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97" name="Google Shape;1597;p12"/>
              <p:cNvSpPr/>
              <p:nvPr/>
            </p:nvSpPr>
            <p:spPr>
              <a:xfrm>
                <a:off x="5724525" y="2704338"/>
                <a:ext cx="13335" cy="182245"/>
              </a:xfrm>
              <a:custGeom>
                <a:rect b="b" l="l" r="r" t="t"/>
                <a:pathLst>
                  <a:path extrusionOk="0" h="182244" w="13335">
                    <a:moveTo>
                      <a:pt x="2666" y="0"/>
                    </a:moveTo>
                    <a:lnTo>
                      <a:pt x="404" y="16549"/>
                    </a:lnTo>
                    <a:lnTo>
                      <a:pt x="0" y="32384"/>
                    </a:lnTo>
                    <a:lnTo>
                      <a:pt x="738" y="48220"/>
                    </a:lnTo>
                    <a:lnTo>
                      <a:pt x="1904" y="64769"/>
                    </a:lnTo>
                    <a:lnTo>
                      <a:pt x="3488" y="88070"/>
                    </a:lnTo>
                    <a:lnTo>
                      <a:pt x="4857" y="111156"/>
                    </a:lnTo>
                    <a:lnTo>
                      <a:pt x="6084" y="134100"/>
                    </a:lnTo>
                    <a:lnTo>
                      <a:pt x="7238" y="156972"/>
                    </a:lnTo>
                    <a:lnTo>
                      <a:pt x="7096" y="162508"/>
                    </a:lnTo>
                    <a:lnTo>
                      <a:pt x="7238" y="170973"/>
                    </a:lnTo>
                    <a:lnTo>
                      <a:pt x="8524" y="178724"/>
                    </a:lnTo>
                    <a:lnTo>
                      <a:pt x="11810" y="182118"/>
                    </a:lnTo>
                    <a:lnTo>
                      <a:pt x="12572" y="180594"/>
                    </a:lnTo>
                    <a:lnTo>
                      <a:pt x="12572" y="179070"/>
                    </a:lnTo>
                    <a:lnTo>
                      <a:pt x="13334" y="17830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12"/>
              <p:cNvSpPr/>
              <p:nvPr/>
            </p:nvSpPr>
            <p:spPr>
              <a:xfrm>
                <a:off x="5764530" y="2710434"/>
                <a:ext cx="25400" cy="208915"/>
              </a:xfrm>
              <a:custGeom>
                <a:rect b="b" l="l" r="r" t="t"/>
                <a:pathLst>
                  <a:path extrusionOk="0" h="208914" w="25400">
                    <a:moveTo>
                      <a:pt x="0" y="0"/>
                    </a:moveTo>
                    <a:lnTo>
                      <a:pt x="1393" y="16454"/>
                    </a:lnTo>
                    <a:lnTo>
                      <a:pt x="3143" y="32766"/>
                    </a:lnTo>
                    <a:lnTo>
                      <a:pt x="5036" y="49077"/>
                    </a:lnTo>
                    <a:lnTo>
                      <a:pt x="6858" y="65532"/>
                    </a:lnTo>
                    <a:lnTo>
                      <a:pt x="10096" y="107156"/>
                    </a:lnTo>
                    <a:lnTo>
                      <a:pt x="12192" y="149352"/>
                    </a:lnTo>
                    <a:lnTo>
                      <a:pt x="13525" y="178117"/>
                    </a:lnTo>
                    <a:lnTo>
                      <a:pt x="15621" y="193071"/>
                    </a:lnTo>
                    <a:lnTo>
                      <a:pt x="20574" y="205740"/>
                    </a:lnTo>
                    <a:lnTo>
                      <a:pt x="22098" y="206502"/>
                    </a:lnTo>
                    <a:lnTo>
                      <a:pt x="23622" y="208026"/>
                    </a:lnTo>
                    <a:lnTo>
                      <a:pt x="25146" y="20878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599" name="Google Shape;1599;p1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6503644" y="2480284"/>
                <a:ext cx="115112" cy="1059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0" name="Google Shape;1600;p12"/>
              <p:cNvSpPr/>
              <p:nvPr/>
            </p:nvSpPr>
            <p:spPr>
              <a:xfrm>
                <a:off x="6610350" y="2439162"/>
                <a:ext cx="67945" cy="375920"/>
              </a:xfrm>
              <a:custGeom>
                <a:rect b="b" l="l" r="r" t="t"/>
                <a:pathLst>
                  <a:path extrusionOk="0" h="375919" w="67945">
                    <a:moveTo>
                      <a:pt x="0" y="0"/>
                    </a:moveTo>
                    <a:lnTo>
                      <a:pt x="29467" y="42112"/>
                    </a:lnTo>
                    <a:lnTo>
                      <a:pt x="48506" y="80438"/>
                    </a:lnTo>
                    <a:lnTo>
                      <a:pt x="62745" y="129587"/>
                    </a:lnTo>
                    <a:lnTo>
                      <a:pt x="67317" y="185594"/>
                    </a:lnTo>
                    <a:lnTo>
                      <a:pt x="65913" y="215455"/>
                    </a:lnTo>
                    <a:lnTo>
                      <a:pt x="56388" y="274320"/>
                    </a:lnTo>
                    <a:lnTo>
                      <a:pt x="44005" y="318992"/>
                    </a:lnTo>
                    <a:lnTo>
                      <a:pt x="28194" y="361950"/>
                    </a:lnTo>
                    <a:lnTo>
                      <a:pt x="24384" y="371094"/>
                    </a:lnTo>
                    <a:lnTo>
                      <a:pt x="23622" y="37566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1" name="Google Shape;1601;p12"/>
            <p:cNvGrpSpPr/>
            <p:nvPr/>
          </p:nvGrpSpPr>
          <p:grpSpPr>
            <a:xfrm>
              <a:off x="6881622" y="2573035"/>
              <a:ext cx="89154" cy="60944"/>
              <a:chOff x="6881622" y="2573035"/>
              <a:chExt cx="89154" cy="60944"/>
            </a:xfrm>
          </p:grpSpPr>
          <p:sp>
            <p:nvSpPr>
              <p:cNvPr id="1602" name="Google Shape;1602;p12"/>
              <p:cNvSpPr/>
              <p:nvPr/>
            </p:nvSpPr>
            <p:spPr>
              <a:xfrm>
                <a:off x="6881622" y="2573035"/>
                <a:ext cx="75565" cy="8890"/>
              </a:xfrm>
              <a:custGeom>
                <a:rect b="b" l="l" r="r" t="t"/>
                <a:pathLst>
                  <a:path extrusionOk="0" h="8889" w="75565">
                    <a:moveTo>
                      <a:pt x="0" y="8620"/>
                    </a:moveTo>
                    <a:lnTo>
                      <a:pt x="41910" y="5572"/>
                    </a:lnTo>
                    <a:lnTo>
                      <a:pt x="48541" y="4000"/>
                    </a:lnTo>
                    <a:lnTo>
                      <a:pt x="58959" y="1571"/>
                    </a:lnTo>
                    <a:lnTo>
                      <a:pt x="69234" y="0"/>
                    </a:lnTo>
                    <a:lnTo>
                      <a:pt x="75438" y="1000"/>
                    </a:lnTo>
                    <a:lnTo>
                      <a:pt x="74676" y="1762"/>
                    </a:lnTo>
                    <a:lnTo>
                      <a:pt x="74676" y="252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12"/>
              <p:cNvSpPr/>
              <p:nvPr/>
            </p:nvSpPr>
            <p:spPr>
              <a:xfrm>
                <a:off x="6902196" y="2625089"/>
                <a:ext cx="68580" cy="8890"/>
              </a:xfrm>
              <a:custGeom>
                <a:rect b="b" l="l" r="r" t="t"/>
                <a:pathLst>
                  <a:path extrusionOk="0" h="8889" w="68579">
                    <a:moveTo>
                      <a:pt x="0" y="5334"/>
                    </a:moveTo>
                    <a:lnTo>
                      <a:pt x="11418" y="7608"/>
                    </a:lnTo>
                    <a:lnTo>
                      <a:pt x="22193" y="8667"/>
                    </a:lnTo>
                    <a:lnTo>
                      <a:pt x="33111" y="8441"/>
                    </a:lnTo>
                    <a:lnTo>
                      <a:pt x="44958" y="6858"/>
                    </a:lnTo>
                    <a:lnTo>
                      <a:pt x="57150" y="4572"/>
                    </a:lnTo>
                    <a:lnTo>
                      <a:pt x="60960" y="3810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12"/>
            <p:cNvGrpSpPr/>
            <p:nvPr/>
          </p:nvGrpSpPr>
          <p:grpSpPr>
            <a:xfrm>
              <a:off x="7424331" y="2405608"/>
              <a:ext cx="182739" cy="274656"/>
              <a:chOff x="7424331" y="2405608"/>
              <a:chExt cx="182739" cy="274656"/>
            </a:xfrm>
          </p:grpSpPr>
          <p:pic>
            <p:nvPicPr>
              <p:cNvPr id="1605" name="Google Shape;1605;p12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7424331" y="2535910"/>
                <a:ext cx="132448" cy="1443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6" name="Google Shape;1606;p12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506436" y="2405608"/>
                <a:ext cx="100634" cy="1006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07" name="Google Shape;1607;p12"/>
            <p:cNvSpPr/>
            <p:nvPr/>
          </p:nvSpPr>
          <p:spPr>
            <a:xfrm>
              <a:off x="7671601" y="2391917"/>
              <a:ext cx="130175" cy="517525"/>
            </a:xfrm>
            <a:custGeom>
              <a:rect b="b" l="l" r="r" t="t"/>
              <a:pathLst>
                <a:path extrusionOk="0" h="517525" w="130175">
                  <a:moveTo>
                    <a:pt x="129754" y="0"/>
                  </a:moveTo>
                  <a:lnTo>
                    <a:pt x="94035" y="30956"/>
                  </a:lnTo>
                  <a:lnTo>
                    <a:pt x="68032" y="71628"/>
                  </a:lnTo>
                  <a:lnTo>
                    <a:pt x="50899" y="107275"/>
                  </a:lnTo>
                  <a:lnTo>
                    <a:pt x="36123" y="144208"/>
                  </a:lnTo>
                  <a:lnTo>
                    <a:pt x="23776" y="181998"/>
                  </a:lnTo>
                  <a:lnTo>
                    <a:pt x="13930" y="220218"/>
                  </a:lnTo>
                  <a:lnTo>
                    <a:pt x="6143" y="259818"/>
                  </a:lnTo>
                  <a:lnTo>
                    <a:pt x="1357" y="300418"/>
                  </a:lnTo>
                  <a:lnTo>
                    <a:pt x="0" y="341304"/>
                  </a:lnTo>
                  <a:lnTo>
                    <a:pt x="2500" y="381762"/>
                  </a:lnTo>
                  <a:lnTo>
                    <a:pt x="15740" y="442341"/>
                  </a:lnTo>
                  <a:lnTo>
                    <a:pt x="46696" y="496062"/>
                  </a:lnTo>
                  <a:lnTo>
                    <a:pt x="91809" y="515993"/>
                  </a:lnTo>
                  <a:lnTo>
                    <a:pt x="109942" y="51739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12"/>
            <p:cNvSpPr/>
            <p:nvPr/>
          </p:nvSpPr>
          <p:spPr>
            <a:xfrm>
              <a:off x="7949945" y="2444019"/>
              <a:ext cx="240665" cy="217170"/>
            </a:xfrm>
            <a:custGeom>
              <a:rect b="b" l="l" r="r" t="t"/>
              <a:pathLst>
                <a:path extrusionOk="0" h="217169" w="240665">
                  <a:moveTo>
                    <a:pt x="208025" y="4286"/>
                  </a:moveTo>
                  <a:lnTo>
                    <a:pt x="191428" y="107"/>
                  </a:lnTo>
                  <a:lnTo>
                    <a:pt x="177545" y="0"/>
                  </a:lnTo>
                  <a:lnTo>
                    <a:pt x="163663" y="3750"/>
                  </a:lnTo>
                  <a:lnTo>
                    <a:pt x="117443" y="27622"/>
                  </a:lnTo>
                  <a:lnTo>
                    <a:pt x="86796" y="54256"/>
                  </a:lnTo>
                  <a:lnTo>
                    <a:pt x="84200" y="59626"/>
                  </a:lnTo>
                  <a:lnTo>
                    <a:pt x="84462" y="64567"/>
                  </a:lnTo>
                  <a:lnTo>
                    <a:pt x="89153" y="68294"/>
                  </a:lnTo>
                  <a:lnTo>
                    <a:pt x="102203" y="71354"/>
                  </a:lnTo>
                  <a:lnTo>
                    <a:pt x="115823" y="72199"/>
                  </a:lnTo>
                  <a:lnTo>
                    <a:pt x="129444" y="72044"/>
                  </a:lnTo>
                  <a:lnTo>
                    <a:pt x="142493" y="72104"/>
                  </a:lnTo>
                  <a:lnTo>
                    <a:pt x="157305" y="71425"/>
                  </a:lnTo>
                  <a:lnTo>
                    <a:pt x="174688" y="70675"/>
                  </a:lnTo>
                  <a:lnTo>
                    <a:pt x="191785" y="71782"/>
                  </a:lnTo>
                  <a:lnTo>
                    <a:pt x="205739" y="76676"/>
                  </a:lnTo>
                  <a:lnTo>
                    <a:pt x="207442" y="83510"/>
                  </a:lnTo>
                  <a:lnTo>
                    <a:pt x="199929" y="91916"/>
                  </a:lnTo>
                  <a:lnTo>
                    <a:pt x="189988" y="99179"/>
                  </a:lnTo>
                  <a:lnTo>
                    <a:pt x="184403" y="102584"/>
                  </a:lnTo>
                  <a:lnTo>
                    <a:pt x="162853" y="117490"/>
                  </a:lnTo>
                  <a:lnTo>
                    <a:pt x="117752" y="145018"/>
                  </a:lnTo>
                  <a:lnTo>
                    <a:pt x="74366" y="168973"/>
                  </a:lnTo>
                  <a:lnTo>
                    <a:pt x="54101" y="179736"/>
                  </a:lnTo>
                  <a:lnTo>
                    <a:pt x="33837" y="190785"/>
                  </a:lnTo>
                  <a:lnTo>
                    <a:pt x="13715" y="202406"/>
                  </a:lnTo>
                  <a:lnTo>
                    <a:pt x="6095" y="206978"/>
                  </a:lnTo>
                  <a:lnTo>
                    <a:pt x="2285" y="207740"/>
                  </a:lnTo>
                  <a:lnTo>
                    <a:pt x="0" y="215360"/>
                  </a:lnTo>
                  <a:lnTo>
                    <a:pt x="14978" y="216527"/>
                  </a:lnTo>
                  <a:lnTo>
                    <a:pt x="30099" y="216693"/>
                  </a:lnTo>
                  <a:lnTo>
                    <a:pt x="45219" y="216003"/>
                  </a:lnTo>
                  <a:lnTo>
                    <a:pt x="60197" y="214598"/>
                  </a:lnTo>
                  <a:lnTo>
                    <a:pt x="87618" y="210800"/>
                  </a:lnTo>
                  <a:lnTo>
                    <a:pt x="114966" y="206501"/>
                  </a:lnTo>
                  <a:lnTo>
                    <a:pt x="142172" y="202060"/>
                  </a:lnTo>
                  <a:lnTo>
                    <a:pt x="169163" y="197834"/>
                  </a:lnTo>
                  <a:lnTo>
                    <a:pt x="186308" y="195119"/>
                  </a:lnTo>
                  <a:lnTo>
                    <a:pt x="203454" y="192690"/>
                  </a:lnTo>
                  <a:lnTo>
                    <a:pt x="220598" y="190547"/>
                  </a:lnTo>
                  <a:lnTo>
                    <a:pt x="237744" y="188690"/>
                  </a:lnTo>
                  <a:lnTo>
                    <a:pt x="240565" y="188892"/>
                  </a:lnTo>
                  <a:lnTo>
                    <a:pt x="234029" y="190880"/>
                  </a:lnTo>
                  <a:lnTo>
                    <a:pt x="224778" y="193297"/>
                  </a:lnTo>
                  <a:lnTo>
                    <a:pt x="219455" y="19478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9" name="Google Shape;1609;p12"/>
            <p:cNvGrpSpPr/>
            <p:nvPr/>
          </p:nvGrpSpPr>
          <p:grpSpPr>
            <a:xfrm>
              <a:off x="7978139" y="2724912"/>
              <a:ext cx="201955" cy="118134"/>
              <a:chOff x="7978139" y="2724912"/>
              <a:chExt cx="201955" cy="118134"/>
            </a:xfrm>
          </p:grpSpPr>
          <p:sp>
            <p:nvSpPr>
              <p:cNvPr id="1610" name="Google Shape;1610;p12"/>
              <p:cNvSpPr/>
              <p:nvPr/>
            </p:nvSpPr>
            <p:spPr>
              <a:xfrm>
                <a:off x="7984235" y="2788920"/>
                <a:ext cx="13335" cy="52069"/>
              </a:xfrm>
              <a:custGeom>
                <a:rect b="b" l="l" r="r" t="t"/>
                <a:pathLst>
                  <a:path extrusionOk="0" h="52069" w="13334">
                    <a:moveTo>
                      <a:pt x="0" y="0"/>
                    </a:moveTo>
                    <a:lnTo>
                      <a:pt x="11430" y="39624"/>
                    </a:lnTo>
                    <a:lnTo>
                      <a:pt x="12954" y="45720"/>
                    </a:lnTo>
                    <a:lnTo>
                      <a:pt x="12954" y="5181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12"/>
              <p:cNvSpPr/>
              <p:nvPr/>
            </p:nvSpPr>
            <p:spPr>
              <a:xfrm>
                <a:off x="7978139" y="2724912"/>
                <a:ext cx="13970" cy="2540"/>
              </a:xfrm>
              <a:custGeom>
                <a:rect b="b" l="l" r="r" t="t"/>
                <a:pathLst>
                  <a:path extrusionOk="0" h="2539" w="13970">
                    <a:moveTo>
                      <a:pt x="0" y="2286"/>
                    </a:moveTo>
                    <a:lnTo>
                      <a:pt x="4572" y="1524"/>
                    </a:lnTo>
                    <a:lnTo>
                      <a:pt x="9144" y="762"/>
                    </a:lnTo>
                    <a:lnTo>
                      <a:pt x="1371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12" name="Google Shape;1612;p12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041360" y="2731744"/>
                <a:ext cx="138734" cy="1113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13" name="Google Shape;1613;p12"/>
            <p:cNvGrpSpPr/>
            <p:nvPr/>
          </p:nvGrpSpPr>
          <p:grpSpPr>
            <a:xfrm>
              <a:off x="8382762" y="2395728"/>
              <a:ext cx="118110" cy="134874"/>
              <a:chOff x="8382762" y="2395728"/>
              <a:chExt cx="118110" cy="134874"/>
            </a:xfrm>
          </p:grpSpPr>
          <p:sp>
            <p:nvSpPr>
              <p:cNvPr id="1614" name="Google Shape;1614;p12"/>
              <p:cNvSpPr/>
              <p:nvPr/>
            </p:nvSpPr>
            <p:spPr>
              <a:xfrm>
                <a:off x="8421624" y="2395728"/>
                <a:ext cx="3810" cy="93345"/>
              </a:xfrm>
              <a:custGeom>
                <a:rect b="b" l="l" r="r" t="t"/>
                <a:pathLst>
                  <a:path extrusionOk="0" h="93344" w="3809">
                    <a:moveTo>
                      <a:pt x="0" y="0"/>
                    </a:moveTo>
                    <a:lnTo>
                      <a:pt x="678" y="11310"/>
                    </a:lnTo>
                    <a:lnTo>
                      <a:pt x="1428" y="22478"/>
                    </a:lnTo>
                    <a:lnTo>
                      <a:pt x="2035" y="33647"/>
                    </a:lnTo>
                    <a:lnTo>
                      <a:pt x="2286" y="44958"/>
                    </a:lnTo>
                    <a:lnTo>
                      <a:pt x="2940" y="54911"/>
                    </a:lnTo>
                    <a:lnTo>
                      <a:pt x="3524" y="65151"/>
                    </a:lnTo>
                    <a:lnTo>
                      <a:pt x="3679" y="75390"/>
                    </a:lnTo>
                    <a:lnTo>
                      <a:pt x="3048" y="85344"/>
                    </a:lnTo>
                    <a:lnTo>
                      <a:pt x="2286" y="87630"/>
                    </a:lnTo>
                    <a:lnTo>
                      <a:pt x="2286" y="90678"/>
                    </a:lnTo>
                    <a:lnTo>
                      <a:pt x="1524" y="9296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12"/>
              <p:cNvSpPr/>
              <p:nvPr/>
            </p:nvSpPr>
            <p:spPr>
              <a:xfrm>
                <a:off x="8382762" y="2511552"/>
                <a:ext cx="118110" cy="19050"/>
              </a:xfrm>
              <a:custGeom>
                <a:rect b="b" l="l" r="r" t="t"/>
                <a:pathLst>
                  <a:path extrusionOk="0" h="19050" w="118109">
                    <a:moveTo>
                      <a:pt x="0" y="19050"/>
                    </a:moveTo>
                    <a:lnTo>
                      <a:pt x="38790" y="12084"/>
                    </a:lnTo>
                    <a:lnTo>
                      <a:pt x="65543" y="6024"/>
                    </a:lnTo>
                    <a:lnTo>
                      <a:pt x="79343" y="3619"/>
                    </a:lnTo>
                    <a:lnTo>
                      <a:pt x="93285" y="2071"/>
                    </a:lnTo>
                    <a:lnTo>
                      <a:pt x="107442" y="1523"/>
                    </a:lnTo>
                    <a:lnTo>
                      <a:pt x="115062" y="761"/>
                    </a:lnTo>
                    <a:lnTo>
                      <a:pt x="116586" y="0"/>
                    </a:lnTo>
                    <a:lnTo>
                      <a:pt x="118110" y="609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16" name="Google Shape;1616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372830" y="2603754"/>
              <a:ext cx="143281" cy="177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7" name="Google Shape;1617;p12"/>
            <p:cNvSpPr/>
            <p:nvPr/>
          </p:nvSpPr>
          <p:spPr>
            <a:xfrm>
              <a:off x="8629650" y="2244851"/>
              <a:ext cx="153035" cy="510540"/>
            </a:xfrm>
            <a:custGeom>
              <a:rect b="b" l="l" r="r" t="t"/>
              <a:pathLst>
                <a:path extrusionOk="0" h="510539" w="153034">
                  <a:moveTo>
                    <a:pt x="0" y="0"/>
                  </a:moveTo>
                  <a:lnTo>
                    <a:pt x="30003" y="25717"/>
                  </a:lnTo>
                  <a:lnTo>
                    <a:pt x="57150" y="54863"/>
                  </a:lnTo>
                  <a:lnTo>
                    <a:pt x="93059" y="100107"/>
                  </a:lnTo>
                  <a:lnTo>
                    <a:pt x="122682" y="149351"/>
                  </a:lnTo>
                  <a:lnTo>
                    <a:pt x="143541" y="207073"/>
                  </a:lnTo>
                  <a:lnTo>
                    <a:pt x="152400" y="268223"/>
                  </a:lnTo>
                  <a:lnTo>
                    <a:pt x="152650" y="300966"/>
                  </a:lnTo>
                  <a:lnTo>
                    <a:pt x="149828" y="332993"/>
                  </a:lnTo>
                  <a:lnTo>
                    <a:pt x="134112" y="395477"/>
                  </a:lnTo>
                  <a:lnTo>
                    <a:pt x="112871" y="441578"/>
                  </a:lnTo>
                  <a:lnTo>
                    <a:pt x="83058" y="483108"/>
                  </a:lnTo>
                  <a:lnTo>
                    <a:pt x="53804" y="508396"/>
                  </a:lnTo>
                  <a:lnTo>
                    <a:pt x="41910" y="510540"/>
                  </a:lnTo>
                  <a:lnTo>
                    <a:pt x="35052" y="507492"/>
                  </a:lnTo>
                  <a:lnTo>
                    <a:pt x="32766" y="505968"/>
                  </a:lnTo>
                  <a:lnTo>
                    <a:pt x="33528" y="49834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12"/>
            <p:cNvSpPr/>
            <p:nvPr/>
          </p:nvSpPr>
          <p:spPr>
            <a:xfrm>
              <a:off x="7360919" y="3072383"/>
              <a:ext cx="1379220" cy="128905"/>
            </a:xfrm>
            <a:custGeom>
              <a:rect b="b" l="l" r="r" t="t"/>
              <a:pathLst>
                <a:path extrusionOk="0" h="128905" w="1379220">
                  <a:moveTo>
                    <a:pt x="0" y="56387"/>
                  </a:moveTo>
                  <a:lnTo>
                    <a:pt x="33968" y="90035"/>
                  </a:lnTo>
                  <a:lnTo>
                    <a:pt x="67841" y="112704"/>
                  </a:lnTo>
                  <a:lnTo>
                    <a:pt x="113133" y="126182"/>
                  </a:lnTo>
                  <a:lnTo>
                    <a:pt x="137922" y="128777"/>
                  </a:lnTo>
                  <a:lnTo>
                    <a:pt x="171711" y="128599"/>
                  </a:lnTo>
                  <a:lnTo>
                    <a:pt x="237577" y="118812"/>
                  </a:lnTo>
                  <a:lnTo>
                    <a:pt x="308562" y="98214"/>
                  </a:lnTo>
                  <a:lnTo>
                    <a:pt x="346329" y="84867"/>
                  </a:lnTo>
                  <a:lnTo>
                    <a:pt x="384095" y="71377"/>
                  </a:lnTo>
                  <a:lnTo>
                    <a:pt x="422148" y="58673"/>
                  </a:lnTo>
                  <a:lnTo>
                    <a:pt x="461045" y="47613"/>
                  </a:lnTo>
                  <a:lnTo>
                    <a:pt x="500157" y="38766"/>
                  </a:lnTo>
                  <a:lnTo>
                    <a:pt x="539698" y="32635"/>
                  </a:lnTo>
                  <a:lnTo>
                    <a:pt x="579882" y="29717"/>
                  </a:lnTo>
                  <a:lnTo>
                    <a:pt x="619494" y="29575"/>
                  </a:lnTo>
                  <a:lnTo>
                    <a:pt x="658463" y="32575"/>
                  </a:lnTo>
                  <a:lnTo>
                    <a:pt x="697003" y="38719"/>
                  </a:lnTo>
                  <a:lnTo>
                    <a:pt x="735330" y="48005"/>
                  </a:lnTo>
                  <a:lnTo>
                    <a:pt x="800576" y="69056"/>
                  </a:lnTo>
                  <a:lnTo>
                    <a:pt x="864108" y="95249"/>
                  </a:lnTo>
                  <a:lnTo>
                    <a:pt x="909756" y="117431"/>
                  </a:lnTo>
                  <a:lnTo>
                    <a:pt x="929640" y="128777"/>
                  </a:lnTo>
                  <a:lnTo>
                    <a:pt x="928878" y="128015"/>
                  </a:lnTo>
                  <a:lnTo>
                    <a:pt x="933450" y="128777"/>
                  </a:lnTo>
                  <a:lnTo>
                    <a:pt x="937260" y="121157"/>
                  </a:lnTo>
                  <a:lnTo>
                    <a:pt x="941069" y="114299"/>
                  </a:lnTo>
                  <a:lnTo>
                    <a:pt x="973359" y="86486"/>
                  </a:lnTo>
                  <a:lnTo>
                    <a:pt x="1025985" y="66413"/>
                  </a:lnTo>
                  <a:lnTo>
                    <a:pt x="1071705" y="61031"/>
                  </a:lnTo>
                  <a:lnTo>
                    <a:pt x="1094994" y="60197"/>
                  </a:lnTo>
                  <a:lnTo>
                    <a:pt x="1116591" y="60471"/>
                  </a:lnTo>
                  <a:lnTo>
                    <a:pt x="1138047" y="61245"/>
                  </a:lnTo>
                  <a:lnTo>
                    <a:pt x="1159502" y="62448"/>
                  </a:lnTo>
                  <a:lnTo>
                    <a:pt x="1181100" y="64007"/>
                  </a:lnTo>
                  <a:lnTo>
                    <a:pt x="1198685" y="65222"/>
                  </a:lnTo>
                  <a:lnTo>
                    <a:pt x="1216056" y="66293"/>
                  </a:lnTo>
                  <a:lnTo>
                    <a:pt x="1233285" y="66794"/>
                  </a:lnTo>
                  <a:lnTo>
                    <a:pt x="1250442" y="66293"/>
                  </a:lnTo>
                  <a:lnTo>
                    <a:pt x="1303270" y="56221"/>
                  </a:lnTo>
                  <a:lnTo>
                    <a:pt x="1338393" y="40290"/>
                  </a:lnTo>
                  <a:lnTo>
                    <a:pt x="1367039" y="16097"/>
                  </a:lnTo>
                  <a:lnTo>
                    <a:pt x="137922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19" name="Google Shape;1619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442428" y="1994890"/>
              <a:ext cx="142544" cy="2385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0" name="Google Shape;1620;p12"/>
            <p:cNvSpPr/>
            <p:nvPr/>
          </p:nvSpPr>
          <p:spPr>
            <a:xfrm>
              <a:off x="7805166" y="2074164"/>
              <a:ext cx="789940" cy="93345"/>
            </a:xfrm>
            <a:custGeom>
              <a:rect b="b" l="l" r="r" t="t"/>
              <a:pathLst>
                <a:path extrusionOk="0" h="93344" w="789940">
                  <a:moveTo>
                    <a:pt x="0" y="92963"/>
                  </a:moveTo>
                  <a:lnTo>
                    <a:pt x="22038" y="55042"/>
                  </a:lnTo>
                  <a:lnTo>
                    <a:pt x="56947" y="34730"/>
                  </a:lnTo>
                  <a:lnTo>
                    <a:pt x="103167" y="27384"/>
                  </a:lnTo>
                  <a:lnTo>
                    <a:pt x="114204" y="27431"/>
                  </a:lnTo>
                  <a:lnTo>
                    <a:pt x="155257" y="40576"/>
                  </a:lnTo>
                  <a:lnTo>
                    <a:pt x="192500" y="61912"/>
                  </a:lnTo>
                  <a:lnTo>
                    <a:pt x="202132" y="67127"/>
                  </a:lnTo>
                  <a:lnTo>
                    <a:pt x="240875" y="81379"/>
                  </a:lnTo>
                  <a:lnTo>
                    <a:pt x="276510" y="83915"/>
                  </a:lnTo>
                  <a:lnTo>
                    <a:pt x="289381" y="82950"/>
                  </a:lnTo>
                  <a:lnTo>
                    <a:pt x="330708" y="64769"/>
                  </a:lnTo>
                  <a:lnTo>
                    <a:pt x="354330" y="35051"/>
                  </a:lnTo>
                  <a:lnTo>
                    <a:pt x="358140" y="34289"/>
                  </a:lnTo>
                  <a:lnTo>
                    <a:pt x="361950" y="32765"/>
                  </a:lnTo>
                  <a:lnTo>
                    <a:pt x="366522" y="35813"/>
                  </a:lnTo>
                  <a:lnTo>
                    <a:pt x="370332" y="37337"/>
                  </a:lnTo>
                  <a:lnTo>
                    <a:pt x="417492" y="43945"/>
                  </a:lnTo>
                  <a:lnTo>
                    <a:pt x="429672" y="44100"/>
                  </a:lnTo>
                  <a:lnTo>
                    <a:pt x="441709" y="43541"/>
                  </a:lnTo>
                  <a:lnTo>
                    <a:pt x="453390" y="41909"/>
                  </a:lnTo>
                  <a:lnTo>
                    <a:pt x="466986" y="39123"/>
                  </a:lnTo>
                  <a:lnTo>
                    <a:pt x="480441" y="35623"/>
                  </a:lnTo>
                  <a:lnTo>
                    <a:pt x="493895" y="31837"/>
                  </a:lnTo>
                  <a:lnTo>
                    <a:pt x="507492" y="28193"/>
                  </a:lnTo>
                  <a:lnTo>
                    <a:pt x="550997" y="15763"/>
                  </a:lnTo>
                  <a:lnTo>
                    <a:pt x="595122" y="6381"/>
                  </a:lnTo>
                  <a:lnTo>
                    <a:pt x="639579" y="964"/>
                  </a:lnTo>
                  <a:lnTo>
                    <a:pt x="683514" y="0"/>
                  </a:lnTo>
                  <a:lnTo>
                    <a:pt x="698908" y="1452"/>
                  </a:lnTo>
                  <a:lnTo>
                    <a:pt x="742950" y="17525"/>
                  </a:lnTo>
                  <a:lnTo>
                    <a:pt x="774192" y="47243"/>
                  </a:lnTo>
                  <a:lnTo>
                    <a:pt x="778764" y="54101"/>
                  </a:lnTo>
                  <a:lnTo>
                    <a:pt x="783336" y="58673"/>
                  </a:lnTo>
                  <a:lnTo>
                    <a:pt x="784860" y="59435"/>
                  </a:lnTo>
                  <a:lnTo>
                    <a:pt x="789432" y="64769"/>
                  </a:lnTo>
                  <a:lnTo>
                    <a:pt x="787908" y="59435"/>
                  </a:lnTo>
                  <a:lnTo>
                    <a:pt x="787146" y="56387"/>
                  </a:lnTo>
                  <a:lnTo>
                    <a:pt x="786384" y="54101"/>
                  </a:lnTo>
                  <a:lnTo>
                    <a:pt x="785622" y="51053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1" name="Google Shape;1621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979352" y="2261590"/>
              <a:ext cx="77298" cy="1258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2" name="Google Shape;1622;p12"/>
          <p:cNvGrpSpPr/>
          <p:nvPr/>
        </p:nvGrpSpPr>
        <p:grpSpPr>
          <a:xfrm>
            <a:off x="429095" y="3806950"/>
            <a:ext cx="9364979" cy="3449336"/>
            <a:chOff x="1939289" y="3408182"/>
            <a:chExt cx="7197090" cy="2368564"/>
          </a:xfrm>
        </p:grpSpPr>
        <p:sp>
          <p:nvSpPr>
            <p:cNvPr id="1623" name="Google Shape;1623;p12"/>
            <p:cNvSpPr/>
            <p:nvPr/>
          </p:nvSpPr>
          <p:spPr>
            <a:xfrm>
              <a:off x="1939289" y="3408182"/>
              <a:ext cx="7197090" cy="158115"/>
            </a:xfrm>
            <a:custGeom>
              <a:rect b="b" l="l" r="r" t="t"/>
              <a:pathLst>
                <a:path extrusionOk="0" h="158114" w="7197090">
                  <a:moveTo>
                    <a:pt x="0" y="57393"/>
                  </a:moveTo>
                  <a:lnTo>
                    <a:pt x="29158" y="57476"/>
                  </a:lnTo>
                  <a:lnTo>
                    <a:pt x="58388" y="57488"/>
                  </a:lnTo>
                  <a:lnTo>
                    <a:pt x="87760" y="57071"/>
                  </a:lnTo>
                  <a:lnTo>
                    <a:pt x="117348" y="55869"/>
                  </a:lnTo>
                  <a:lnTo>
                    <a:pt x="152661" y="53357"/>
                  </a:lnTo>
                  <a:lnTo>
                    <a:pt x="187833" y="50630"/>
                  </a:lnTo>
                  <a:lnTo>
                    <a:pt x="223004" y="48047"/>
                  </a:lnTo>
                  <a:lnTo>
                    <a:pt x="302895" y="44391"/>
                  </a:lnTo>
                  <a:lnTo>
                    <a:pt x="347472" y="43105"/>
                  </a:lnTo>
                  <a:lnTo>
                    <a:pt x="392049" y="42105"/>
                  </a:lnTo>
                  <a:lnTo>
                    <a:pt x="436626" y="41391"/>
                  </a:lnTo>
                  <a:lnTo>
                    <a:pt x="491490" y="39922"/>
                  </a:lnTo>
                  <a:lnTo>
                    <a:pt x="546354" y="38233"/>
                  </a:lnTo>
                  <a:lnTo>
                    <a:pt x="601218" y="36289"/>
                  </a:lnTo>
                  <a:lnTo>
                    <a:pt x="656082" y="34051"/>
                  </a:lnTo>
                  <a:lnTo>
                    <a:pt x="710946" y="31485"/>
                  </a:lnTo>
                  <a:lnTo>
                    <a:pt x="762152" y="29120"/>
                  </a:lnTo>
                  <a:lnTo>
                    <a:pt x="813358" y="26645"/>
                  </a:lnTo>
                  <a:lnTo>
                    <a:pt x="864565" y="24133"/>
                  </a:lnTo>
                  <a:lnTo>
                    <a:pt x="915771" y="21658"/>
                  </a:lnTo>
                  <a:lnTo>
                    <a:pt x="966978" y="19293"/>
                  </a:lnTo>
                  <a:lnTo>
                    <a:pt x="1017880" y="17056"/>
                  </a:lnTo>
                  <a:lnTo>
                    <a:pt x="1068717" y="14925"/>
                  </a:lnTo>
                  <a:lnTo>
                    <a:pt x="1119513" y="12915"/>
                  </a:lnTo>
                  <a:lnTo>
                    <a:pt x="1170296" y="11038"/>
                  </a:lnTo>
                  <a:lnTo>
                    <a:pt x="1221092" y="9307"/>
                  </a:lnTo>
                  <a:lnTo>
                    <a:pt x="1271929" y="7736"/>
                  </a:lnTo>
                  <a:lnTo>
                    <a:pt x="1322832" y="6339"/>
                  </a:lnTo>
                  <a:lnTo>
                    <a:pt x="1372799" y="4829"/>
                  </a:lnTo>
                  <a:lnTo>
                    <a:pt x="1422851" y="3404"/>
                  </a:lnTo>
                  <a:lnTo>
                    <a:pt x="1472945" y="2148"/>
                  </a:lnTo>
                  <a:lnTo>
                    <a:pt x="1523040" y="1146"/>
                  </a:lnTo>
                  <a:lnTo>
                    <a:pt x="1573092" y="483"/>
                  </a:lnTo>
                  <a:lnTo>
                    <a:pt x="1623060" y="243"/>
                  </a:lnTo>
                  <a:lnTo>
                    <a:pt x="1672265" y="0"/>
                  </a:lnTo>
                  <a:lnTo>
                    <a:pt x="1721555" y="74"/>
                  </a:lnTo>
                  <a:lnTo>
                    <a:pt x="1770888" y="529"/>
                  </a:lnTo>
                  <a:lnTo>
                    <a:pt x="1820220" y="1428"/>
                  </a:lnTo>
                  <a:lnTo>
                    <a:pt x="1869510" y="2836"/>
                  </a:lnTo>
                  <a:lnTo>
                    <a:pt x="1918716" y="4815"/>
                  </a:lnTo>
                  <a:lnTo>
                    <a:pt x="1967427" y="7066"/>
                  </a:lnTo>
                  <a:lnTo>
                    <a:pt x="2016054" y="9867"/>
                  </a:lnTo>
                  <a:lnTo>
                    <a:pt x="2064639" y="13006"/>
                  </a:lnTo>
                  <a:lnTo>
                    <a:pt x="2113223" y="16273"/>
                  </a:lnTo>
                  <a:lnTo>
                    <a:pt x="2161850" y="19455"/>
                  </a:lnTo>
                  <a:lnTo>
                    <a:pt x="2210562" y="22341"/>
                  </a:lnTo>
                  <a:lnTo>
                    <a:pt x="2261291" y="25258"/>
                  </a:lnTo>
                  <a:lnTo>
                    <a:pt x="2312105" y="27901"/>
                  </a:lnTo>
                  <a:lnTo>
                    <a:pt x="2362962" y="30247"/>
                  </a:lnTo>
                  <a:lnTo>
                    <a:pt x="2413818" y="32275"/>
                  </a:lnTo>
                  <a:lnTo>
                    <a:pt x="2464632" y="33965"/>
                  </a:lnTo>
                  <a:lnTo>
                    <a:pt x="2515362" y="35295"/>
                  </a:lnTo>
                  <a:lnTo>
                    <a:pt x="2568377" y="36639"/>
                  </a:lnTo>
                  <a:lnTo>
                    <a:pt x="2621477" y="37666"/>
                  </a:lnTo>
                  <a:lnTo>
                    <a:pt x="2674620" y="38438"/>
                  </a:lnTo>
                  <a:lnTo>
                    <a:pt x="2727762" y="39020"/>
                  </a:lnTo>
                  <a:lnTo>
                    <a:pt x="2780862" y="39475"/>
                  </a:lnTo>
                  <a:lnTo>
                    <a:pt x="2833878" y="39867"/>
                  </a:lnTo>
                  <a:lnTo>
                    <a:pt x="2886837" y="40749"/>
                  </a:lnTo>
                  <a:lnTo>
                    <a:pt x="2939796" y="41842"/>
                  </a:lnTo>
                  <a:lnTo>
                    <a:pt x="2992755" y="43105"/>
                  </a:lnTo>
                  <a:lnTo>
                    <a:pt x="3045714" y="44495"/>
                  </a:lnTo>
                  <a:lnTo>
                    <a:pt x="3098673" y="45970"/>
                  </a:lnTo>
                  <a:lnTo>
                    <a:pt x="3151632" y="47487"/>
                  </a:lnTo>
                  <a:lnTo>
                    <a:pt x="3205842" y="49291"/>
                  </a:lnTo>
                  <a:lnTo>
                    <a:pt x="3260053" y="51375"/>
                  </a:lnTo>
                  <a:lnTo>
                    <a:pt x="3314264" y="53645"/>
                  </a:lnTo>
                  <a:lnTo>
                    <a:pt x="3368475" y="56009"/>
                  </a:lnTo>
                  <a:lnTo>
                    <a:pt x="3422686" y="58373"/>
                  </a:lnTo>
                  <a:lnTo>
                    <a:pt x="3476897" y="60643"/>
                  </a:lnTo>
                  <a:lnTo>
                    <a:pt x="3531108" y="62727"/>
                  </a:lnTo>
                  <a:lnTo>
                    <a:pt x="3580257" y="64949"/>
                  </a:lnTo>
                  <a:lnTo>
                    <a:pt x="3629406" y="67045"/>
                  </a:lnTo>
                  <a:lnTo>
                    <a:pt x="3678555" y="69013"/>
                  </a:lnTo>
                  <a:lnTo>
                    <a:pt x="3727704" y="70855"/>
                  </a:lnTo>
                  <a:lnTo>
                    <a:pt x="3776853" y="72569"/>
                  </a:lnTo>
                  <a:lnTo>
                    <a:pt x="3826002" y="74157"/>
                  </a:lnTo>
                  <a:lnTo>
                    <a:pt x="3874448" y="75677"/>
                  </a:lnTo>
                  <a:lnTo>
                    <a:pt x="3923001" y="77177"/>
                  </a:lnTo>
                  <a:lnTo>
                    <a:pt x="3971639" y="78634"/>
                  </a:lnTo>
                  <a:lnTo>
                    <a:pt x="4020340" y="80027"/>
                  </a:lnTo>
                  <a:lnTo>
                    <a:pt x="4069083" y="81336"/>
                  </a:lnTo>
                  <a:lnTo>
                    <a:pt x="4117848" y="82539"/>
                  </a:lnTo>
                  <a:lnTo>
                    <a:pt x="4167381" y="83569"/>
                  </a:lnTo>
                  <a:lnTo>
                    <a:pt x="4216936" y="84430"/>
                  </a:lnTo>
                  <a:lnTo>
                    <a:pt x="4266533" y="85206"/>
                  </a:lnTo>
                  <a:lnTo>
                    <a:pt x="4316193" y="85982"/>
                  </a:lnTo>
                  <a:lnTo>
                    <a:pt x="4365938" y="86843"/>
                  </a:lnTo>
                  <a:lnTo>
                    <a:pt x="4415790" y="87873"/>
                  </a:lnTo>
                  <a:lnTo>
                    <a:pt x="4466735" y="89179"/>
                  </a:lnTo>
                  <a:lnTo>
                    <a:pt x="4517680" y="90485"/>
                  </a:lnTo>
                  <a:lnTo>
                    <a:pt x="4568625" y="91792"/>
                  </a:lnTo>
                  <a:lnTo>
                    <a:pt x="4619570" y="93098"/>
                  </a:lnTo>
                  <a:lnTo>
                    <a:pt x="4670515" y="94404"/>
                  </a:lnTo>
                  <a:lnTo>
                    <a:pt x="4721460" y="95711"/>
                  </a:lnTo>
                  <a:lnTo>
                    <a:pt x="4772406" y="97017"/>
                  </a:lnTo>
                  <a:lnTo>
                    <a:pt x="4826361" y="98468"/>
                  </a:lnTo>
                  <a:lnTo>
                    <a:pt x="4880353" y="100028"/>
                  </a:lnTo>
                  <a:lnTo>
                    <a:pt x="4934419" y="101625"/>
                  </a:lnTo>
                  <a:lnTo>
                    <a:pt x="4988594" y="103186"/>
                  </a:lnTo>
                  <a:lnTo>
                    <a:pt x="5042916" y="104637"/>
                  </a:lnTo>
                  <a:lnTo>
                    <a:pt x="5096859" y="105551"/>
                  </a:lnTo>
                  <a:lnTo>
                    <a:pt x="5150766" y="106466"/>
                  </a:lnTo>
                  <a:lnTo>
                    <a:pt x="5204600" y="107380"/>
                  </a:lnTo>
                  <a:lnTo>
                    <a:pt x="5258324" y="108295"/>
                  </a:lnTo>
                  <a:lnTo>
                    <a:pt x="5311902" y="109209"/>
                  </a:lnTo>
                  <a:lnTo>
                    <a:pt x="5362982" y="109974"/>
                  </a:lnTo>
                  <a:lnTo>
                    <a:pt x="5414106" y="110758"/>
                  </a:lnTo>
                  <a:lnTo>
                    <a:pt x="5465261" y="111580"/>
                  </a:lnTo>
                  <a:lnTo>
                    <a:pt x="5516435" y="112458"/>
                  </a:lnTo>
                  <a:lnTo>
                    <a:pt x="5567616" y="113411"/>
                  </a:lnTo>
                  <a:lnTo>
                    <a:pt x="5618790" y="114458"/>
                  </a:lnTo>
                  <a:lnTo>
                    <a:pt x="5669945" y="115618"/>
                  </a:lnTo>
                  <a:lnTo>
                    <a:pt x="5721069" y="116910"/>
                  </a:lnTo>
                  <a:lnTo>
                    <a:pt x="5772150" y="118353"/>
                  </a:lnTo>
                  <a:lnTo>
                    <a:pt x="5820698" y="119816"/>
                  </a:lnTo>
                  <a:lnTo>
                    <a:pt x="5869393" y="121462"/>
                  </a:lnTo>
                  <a:lnTo>
                    <a:pt x="5918197" y="123291"/>
                  </a:lnTo>
                  <a:lnTo>
                    <a:pt x="5967075" y="125302"/>
                  </a:lnTo>
                  <a:lnTo>
                    <a:pt x="6015990" y="127497"/>
                  </a:lnTo>
                  <a:lnTo>
                    <a:pt x="6071425" y="129890"/>
                  </a:lnTo>
                  <a:lnTo>
                    <a:pt x="6126861" y="132355"/>
                  </a:lnTo>
                  <a:lnTo>
                    <a:pt x="6182296" y="134676"/>
                  </a:lnTo>
                  <a:lnTo>
                    <a:pt x="6237732" y="136641"/>
                  </a:lnTo>
                  <a:lnTo>
                    <a:pt x="6290265" y="138874"/>
                  </a:lnTo>
                  <a:lnTo>
                    <a:pt x="6342719" y="140973"/>
                  </a:lnTo>
                  <a:lnTo>
                    <a:pt x="6395106" y="142899"/>
                  </a:lnTo>
                  <a:lnTo>
                    <a:pt x="6447439" y="144612"/>
                  </a:lnTo>
                  <a:lnTo>
                    <a:pt x="6499733" y="146071"/>
                  </a:lnTo>
                  <a:lnTo>
                    <a:pt x="6552000" y="147238"/>
                  </a:lnTo>
                  <a:lnTo>
                    <a:pt x="6604254" y="148071"/>
                  </a:lnTo>
                  <a:lnTo>
                    <a:pt x="6653855" y="148511"/>
                  </a:lnTo>
                  <a:lnTo>
                    <a:pt x="6703313" y="148738"/>
                  </a:lnTo>
                  <a:lnTo>
                    <a:pt x="6752772" y="148821"/>
                  </a:lnTo>
                  <a:lnTo>
                    <a:pt x="6802374" y="148833"/>
                  </a:lnTo>
                  <a:lnTo>
                    <a:pt x="6852202" y="149284"/>
                  </a:lnTo>
                  <a:lnTo>
                    <a:pt x="6901994" y="149699"/>
                  </a:lnTo>
                  <a:lnTo>
                    <a:pt x="6951713" y="150040"/>
                  </a:lnTo>
                  <a:lnTo>
                    <a:pt x="7001323" y="150272"/>
                  </a:lnTo>
                  <a:lnTo>
                    <a:pt x="7050785" y="150357"/>
                  </a:lnTo>
                  <a:lnTo>
                    <a:pt x="7076384" y="150250"/>
                  </a:lnTo>
                  <a:lnTo>
                    <a:pt x="7101839" y="150071"/>
                  </a:lnTo>
                  <a:lnTo>
                    <a:pt x="7127295" y="150035"/>
                  </a:lnTo>
                  <a:lnTo>
                    <a:pt x="7152894" y="150357"/>
                  </a:lnTo>
                  <a:lnTo>
                    <a:pt x="7162335" y="150524"/>
                  </a:lnTo>
                  <a:lnTo>
                    <a:pt x="7174134" y="150547"/>
                  </a:lnTo>
                  <a:lnTo>
                    <a:pt x="7185790" y="151428"/>
                  </a:lnTo>
                  <a:lnTo>
                    <a:pt x="7194804" y="154167"/>
                  </a:lnTo>
                  <a:lnTo>
                    <a:pt x="7196328" y="155691"/>
                  </a:lnTo>
                  <a:lnTo>
                    <a:pt x="7197090" y="155691"/>
                  </a:lnTo>
                  <a:lnTo>
                    <a:pt x="7196328" y="157215"/>
                  </a:lnTo>
                  <a:lnTo>
                    <a:pt x="7180028" y="157870"/>
                  </a:lnTo>
                  <a:lnTo>
                    <a:pt x="7164800" y="156739"/>
                  </a:lnTo>
                  <a:lnTo>
                    <a:pt x="7149715" y="154322"/>
                  </a:lnTo>
                  <a:lnTo>
                    <a:pt x="7133844" y="151119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4" name="Google Shape;1624;p12"/>
            <p:cNvGrpSpPr/>
            <p:nvPr/>
          </p:nvGrpSpPr>
          <p:grpSpPr>
            <a:xfrm>
              <a:off x="4888966" y="3872458"/>
              <a:ext cx="410006" cy="386384"/>
              <a:chOff x="4888966" y="3872458"/>
              <a:chExt cx="410006" cy="386384"/>
            </a:xfrm>
          </p:grpSpPr>
          <p:pic>
            <p:nvPicPr>
              <p:cNvPr id="1625" name="Google Shape;1625;p12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888966" y="3872458"/>
                <a:ext cx="145878" cy="3200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6" name="Google Shape;1626;p12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063607" y="4130776"/>
                <a:ext cx="235365" cy="1280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27" name="Google Shape;1627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366740" y="4046956"/>
              <a:ext cx="105968" cy="700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28" name="Google Shape;1628;p12"/>
            <p:cNvGrpSpPr/>
            <p:nvPr/>
          </p:nvGrpSpPr>
          <p:grpSpPr>
            <a:xfrm>
              <a:off x="5684519" y="3737584"/>
              <a:ext cx="740689" cy="575336"/>
              <a:chOff x="5684519" y="3737584"/>
              <a:chExt cx="740689" cy="575336"/>
            </a:xfrm>
          </p:grpSpPr>
          <p:pic>
            <p:nvPicPr>
              <p:cNvPr id="1629" name="Google Shape;1629;p12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737072" y="3905224"/>
                <a:ext cx="277418" cy="25379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0" name="Google Shape;1630;p12"/>
              <p:cNvSpPr/>
              <p:nvPr/>
            </p:nvSpPr>
            <p:spPr>
              <a:xfrm>
                <a:off x="6042659" y="3864102"/>
                <a:ext cx="64135" cy="260985"/>
              </a:xfrm>
              <a:custGeom>
                <a:rect b="b" l="l" r="r" t="t"/>
                <a:pathLst>
                  <a:path extrusionOk="0" h="260985" w="64135">
                    <a:moveTo>
                      <a:pt x="6858" y="0"/>
                    </a:moveTo>
                    <a:lnTo>
                      <a:pt x="17347" y="18633"/>
                    </a:lnTo>
                    <a:lnTo>
                      <a:pt x="27908" y="37052"/>
                    </a:lnTo>
                    <a:lnTo>
                      <a:pt x="38040" y="55614"/>
                    </a:lnTo>
                    <a:lnTo>
                      <a:pt x="54578" y="94726"/>
                    </a:lnTo>
                    <a:lnTo>
                      <a:pt x="62674" y="135969"/>
                    </a:lnTo>
                    <a:lnTo>
                      <a:pt x="64008" y="157734"/>
                    </a:lnTo>
                    <a:lnTo>
                      <a:pt x="62888" y="177534"/>
                    </a:lnTo>
                    <a:lnTo>
                      <a:pt x="50934" y="214848"/>
                    </a:lnTo>
                    <a:lnTo>
                      <a:pt x="22193" y="248983"/>
                    </a:lnTo>
                    <a:lnTo>
                      <a:pt x="11775" y="255008"/>
                    </a:lnTo>
                    <a:lnTo>
                      <a:pt x="0" y="26060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12"/>
              <p:cNvSpPr/>
              <p:nvPr/>
            </p:nvSpPr>
            <p:spPr>
              <a:xfrm>
                <a:off x="5684519" y="3957828"/>
                <a:ext cx="170815" cy="274955"/>
              </a:xfrm>
              <a:custGeom>
                <a:rect b="b" l="l" r="r" t="t"/>
                <a:pathLst>
                  <a:path extrusionOk="0" h="274954" w="170814">
                    <a:moveTo>
                      <a:pt x="7620" y="0"/>
                    </a:moveTo>
                    <a:lnTo>
                      <a:pt x="3536" y="21002"/>
                    </a:lnTo>
                    <a:lnTo>
                      <a:pt x="1238" y="41148"/>
                    </a:lnTo>
                    <a:lnTo>
                      <a:pt x="226" y="61293"/>
                    </a:lnTo>
                    <a:lnTo>
                      <a:pt x="0" y="82296"/>
                    </a:lnTo>
                    <a:lnTo>
                      <a:pt x="119" y="108906"/>
                    </a:lnTo>
                    <a:lnTo>
                      <a:pt x="3214" y="161270"/>
                    </a:lnTo>
                    <a:lnTo>
                      <a:pt x="11751" y="206442"/>
                    </a:lnTo>
                    <a:lnTo>
                      <a:pt x="26586" y="242423"/>
                    </a:lnTo>
                    <a:lnTo>
                      <a:pt x="69246" y="272605"/>
                    </a:lnTo>
                    <a:lnTo>
                      <a:pt x="86975" y="274486"/>
                    </a:lnTo>
                    <a:lnTo>
                      <a:pt x="103632" y="272796"/>
                    </a:lnTo>
                    <a:lnTo>
                      <a:pt x="122146" y="266164"/>
                    </a:lnTo>
                    <a:lnTo>
                      <a:pt x="139160" y="256317"/>
                    </a:lnTo>
                    <a:lnTo>
                      <a:pt x="155174" y="244613"/>
                    </a:lnTo>
                    <a:lnTo>
                      <a:pt x="170688" y="23240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32" name="Google Shape;1632;p12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068542" y="3737584"/>
                <a:ext cx="92252" cy="1006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3" name="Google Shape;1633;p12"/>
              <p:cNvSpPr/>
              <p:nvPr/>
            </p:nvSpPr>
            <p:spPr>
              <a:xfrm>
                <a:off x="5786627" y="4229100"/>
                <a:ext cx="305435" cy="83820"/>
              </a:xfrm>
              <a:custGeom>
                <a:rect b="b" l="l" r="r" t="t"/>
                <a:pathLst>
                  <a:path extrusionOk="0" h="83820" w="305435">
                    <a:moveTo>
                      <a:pt x="0" y="62484"/>
                    </a:moveTo>
                    <a:lnTo>
                      <a:pt x="34290" y="79248"/>
                    </a:lnTo>
                    <a:lnTo>
                      <a:pt x="43886" y="79819"/>
                    </a:lnTo>
                    <a:lnTo>
                      <a:pt x="53339" y="79248"/>
                    </a:lnTo>
                    <a:lnTo>
                      <a:pt x="62793" y="77533"/>
                    </a:lnTo>
                    <a:lnTo>
                      <a:pt x="72390" y="74676"/>
                    </a:lnTo>
                    <a:lnTo>
                      <a:pt x="86451" y="70020"/>
                    </a:lnTo>
                    <a:lnTo>
                      <a:pt x="100298" y="64865"/>
                    </a:lnTo>
                    <a:lnTo>
                      <a:pt x="114288" y="60424"/>
                    </a:lnTo>
                    <a:lnTo>
                      <a:pt x="128778" y="57912"/>
                    </a:lnTo>
                    <a:lnTo>
                      <a:pt x="136945" y="57269"/>
                    </a:lnTo>
                    <a:lnTo>
                      <a:pt x="144399" y="57912"/>
                    </a:lnTo>
                    <a:lnTo>
                      <a:pt x="151280" y="60269"/>
                    </a:lnTo>
                    <a:lnTo>
                      <a:pt x="157734" y="64770"/>
                    </a:lnTo>
                    <a:lnTo>
                      <a:pt x="163068" y="69342"/>
                    </a:lnTo>
                    <a:lnTo>
                      <a:pt x="166116" y="76200"/>
                    </a:lnTo>
                    <a:lnTo>
                      <a:pt x="169164" y="82296"/>
                    </a:lnTo>
                    <a:lnTo>
                      <a:pt x="169164" y="83058"/>
                    </a:lnTo>
                    <a:lnTo>
                      <a:pt x="169164" y="83820"/>
                    </a:lnTo>
                    <a:lnTo>
                      <a:pt x="172212" y="81534"/>
                    </a:lnTo>
                    <a:lnTo>
                      <a:pt x="201846" y="50780"/>
                    </a:lnTo>
                    <a:lnTo>
                      <a:pt x="224028" y="47244"/>
                    </a:lnTo>
                    <a:lnTo>
                      <a:pt x="232802" y="47553"/>
                    </a:lnTo>
                    <a:lnTo>
                      <a:pt x="241077" y="49149"/>
                    </a:lnTo>
                    <a:lnTo>
                      <a:pt x="249209" y="51315"/>
                    </a:lnTo>
                    <a:lnTo>
                      <a:pt x="257556" y="53340"/>
                    </a:lnTo>
                    <a:lnTo>
                      <a:pt x="264675" y="54864"/>
                    </a:lnTo>
                    <a:lnTo>
                      <a:pt x="272796" y="55816"/>
                    </a:lnTo>
                    <a:lnTo>
                      <a:pt x="280916" y="55911"/>
                    </a:lnTo>
                    <a:lnTo>
                      <a:pt x="288036" y="54864"/>
                    </a:lnTo>
                    <a:lnTo>
                      <a:pt x="305192" y="18180"/>
                    </a:lnTo>
                    <a:lnTo>
                      <a:pt x="304800" y="11430"/>
                    </a:lnTo>
                    <a:lnTo>
                      <a:pt x="304038" y="5334"/>
                    </a:lnTo>
                    <a:lnTo>
                      <a:pt x="297942" y="3048"/>
                    </a:lnTo>
                    <a:lnTo>
                      <a:pt x="29337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34" name="Google Shape;1634;p12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201892" y="3919702"/>
                <a:ext cx="223316" cy="2271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35" name="Google Shape;1635;p12"/>
            <p:cNvGrpSpPr/>
            <p:nvPr/>
          </p:nvGrpSpPr>
          <p:grpSpPr>
            <a:xfrm>
              <a:off x="3626810" y="4812030"/>
              <a:ext cx="657407" cy="189932"/>
              <a:chOff x="3626810" y="4812030"/>
              <a:chExt cx="657407" cy="189932"/>
            </a:xfrm>
          </p:grpSpPr>
          <p:sp>
            <p:nvSpPr>
              <p:cNvPr id="1636" name="Google Shape;1636;p12"/>
              <p:cNvSpPr/>
              <p:nvPr/>
            </p:nvSpPr>
            <p:spPr>
              <a:xfrm>
                <a:off x="3626810" y="4818447"/>
                <a:ext cx="112395" cy="183515"/>
              </a:xfrm>
              <a:custGeom>
                <a:rect b="b" l="l" r="r" t="t"/>
                <a:pathLst>
                  <a:path extrusionOk="0" h="183514" w="112395">
                    <a:moveTo>
                      <a:pt x="74223" y="6536"/>
                    </a:moveTo>
                    <a:lnTo>
                      <a:pt x="67567" y="3976"/>
                    </a:lnTo>
                    <a:lnTo>
                      <a:pt x="60412" y="1488"/>
                    </a:lnTo>
                    <a:lnTo>
                      <a:pt x="53113" y="0"/>
                    </a:lnTo>
                    <a:lnTo>
                      <a:pt x="46029" y="440"/>
                    </a:lnTo>
                    <a:lnTo>
                      <a:pt x="19359" y="33968"/>
                    </a:lnTo>
                    <a:lnTo>
                      <a:pt x="6119" y="73402"/>
                    </a:lnTo>
                    <a:lnTo>
                      <a:pt x="309" y="113978"/>
                    </a:lnTo>
                    <a:lnTo>
                      <a:pt x="0" y="129313"/>
                    </a:lnTo>
                    <a:lnTo>
                      <a:pt x="1262" y="144077"/>
                    </a:lnTo>
                    <a:lnTo>
                      <a:pt x="25646" y="177319"/>
                    </a:lnTo>
                    <a:lnTo>
                      <a:pt x="51649" y="183320"/>
                    </a:lnTo>
                    <a:lnTo>
                      <a:pt x="65079" y="183320"/>
                    </a:lnTo>
                    <a:lnTo>
                      <a:pt x="78783" y="181129"/>
                    </a:lnTo>
                    <a:lnTo>
                      <a:pt x="90701" y="176081"/>
                    </a:lnTo>
                    <a:lnTo>
                      <a:pt x="101619" y="168747"/>
                    </a:lnTo>
                    <a:lnTo>
                      <a:pt x="112323" y="1596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12"/>
              <p:cNvSpPr/>
              <p:nvPr/>
            </p:nvSpPr>
            <p:spPr>
              <a:xfrm>
                <a:off x="3728275" y="4911090"/>
                <a:ext cx="51435" cy="80645"/>
              </a:xfrm>
              <a:custGeom>
                <a:rect b="b" l="l" r="r" t="t"/>
                <a:pathLst>
                  <a:path extrusionOk="0" h="80645" w="51435">
                    <a:moveTo>
                      <a:pt x="7810" y="7619"/>
                    </a:moveTo>
                    <a:lnTo>
                      <a:pt x="2619" y="20097"/>
                    </a:lnTo>
                    <a:lnTo>
                      <a:pt x="0" y="29717"/>
                    </a:lnTo>
                    <a:lnTo>
                      <a:pt x="523" y="39338"/>
                    </a:lnTo>
                    <a:lnTo>
                      <a:pt x="17514" y="73675"/>
                    </a:lnTo>
                    <a:lnTo>
                      <a:pt x="30789" y="80402"/>
                    </a:lnTo>
                    <a:lnTo>
                      <a:pt x="36766" y="79533"/>
                    </a:lnTo>
                    <a:lnTo>
                      <a:pt x="51149" y="39147"/>
                    </a:lnTo>
                    <a:lnTo>
                      <a:pt x="49720" y="28955"/>
                    </a:lnTo>
                    <a:lnTo>
                      <a:pt x="23050" y="0"/>
                    </a:lnTo>
                    <a:lnTo>
                      <a:pt x="16954" y="0"/>
                    </a:lnTo>
                    <a:lnTo>
                      <a:pt x="13906" y="3047"/>
                    </a:lnTo>
                    <a:lnTo>
                      <a:pt x="13906" y="3809"/>
                    </a:lnTo>
                    <a:lnTo>
                      <a:pt x="13906" y="457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12"/>
              <p:cNvSpPr/>
              <p:nvPr/>
            </p:nvSpPr>
            <p:spPr>
              <a:xfrm>
                <a:off x="3811523" y="4896612"/>
                <a:ext cx="77470" cy="77470"/>
              </a:xfrm>
              <a:custGeom>
                <a:rect b="b" l="l" r="r" t="t"/>
                <a:pathLst>
                  <a:path extrusionOk="0" h="77470" w="77470">
                    <a:moveTo>
                      <a:pt x="0" y="0"/>
                    </a:moveTo>
                    <a:lnTo>
                      <a:pt x="9274" y="44457"/>
                    </a:lnTo>
                    <a:lnTo>
                      <a:pt x="19050" y="70103"/>
                    </a:lnTo>
                    <a:lnTo>
                      <a:pt x="20574" y="73913"/>
                    </a:lnTo>
                    <a:lnTo>
                      <a:pt x="21336" y="76961"/>
                    </a:lnTo>
                    <a:lnTo>
                      <a:pt x="19145" y="69651"/>
                    </a:lnTo>
                    <a:lnTo>
                      <a:pt x="16383" y="62483"/>
                    </a:lnTo>
                    <a:lnTo>
                      <a:pt x="6715" y="18966"/>
                    </a:lnTo>
                    <a:lnTo>
                      <a:pt x="6858" y="9143"/>
                    </a:lnTo>
                    <a:lnTo>
                      <a:pt x="7620" y="0"/>
                    </a:lnTo>
                    <a:lnTo>
                      <a:pt x="15240" y="0"/>
                    </a:lnTo>
                    <a:lnTo>
                      <a:pt x="22098" y="0"/>
                    </a:lnTo>
                    <a:lnTo>
                      <a:pt x="30253" y="1202"/>
                    </a:lnTo>
                    <a:lnTo>
                      <a:pt x="61912" y="32670"/>
                    </a:lnTo>
                    <a:lnTo>
                      <a:pt x="70104" y="51815"/>
                    </a:lnTo>
                    <a:lnTo>
                      <a:pt x="73152" y="59435"/>
                    </a:lnTo>
                    <a:lnTo>
                      <a:pt x="74676" y="66293"/>
                    </a:lnTo>
                    <a:lnTo>
                      <a:pt x="76962" y="7391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12"/>
              <p:cNvSpPr/>
              <p:nvPr/>
            </p:nvSpPr>
            <p:spPr>
              <a:xfrm>
                <a:off x="3907250" y="4858750"/>
                <a:ext cx="68580" cy="118745"/>
              </a:xfrm>
              <a:custGeom>
                <a:rect b="b" l="l" r="r" t="t"/>
                <a:pathLst>
                  <a:path extrusionOk="0" h="118745" w="68579">
                    <a:moveTo>
                      <a:pt x="32289" y="8143"/>
                    </a:moveTo>
                    <a:lnTo>
                      <a:pt x="26574" y="3810"/>
                    </a:lnTo>
                    <a:lnTo>
                      <a:pt x="20859" y="333"/>
                    </a:lnTo>
                    <a:lnTo>
                      <a:pt x="15144" y="0"/>
                    </a:lnTo>
                    <a:lnTo>
                      <a:pt x="9429" y="5095"/>
                    </a:lnTo>
                    <a:lnTo>
                      <a:pt x="4476" y="15490"/>
                    </a:lnTo>
                    <a:lnTo>
                      <a:pt x="1238" y="28241"/>
                    </a:lnTo>
                    <a:lnTo>
                      <a:pt x="0" y="41421"/>
                    </a:lnTo>
                    <a:lnTo>
                      <a:pt x="1047" y="53101"/>
                    </a:lnTo>
                    <a:lnTo>
                      <a:pt x="38385" y="76723"/>
                    </a:lnTo>
                    <a:lnTo>
                      <a:pt x="50863" y="79105"/>
                    </a:lnTo>
                    <a:lnTo>
                      <a:pt x="57352" y="80902"/>
                    </a:lnTo>
                    <a:lnTo>
                      <a:pt x="62769" y="84343"/>
                    </a:lnTo>
                    <a:lnTo>
                      <a:pt x="68103" y="89677"/>
                    </a:lnTo>
                    <a:lnTo>
                      <a:pt x="62007" y="96535"/>
                    </a:lnTo>
                    <a:lnTo>
                      <a:pt x="23907" y="117109"/>
                    </a:lnTo>
                    <a:lnTo>
                      <a:pt x="14001" y="118633"/>
                    </a:lnTo>
                    <a:lnTo>
                      <a:pt x="14001" y="117871"/>
                    </a:lnTo>
                    <a:lnTo>
                      <a:pt x="9429" y="11177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12"/>
              <p:cNvSpPr/>
              <p:nvPr/>
            </p:nvSpPr>
            <p:spPr>
              <a:xfrm>
                <a:off x="3995927" y="4894326"/>
                <a:ext cx="10160" cy="81280"/>
              </a:xfrm>
              <a:custGeom>
                <a:rect b="b" l="l" r="r" t="t"/>
                <a:pathLst>
                  <a:path extrusionOk="0" h="81279" w="10160">
                    <a:moveTo>
                      <a:pt x="0" y="0"/>
                    </a:moveTo>
                    <a:lnTo>
                      <a:pt x="9144" y="46482"/>
                    </a:lnTo>
                    <a:lnTo>
                      <a:pt x="9263" y="54602"/>
                    </a:lnTo>
                    <a:lnTo>
                      <a:pt x="9525" y="62865"/>
                    </a:lnTo>
                    <a:lnTo>
                      <a:pt x="9786" y="71127"/>
                    </a:lnTo>
                    <a:lnTo>
                      <a:pt x="9906" y="79248"/>
                    </a:lnTo>
                    <a:lnTo>
                      <a:pt x="9906" y="80010"/>
                    </a:lnTo>
                    <a:lnTo>
                      <a:pt x="9906" y="807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12"/>
              <p:cNvSpPr/>
              <p:nvPr/>
            </p:nvSpPr>
            <p:spPr>
              <a:xfrm>
                <a:off x="3973829" y="481203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12"/>
              <p:cNvSpPr/>
              <p:nvPr/>
            </p:nvSpPr>
            <p:spPr>
              <a:xfrm>
                <a:off x="4045207" y="4833366"/>
                <a:ext cx="85725" cy="151765"/>
              </a:xfrm>
              <a:custGeom>
                <a:rect b="b" l="l" r="r" t="t"/>
                <a:pathLst>
                  <a:path extrusionOk="0" h="151764" w="85725">
                    <a:moveTo>
                      <a:pt x="58162" y="0"/>
                    </a:moveTo>
                    <a:lnTo>
                      <a:pt x="57638" y="11191"/>
                    </a:lnTo>
                    <a:lnTo>
                      <a:pt x="57400" y="22098"/>
                    </a:lnTo>
                    <a:lnTo>
                      <a:pt x="57733" y="33004"/>
                    </a:lnTo>
                    <a:lnTo>
                      <a:pt x="58924" y="44196"/>
                    </a:lnTo>
                    <a:lnTo>
                      <a:pt x="61448" y="58483"/>
                    </a:lnTo>
                    <a:lnTo>
                      <a:pt x="64258" y="72771"/>
                    </a:lnTo>
                    <a:lnTo>
                      <a:pt x="67067" y="87058"/>
                    </a:lnTo>
                    <a:lnTo>
                      <a:pt x="69592" y="101346"/>
                    </a:lnTo>
                    <a:lnTo>
                      <a:pt x="71306" y="110370"/>
                    </a:lnTo>
                    <a:lnTo>
                      <a:pt x="73021" y="119253"/>
                    </a:lnTo>
                    <a:lnTo>
                      <a:pt x="74735" y="128135"/>
                    </a:lnTo>
                    <a:lnTo>
                      <a:pt x="76450" y="137160"/>
                    </a:lnTo>
                    <a:lnTo>
                      <a:pt x="76450" y="134874"/>
                    </a:lnTo>
                    <a:lnTo>
                      <a:pt x="75688" y="124968"/>
                    </a:lnTo>
                    <a:lnTo>
                      <a:pt x="71878" y="118872"/>
                    </a:lnTo>
                    <a:lnTo>
                      <a:pt x="66413" y="109668"/>
                    </a:lnTo>
                    <a:lnTo>
                      <a:pt x="37076" y="81653"/>
                    </a:lnTo>
                    <a:lnTo>
                      <a:pt x="19478" y="79128"/>
                    </a:lnTo>
                    <a:lnTo>
                      <a:pt x="11680" y="82296"/>
                    </a:lnTo>
                    <a:lnTo>
                      <a:pt x="5500" y="89380"/>
                    </a:lnTo>
                    <a:lnTo>
                      <a:pt x="1678" y="98393"/>
                    </a:lnTo>
                    <a:lnTo>
                      <a:pt x="0" y="108120"/>
                    </a:lnTo>
                    <a:lnTo>
                      <a:pt x="250" y="117348"/>
                    </a:lnTo>
                    <a:lnTo>
                      <a:pt x="29206" y="148590"/>
                    </a:lnTo>
                    <a:lnTo>
                      <a:pt x="44017" y="151173"/>
                    </a:lnTo>
                    <a:lnTo>
                      <a:pt x="57971" y="150399"/>
                    </a:lnTo>
                    <a:lnTo>
                      <a:pt x="71639" y="147196"/>
                    </a:lnTo>
                    <a:lnTo>
                      <a:pt x="85594" y="14249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12"/>
              <p:cNvSpPr/>
              <p:nvPr/>
            </p:nvSpPr>
            <p:spPr>
              <a:xfrm>
                <a:off x="4161853" y="4897374"/>
                <a:ext cx="41910" cy="81915"/>
              </a:xfrm>
              <a:custGeom>
                <a:rect b="b" l="l" r="r" t="t"/>
                <a:pathLst>
                  <a:path extrusionOk="0" h="81914" w="41910">
                    <a:moveTo>
                      <a:pt x="4762" y="0"/>
                    </a:moveTo>
                    <a:lnTo>
                      <a:pt x="1524" y="11727"/>
                    </a:lnTo>
                    <a:lnTo>
                      <a:pt x="0" y="21812"/>
                    </a:lnTo>
                    <a:lnTo>
                      <a:pt x="476" y="32039"/>
                    </a:lnTo>
                    <a:lnTo>
                      <a:pt x="12882" y="70770"/>
                    </a:lnTo>
                    <a:lnTo>
                      <a:pt x="30480" y="81534"/>
                    </a:lnTo>
                    <a:lnTo>
                      <a:pt x="36052" y="79438"/>
                    </a:lnTo>
                    <a:lnTo>
                      <a:pt x="41338" y="7619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12"/>
              <p:cNvSpPr/>
              <p:nvPr/>
            </p:nvSpPr>
            <p:spPr>
              <a:xfrm>
                <a:off x="4159757" y="4883551"/>
                <a:ext cx="35560" cy="50800"/>
              </a:xfrm>
              <a:custGeom>
                <a:rect b="b" l="l" r="r" t="t"/>
                <a:pathLst>
                  <a:path extrusionOk="0" h="50800" w="35560">
                    <a:moveTo>
                      <a:pt x="0" y="49637"/>
                    </a:moveTo>
                    <a:lnTo>
                      <a:pt x="35492" y="26467"/>
                    </a:lnTo>
                    <a:lnTo>
                      <a:pt x="35528" y="19157"/>
                    </a:lnTo>
                    <a:lnTo>
                      <a:pt x="33420" y="12418"/>
                    </a:lnTo>
                    <a:lnTo>
                      <a:pt x="28955" y="6965"/>
                    </a:lnTo>
                    <a:lnTo>
                      <a:pt x="24312" y="3976"/>
                    </a:lnTo>
                    <a:lnTo>
                      <a:pt x="18097" y="1345"/>
                    </a:lnTo>
                    <a:lnTo>
                      <a:pt x="11596" y="0"/>
                    </a:lnTo>
                    <a:lnTo>
                      <a:pt x="6095" y="869"/>
                    </a:lnTo>
                    <a:lnTo>
                      <a:pt x="3809" y="1631"/>
                    </a:lnTo>
                    <a:lnTo>
                      <a:pt x="3047" y="1631"/>
                    </a:lnTo>
                    <a:lnTo>
                      <a:pt x="3809" y="391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12"/>
              <p:cNvSpPr/>
              <p:nvPr/>
            </p:nvSpPr>
            <p:spPr>
              <a:xfrm>
                <a:off x="4224527" y="4863084"/>
                <a:ext cx="59690" cy="100330"/>
              </a:xfrm>
              <a:custGeom>
                <a:rect b="b" l="l" r="r" t="t"/>
                <a:pathLst>
                  <a:path extrusionOk="0" h="100329" w="59689">
                    <a:moveTo>
                      <a:pt x="0" y="39623"/>
                    </a:moveTo>
                    <a:lnTo>
                      <a:pt x="32766" y="63245"/>
                    </a:lnTo>
                    <a:lnTo>
                      <a:pt x="43434" y="93725"/>
                    </a:lnTo>
                    <a:lnTo>
                      <a:pt x="43434" y="97535"/>
                    </a:lnTo>
                    <a:lnTo>
                      <a:pt x="43434" y="98297"/>
                    </a:lnTo>
                    <a:lnTo>
                      <a:pt x="43434" y="99821"/>
                    </a:lnTo>
                    <a:lnTo>
                      <a:pt x="40386" y="93725"/>
                    </a:lnTo>
                    <a:lnTo>
                      <a:pt x="38100" y="86867"/>
                    </a:lnTo>
                    <a:lnTo>
                      <a:pt x="37338" y="78485"/>
                    </a:lnTo>
                    <a:lnTo>
                      <a:pt x="36147" y="66913"/>
                    </a:lnTo>
                    <a:lnTo>
                      <a:pt x="35242" y="54482"/>
                    </a:lnTo>
                    <a:lnTo>
                      <a:pt x="35194" y="42052"/>
                    </a:lnTo>
                    <a:lnTo>
                      <a:pt x="36576" y="30479"/>
                    </a:lnTo>
                    <a:lnTo>
                      <a:pt x="39612" y="21109"/>
                    </a:lnTo>
                    <a:lnTo>
                      <a:pt x="44862" y="13239"/>
                    </a:lnTo>
                    <a:lnTo>
                      <a:pt x="51685" y="6369"/>
                    </a:lnTo>
                    <a:lnTo>
                      <a:pt x="59435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46" name="Google Shape;1646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472152" y="4795240"/>
              <a:ext cx="240080" cy="1585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47" name="Google Shape;1647;p12"/>
            <p:cNvGrpSpPr/>
            <p:nvPr/>
          </p:nvGrpSpPr>
          <p:grpSpPr>
            <a:xfrm>
              <a:off x="5089398" y="4755356"/>
              <a:ext cx="744093" cy="265620"/>
              <a:chOff x="5089398" y="4755356"/>
              <a:chExt cx="744093" cy="265620"/>
            </a:xfrm>
          </p:grpSpPr>
          <p:sp>
            <p:nvSpPr>
              <p:cNvPr id="1648" name="Google Shape;1648;p12"/>
              <p:cNvSpPr/>
              <p:nvPr/>
            </p:nvSpPr>
            <p:spPr>
              <a:xfrm>
                <a:off x="5123319" y="4755356"/>
                <a:ext cx="45085" cy="195580"/>
              </a:xfrm>
              <a:custGeom>
                <a:rect b="b" l="l" r="r" t="t"/>
                <a:pathLst>
                  <a:path extrusionOk="0" h="195579" w="45085">
                    <a:moveTo>
                      <a:pt x="11799" y="195357"/>
                    </a:moveTo>
                    <a:lnTo>
                      <a:pt x="11477" y="153566"/>
                    </a:lnTo>
                    <a:lnTo>
                      <a:pt x="7893" y="101917"/>
                    </a:lnTo>
                    <a:lnTo>
                      <a:pt x="6000" y="82831"/>
                    </a:lnTo>
                    <a:lnTo>
                      <a:pt x="4179" y="63531"/>
                    </a:lnTo>
                    <a:lnTo>
                      <a:pt x="2214" y="50327"/>
                    </a:lnTo>
                    <a:lnTo>
                      <a:pt x="464" y="35623"/>
                    </a:lnTo>
                    <a:lnTo>
                      <a:pt x="0" y="20776"/>
                    </a:lnTo>
                    <a:lnTo>
                      <a:pt x="1893" y="7143"/>
                    </a:lnTo>
                    <a:lnTo>
                      <a:pt x="5572" y="2035"/>
                    </a:lnTo>
                    <a:lnTo>
                      <a:pt x="11894" y="0"/>
                    </a:lnTo>
                    <a:lnTo>
                      <a:pt x="18930" y="392"/>
                    </a:lnTo>
                    <a:lnTo>
                      <a:pt x="24753" y="2571"/>
                    </a:lnTo>
                    <a:lnTo>
                      <a:pt x="32456" y="8060"/>
                    </a:lnTo>
                    <a:lnTo>
                      <a:pt x="37802" y="15049"/>
                    </a:lnTo>
                    <a:lnTo>
                      <a:pt x="41576" y="23038"/>
                    </a:lnTo>
                    <a:lnTo>
                      <a:pt x="44565" y="3152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12"/>
              <p:cNvSpPr/>
              <p:nvPr/>
            </p:nvSpPr>
            <p:spPr>
              <a:xfrm>
                <a:off x="5089398" y="4829174"/>
                <a:ext cx="158115" cy="94615"/>
              </a:xfrm>
              <a:custGeom>
                <a:rect b="b" l="l" r="r" t="t"/>
                <a:pathLst>
                  <a:path extrusionOk="0" h="94614" w="158114">
                    <a:moveTo>
                      <a:pt x="0" y="46100"/>
                    </a:moveTo>
                    <a:lnTo>
                      <a:pt x="13727" y="39957"/>
                    </a:lnTo>
                    <a:lnTo>
                      <a:pt x="27527" y="34099"/>
                    </a:lnTo>
                    <a:lnTo>
                      <a:pt x="41469" y="28527"/>
                    </a:lnTo>
                    <a:lnTo>
                      <a:pt x="55626" y="23240"/>
                    </a:lnTo>
                    <a:lnTo>
                      <a:pt x="68258" y="18264"/>
                    </a:lnTo>
                    <a:lnTo>
                      <a:pt x="85820" y="12572"/>
                    </a:lnTo>
                    <a:lnTo>
                      <a:pt x="103524" y="9739"/>
                    </a:lnTo>
                    <a:lnTo>
                      <a:pt x="116586" y="13334"/>
                    </a:lnTo>
                    <a:lnTo>
                      <a:pt x="119622" y="19621"/>
                    </a:lnTo>
                    <a:lnTo>
                      <a:pt x="120300" y="28765"/>
                    </a:lnTo>
                    <a:lnTo>
                      <a:pt x="119693" y="38195"/>
                    </a:lnTo>
                    <a:lnTo>
                      <a:pt x="118872" y="45338"/>
                    </a:lnTo>
                    <a:lnTo>
                      <a:pt x="117181" y="55066"/>
                    </a:lnTo>
                    <a:lnTo>
                      <a:pt x="115633" y="64865"/>
                    </a:lnTo>
                    <a:lnTo>
                      <a:pt x="114371" y="74806"/>
                    </a:lnTo>
                    <a:lnTo>
                      <a:pt x="113538" y="84962"/>
                    </a:lnTo>
                    <a:lnTo>
                      <a:pt x="113538" y="90296"/>
                    </a:lnTo>
                    <a:lnTo>
                      <a:pt x="113538" y="91820"/>
                    </a:lnTo>
                    <a:lnTo>
                      <a:pt x="116586" y="94106"/>
                    </a:lnTo>
                    <a:lnTo>
                      <a:pt x="125027" y="92344"/>
                    </a:lnTo>
                    <a:lnTo>
                      <a:pt x="131540" y="89153"/>
                    </a:lnTo>
                    <a:lnTo>
                      <a:pt x="153828" y="55911"/>
                    </a:lnTo>
                    <a:lnTo>
                      <a:pt x="157734" y="31622"/>
                    </a:lnTo>
                    <a:lnTo>
                      <a:pt x="156090" y="21419"/>
                    </a:lnTo>
                    <a:lnTo>
                      <a:pt x="120396" y="0"/>
                    </a:lnTo>
                    <a:lnTo>
                      <a:pt x="112371" y="95"/>
                    </a:lnTo>
                    <a:lnTo>
                      <a:pt x="105918" y="1904"/>
                    </a:lnTo>
                    <a:lnTo>
                      <a:pt x="101346" y="4190"/>
                    </a:lnTo>
                    <a:lnTo>
                      <a:pt x="105155" y="4952"/>
                    </a:lnTo>
                    <a:lnTo>
                      <a:pt x="105155" y="571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12"/>
              <p:cNvSpPr/>
              <p:nvPr/>
            </p:nvSpPr>
            <p:spPr>
              <a:xfrm>
                <a:off x="5279136" y="4786121"/>
                <a:ext cx="16510" cy="137160"/>
              </a:xfrm>
              <a:custGeom>
                <a:rect b="b" l="l" r="r" t="t"/>
                <a:pathLst>
                  <a:path extrusionOk="0" h="137160" w="16510">
                    <a:moveTo>
                      <a:pt x="0" y="0"/>
                    </a:moveTo>
                    <a:lnTo>
                      <a:pt x="690" y="11549"/>
                    </a:lnTo>
                    <a:lnTo>
                      <a:pt x="1524" y="23241"/>
                    </a:lnTo>
                    <a:lnTo>
                      <a:pt x="2357" y="34932"/>
                    </a:lnTo>
                    <a:lnTo>
                      <a:pt x="3048" y="46482"/>
                    </a:lnTo>
                    <a:lnTo>
                      <a:pt x="3762" y="63638"/>
                    </a:lnTo>
                    <a:lnTo>
                      <a:pt x="4762" y="80867"/>
                    </a:lnTo>
                    <a:lnTo>
                      <a:pt x="6048" y="98238"/>
                    </a:lnTo>
                    <a:lnTo>
                      <a:pt x="7620" y="115824"/>
                    </a:lnTo>
                    <a:lnTo>
                      <a:pt x="8382" y="123444"/>
                    </a:lnTo>
                    <a:lnTo>
                      <a:pt x="7620" y="134112"/>
                    </a:lnTo>
                    <a:lnTo>
                      <a:pt x="16002" y="1371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12"/>
              <p:cNvSpPr/>
              <p:nvPr/>
            </p:nvSpPr>
            <p:spPr>
              <a:xfrm>
                <a:off x="5315712" y="4775453"/>
                <a:ext cx="29845" cy="158750"/>
              </a:xfrm>
              <a:custGeom>
                <a:rect b="b" l="l" r="r" t="t"/>
                <a:pathLst>
                  <a:path extrusionOk="0" h="158750" w="29845">
                    <a:moveTo>
                      <a:pt x="0" y="0"/>
                    </a:moveTo>
                    <a:lnTo>
                      <a:pt x="11465" y="54542"/>
                    </a:lnTo>
                    <a:lnTo>
                      <a:pt x="19050" y="106965"/>
                    </a:lnTo>
                    <a:lnTo>
                      <a:pt x="21121" y="123622"/>
                    </a:lnTo>
                    <a:lnTo>
                      <a:pt x="23622" y="140208"/>
                    </a:lnTo>
                    <a:lnTo>
                      <a:pt x="25908" y="150876"/>
                    </a:lnTo>
                    <a:lnTo>
                      <a:pt x="25908" y="153162"/>
                    </a:lnTo>
                    <a:lnTo>
                      <a:pt x="29718" y="1584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12"/>
              <p:cNvSpPr/>
              <p:nvPr/>
            </p:nvSpPr>
            <p:spPr>
              <a:xfrm>
                <a:off x="5377088" y="4824983"/>
                <a:ext cx="66040" cy="77470"/>
              </a:xfrm>
              <a:custGeom>
                <a:rect b="b" l="l" r="r" t="t"/>
                <a:pathLst>
                  <a:path extrusionOk="0" h="77470" w="66039">
                    <a:moveTo>
                      <a:pt x="345" y="4572"/>
                    </a:moveTo>
                    <a:lnTo>
                      <a:pt x="5679" y="54102"/>
                    </a:lnTo>
                    <a:lnTo>
                      <a:pt x="32349" y="76962"/>
                    </a:lnTo>
                    <a:lnTo>
                      <a:pt x="42779" y="75187"/>
                    </a:lnTo>
                    <a:lnTo>
                      <a:pt x="65127" y="42541"/>
                    </a:lnTo>
                    <a:lnTo>
                      <a:pt x="65972" y="32289"/>
                    </a:lnTo>
                    <a:lnTo>
                      <a:pt x="64103" y="22467"/>
                    </a:lnTo>
                    <a:lnTo>
                      <a:pt x="27015" y="0"/>
                    </a:lnTo>
                    <a:lnTo>
                      <a:pt x="22443" y="0"/>
                    </a:lnTo>
                    <a:lnTo>
                      <a:pt x="21681" y="0"/>
                    </a:lnTo>
                    <a:lnTo>
                      <a:pt x="1863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12"/>
              <p:cNvSpPr/>
              <p:nvPr/>
            </p:nvSpPr>
            <p:spPr>
              <a:xfrm>
                <a:off x="5484114" y="4806695"/>
                <a:ext cx="93345" cy="91440"/>
              </a:xfrm>
              <a:custGeom>
                <a:rect b="b" l="l" r="r" t="t"/>
                <a:pathLst>
                  <a:path extrusionOk="0" h="91439" w="93345">
                    <a:moveTo>
                      <a:pt x="0" y="25908"/>
                    </a:moveTo>
                    <a:lnTo>
                      <a:pt x="3048" y="64770"/>
                    </a:lnTo>
                    <a:lnTo>
                      <a:pt x="20574" y="91440"/>
                    </a:lnTo>
                    <a:lnTo>
                      <a:pt x="27432" y="85344"/>
                    </a:lnTo>
                    <a:lnTo>
                      <a:pt x="31242" y="80772"/>
                    </a:lnTo>
                    <a:lnTo>
                      <a:pt x="36647" y="74235"/>
                    </a:lnTo>
                    <a:lnTo>
                      <a:pt x="40767" y="67341"/>
                    </a:lnTo>
                    <a:lnTo>
                      <a:pt x="44315" y="60305"/>
                    </a:lnTo>
                    <a:lnTo>
                      <a:pt x="48006" y="53340"/>
                    </a:lnTo>
                    <a:lnTo>
                      <a:pt x="48768" y="53340"/>
                    </a:lnTo>
                    <a:lnTo>
                      <a:pt x="48768" y="52578"/>
                    </a:lnTo>
                    <a:lnTo>
                      <a:pt x="49530" y="52578"/>
                    </a:lnTo>
                    <a:lnTo>
                      <a:pt x="49530" y="58674"/>
                    </a:lnTo>
                    <a:lnTo>
                      <a:pt x="50292" y="64008"/>
                    </a:lnTo>
                    <a:lnTo>
                      <a:pt x="52578" y="69342"/>
                    </a:lnTo>
                    <a:lnTo>
                      <a:pt x="56388" y="76200"/>
                    </a:lnTo>
                    <a:lnTo>
                      <a:pt x="64008" y="76200"/>
                    </a:lnTo>
                    <a:lnTo>
                      <a:pt x="91106" y="42922"/>
                    </a:lnTo>
                    <a:lnTo>
                      <a:pt x="92964" y="30480"/>
                    </a:lnTo>
                    <a:lnTo>
                      <a:pt x="92964" y="21336"/>
                    </a:lnTo>
                    <a:lnTo>
                      <a:pt x="90678" y="16002"/>
                    </a:lnTo>
                    <a:lnTo>
                      <a:pt x="88392" y="7620"/>
                    </a:lnTo>
                    <a:lnTo>
                      <a:pt x="86868" y="3810"/>
                    </a:lnTo>
                    <a:lnTo>
                      <a:pt x="86868" y="3048"/>
                    </a:lnTo>
                    <a:lnTo>
                      <a:pt x="8686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12"/>
              <p:cNvSpPr/>
              <p:nvPr/>
            </p:nvSpPr>
            <p:spPr>
              <a:xfrm>
                <a:off x="5595366" y="4799837"/>
                <a:ext cx="19050" cy="81915"/>
              </a:xfrm>
              <a:custGeom>
                <a:rect b="b" l="l" r="r" t="t"/>
                <a:pathLst>
                  <a:path extrusionOk="0" h="81914" w="19050">
                    <a:moveTo>
                      <a:pt x="0" y="0"/>
                    </a:moveTo>
                    <a:lnTo>
                      <a:pt x="18085" y="42671"/>
                    </a:lnTo>
                    <a:lnTo>
                      <a:pt x="19050" y="70103"/>
                    </a:lnTo>
                    <a:lnTo>
                      <a:pt x="19050" y="76199"/>
                    </a:lnTo>
                    <a:lnTo>
                      <a:pt x="19050" y="77723"/>
                    </a:lnTo>
                    <a:lnTo>
                      <a:pt x="17526" y="8153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12"/>
              <p:cNvSpPr/>
              <p:nvPr/>
            </p:nvSpPr>
            <p:spPr>
              <a:xfrm>
                <a:off x="5571744" y="4762499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5334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656" name="Google Shape;1656;p12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652490" y="4794954"/>
                <a:ext cx="96824" cy="1016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7" name="Google Shape;1657;p12"/>
              <p:cNvSpPr/>
              <p:nvPr/>
            </p:nvSpPr>
            <p:spPr>
              <a:xfrm>
                <a:off x="5743956" y="4782216"/>
                <a:ext cx="89535" cy="238760"/>
              </a:xfrm>
              <a:custGeom>
                <a:rect b="b" l="l" r="r" t="t"/>
                <a:pathLst>
                  <a:path extrusionOk="0" h="238760" w="89535">
                    <a:moveTo>
                      <a:pt x="71627" y="42005"/>
                    </a:moveTo>
                    <a:lnTo>
                      <a:pt x="62483" y="4667"/>
                    </a:lnTo>
                    <a:lnTo>
                      <a:pt x="52292" y="0"/>
                    </a:lnTo>
                    <a:lnTo>
                      <a:pt x="47160" y="2202"/>
                    </a:lnTo>
                    <a:lnTo>
                      <a:pt x="28634" y="36195"/>
                    </a:lnTo>
                    <a:lnTo>
                      <a:pt x="27431" y="47339"/>
                    </a:lnTo>
                    <a:lnTo>
                      <a:pt x="28884" y="56899"/>
                    </a:lnTo>
                    <a:lnTo>
                      <a:pt x="33908" y="63246"/>
                    </a:lnTo>
                    <a:lnTo>
                      <a:pt x="41790" y="67163"/>
                    </a:lnTo>
                    <a:lnTo>
                      <a:pt x="51815" y="69437"/>
                    </a:lnTo>
                    <a:lnTo>
                      <a:pt x="60233" y="70211"/>
                    </a:lnTo>
                    <a:lnTo>
                      <a:pt x="68294" y="69913"/>
                    </a:lnTo>
                    <a:lnTo>
                      <a:pt x="75926" y="68044"/>
                    </a:lnTo>
                    <a:lnTo>
                      <a:pt x="83057" y="64103"/>
                    </a:lnTo>
                    <a:lnTo>
                      <a:pt x="87629" y="61055"/>
                    </a:lnTo>
                    <a:lnTo>
                      <a:pt x="87629" y="58769"/>
                    </a:lnTo>
                    <a:lnTo>
                      <a:pt x="89153" y="54197"/>
                    </a:lnTo>
                    <a:lnTo>
                      <a:pt x="88344" y="64603"/>
                    </a:lnTo>
                    <a:lnTo>
                      <a:pt x="87248" y="75152"/>
                    </a:lnTo>
                    <a:lnTo>
                      <a:pt x="86153" y="85701"/>
                    </a:lnTo>
                    <a:lnTo>
                      <a:pt x="81724" y="137922"/>
                    </a:lnTo>
                    <a:lnTo>
                      <a:pt x="76961" y="179165"/>
                    </a:lnTo>
                    <a:lnTo>
                      <a:pt x="75223" y="193440"/>
                    </a:lnTo>
                    <a:lnTo>
                      <a:pt x="72770" y="208788"/>
                    </a:lnTo>
                    <a:lnTo>
                      <a:pt x="68603" y="223420"/>
                    </a:lnTo>
                    <a:lnTo>
                      <a:pt x="61721" y="235553"/>
                    </a:lnTo>
                    <a:lnTo>
                      <a:pt x="54590" y="238660"/>
                    </a:lnTo>
                    <a:lnTo>
                      <a:pt x="47529" y="234696"/>
                    </a:lnTo>
                    <a:lnTo>
                      <a:pt x="41469" y="227730"/>
                    </a:lnTo>
                    <a:lnTo>
                      <a:pt x="37337" y="221837"/>
                    </a:lnTo>
                    <a:lnTo>
                      <a:pt x="27943" y="208526"/>
                    </a:lnTo>
                    <a:lnTo>
                      <a:pt x="5333" y="165449"/>
                    </a:lnTo>
                    <a:lnTo>
                      <a:pt x="2285" y="154019"/>
                    </a:lnTo>
                    <a:lnTo>
                      <a:pt x="0" y="14868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12"/>
            <p:cNvGrpSpPr/>
            <p:nvPr/>
          </p:nvGrpSpPr>
          <p:grpSpPr>
            <a:xfrm>
              <a:off x="6259042" y="4635982"/>
              <a:ext cx="467157" cy="214934"/>
              <a:chOff x="6259042" y="4635982"/>
              <a:chExt cx="467157" cy="214934"/>
            </a:xfrm>
          </p:grpSpPr>
          <p:pic>
            <p:nvPicPr>
              <p:cNvPr id="1659" name="Google Shape;1659;p12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259042" y="4731232"/>
                <a:ext cx="279323" cy="1196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0" name="Google Shape;1660;p12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558794" y="4635982"/>
                <a:ext cx="167405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61" name="Google Shape;1661;p12"/>
            <p:cNvGrpSpPr/>
            <p:nvPr/>
          </p:nvGrpSpPr>
          <p:grpSpPr>
            <a:xfrm>
              <a:off x="6778655" y="4629124"/>
              <a:ext cx="320161" cy="176072"/>
              <a:chOff x="6778655" y="4629124"/>
              <a:chExt cx="320161" cy="176072"/>
            </a:xfrm>
          </p:grpSpPr>
          <p:pic>
            <p:nvPicPr>
              <p:cNvPr id="1662" name="Google Shape;1662;p12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778655" y="4631410"/>
                <a:ext cx="103754" cy="1737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3" name="Google Shape;1663;p12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911314" y="4672558"/>
                <a:ext cx="69392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4" name="Google Shape;1664;p12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003516" y="4629124"/>
                <a:ext cx="95300" cy="1593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65" name="Google Shape;1665;p12"/>
            <p:cNvGrpSpPr/>
            <p:nvPr/>
          </p:nvGrpSpPr>
          <p:grpSpPr>
            <a:xfrm>
              <a:off x="7388326" y="4530064"/>
              <a:ext cx="866445" cy="237711"/>
              <a:chOff x="7388326" y="4530064"/>
              <a:chExt cx="866445" cy="237711"/>
            </a:xfrm>
          </p:grpSpPr>
          <p:pic>
            <p:nvPicPr>
              <p:cNvPr id="1666" name="Google Shape;1666;p12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388326" y="4626838"/>
                <a:ext cx="90490" cy="1409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7" name="Google Shape;1667;p12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509710" y="4564379"/>
                <a:ext cx="196420" cy="1786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8" name="Google Shape;1668;p12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741620" y="4627660"/>
                <a:ext cx="142056" cy="1028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69" name="Google Shape;1669;p12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913249" y="4530064"/>
                <a:ext cx="341522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70" name="Google Shape;1670;p1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698466" y="5534380"/>
              <a:ext cx="160868" cy="1621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1" name="Google Shape;1671;p12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4693132" y="5391886"/>
              <a:ext cx="111302" cy="975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72" name="Google Shape;1672;p12"/>
            <p:cNvGrpSpPr/>
            <p:nvPr/>
          </p:nvGrpSpPr>
          <p:grpSpPr>
            <a:xfrm>
              <a:off x="4881346" y="5569432"/>
              <a:ext cx="620318" cy="207314"/>
              <a:chOff x="4881346" y="5569432"/>
              <a:chExt cx="620318" cy="207314"/>
            </a:xfrm>
          </p:grpSpPr>
          <p:pic>
            <p:nvPicPr>
              <p:cNvPr id="1673" name="Google Shape;1673;p12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4881346" y="5606795"/>
                <a:ext cx="306374" cy="1699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4" name="Google Shape;1674;p12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215578" y="5586958"/>
                <a:ext cx="100920" cy="1707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5" name="Google Shape;1675;p12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5337022" y="5569432"/>
                <a:ext cx="164642" cy="1769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76" name="Google Shape;1676;p12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742406" y="5491708"/>
              <a:ext cx="115112" cy="94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77" name="Google Shape;1677;p12"/>
            <p:cNvGrpSpPr/>
            <p:nvPr/>
          </p:nvGrpSpPr>
          <p:grpSpPr>
            <a:xfrm>
              <a:off x="6387820" y="5364454"/>
              <a:ext cx="240080" cy="246938"/>
              <a:chOff x="6387820" y="5364454"/>
              <a:chExt cx="240080" cy="246938"/>
            </a:xfrm>
          </p:grpSpPr>
          <p:pic>
            <p:nvPicPr>
              <p:cNvPr id="1678" name="Google Shape;1678;p12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387820" y="5471896"/>
                <a:ext cx="117398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79" name="Google Shape;1679;p12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528028" y="5364454"/>
                <a:ext cx="99872" cy="2309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80" name="Google Shape;1680;p12"/>
            <p:cNvGrpSpPr/>
            <p:nvPr/>
          </p:nvGrpSpPr>
          <p:grpSpPr>
            <a:xfrm>
              <a:off x="6710934" y="5455158"/>
              <a:ext cx="67310" cy="95250"/>
              <a:chOff x="6710934" y="5455158"/>
              <a:chExt cx="67310" cy="95250"/>
            </a:xfrm>
          </p:grpSpPr>
          <p:sp>
            <p:nvSpPr>
              <p:cNvPr id="1681" name="Google Shape;1681;p12"/>
              <p:cNvSpPr/>
              <p:nvPr/>
            </p:nvSpPr>
            <p:spPr>
              <a:xfrm>
                <a:off x="6710934" y="5491734"/>
                <a:ext cx="67310" cy="9525"/>
              </a:xfrm>
              <a:custGeom>
                <a:rect b="b" l="l" r="r" t="t"/>
                <a:pathLst>
                  <a:path extrusionOk="0" h="9525" w="67309">
                    <a:moveTo>
                      <a:pt x="0" y="8381"/>
                    </a:moveTo>
                    <a:lnTo>
                      <a:pt x="14394" y="8596"/>
                    </a:lnTo>
                    <a:lnTo>
                      <a:pt x="28860" y="8953"/>
                    </a:lnTo>
                    <a:lnTo>
                      <a:pt x="43183" y="9024"/>
                    </a:lnTo>
                    <a:lnTo>
                      <a:pt x="57150" y="8381"/>
                    </a:lnTo>
                    <a:lnTo>
                      <a:pt x="59436" y="7619"/>
                    </a:lnTo>
                    <a:lnTo>
                      <a:pt x="65532" y="8381"/>
                    </a:lnTo>
                    <a:lnTo>
                      <a:pt x="66294" y="6857"/>
                    </a:lnTo>
                    <a:lnTo>
                      <a:pt x="67056" y="3809"/>
                    </a:lnTo>
                    <a:lnTo>
                      <a:pt x="64008" y="1523"/>
                    </a:lnTo>
                    <a:lnTo>
                      <a:pt x="6324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2" name="Google Shape;1682;p12"/>
              <p:cNvSpPr/>
              <p:nvPr/>
            </p:nvSpPr>
            <p:spPr>
              <a:xfrm>
                <a:off x="6747510" y="5455158"/>
                <a:ext cx="4445" cy="95250"/>
              </a:xfrm>
              <a:custGeom>
                <a:rect b="b" l="l" r="r" t="t"/>
                <a:pathLst>
                  <a:path extrusionOk="0" h="95250" w="4445">
                    <a:moveTo>
                      <a:pt x="0" y="0"/>
                    </a:moveTo>
                    <a:lnTo>
                      <a:pt x="809" y="10167"/>
                    </a:lnTo>
                    <a:lnTo>
                      <a:pt x="1905" y="20193"/>
                    </a:lnTo>
                    <a:lnTo>
                      <a:pt x="3000" y="30218"/>
                    </a:lnTo>
                    <a:lnTo>
                      <a:pt x="3810" y="40386"/>
                    </a:lnTo>
                    <a:lnTo>
                      <a:pt x="4131" y="50351"/>
                    </a:lnTo>
                    <a:lnTo>
                      <a:pt x="4095" y="60674"/>
                    </a:lnTo>
                    <a:lnTo>
                      <a:pt x="3917" y="71139"/>
                    </a:lnTo>
                    <a:lnTo>
                      <a:pt x="3810" y="81534"/>
                    </a:lnTo>
                    <a:lnTo>
                      <a:pt x="3810" y="88392"/>
                    </a:lnTo>
                    <a:lnTo>
                      <a:pt x="3810" y="90678"/>
                    </a:lnTo>
                    <a:lnTo>
                      <a:pt x="3810" y="9525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3" name="Google Shape;1683;p12"/>
            <p:cNvGrpSpPr/>
            <p:nvPr/>
          </p:nvGrpSpPr>
          <p:grpSpPr>
            <a:xfrm>
              <a:off x="6860260" y="5337048"/>
              <a:ext cx="354736" cy="257810"/>
              <a:chOff x="6860260" y="5337048"/>
              <a:chExt cx="354736" cy="257810"/>
            </a:xfrm>
          </p:grpSpPr>
          <p:pic>
            <p:nvPicPr>
              <p:cNvPr id="1684" name="Google Shape;1684;p12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860260" y="5423509"/>
                <a:ext cx="120446" cy="1429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5" name="Google Shape;1685;p12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008088" y="5412460"/>
                <a:ext cx="124256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6" name="Google Shape;1686;p12"/>
              <p:cNvSpPr/>
              <p:nvPr/>
            </p:nvSpPr>
            <p:spPr>
              <a:xfrm>
                <a:off x="7148321" y="5337048"/>
                <a:ext cx="66675" cy="257810"/>
              </a:xfrm>
              <a:custGeom>
                <a:rect b="b" l="l" r="r" t="t"/>
                <a:pathLst>
                  <a:path extrusionOk="0" h="257810" w="66675">
                    <a:moveTo>
                      <a:pt x="0" y="0"/>
                    </a:moveTo>
                    <a:lnTo>
                      <a:pt x="30646" y="29360"/>
                    </a:lnTo>
                    <a:lnTo>
                      <a:pt x="54864" y="80772"/>
                    </a:lnTo>
                    <a:lnTo>
                      <a:pt x="64008" y="121919"/>
                    </a:lnTo>
                    <a:lnTo>
                      <a:pt x="66294" y="164591"/>
                    </a:lnTo>
                    <a:lnTo>
                      <a:pt x="64865" y="185999"/>
                    </a:lnTo>
                    <a:lnTo>
                      <a:pt x="57054" y="230219"/>
                    </a:lnTo>
                    <a:lnTo>
                      <a:pt x="41148" y="257556"/>
                    </a:lnTo>
                    <a:lnTo>
                      <a:pt x="38100" y="246126"/>
                    </a:lnTo>
                    <a:lnTo>
                      <a:pt x="36576" y="24384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7" name="Google Shape;1687;p12"/>
            <p:cNvSpPr/>
            <p:nvPr/>
          </p:nvSpPr>
          <p:spPr>
            <a:xfrm>
              <a:off x="6304788" y="5421629"/>
              <a:ext cx="127635" cy="350520"/>
            </a:xfrm>
            <a:custGeom>
              <a:rect b="b" l="l" r="r" t="t"/>
              <a:pathLst>
                <a:path extrusionOk="0" h="350520" w="127635">
                  <a:moveTo>
                    <a:pt x="31241" y="0"/>
                  </a:moveTo>
                  <a:lnTo>
                    <a:pt x="6095" y="38100"/>
                  </a:lnTo>
                  <a:lnTo>
                    <a:pt x="0" y="99060"/>
                  </a:lnTo>
                  <a:lnTo>
                    <a:pt x="95" y="129825"/>
                  </a:lnTo>
                  <a:lnTo>
                    <a:pt x="1535" y="186868"/>
                  </a:lnTo>
                  <a:lnTo>
                    <a:pt x="8798" y="240280"/>
                  </a:lnTo>
                  <a:lnTo>
                    <a:pt x="22729" y="285238"/>
                  </a:lnTo>
                  <a:lnTo>
                    <a:pt x="42469" y="320599"/>
                  </a:lnTo>
                  <a:lnTo>
                    <a:pt x="72282" y="346090"/>
                  </a:lnTo>
                  <a:lnTo>
                    <a:pt x="89439" y="350329"/>
                  </a:lnTo>
                  <a:lnTo>
                    <a:pt x="107596" y="350281"/>
                  </a:lnTo>
                  <a:lnTo>
                    <a:pt x="127253" y="34823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8" name="Google Shape;1688;p12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135342" y="5154142"/>
              <a:ext cx="110540" cy="99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9" name="Google Shape;1689;p12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315936" y="5372836"/>
              <a:ext cx="232460" cy="2423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4" name="Google Shape;1694;p13"/>
          <p:cNvGrpSpPr/>
          <p:nvPr/>
        </p:nvGrpSpPr>
        <p:grpSpPr>
          <a:xfrm>
            <a:off x="1066800" y="1236269"/>
            <a:ext cx="8212131" cy="1735598"/>
            <a:chOff x="1066800" y="1236269"/>
            <a:chExt cx="8212131" cy="1735598"/>
          </a:xfrm>
        </p:grpSpPr>
        <p:sp>
          <p:nvSpPr>
            <p:cNvPr id="1695" name="Google Shape;1695;p13"/>
            <p:cNvSpPr/>
            <p:nvPr/>
          </p:nvSpPr>
          <p:spPr>
            <a:xfrm>
              <a:off x="1066800" y="1636523"/>
              <a:ext cx="50825" cy="60558"/>
            </a:xfrm>
            <a:custGeom>
              <a:rect b="b" l="l" r="r" t="t"/>
              <a:pathLst>
                <a:path extrusionOk="0" h="40639" w="34289">
                  <a:moveTo>
                    <a:pt x="8382" y="22860"/>
                  </a:moveTo>
                  <a:lnTo>
                    <a:pt x="11430" y="22098"/>
                  </a:lnTo>
                  <a:lnTo>
                    <a:pt x="14478" y="21336"/>
                  </a:lnTo>
                  <a:lnTo>
                    <a:pt x="16764" y="20574"/>
                  </a:lnTo>
                  <a:lnTo>
                    <a:pt x="17526" y="24384"/>
                  </a:lnTo>
                  <a:lnTo>
                    <a:pt x="19050" y="31242"/>
                  </a:lnTo>
                  <a:lnTo>
                    <a:pt x="16002" y="35052"/>
                  </a:lnTo>
                  <a:lnTo>
                    <a:pt x="14478" y="37338"/>
                  </a:lnTo>
                  <a:lnTo>
                    <a:pt x="6858" y="39624"/>
                  </a:lnTo>
                  <a:lnTo>
                    <a:pt x="4572" y="37338"/>
                  </a:lnTo>
                  <a:lnTo>
                    <a:pt x="0" y="32766"/>
                  </a:lnTo>
                  <a:lnTo>
                    <a:pt x="0" y="20574"/>
                  </a:lnTo>
                  <a:lnTo>
                    <a:pt x="762" y="14478"/>
                  </a:lnTo>
                  <a:lnTo>
                    <a:pt x="1524" y="3048"/>
                  </a:lnTo>
                  <a:lnTo>
                    <a:pt x="9144" y="0"/>
                  </a:lnTo>
                  <a:lnTo>
                    <a:pt x="19050" y="0"/>
                  </a:lnTo>
                  <a:lnTo>
                    <a:pt x="28194" y="0"/>
                  </a:lnTo>
                  <a:lnTo>
                    <a:pt x="32004" y="6096"/>
                  </a:lnTo>
                  <a:lnTo>
                    <a:pt x="32766" y="14478"/>
                  </a:lnTo>
                  <a:lnTo>
                    <a:pt x="34290" y="20574"/>
                  </a:lnTo>
                  <a:lnTo>
                    <a:pt x="34290" y="31242"/>
                  </a:lnTo>
                  <a:lnTo>
                    <a:pt x="29718" y="36576"/>
                  </a:lnTo>
                  <a:lnTo>
                    <a:pt x="27432" y="40386"/>
                  </a:lnTo>
                  <a:lnTo>
                    <a:pt x="20574" y="39624"/>
                  </a:lnTo>
                  <a:lnTo>
                    <a:pt x="17526" y="36576"/>
                  </a:lnTo>
                  <a:lnTo>
                    <a:pt x="14478" y="30480"/>
                  </a:lnTo>
                  <a:lnTo>
                    <a:pt x="14478" y="22860"/>
                  </a:lnTo>
                  <a:lnTo>
                    <a:pt x="14478" y="16764"/>
                  </a:lnTo>
                  <a:lnTo>
                    <a:pt x="14478" y="12192"/>
                  </a:lnTo>
                  <a:lnTo>
                    <a:pt x="14478" y="10668"/>
                  </a:lnTo>
                  <a:lnTo>
                    <a:pt x="14478" y="762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6" name="Google Shape;169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87951" y="1574033"/>
              <a:ext cx="403283" cy="28071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97" name="Google Shape;1697;p13"/>
            <p:cNvGrpSpPr/>
            <p:nvPr/>
          </p:nvGrpSpPr>
          <p:grpSpPr>
            <a:xfrm>
              <a:off x="2572300" y="1562679"/>
              <a:ext cx="588510" cy="223762"/>
              <a:chOff x="4765522" y="2164816"/>
              <a:chExt cx="397052" cy="150164"/>
            </a:xfrm>
          </p:grpSpPr>
          <p:pic>
            <p:nvPicPr>
              <p:cNvPr id="1698" name="Google Shape;1698;p1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765522" y="2164816"/>
                <a:ext cx="163654" cy="1501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9" name="Google Shape;1699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950688" y="2191641"/>
                <a:ext cx="211886" cy="11572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00" name="Google Shape;1700;p13"/>
            <p:cNvGrpSpPr/>
            <p:nvPr/>
          </p:nvGrpSpPr>
          <p:grpSpPr>
            <a:xfrm>
              <a:off x="3593349" y="1524112"/>
              <a:ext cx="629284" cy="212568"/>
              <a:chOff x="5454396" y="2138934"/>
              <a:chExt cx="424561" cy="142652"/>
            </a:xfrm>
          </p:grpSpPr>
          <p:sp>
            <p:nvSpPr>
              <p:cNvPr id="1701" name="Google Shape;1701;p13"/>
              <p:cNvSpPr/>
              <p:nvPr/>
            </p:nvSpPr>
            <p:spPr>
              <a:xfrm>
                <a:off x="5454396" y="2183796"/>
                <a:ext cx="138430" cy="97790"/>
              </a:xfrm>
              <a:custGeom>
                <a:rect b="b" l="l" r="r" t="t"/>
                <a:pathLst>
                  <a:path extrusionOk="0" h="97789" w="138429">
                    <a:moveTo>
                      <a:pt x="0" y="23717"/>
                    </a:moveTo>
                    <a:lnTo>
                      <a:pt x="3679" y="37314"/>
                    </a:lnTo>
                    <a:lnTo>
                      <a:pt x="7715" y="50768"/>
                    </a:lnTo>
                    <a:lnTo>
                      <a:pt x="11894" y="64222"/>
                    </a:lnTo>
                    <a:lnTo>
                      <a:pt x="16002" y="77819"/>
                    </a:lnTo>
                    <a:lnTo>
                      <a:pt x="18288" y="83915"/>
                    </a:lnTo>
                    <a:lnTo>
                      <a:pt x="19050" y="90773"/>
                    </a:lnTo>
                    <a:lnTo>
                      <a:pt x="20574" y="97631"/>
                    </a:lnTo>
                    <a:lnTo>
                      <a:pt x="13846" y="57007"/>
                    </a:lnTo>
                    <a:lnTo>
                      <a:pt x="14001" y="46577"/>
                    </a:lnTo>
                    <a:lnTo>
                      <a:pt x="16299" y="36718"/>
                    </a:lnTo>
                    <a:lnTo>
                      <a:pt x="22098" y="28289"/>
                    </a:lnTo>
                    <a:lnTo>
                      <a:pt x="28646" y="25312"/>
                    </a:lnTo>
                    <a:lnTo>
                      <a:pt x="36195" y="25050"/>
                    </a:lnTo>
                    <a:lnTo>
                      <a:pt x="43743" y="26789"/>
                    </a:lnTo>
                    <a:lnTo>
                      <a:pt x="71628" y="58007"/>
                    </a:lnTo>
                    <a:lnTo>
                      <a:pt x="73914" y="62579"/>
                    </a:lnTo>
                    <a:lnTo>
                      <a:pt x="75438" y="67913"/>
                    </a:lnTo>
                    <a:lnTo>
                      <a:pt x="76200" y="73247"/>
                    </a:lnTo>
                    <a:lnTo>
                      <a:pt x="75187" y="65805"/>
                    </a:lnTo>
                    <a:lnTo>
                      <a:pt x="74390" y="58293"/>
                    </a:lnTo>
                    <a:lnTo>
                      <a:pt x="73735" y="50637"/>
                    </a:lnTo>
                    <a:lnTo>
                      <a:pt x="73152" y="42767"/>
                    </a:lnTo>
                    <a:lnTo>
                      <a:pt x="73318" y="32623"/>
                    </a:lnTo>
                    <a:lnTo>
                      <a:pt x="96012" y="0"/>
                    </a:lnTo>
                    <a:lnTo>
                      <a:pt x="102679" y="369"/>
                    </a:lnTo>
                    <a:lnTo>
                      <a:pt x="127254" y="36671"/>
                    </a:lnTo>
                    <a:lnTo>
                      <a:pt x="135612" y="68175"/>
                    </a:lnTo>
                    <a:lnTo>
                      <a:pt x="137922" y="7858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2" name="Google Shape;1702;p13"/>
              <p:cNvSpPr/>
              <p:nvPr/>
            </p:nvSpPr>
            <p:spPr>
              <a:xfrm>
                <a:off x="5601497" y="2166366"/>
                <a:ext cx="88900" cy="98425"/>
              </a:xfrm>
              <a:custGeom>
                <a:rect b="b" l="l" r="r" t="t"/>
                <a:pathLst>
                  <a:path extrusionOk="0" h="98425" w="88900">
                    <a:moveTo>
                      <a:pt x="46446" y="24384"/>
                    </a:moveTo>
                    <a:lnTo>
                      <a:pt x="46243" y="17145"/>
                    </a:lnTo>
                    <a:lnTo>
                      <a:pt x="45398" y="8191"/>
                    </a:lnTo>
                    <a:lnTo>
                      <a:pt x="41838" y="1238"/>
                    </a:lnTo>
                    <a:lnTo>
                      <a:pt x="33492" y="0"/>
                    </a:lnTo>
                    <a:lnTo>
                      <a:pt x="25181" y="4464"/>
                    </a:lnTo>
                    <a:lnTo>
                      <a:pt x="5119" y="41886"/>
                    </a:lnTo>
                    <a:lnTo>
                      <a:pt x="0" y="63936"/>
                    </a:lnTo>
                    <a:lnTo>
                      <a:pt x="726" y="74676"/>
                    </a:lnTo>
                    <a:lnTo>
                      <a:pt x="4167" y="79664"/>
                    </a:lnTo>
                    <a:lnTo>
                      <a:pt x="9965" y="81438"/>
                    </a:lnTo>
                    <a:lnTo>
                      <a:pt x="16478" y="80783"/>
                    </a:lnTo>
                    <a:lnTo>
                      <a:pt x="41112" y="47244"/>
                    </a:lnTo>
                    <a:lnTo>
                      <a:pt x="41874" y="13716"/>
                    </a:lnTo>
                    <a:lnTo>
                      <a:pt x="41112" y="12192"/>
                    </a:lnTo>
                    <a:lnTo>
                      <a:pt x="41112" y="10668"/>
                    </a:lnTo>
                    <a:lnTo>
                      <a:pt x="41112" y="16764"/>
                    </a:lnTo>
                    <a:lnTo>
                      <a:pt x="41874" y="19812"/>
                    </a:lnTo>
                    <a:lnTo>
                      <a:pt x="43398" y="25908"/>
                    </a:lnTo>
                    <a:lnTo>
                      <a:pt x="59400" y="73914"/>
                    </a:lnTo>
                    <a:lnTo>
                      <a:pt x="82260" y="98298"/>
                    </a:lnTo>
                    <a:lnTo>
                      <a:pt x="84546" y="97536"/>
                    </a:lnTo>
                    <a:lnTo>
                      <a:pt x="86070" y="97536"/>
                    </a:lnTo>
                    <a:lnTo>
                      <a:pt x="88356" y="9677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13"/>
              <p:cNvSpPr/>
              <p:nvPr/>
            </p:nvSpPr>
            <p:spPr>
              <a:xfrm>
                <a:off x="5710797" y="2138934"/>
                <a:ext cx="23495" cy="112395"/>
              </a:xfrm>
              <a:custGeom>
                <a:rect b="b" l="l" r="r" t="t"/>
                <a:pathLst>
                  <a:path extrusionOk="0" h="112394" w="23495">
                    <a:moveTo>
                      <a:pt x="392" y="0"/>
                    </a:moveTo>
                    <a:lnTo>
                      <a:pt x="0" y="12465"/>
                    </a:lnTo>
                    <a:lnTo>
                      <a:pt x="107" y="24860"/>
                    </a:lnTo>
                    <a:lnTo>
                      <a:pt x="928" y="37397"/>
                    </a:lnTo>
                    <a:lnTo>
                      <a:pt x="11037" y="82867"/>
                    </a:lnTo>
                    <a:lnTo>
                      <a:pt x="17156" y="98298"/>
                    </a:lnTo>
                    <a:lnTo>
                      <a:pt x="19442" y="112014"/>
                    </a:lnTo>
                    <a:lnTo>
                      <a:pt x="23252" y="107442"/>
                    </a:lnTo>
                    <a:lnTo>
                      <a:pt x="23252" y="105918"/>
                    </a:lnTo>
                    <a:lnTo>
                      <a:pt x="23252" y="105155"/>
                    </a:lnTo>
                    <a:lnTo>
                      <a:pt x="23252" y="10363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13"/>
              <p:cNvSpPr/>
              <p:nvPr/>
            </p:nvSpPr>
            <p:spPr>
              <a:xfrm>
                <a:off x="5711952" y="2172462"/>
                <a:ext cx="167005" cy="78740"/>
              </a:xfrm>
              <a:custGeom>
                <a:rect b="b" l="l" r="r" t="t"/>
                <a:pathLst>
                  <a:path extrusionOk="0" h="78739" w="167004">
                    <a:moveTo>
                      <a:pt x="14477" y="47244"/>
                    </a:moveTo>
                    <a:lnTo>
                      <a:pt x="10822" y="42410"/>
                    </a:lnTo>
                    <a:lnTo>
                      <a:pt x="6953" y="37147"/>
                    </a:lnTo>
                    <a:lnTo>
                      <a:pt x="3226" y="31599"/>
                    </a:lnTo>
                    <a:lnTo>
                      <a:pt x="0" y="25908"/>
                    </a:lnTo>
                    <a:lnTo>
                      <a:pt x="0" y="25146"/>
                    </a:lnTo>
                    <a:lnTo>
                      <a:pt x="6857" y="23622"/>
                    </a:lnTo>
                    <a:lnTo>
                      <a:pt x="13715" y="22098"/>
                    </a:lnTo>
                    <a:lnTo>
                      <a:pt x="20573" y="19812"/>
                    </a:lnTo>
                    <a:lnTo>
                      <a:pt x="28313" y="17799"/>
                    </a:lnTo>
                    <a:lnTo>
                      <a:pt x="35623" y="15144"/>
                    </a:lnTo>
                    <a:lnTo>
                      <a:pt x="42648" y="11775"/>
                    </a:lnTo>
                    <a:lnTo>
                      <a:pt x="49529" y="7620"/>
                    </a:lnTo>
                    <a:lnTo>
                      <a:pt x="53339" y="5334"/>
                    </a:lnTo>
                    <a:lnTo>
                      <a:pt x="54863" y="3810"/>
                    </a:lnTo>
                    <a:lnTo>
                      <a:pt x="56387" y="0"/>
                    </a:lnTo>
                    <a:lnTo>
                      <a:pt x="56387" y="4572"/>
                    </a:lnTo>
                    <a:lnTo>
                      <a:pt x="56387" y="9906"/>
                    </a:lnTo>
                    <a:lnTo>
                      <a:pt x="56387" y="14478"/>
                    </a:lnTo>
                    <a:lnTo>
                      <a:pt x="56387" y="20574"/>
                    </a:lnTo>
                    <a:lnTo>
                      <a:pt x="59435" y="23622"/>
                    </a:lnTo>
                    <a:lnTo>
                      <a:pt x="65531" y="25146"/>
                    </a:lnTo>
                    <a:lnTo>
                      <a:pt x="70865" y="26670"/>
                    </a:lnTo>
                    <a:lnTo>
                      <a:pt x="77723" y="25908"/>
                    </a:lnTo>
                    <a:lnTo>
                      <a:pt x="83819" y="25908"/>
                    </a:lnTo>
                    <a:lnTo>
                      <a:pt x="87629" y="25146"/>
                    </a:lnTo>
                    <a:lnTo>
                      <a:pt x="90677" y="25146"/>
                    </a:lnTo>
                    <a:lnTo>
                      <a:pt x="94487" y="25146"/>
                    </a:lnTo>
                    <a:lnTo>
                      <a:pt x="94487" y="31242"/>
                    </a:lnTo>
                    <a:lnTo>
                      <a:pt x="95249" y="38100"/>
                    </a:lnTo>
                    <a:lnTo>
                      <a:pt x="95249" y="44196"/>
                    </a:lnTo>
                    <a:lnTo>
                      <a:pt x="94452" y="51065"/>
                    </a:lnTo>
                    <a:lnTo>
                      <a:pt x="93440" y="58007"/>
                    </a:lnTo>
                    <a:lnTo>
                      <a:pt x="92571" y="65091"/>
                    </a:lnTo>
                    <a:lnTo>
                      <a:pt x="92201" y="72390"/>
                    </a:lnTo>
                    <a:lnTo>
                      <a:pt x="91439" y="78486"/>
                    </a:lnTo>
                    <a:lnTo>
                      <a:pt x="91439" y="75438"/>
                    </a:lnTo>
                    <a:lnTo>
                      <a:pt x="94487" y="77724"/>
                    </a:lnTo>
                    <a:lnTo>
                      <a:pt x="102869" y="76200"/>
                    </a:lnTo>
                    <a:lnTo>
                      <a:pt x="124039" y="37397"/>
                    </a:lnTo>
                    <a:lnTo>
                      <a:pt x="125729" y="28956"/>
                    </a:lnTo>
                    <a:lnTo>
                      <a:pt x="125729" y="24384"/>
                    </a:lnTo>
                    <a:lnTo>
                      <a:pt x="126491" y="20574"/>
                    </a:lnTo>
                    <a:lnTo>
                      <a:pt x="126491" y="16764"/>
                    </a:lnTo>
                    <a:lnTo>
                      <a:pt x="126372" y="23622"/>
                    </a:lnTo>
                    <a:lnTo>
                      <a:pt x="126110" y="30480"/>
                    </a:lnTo>
                    <a:lnTo>
                      <a:pt x="125849" y="37338"/>
                    </a:lnTo>
                    <a:lnTo>
                      <a:pt x="125729" y="44196"/>
                    </a:lnTo>
                    <a:lnTo>
                      <a:pt x="126265" y="52697"/>
                    </a:lnTo>
                    <a:lnTo>
                      <a:pt x="128301" y="60769"/>
                    </a:lnTo>
                    <a:lnTo>
                      <a:pt x="132480" y="67984"/>
                    </a:lnTo>
                    <a:lnTo>
                      <a:pt x="139445" y="73914"/>
                    </a:lnTo>
                    <a:lnTo>
                      <a:pt x="146732" y="76319"/>
                    </a:lnTo>
                    <a:lnTo>
                      <a:pt x="153733" y="76009"/>
                    </a:lnTo>
                    <a:lnTo>
                      <a:pt x="160448" y="73699"/>
                    </a:lnTo>
                    <a:lnTo>
                      <a:pt x="166877" y="701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13"/>
              <p:cNvSpPr/>
              <p:nvPr/>
            </p:nvSpPr>
            <p:spPr>
              <a:xfrm>
                <a:off x="5835396" y="2140458"/>
                <a:ext cx="17780" cy="18415"/>
              </a:xfrm>
              <a:custGeom>
                <a:rect b="b" l="l" r="r" t="t"/>
                <a:pathLst>
                  <a:path extrusionOk="0" h="18414" w="17779">
                    <a:moveTo>
                      <a:pt x="0" y="0"/>
                    </a:moveTo>
                    <a:lnTo>
                      <a:pt x="2845" y="8536"/>
                    </a:lnTo>
                    <a:lnTo>
                      <a:pt x="5048" y="12858"/>
                    </a:lnTo>
                    <a:lnTo>
                      <a:pt x="9108" y="15323"/>
                    </a:lnTo>
                    <a:lnTo>
                      <a:pt x="17526" y="1828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6" name="Google Shape;1706;p13"/>
            <p:cNvGrpSpPr/>
            <p:nvPr/>
          </p:nvGrpSpPr>
          <p:grpSpPr>
            <a:xfrm>
              <a:off x="4277787" y="1589969"/>
              <a:ext cx="134025" cy="151017"/>
              <a:chOff x="5916167" y="2183130"/>
              <a:chExt cx="90423" cy="101346"/>
            </a:xfrm>
          </p:grpSpPr>
          <p:sp>
            <p:nvSpPr>
              <p:cNvPr id="1707" name="Google Shape;1707;p13"/>
              <p:cNvSpPr/>
              <p:nvPr/>
            </p:nvSpPr>
            <p:spPr>
              <a:xfrm>
                <a:off x="5948171" y="2183130"/>
                <a:ext cx="58419" cy="57150"/>
              </a:xfrm>
              <a:custGeom>
                <a:rect b="b" l="l" r="r" t="t"/>
                <a:pathLst>
                  <a:path extrusionOk="0" h="57150" w="58420">
                    <a:moveTo>
                      <a:pt x="0" y="0"/>
                    </a:moveTo>
                    <a:lnTo>
                      <a:pt x="6643" y="8512"/>
                    </a:lnTo>
                    <a:lnTo>
                      <a:pt x="13144" y="16097"/>
                    </a:lnTo>
                    <a:lnTo>
                      <a:pt x="19931" y="23252"/>
                    </a:lnTo>
                    <a:lnTo>
                      <a:pt x="27432" y="30479"/>
                    </a:lnTo>
                    <a:lnTo>
                      <a:pt x="33861" y="36885"/>
                    </a:lnTo>
                    <a:lnTo>
                      <a:pt x="40576" y="44005"/>
                    </a:lnTo>
                    <a:lnTo>
                      <a:pt x="47577" y="50839"/>
                    </a:lnTo>
                    <a:lnTo>
                      <a:pt x="54864" y="56387"/>
                    </a:lnTo>
                    <a:lnTo>
                      <a:pt x="56388" y="56387"/>
                    </a:lnTo>
                    <a:lnTo>
                      <a:pt x="57150" y="57149"/>
                    </a:lnTo>
                    <a:lnTo>
                      <a:pt x="57912" y="5714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13"/>
              <p:cNvSpPr/>
              <p:nvPr/>
            </p:nvSpPr>
            <p:spPr>
              <a:xfrm>
                <a:off x="5916167" y="2185416"/>
                <a:ext cx="75565" cy="99060"/>
              </a:xfrm>
              <a:custGeom>
                <a:rect b="b" l="l" r="r" t="t"/>
                <a:pathLst>
                  <a:path extrusionOk="0" h="99060" w="75564">
                    <a:moveTo>
                      <a:pt x="75437" y="0"/>
                    </a:moveTo>
                    <a:lnTo>
                      <a:pt x="43433" y="28194"/>
                    </a:lnTo>
                    <a:lnTo>
                      <a:pt x="19966" y="67520"/>
                    </a:lnTo>
                    <a:lnTo>
                      <a:pt x="12191" y="80772"/>
                    </a:lnTo>
                    <a:lnTo>
                      <a:pt x="6095" y="90678"/>
                    </a:lnTo>
                    <a:lnTo>
                      <a:pt x="4571" y="93726"/>
                    </a:lnTo>
                    <a:lnTo>
                      <a:pt x="0" y="990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9" name="Google Shape;1709;p13"/>
            <p:cNvGrpSpPr/>
            <p:nvPr/>
          </p:nvGrpSpPr>
          <p:grpSpPr>
            <a:xfrm>
              <a:off x="4835691" y="1465028"/>
              <a:ext cx="273926" cy="268198"/>
              <a:chOff x="6292570" y="2099284"/>
              <a:chExt cx="184810" cy="179985"/>
            </a:xfrm>
          </p:grpSpPr>
          <p:pic>
            <p:nvPicPr>
              <p:cNvPr id="1710" name="Google Shape;1710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292570" y="2099284"/>
                <a:ext cx="111302" cy="1433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1" name="Google Shape;1711;p13"/>
              <p:cNvSpPr/>
              <p:nvPr/>
            </p:nvSpPr>
            <p:spPr>
              <a:xfrm>
                <a:off x="6441185" y="2226564"/>
                <a:ext cx="36195" cy="52705"/>
              </a:xfrm>
              <a:custGeom>
                <a:rect b="b" l="l" r="r" t="t"/>
                <a:pathLst>
                  <a:path extrusionOk="0" h="52705" w="36195">
                    <a:moveTo>
                      <a:pt x="35813" y="0"/>
                    </a:moveTo>
                    <a:lnTo>
                      <a:pt x="18430" y="39933"/>
                    </a:lnTo>
                    <a:lnTo>
                      <a:pt x="6905" y="48744"/>
                    </a:lnTo>
                    <a:lnTo>
                      <a:pt x="0" y="5257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12" name="Google Shape;171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479470" y="1433538"/>
              <a:ext cx="387859" cy="3380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3" name="Google Shape;1713;p13"/>
            <p:cNvGrpSpPr/>
            <p:nvPr/>
          </p:nvGrpSpPr>
          <p:grpSpPr>
            <a:xfrm>
              <a:off x="6439491" y="1393531"/>
              <a:ext cx="575297" cy="265204"/>
              <a:chOff x="7374610" y="2051303"/>
              <a:chExt cx="388137" cy="177976"/>
            </a:xfrm>
          </p:grpSpPr>
          <p:pic>
            <p:nvPicPr>
              <p:cNvPr id="1714" name="Google Shape;1714;p1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7374610" y="2083282"/>
                <a:ext cx="97467" cy="1459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5" name="Google Shape;1715;p13"/>
              <p:cNvSpPr/>
              <p:nvPr/>
            </p:nvSpPr>
            <p:spPr>
              <a:xfrm>
                <a:off x="7520177" y="2140457"/>
                <a:ext cx="3175" cy="1905"/>
              </a:xfrm>
              <a:custGeom>
                <a:rect b="b" l="l" r="r" t="t"/>
                <a:pathLst>
                  <a:path extrusionOk="0" h="1905" w="3175">
                    <a:moveTo>
                      <a:pt x="3048" y="1524"/>
                    </a:moveTo>
                    <a:lnTo>
                      <a:pt x="762" y="762"/>
                    </a:lnTo>
                    <a:lnTo>
                      <a:pt x="0" y="0"/>
                    </a:lnTo>
                    <a:lnTo>
                      <a:pt x="228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13"/>
              <p:cNvSpPr/>
              <p:nvPr/>
            </p:nvSpPr>
            <p:spPr>
              <a:xfrm>
                <a:off x="7548371" y="2078735"/>
                <a:ext cx="51435" cy="97155"/>
              </a:xfrm>
              <a:custGeom>
                <a:rect b="b" l="l" r="r" t="t"/>
                <a:pathLst>
                  <a:path extrusionOk="0" h="97155" w="51434">
                    <a:moveTo>
                      <a:pt x="0" y="35813"/>
                    </a:moveTo>
                    <a:lnTo>
                      <a:pt x="5726" y="43362"/>
                    </a:lnTo>
                    <a:lnTo>
                      <a:pt x="11525" y="51053"/>
                    </a:lnTo>
                    <a:lnTo>
                      <a:pt x="17466" y="58745"/>
                    </a:lnTo>
                    <a:lnTo>
                      <a:pt x="23622" y="66293"/>
                    </a:lnTo>
                    <a:lnTo>
                      <a:pt x="28194" y="72128"/>
                    </a:lnTo>
                    <a:lnTo>
                      <a:pt x="32766" y="78104"/>
                    </a:lnTo>
                    <a:lnTo>
                      <a:pt x="37338" y="84081"/>
                    </a:lnTo>
                    <a:lnTo>
                      <a:pt x="41910" y="89915"/>
                    </a:lnTo>
                    <a:lnTo>
                      <a:pt x="43434" y="92963"/>
                    </a:lnTo>
                    <a:lnTo>
                      <a:pt x="45720" y="94487"/>
                    </a:lnTo>
                    <a:lnTo>
                      <a:pt x="48006" y="96773"/>
                    </a:lnTo>
                    <a:lnTo>
                      <a:pt x="49208" y="88975"/>
                    </a:lnTo>
                    <a:lnTo>
                      <a:pt x="49625" y="80676"/>
                    </a:lnTo>
                    <a:lnTo>
                      <a:pt x="49613" y="72235"/>
                    </a:lnTo>
                    <a:lnTo>
                      <a:pt x="49530" y="64007"/>
                    </a:lnTo>
                    <a:lnTo>
                      <a:pt x="49208" y="49839"/>
                    </a:lnTo>
                    <a:lnTo>
                      <a:pt x="49244" y="35813"/>
                    </a:lnTo>
                    <a:lnTo>
                      <a:pt x="49422" y="21788"/>
                    </a:lnTo>
                    <a:lnTo>
                      <a:pt x="49529" y="7619"/>
                    </a:lnTo>
                    <a:lnTo>
                      <a:pt x="49529" y="3047"/>
                    </a:lnTo>
                    <a:lnTo>
                      <a:pt x="48767" y="2285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13"/>
              <p:cNvSpPr/>
              <p:nvPr/>
            </p:nvSpPr>
            <p:spPr>
              <a:xfrm>
                <a:off x="7648193" y="2072639"/>
                <a:ext cx="66675" cy="93345"/>
              </a:xfrm>
              <a:custGeom>
                <a:rect b="b" l="l" r="r" t="t"/>
                <a:pathLst>
                  <a:path extrusionOk="0" h="93344" w="66675">
                    <a:moveTo>
                      <a:pt x="55625" y="49529"/>
                    </a:moveTo>
                    <a:lnTo>
                      <a:pt x="51637" y="39802"/>
                    </a:lnTo>
                    <a:lnTo>
                      <a:pt x="47720" y="30003"/>
                    </a:lnTo>
                    <a:lnTo>
                      <a:pt x="43945" y="20062"/>
                    </a:lnTo>
                    <a:lnTo>
                      <a:pt x="40385" y="9905"/>
                    </a:lnTo>
                    <a:lnTo>
                      <a:pt x="38099" y="3809"/>
                    </a:lnTo>
                    <a:lnTo>
                      <a:pt x="38099" y="2285"/>
                    </a:lnTo>
                    <a:lnTo>
                      <a:pt x="33527" y="0"/>
                    </a:lnTo>
                    <a:lnTo>
                      <a:pt x="26574" y="4393"/>
                    </a:lnTo>
                    <a:lnTo>
                      <a:pt x="21335" y="11144"/>
                    </a:lnTo>
                    <a:lnTo>
                      <a:pt x="17240" y="19180"/>
                    </a:lnTo>
                    <a:lnTo>
                      <a:pt x="13715" y="27431"/>
                    </a:lnTo>
                    <a:lnTo>
                      <a:pt x="8465" y="39671"/>
                    </a:lnTo>
                    <a:lnTo>
                      <a:pt x="4286" y="51625"/>
                    </a:lnTo>
                    <a:lnTo>
                      <a:pt x="1393" y="63865"/>
                    </a:lnTo>
                    <a:lnTo>
                      <a:pt x="0" y="76961"/>
                    </a:lnTo>
                    <a:lnTo>
                      <a:pt x="904" y="83462"/>
                    </a:lnTo>
                    <a:lnTo>
                      <a:pt x="4381" y="87820"/>
                    </a:lnTo>
                    <a:lnTo>
                      <a:pt x="9858" y="89606"/>
                    </a:lnTo>
                    <a:lnTo>
                      <a:pt x="16763" y="88391"/>
                    </a:lnTo>
                    <a:lnTo>
                      <a:pt x="40385" y="54863"/>
                    </a:lnTo>
                    <a:lnTo>
                      <a:pt x="40385" y="44957"/>
                    </a:lnTo>
                    <a:lnTo>
                      <a:pt x="43433" y="40385"/>
                    </a:lnTo>
                    <a:lnTo>
                      <a:pt x="44195" y="40385"/>
                    </a:lnTo>
                    <a:lnTo>
                      <a:pt x="44957" y="40385"/>
                    </a:lnTo>
                    <a:lnTo>
                      <a:pt x="44957" y="48767"/>
                    </a:lnTo>
                    <a:lnTo>
                      <a:pt x="45719" y="57149"/>
                    </a:lnTo>
                    <a:lnTo>
                      <a:pt x="47243" y="65531"/>
                    </a:lnTo>
                    <a:lnTo>
                      <a:pt x="47934" y="72139"/>
                    </a:lnTo>
                    <a:lnTo>
                      <a:pt x="63245" y="92963"/>
                    </a:lnTo>
                    <a:lnTo>
                      <a:pt x="66293" y="9220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13"/>
              <p:cNvSpPr/>
              <p:nvPr/>
            </p:nvSpPr>
            <p:spPr>
              <a:xfrm>
                <a:off x="7748777" y="2051303"/>
                <a:ext cx="13970" cy="109220"/>
              </a:xfrm>
              <a:custGeom>
                <a:rect b="b" l="l" r="r" t="t"/>
                <a:pathLst>
                  <a:path extrusionOk="0" h="109219" w="13970">
                    <a:moveTo>
                      <a:pt x="761" y="0"/>
                    </a:moveTo>
                    <a:lnTo>
                      <a:pt x="321" y="15311"/>
                    </a:lnTo>
                    <a:lnTo>
                      <a:pt x="95" y="30480"/>
                    </a:lnTo>
                    <a:lnTo>
                      <a:pt x="11" y="45648"/>
                    </a:lnTo>
                    <a:lnTo>
                      <a:pt x="0" y="60960"/>
                    </a:lnTo>
                    <a:lnTo>
                      <a:pt x="535" y="74568"/>
                    </a:lnTo>
                    <a:lnTo>
                      <a:pt x="2571" y="86391"/>
                    </a:lnTo>
                    <a:lnTo>
                      <a:pt x="6750" y="97500"/>
                    </a:lnTo>
                    <a:lnTo>
                      <a:pt x="13715" y="10896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19" name="Google Shape;1719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68497" y="1390088"/>
              <a:ext cx="277915" cy="1647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20" name="Google Shape;1720;p13"/>
            <p:cNvGrpSpPr/>
            <p:nvPr/>
          </p:nvGrpSpPr>
          <p:grpSpPr>
            <a:xfrm>
              <a:off x="7898760" y="1284438"/>
              <a:ext cx="477940" cy="473111"/>
              <a:chOff x="8359139" y="1978092"/>
              <a:chExt cx="322453" cy="317500"/>
            </a:xfrm>
          </p:grpSpPr>
          <p:sp>
            <p:nvSpPr>
              <p:cNvPr id="1721" name="Google Shape;1721;p13"/>
              <p:cNvSpPr/>
              <p:nvPr/>
            </p:nvSpPr>
            <p:spPr>
              <a:xfrm>
                <a:off x="8359139" y="1978092"/>
                <a:ext cx="74930" cy="317500"/>
              </a:xfrm>
              <a:custGeom>
                <a:rect b="b" l="l" r="r" t="t"/>
                <a:pathLst>
                  <a:path extrusionOk="0" h="317500" w="74929">
                    <a:moveTo>
                      <a:pt x="51053" y="30539"/>
                    </a:moveTo>
                    <a:lnTo>
                      <a:pt x="34242" y="0"/>
                    </a:lnTo>
                    <a:lnTo>
                      <a:pt x="27431" y="4155"/>
                    </a:lnTo>
                    <a:lnTo>
                      <a:pt x="7334" y="41588"/>
                    </a:lnTo>
                    <a:lnTo>
                      <a:pt x="4571" y="68639"/>
                    </a:lnTo>
                    <a:lnTo>
                      <a:pt x="5965" y="80962"/>
                    </a:lnTo>
                    <a:lnTo>
                      <a:pt x="32849" y="116478"/>
                    </a:lnTo>
                    <a:lnTo>
                      <a:pt x="41052" y="123313"/>
                    </a:lnTo>
                    <a:lnTo>
                      <a:pt x="47970" y="131004"/>
                    </a:lnTo>
                    <a:lnTo>
                      <a:pt x="51815" y="140267"/>
                    </a:lnTo>
                    <a:lnTo>
                      <a:pt x="51696" y="148851"/>
                    </a:lnTo>
                    <a:lnTo>
                      <a:pt x="48577" y="155793"/>
                    </a:lnTo>
                    <a:lnTo>
                      <a:pt x="43457" y="162020"/>
                    </a:lnTo>
                    <a:lnTo>
                      <a:pt x="37337" y="168461"/>
                    </a:lnTo>
                    <a:lnTo>
                      <a:pt x="30218" y="175986"/>
                    </a:lnTo>
                    <a:lnTo>
                      <a:pt x="22669" y="183511"/>
                    </a:lnTo>
                    <a:lnTo>
                      <a:pt x="14835" y="190750"/>
                    </a:lnTo>
                    <a:lnTo>
                      <a:pt x="6857" y="197417"/>
                    </a:lnTo>
                    <a:lnTo>
                      <a:pt x="1523" y="201989"/>
                    </a:lnTo>
                    <a:lnTo>
                      <a:pt x="1523" y="202751"/>
                    </a:lnTo>
                    <a:lnTo>
                      <a:pt x="0" y="208847"/>
                    </a:lnTo>
                    <a:lnTo>
                      <a:pt x="6095" y="210371"/>
                    </a:lnTo>
                    <a:lnTo>
                      <a:pt x="31456" y="233957"/>
                    </a:lnTo>
                    <a:lnTo>
                      <a:pt x="30098" y="242280"/>
                    </a:lnTo>
                    <a:lnTo>
                      <a:pt x="27598" y="250459"/>
                    </a:lnTo>
                    <a:lnTo>
                      <a:pt x="24383" y="259139"/>
                    </a:lnTo>
                    <a:lnTo>
                      <a:pt x="20895" y="268545"/>
                    </a:lnTo>
                    <a:lnTo>
                      <a:pt x="17621" y="278380"/>
                    </a:lnTo>
                    <a:lnTo>
                      <a:pt x="15061" y="288500"/>
                    </a:lnTo>
                    <a:lnTo>
                      <a:pt x="13715" y="298763"/>
                    </a:lnTo>
                    <a:lnTo>
                      <a:pt x="12953" y="308669"/>
                    </a:lnTo>
                    <a:lnTo>
                      <a:pt x="13715" y="315527"/>
                    </a:lnTo>
                    <a:lnTo>
                      <a:pt x="25145" y="317051"/>
                    </a:lnTo>
                    <a:lnTo>
                      <a:pt x="39314" y="316551"/>
                    </a:lnTo>
                    <a:lnTo>
                      <a:pt x="51625" y="312479"/>
                    </a:lnTo>
                    <a:lnTo>
                      <a:pt x="63079" y="306121"/>
                    </a:lnTo>
                    <a:lnTo>
                      <a:pt x="74675" y="29876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22" name="Google Shape;1722;p1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489380" y="2042896"/>
                <a:ext cx="121244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3" name="Google Shape;1723;p13"/>
              <p:cNvSpPr/>
              <p:nvPr/>
            </p:nvSpPr>
            <p:spPr>
              <a:xfrm>
                <a:off x="8663177" y="2148078"/>
                <a:ext cx="18415" cy="48895"/>
              </a:xfrm>
              <a:custGeom>
                <a:rect b="b" l="l" r="r" t="t"/>
                <a:pathLst>
                  <a:path extrusionOk="0" h="48894" w="18415">
                    <a:moveTo>
                      <a:pt x="2285" y="1524"/>
                    </a:moveTo>
                    <a:lnTo>
                      <a:pt x="15239" y="762"/>
                    </a:lnTo>
                    <a:lnTo>
                      <a:pt x="17525" y="0"/>
                    </a:lnTo>
                    <a:lnTo>
                      <a:pt x="18287" y="13716"/>
                    </a:lnTo>
                    <a:lnTo>
                      <a:pt x="17109" y="22098"/>
                    </a:lnTo>
                    <a:lnTo>
                      <a:pt x="14001" y="29337"/>
                    </a:lnTo>
                    <a:lnTo>
                      <a:pt x="9608" y="36004"/>
                    </a:lnTo>
                    <a:lnTo>
                      <a:pt x="4571" y="42672"/>
                    </a:lnTo>
                    <a:lnTo>
                      <a:pt x="2285" y="46482"/>
                    </a:lnTo>
                    <a:lnTo>
                      <a:pt x="1523" y="46482"/>
                    </a:lnTo>
                    <a:lnTo>
                      <a:pt x="0" y="4876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4" name="Google Shape;1724;p13"/>
            <p:cNvGrpSpPr/>
            <p:nvPr/>
          </p:nvGrpSpPr>
          <p:grpSpPr>
            <a:xfrm>
              <a:off x="8491714" y="1236269"/>
              <a:ext cx="787217" cy="453240"/>
              <a:chOff x="8759189" y="1945766"/>
              <a:chExt cx="531114" cy="304165"/>
            </a:xfrm>
          </p:grpSpPr>
          <p:sp>
            <p:nvSpPr>
              <p:cNvPr id="1725" name="Google Shape;1725;p13"/>
              <p:cNvSpPr/>
              <p:nvPr/>
            </p:nvSpPr>
            <p:spPr>
              <a:xfrm>
                <a:off x="8759189" y="2135885"/>
                <a:ext cx="20955" cy="12700"/>
              </a:xfrm>
              <a:custGeom>
                <a:rect b="b" l="l" r="r" t="t"/>
                <a:pathLst>
                  <a:path extrusionOk="0" h="12700" w="20954">
                    <a:moveTo>
                      <a:pt x="0" y="12191"/>
                    </a:moveTo>
                    <a:lnTo>
                      <a:pt x="11429" y="3047"/>
                    </a:lnTo>
                    <a:lnTo>
                      <a:pt x="12191" y="0"/>
                    </a:lnTo>
                    <a:lnTo>
                      <a:pt x="2057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8824721" y="2120645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27" name="Google Shape;1727;p13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881871" y="2129789"/>
                <a:ext cx="105181" cy="800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28" name="Google Shape;1728;p13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027388" y="1988032"/>
                <a:ext cx="157022" cy="1734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9" name="Google Shape;1729;p13"/>
              <p:cNvSpPr/>
              <p:nvPr/>
            </p:nvSpPr>
            <p:spPr>
              <a:xfrm>
                <a:off x="9172193" y="1945766"/>
                <a:ext cx="118110" cy="304165"/>
              </a:xfrm>
              <a:custGeom>
                <a:rect b="b" l="l" r="r" t="t"/>
                <a:pathLst>
                  <a:path extrusionOk="0" h="304164" w="118109">
                    <a:moveTo>
                      <a:pt x="38861" y="7238"/>
                    </a:moveTo>
                    <a:lnTo>
                      <a:pt x="46612" y="2690"/>
                    </a:lnTo>
                    <a:lnTo>
                      <a:pt x="53435" y="0"/>
                    </a:lnTo>
                    <a:lnTo>
                      <a:pt x="60400" y="166"/>
                    </a:lnTo>
                    <a:lnTo>
                      <a:pt x="84653" y="29908"/>
                    </a:lnTo>
                    <a:lnTo>
                      <a:pt x="88582" y="68960"/>
                    </a:lnTo>
                    <a:lnTo>
                      <a:pt x="88153" y="83724"/>
                    </a:lnTo>
                    <a:lnTo>
                      <a:pt x="86867" y="97916"/>
                    </a:lnTo>
                    <a:lnTo>
                      <a:pt x="85522" y="109096"/>
                    </a:lnTo>
                    <a:lnTo>
                      <a:pt x="84105" y="119919"/>
                    </a:lnTo>
                    <a:lnTo>
                      <a:pt x="83117" y="130599"/>
                    </a:lnTo>
                    <a:lnTo>
                      <a:pt x="83057" y="141350"/>
                    </a:lnTo>
                    <a:lnTo>
                      <a:pt x="83057" y="148208"/>
                    </a:lnTo>
                    <a:lnTo>
                      <a:pt x="83819" y="154304"/>
                    </a:lnTo>
                    <a:lnTo>
                      <a:pt x="90677" y="157352"/>
                    </a:lnTo>
                    <a:lnTo>
                      <a:pt x="96011" y="159638"/>
                    </a:lnTo>
                    <a:lnTo>
                      <a:pt x="103631" y="158876"/>
                    </a:lnTo>
                    <a:lnTo>
                      <a:pt x="108965" y="158876"/>
                    </a:lnTo>
                    <a:lnTo>
                      <a:pt x="112775" y="158876"/>
                    </a:lnTo>
                    <a:lnTo>
                      <a:pt x="115061" y="156590"/>
                    </a:lnTo>
                    <a:lnTo>
                      <a:pt x="118109" y="155066"/>
                    </a:lnTo>
                    <a:lnTo>
                      <a:pt x="117347" y="155828"/>
                    </a:lnTo>
                    <a:lnTo>
                      <a:pt x="111251" y="159638"/>
                    </a:lnTo>
                    <a:lnTo>
                      <a:pt x="109727" y="162686"/>
                    </a:lnTo>
                    <a:lnTo>
                      <a:pt x="96226" y="199227"/>
                    </a:lnTo>
                    <a:lnTo>
                      <a:pt x="93535" y="237362"/>
                    </a:lnTo>
                    <a:lnTo>
                      <a:pt x="93630" y="249936"/>
                    </a:lnTo>
                    <a:lnTo>
                      <a:pt x="93725" y="262508"/>
                    </a:lnTo>
                    <a:lnTo>
                      <a:pt x="93892" y="268914"/>
                    </a:lnTo>
                    <a:lnTo>
                      <a:pt x="93916" y="275462"/>
                    </a:lnTo>
                    <a:lnTo>
                      <a:pt x="93083" y="282011"/>
                    </a:lnTo>
                    <a:lnTo>
                      <a:pt x="59471" y="303097"/>
                    </a:lnTo>
                    <a:lnTo>
                      <a:pt x="48672" y="303752"/>
                    </a:lnTo>
                    <a:lnTo>
                      <a:pt x="37730" y="303406"/>
                    </a:lnTo>
                    <a:lnTo>
                      <a:pt x="27431" y="302132"/>
                    </a:lnTo>
                    <a:lnTo>
                      <a:pt x="19931" y="300692"/>
                    </a:lnTo>
                    <a:lnTo>
                      <a:pt x="13144" y="298608"/>
                    </a:lnTo>
                    <a:lnTo>
                      <a:pt x="6643" y="295810"/>
                    </a:lnTo>
                    <a:lnTo>
                      <a:pt x="0" y="2922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30" name="Google Shape;1730;p1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967603" y="2560754"/>
              <a:ext cx="556886" cy="41111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31" name="Google Shape;1731;p13"/>
            <p:cNvGrpSpPr/>
            <p:nvPr/>
          </p:nvGrpSpPr>
          <p:grpSpPr>
            <a:xfrm>
              <a:off x="3615938" y="2618701"/>
              <a:ext cx="93743" cy="91026"/>
              <a:chOff x="5469636" y="2873502"/>
              <a:chExt cx="63246" cy="61087"/>
            </a:xfrm>
          </p:grpSpPr>
          <p:sp>
            <p:nvSpPr>
              <p:cNvPr id="1732" name="Google Shape;1732;p13"/>
              <p:cNvSpPr/>
              <p:nvPr/>
            </p:nvSpPr>
            <p:spPr>
              <a:xfrm>
                <a:off x="5469636" y="2873502"/>
                <a:ext cx="54610" cy="1905"/>
              </a:xfrm>
              <a:custGeom>
                <a:rect b="b" l="l" r="r" t="t"/>
                <a:pathLst>
                  <a:path extrusionOk="0" h="1905" w="54610">
                    <a:moveTo>
                      <a:pt x="0" y="1524"/>
                    </a:moveTo>
                    <a:lnTo>
                      <a:pt x="10156" y="1393"/>
                    </a:lnTo>
                    <a:lnTo>
                      <a:pt x="20097" y="1047"/>
                    </a:lnTo>
                    <a:lnTo>
                      <a:pt x="29896" y="559"/>
                    </a:lnTo>
                    <a:lnTo>
                      <a:pt x="39624" y="0"/>
                    </a:lnTo>
                    <a:lnTo>
                      <a:pt x="44958" y="0"/>
                    </a:lnTo>
                    <a:lnTo>
                      <a:pt x="49530" y="0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490972" y="2927604"/>
                <a:ext cx="41910" cy="6985"/>
              </a:xfrm>
              <a:custGeom>
                <a:rect b="b" l="l" r="r" t="t"/>
                <a:pathLst>
                  <a:path extrusionOk="0" h="6985" w="41910">
                    <a:moveTo>
                      <a:pt x="0" y="5334"/>
                    </a:moveTo>
                    <a:lnTo>
                      <a:pt x="9370" y="6048"/>
                    </a:lnTo>
                    <a:lnTo>
                      <a:pt x="18954" y="6477"/>
                    </a:lnTo>
                    <a:lnTo>
                      <a:pt x="28396" y="5762"/>
                    </a:lnTo>
                    <a:lnTo>
                      <a:pt x="37338" y="3048"/>
                    </a:lnTo>
                    <a:lnTo>
                      <a:pt x="38862" y="2286"/>
                    </a:lnTo>
                    <a:lnTo>
                      <a:pt x="40386" y="762"/>
                    </a:lnTo>
                    <a:lnTo>
                      <a:pt x="4191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4" name="Google Shape;1734;p13"/>
            <p:cNvGrpSpPr/>
            <p:nvPr/>
          </p:nvGrpSpPr>
          <p:grpSpPr>
            <a:xfrm>
              <a:off x="3985225" y="2517606"/>
              <a:ext cx="685642" cy="319141"/>
              <a:chOff x="5718784" y="2805658"/>
              <a:chExt cx="462584" cy="214172"/>
            </a:xfrm>
          </p:grpSpPr>
          <p:pic>
            <p:nvPicPr>
              <p:cNvPr id="1735" name="Google Shape;1735;p13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718784" y="2820136"/>
                <a:ext cx="180644" cy="1996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6" name="Google Shape;1736;p13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941145" y="2805658"/>
                <a:ext cx="240223" cy="20502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37" name="Google Shape;1737;p13"/>
            <p:cNvGrpSpPr/>
            <p:nvPr/>
          </p:nvGrpSpPr>
          <p:grpSpPr>
            <a:xfrm>
              <a:off x="5459140" y="2474263"/>
              <a:ext cx="944285" cy="233040"/>
              <a:chOff x="6713194" y="2776571"/>
              <a:chExt cx="637083" cy="156391"/>
            </a:xfrm>
          </p:grpSpPr>
          <p:pic>
            <p:nvPicPr>
              <p:cNvPr id="1738" name="Google Shape;1738;p13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713194" y="2776571"/>
                <a:ext cx="213410" cy="1563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39" name="Google Shape;1739;p13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961654" y="2781274"/>
                <a:ext cx="388623" cy="12718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40" name="Google Shape;1740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000820" y="2401788"/>
              <a:ext cx="328740" cy="283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1" name="Google Shape;1741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461631" y="2316628"/>
              <a:ext cx="171748" cy="22081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42" name="Google Shape;1742;p13"/>
            <p:cNvGrpSpPr/>
            <p:nvPr/>
          </p:nvGrpSpPr>
          <p:grpSpPr>
            <a:xfrm>
              <a:off x="7734389" y="2069097"/>
              <a:ext cx="225398" cy="433823"/>
              <a:chOff x="8248243" y="2504668"/>
              <a:chExt cx="152070" cy="291134"/>
            </a:xfrm>
          </p:grpSpPr>
          <p:pic>
            <p:nvPicPr>
              <p:cNvPr id="1743" name="Google Shape;1743;p13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248243" y="2655925"/>
                <a:ext cx="140639" cy="1398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44" name="Google Shape;1744;p13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325682" y="2504668"/>
                <a:ext cx="74631" cy="12851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45" name="Google Shape;1745;p13"/>
          <p:cNvGrpSpPr/>
          <p:nvPr/>
        </p:nvGrpSpPr>
        <p:grpSpPr>
          <a:xfrm>
            <a:off x="1147412" y="3597434"/>
            <a:ext cx="6482579" cy="682491"/>
            <a:chOff x="1147412" y="3597434"/>
            <a:chExt cx="6482579" cy="682491"/>
          </a:xfrm>
        </p:grpSpPr>
        <p:sp>
          <p:nvSpPr>
            <p:cNvPr id="1746" name="Google Shape;1746;p13"/>
            <p:cNvSpPr/>
            <p:nvPr/>
          </p:nvSpPr>
          <p:spPr>
            <a:xfrm>
              <a:off x="1147412" y="4018730"/>
              <a:ext cx="38588" cy="64343"/>
            </a:xfrm>
            <a:custGeom>
              <a:rect b="b" l="l" r="r" t="t"/>
              <a:pathLst>
                <a:path extrusionOk="0" h="43179" w="26035">
                  <a:moveTo>
                    <a:pt x="5048" y="4572"/>
                  </a:moveTo>
                  <a:lnTo>
                    <a:pt x="5810" y="3048"/>
                  </a:lnTo>
                  <a:lnTo>
                    <a:pt x="6572" y="1524"/>
                  </a:lnTo>
                  <a:lnTo>
                    <a:pt x="8096" y="0"/>
                  </a:lnTo>
                  <a:lnTo>
                    <a:pt x="14192" y="3810"/>
                  </a:lnTo>
                  <a:lnTo>
                    <a:pt x="17240" y="8382"/>
                  </a:lnTo>
                  <a:lnTo>
                    <a:pt x="18002" y="16002"/>
                  </a:lnTo>
                  <a:lnTo>
                    <a:pt x="18764" y="22860"/>
                  </a:lnTo>
                  <a:lnTo>
                    <a:pt x="19526" y="32004"/>
                  </a:lnTo>
                  <a:lnTo>
                    <a:pt x="14192" y="38100"/>
                  </a:lnTo>
                  <a:lnTo>
                    <a:pt x="11144" y="41910"/>
                  </a:lnTo>
                  <a:lnTo>
                    <a:pt x="5048" y="42672"/>
                  </a:lnTo>
                  <a:lnTo>
                    <a:pt x="2762" y="37338"/>
                  </a:lnTo>
                  <a:lnTo>
                    <a:pt x="916" y="31801"/>
                  </a:lnTo>
                  <a:lnTo>
                    <a:pt x="0" y="25050"/>
                  </a:lnTo>
                  <a:lnTo>
                    <a:pt x="83" y="18157"/>
                  </a:lnTo>
                  <a:lnTo>
                    <a:pt x="1238" y="12192"/>
                  </a:lnTo>
                  <a:lnTo>
                    <a:pt x="3524" y="4572"/>
                  </a:lnTo>
                  <a:lnTo>
                    <a:pt x="9620" y="3048"/>
                  </a:lnTo>
                  <a:lnTo>
                    <a:pt x="17240" y="3048"/>
                  </a:lnTo>
                  <a:lnTo>
                    <a:pt x="23336" y="3048"/>
                  </a:lnTo>
                  <a:lnTo>
                    <a:pt x="22574" y="3810"/>
                  </a:lnTo>
                  <a:lnTo>
                    <a:pt x="25622" y="7620"/>
                  </a:lnTo>
                  <a:lnTo>
                    <a:pt x="24098" y="11430"/>
                  </a:lnTo>
                  <a:lnTo>
                    <a:pt x="24098" y="12192"/>
                  </a:lnTo>
                  <a:lnTo>
                    <a:pt x="19526" y="12954"/>
                  </a:lnTo>
                  <a:lnTo>
                    <a:pt x="14954" y="13716"/>
                  </a:lnTo>
                  <a:lnTo>
                    <a:pt x="11144" y="12192"/>
                  </a:lnTo>
                  <a:lnTo>
                    <a:pt x="8858" y="1143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47" name="Google Shape;1747;p1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056148" y="3992577"/>
              <a:ext cx="676607" cy="287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8" name="Google Shape;1748;p1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184455" y="4002796"/>
              <a:ext cx="376176" cy="22039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49" name="Google Shape;1749;p13"/>
            <p:cNvGrpSpPr/>
            <p:nvPr/>
          </p:nvGrpSpPr>
          <p:grpSpPr>
            <a:xfrm>
              <a:off x="4092559" y="3883609"/>
              <a:ext cx="966232" cy="279701"/>
              <a:chOff x="5791199" y="3722369"/>
              <a:chExt cx="651891" cy="187705"/>
            </a:xfrm>
          </p:grpSpPr>
          <p:sp>
            <p:nvSpPr>
              <p:cNvPr id="1750" name="Google Shape;1750;p13"/>
              <p:cNvSpPr/>
              <p:nvPr/>
            </p:nvSpPr>
            <p:spPr>
              <a:xfrm>
                <a:off x="5797295" y="3793235"/>
                <a:ext cx="70485" cy="116839"/>
              </a:xfrm>
              <a:custGeom>
                <a:rect b="b" l="l" r="r" t="t"/>
                <a:pathLst>
                  <a:path extrusionOk="0" h="116839" w="70485">
                    <a:moveTo>
                      <a:pt x="3810" y="0"/>
                    </a:moveTo>
                    <a:lnTo>
                      <a:pt x="1607" y="16228"/>
                    </a:lnTo>
                    <a:lnTo>
                      <a:pt x="476" y="32099"/>
                    </a:lnTo>
                    <a:lnTo>
                      <a:pt x="59" y="48113"/>
                    </a:lnTo>
                    <a:lnTo>
                      <a:pt x="0" y="64769"/>
                    </a:lnTo>
                    <a:lnTo>
                      <a:pt x="47" y="76188"/>
                    </a:lnTo>
                    <a:lnTo>
                      <a:pt x="17395" y="114692"/>
                    </a:lnTo>
                    <a:lnTo>
                      <a:pt x="26384" y="116300"/>
                    </a:lnTo>
                    <a:lnTo>
                      <a:pt x="35516" y="115192"/>
                    </a:lnTo>
                    <a:lnTo>
                      <a:pt x="43434" y="112014"/>
                    </a:lnTo>
                    <a:lnTo>
                      <a:pt x="51994" y="106644"/>
                    </a:lnTo>
                    <a:lnTo>
                      <a:pt x="58769" y="99917"/>
                    </a:lnTo>
                    <a:lnTo>
                      <a:pt x="64543" y="92190"/>
                    </a:lnTo>
                    <a:lnTo>
                      <a:pt x="70104" y="8381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791199" y="3788163"/>
                <a:ext cx="45720" cy="66040"/>
              </a:xfrm>
              <a:custGeom>
                <a:rect b="b" l="l" r="r" t="t"/>
                <a:pathLst>
                  <a:path extrusionOk="0" h="66039" w="45720">
                    <a:moveTo>
                      <a:pt x="0" y="44696"/>
                    </a:moveTo>
                    <a:lnTo>
                      <a:pt x="904" y="54244"/>
                    </a:lnTo>
                    <a:lnTo>
                      <a:pt x="2667" y="61079"/>
                    </a:lnTo>
                    <a:lnTo>
                      <a:pt x="7286" y="65055"/>
                    </a:lnTo>
                    <a:lnTo>
                      <a:pt x="16764" y="66032"/>
                    </a:lnTo>
                    <a:lnTo>
                      <a:pt x="25431" y="63400"/>
                    </a:lnTo>
                    <a:lnTo>
                      <a:pt x="32956" y="57554"/>
                    </a:lnTo>
                    <a:lnTo>
                      <a:pt x="39052" y="49851"/>
                    </a:lnTo>
                    <a:lnTo>
                      <a:pt x="43434" y="41648"/>
                    </a:lnTo>
                    <a:lnTo>
                      <a:pt x="45267" y="33004"/>
                    </a:lnTo>
                    <a:lnTo>
                      <a:pt x="44957" y="24503"/>
                    </a:lnTo>
                    <a:lnTo>
                      <a:pt x="14728" y="0"/>
                    </a:lnTo>
                    <a:lnTo>
                      <a:pt x="6857" y="500"/>
                    </a:lnTo>
                    <a:lnTo>
                      <a:pt x="1869" y="3702"/>
                    </a:lnTo>
                    <a:lnTo>
                      <a:pt x="666" y="8977"/>
                    </a:lnTo>
                    <a:lnTo>
                      <a:pt x="1607" y="14966"/>
                    </a:lnTo>
                    <a:lnTo>
                      <a:pt x="3047" y="2031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5900927" y="3829811"/>
                <a:ext cx="10160" cy="6985"/>
              </a:xfrm>
              <a:custGeom>
                <a:rect b="b" l="l" r="r" t="t"/>
                <a:pathLst>
                  <a:path extrusionOk="0" h="6985" w="10160">
                    <a:moveTo>
                      <a:pt x="0" y="6858"/>
                    </a:moveTo>
                    <a:lnTo>
                      <a:pt x="3047" y="4572"/>
                    </a:lnTo>
                    <a:lnTo>
                      <a:pt x="6857" y="2286"/>
                    </a:lnTo>
                    <a:lnTo>
                      <a:pt x="9905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5951219" y="3770375"/>
                <a:ext cx="68580" cy="111760"/>
              </a:xfrm>
              <a:custGeom>
                <a:rect b="b" l="l" r="r" t="t"/>
                <a:pathLst>
                  <a:path extrusionOk="0" h="111760" w="68579">
                    <a:moveTo>
                      <a:pt x="0" y="31241"/>
                    </a:moveTo>
                    <a:lnTo>
                      <a:pt x="6858" y="40135"/>
                    </a:lnTo>
                    <a:lnTo>
                      <a:pt x="13716" y="48672"/>
                    </a:lnTo>
                    <a:lnTo>
                      <a:pt x="20574" y="57066"/>
                    </a:lnTo>
                    <a:lnTo>
                      <a:pt x="27432" y="65531"/>
                    </a:lnTo>
                    <a:lnTo>
                      <a:pt x="50292" y="102107"/>
                    </a:lnTo>
                    <a:lnTo>
                      <a:pt x="52578" y="106679"/>
                    </a:lnTo>
                    <a:lnTo>
                      <a:pt x="54102" y="111251"/>
                    </a:lnTo>
                    <a:lnTo>
                      <a:pt x="55125" y="103131"/>
                    </a:lnTo>
                    <a:lnTo>
                      <a:pt x="56007" y="94868"/>
                    </a:lnTo>
                    <a:lnTo>
                      <a:pt x="56888" y="86606"/>
                    </a:lnTo>
                    <a:lnTo>
                      <a:pt x="57912" y="78485"/>
                    </a:lnTo>
                    <a:lnTo>
                      <a:pt x="60424" y="62936"/>
                    </a:lnTo>
                    <a:lnTo>
                      <a:pt x="63150" y="47243"/>
                    </a:lnTo>
                    <a:lnTo>
                      <a:pt x="65734" y="31551"/>
                    </a:lnTo>
                    <a:lnTo>
                      <a:pt x="67818" y="16001"/>
                    </a:lnTo>
                    <a:lnTo>
                      <a:pt x="68580" y="7619"/>
                    </a:lnTo>
                    <a:lnTo>
                      <a:pt x="68580" y="5333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6051899" y="3766565"/>
                <a:ext cx="86360" cy="107950"/>
              </a:xfrm>
              <a:custGeom>
                <a:rect b="b" l="l" r="r" t="t"/>
                <a:pathLst>
                  <a:path extrusionOk="0" h="107950" w="86360">
                    <a:moveTo>
                      <a:pt x="67722" y="60198"/>
                    </a:moveTo>
                    <a:lnTo>
                      <a:pt x="65115" y="50482"/>
                    </a:lnTo>
                    <a:lnTo>
                      <a:pt x="62864" y="40767"/>
                    </a:lnTo>
                    <a:lnTo>
                      <a:pt x="60757" y="31051"/>
                    </a:lnTo>
                    <a:lnTo>
                      <a:pt x="58578" y="21336"/>
                    </a:lnTo>
                    <a:lnTo>
                      <a:pt x="57054" y="14478"/>
                    </a:lnTo>
                    <a:lnTo>
                      <a:pt x="53244" y="2286"/>
                    </a:lnTo>
                    <a:lnTo>
                      <a:pt x="45624" y="0"/>
                    </a:lnTo>
                    <a:lnTo>
                      <a:pt x="37076" y="773"/>
                    </a:lnTo>
                    <a:lnTo>
                      <a:pt x="11429" y="38754"/>
                    </a:lnTo>
                    <a:lnTo>
                      <a:pt x="0" y="81784"/>
                    </a:lnTo>
                    <a:lnTo>
                      <a:pt x="3714" y="100584"/>
                    </a:lnTo>
                    <a:lnTo>
                      <a:pt x="8989" y="105691"/>
                    </a:lnTo>
                    <a:lnTo>
                      <a:pt x="16763" y="107727"/>
                    </a:lnTo>
                    <a:lnTo>
                      <a:pt x="25253" y="107334"/>
                    </a:lnTo>
                    <a:lnTo>
                      <a:pt x="57054" y="72390"/>
                    </a:lnTo>
                    <a:lnTo>
                      <a:pt x="60483" y="49565"/>
                    </a:lnTo>
                    <a:lnTo>
                      <a:pt x="60864" y="41910"/>
                    </a:lnTo>
                    <a:lnTo>
                      <a:pt x="60864" y="41148"/>
                    </a:lnTo>
                    <a:lnTo>
                      <a:pt x="60864" y="32004"/>
                    </a:lnTo>
                    <a:lnTo>
                      <a:pt x="60864" y="41148"/>
                    </a:lnTo>
                    <a:lnTo>
                      <a:pt x="60388" y="53506"/>
                    </a:lnTo>
                    <a:lnTo>
                      <a:pt x="59912" y="66865"/>
                    </a:lnTo>
                    <a:lnTo>
                      <a:pt x="60864" y="79938"/>
                    </a:lnTo>
                    <a:lnTo>
                      <a:pt x="64674" y="91440"/>
                    </a:lnTo>
                    <a:lnTo>
                      <a:pt x="70008" y="101346"/>
                    </a:lnTo>
                    <a:lnTo>
                      <a:pt x="76866" y="100584"/>
                    </a:lnTo>
                    <a:lnTo>
                      <a:pt x="86010" y="990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6164579" y="3722369"/>
                <a:ext cx="38100" cy="143510"/>
              </a:xfrm>
              <a:custGeom>
                <a:rect b="b" l="l" r="r" t="t"/>
                <a:pathLst>
                  <a:path extrusionOk="0" h="143510" w="38100">
                    <a:moveTo>
                      <a:pt x="5334" y="0"/>
                    </a:moveTo>
                    <a:lnTo>
                      <a:pt x="2571" y="14263"/>
                    </a:lnTo>
                    <a:lnTo>
                      <a:pt x="952" y="27812"/>
                    </a:lnTo>
                    <a:lnTo>
                      <a:pt x="190" y="41362"/>
                    </a:lnTo>
                    <a:lnTo>
                      <a:pt x="0" y="55626"/>
                    </a:lnTo>
                    <a:lnTo>
                      <a:pt x="654" y="69901"/>
                    </a:lnTo>
                    <a:lnTo>
                      <a:pt x="7620" y="112014"/>
                    </a:lnTo>
                    <a:lnTo>
                      <a:pt x="32766" y="143256"/>
                    </a:lnTo>
                    <a:lnTo>
                      <a:pt x="35052" y="142494"/>
                    </a:lnTo>
                    <a:lnTo>
                      <a:pt x="38100" y="13792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6227825" y="3759707"/>
                <a:ext cx="215265" cy="94615"/>
              </a:xfrm>
              <a:custGeom>
                <a:rect b="b" l="l" r="r" t="t"/>
                <a:pathLst>
                  <a:path extrusionOk="0" h="94614" w="215264">
                    <a:moveTo>
                      <a:pt x="0" y="27432"/>
                    </a:moveTo>
                    <a:lnTo>
                      <a:pt x="381" y="36814"/>
                    </a:lnTo>
                    <a:lnTo>
                      <a:pt x="762" y="46482"/>
                    </a:lnTo>
                    <a:lnTo>
                      <a:pt x="1714" y="56149"/>
                    </a:lnTo>
                    <a:lnTo>
                      <a:pt x="3810" y="65532"/>
                    </a:lnTo>
                    <a:lnTo>
                      <a:pt x="6858" y="74676"/>
                    </a:lnTo>
                    <a:lnTo>
                      <a:pt x="12192" y="79248"/>
                    </a:lnTo>
                    <a:lnTo>
                      <a:pt x="22098" y="78486"/>
                    </a:lnTo>
                    <a:lnTo>
                      <a:pt x="46863" y="46005"/>
                    </a:lnTo>
                    <a:lnTo>
                      <a:pt x="48006" y="32766"/>
                    </a:lnTo>
                    <a:lnTo>
                      <a:pt x="48006" y="32004"/>
                    </a:lnTo>
                    <a:lnTo>
                      <a:pt x="48006" y="31242"/>
                    </a:lnTo>
                    <a:lnTo>
                      <a:pt x="28003" y="73818"/>
                    </a:lnTo>
                    <a:lnTo>
                      <a:pt x="27836" y="83284"/>
                    </a:lnTo>
                    <a:lnTo>
                      <a:pt x="31242" y="90678"/>
                    </a:lnTo>
                    <a:lnTo>
                      <a:pt x="38945" y="94488"/>
                    </a:lnTo>
                    <a:lnTo>
                      <a:pt x="48291" y="94297"/>
                    </a:lnTo>
                    <a:lnTo>
                      <a:pt x="83439" y="70580"/>
                    </a:lnTo>
                    <a:lnTo>
                      <a:pt x="103155" y="30384"/>
                    </a:lnTo>
                    <a:lnTo>
                      <a:pt x="81248" y="63722"/>
                    </a:lnTo>
                    <a:lnTo>
                      <a:pt x="124110" y="70485"/>
                    </a:lnTo>
                    <a:lnTo>
                      <a:pt x="157734" y="45148"/>
                    </a:lnTo>
                    <a:lnTo>
                      <a:pt x="163175" y="20609"/>
                    </a:lnTo>
                    <a:lnTo>
                      <a:pt x="162210" y="14001"/>
                    </a:lnTo>
                    <a:lnTo>
                      <a:pt x="159960" y="7822"/>
                    </a:lnTo>
                    <a:lnTo>
                      <a:pt x="156210" y="2286"/>
                    </a:lnTo>
                    <a:lnTo>
                      <a:pt x="153924" y="762"/>
                    </a:lnTo>
                    <a:lnTo>
                      <a:pt x="153924" y="0"/>
                    </a:lnTo>
                    <a:lnTo>
                      <a:pt x="152400" y="0"/>
                    </a:lnTo>
                    <a:lnTo>
                      <a:pt x="153162" y="8382"/>
                    </a:lnTo>
                    <a:lnTo>
                      <a:pt x="187999" y="35635"/>
                    </a:lnTo>
                    <a:lnTo>
                      <a:pt x="197358" y="41148"/>
                    </a:lnTo>
                    <a:lnTo>
                      <a:pt x="203311" y="45124"/>
                    </a:lnTo>
                    <a:lnTo>
                      <a:pt x="208978" y="49530"/>
                    </a:lnTo>
                    <a:lnTo>
                      <a:pt x="213217" y="55078"/>
                    </a:lnTo>
                    <a:lnTo>
                      <a:pt x="214884" y="62484"/>
                    </a:lnTo>
                    <a:lnTo>
                      <a:pt x="210812" y="70854"/>
                    </a:lnTo>
                    <a:lnTo>
                      <a:pt x="166151" y="87927"/>
                    </a:lnTo>
                    <a:lnTo>
                      <a:pt x="135266" y="93571"/>
                    </a:lnTo>
                    <a:lnTo>
                      <a:pt x="120396" y="92964"/>
                    </a:lnTo>
                    <a:lnTo>
                      <a:pt x="117348" y="91440"/>
                    </a:lnTo>
                    <a:lnTo>
                      <a:pt x="114300" y="90678"/>
                    </a:lnTo>
                    <a:lnTo>
                      <a:pt x="111252" y="8915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57" name="Google Shape;1757;p1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5637591" y="3787057"/>
              <a:ext cx="237362" cy="339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8" name="Google Shape;1758;p1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523069" y="3700762"/>
              <a:ext cx="204502" cy="26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9" name="Google Shape;1759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830276" y="3724607"/>
              <a:ext cx="152548" cy="181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112635" y="3638311"/>
              <a:ext cx="209020" cy="2657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1" name="Google Shape;1761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7406288" y="3597434"/>
              <a:ext cx="223703" cy="2407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2" name="Google Shape;1762;p13"/>
          <p:cNvGrpSpPr/>
          <p:nvPr/>
        </p:nvGrpSpPr>
        <p:grpSpPr>
          <a:xfrm>
            <a:off x="3008442" y="4703929"/>
            <a:ext cx="4321118" cy="1972360"/>
            <a:chOff x="3008442" y="4703929"/>
            <a:chExt cx="4321118" cy="1972360"/>
          </a:xfrm>
        </p:grpSpPr>
        <p:pic>
          <p:nvPicPr>
            <p:cNvPr id="1763" name="Google Shape;1763;p1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5005106" y="5518218"/>
              <a:ext cx="211279" cy="1333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64" name="Google Shape;1764;p13"/>
            <p:cNvGrpSpPr/>
            <p:nvPr/>
          </p:nvGrpSpPr>
          <p:grpSpPr>
            <a:xfrm>
              <a:off x="5764088" y="5494799"/>
              <a:ext cx="920565" cy="404301"/>
              <a:chOff x="6918934" y="4803622"/>
              <a:chExt cx="621080" cy="271322"/>
            </a:xfrm>
          </p:grpSpPr>
          <p:pic>
            <p:nvPicPr>
              <p:cNvPr id="1765" name="Google Shape;1765;p13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918934" y="4866868"/>
                <a:ext cx="228650" cy="2080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6" name="Google Shape;1766;p13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174204" y="4842484"/>
                <a:ext cx="247700" cy="1638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7" name="Google Shape;1767;p13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7459192" y="4803622"/>
                <a:ext cx="80822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68" name="Google Shape;1768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776063" y="5415316"/>
              <a:ext cx="166101" cy="230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9" name="Google Shape;1769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7018891" y="5447109"/>
              <a:ext cx="310669" cy="2396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0" name="Google Shape;1770;p13"/>
            <p:cNvGrpSpPr/>
            <p:nvPr/>
          </p:nvGrpSpPr>
          <p:grpSpPr>
            <a:xfrm>
              <a:off x="3008442" y="4929376"/>
              <a:ext cx="361314" cy="544078"/>
              <a:chOff x="5059775" y="4424172"/>
              <a:chExt cx="243769" cy="365125"/>
            </a:xfrm>
          </p:grpSpPr>
          <p:sp>
            <p:nvSpPr>
              <p:cNvPr id="1771" name="Google Shape;1771;p13"/>
              <p:cNvSpPr/>
              <p:nvPr/>
            </p:nvSpPr>
            <p:spPr>
              <a:xfrm>
                <a:off x="5059775" y="4424172"/>
                <a:ext cx="168910" cy="365125"/>
              </a:xfrm>
              <a:custGeom>
                <a:rect b="b" l="l" r="r" t="t"/>
                <a:pathLst>
                  <a:path extrusionOk="0" h="365125" w="168910">
                    <a:moveTo>
                      <a:pt x="60864" y="0"/>
                    </a:moveTo>
                    <a:lnTo>
                      <a:pt x="32039" y="29253"/>
                    </a:lnTo>
                    <a:lnTo>
                      <a:pt x="16097" y="73806"/>
                    </a:lnTo>
                    <a:lnTo>
                      <a:pt x="3524" y="132933"/>
                    </a:lnTo>
                    <a:lnTo>
                      <a:pt x="0" y="195929"/>
                    </a:lnTo>
                    <a:lnTo>
                      <a:pt x="2190" y="228219"/>
                    </a:lnTo>
                    <a:lnTo>
                      <a:pt x="19716" y="291084"/>
                    </a:lnTo>
                    <a:lnTo>
                      <a:pt x="49053" y="332422"/>
                    </a:lnTo>
                    <a:lnTo>
                      <a:pt x="92106" y="358902"/>
                    </a:lnTo>
                    <a:lnTo>
                      <a:pt x="129921" y="364521"/>
                    </a:lnTo>
                    <a:lnTo>
                      <a:pt x="149006" y="363938"/>
                    </a:lnTo>
                    <a:lnTo>
                      <a:pt x="168306" y="36271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72" name="Google Shape;1772;p13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151213" y="4481296"/>
                <a:ext cx="152331" cy="2080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73" name="Google Shape;1773;p13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3446484" y="5059915"/>
              <a:ext cx="153677" cy="1874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4" name="Google Shape;1774;p13"/>
            <p:cNvGrpSpPr/>
            <p:nvPr/>
          </p:nvGrpSpPr>
          <p:grpSpPr>
            <a:xfrm>
              <a:off x="3666231" y="4856706"/>
              <a:ext cx="464353" cy="381553"/>
              <a:chOff x="5503567" y="4375404"/>
              <a:chExt cx="313286" cy="256056"/>
            </a:xfrm>
          </p:grpSpPr>
          <p:pic>
            <p:nvPicPr>
              <p:cNvPr id="1775" name="Google Shape;1775;p13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5503567" y="4451197"/>
                <a:ext cx="243462" cy="1802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6" name="Google Shape;1776;p13"/>
              <p:cNvSpPr/>
              <p:nvPr/>
            </p:nvSpPr>
            <p:spPr>
              <a:xfrm>
                <a:off x="5747003" y="4375404"/>
                <a:ext cx="69850" cy="236220"/>
              </a:xfrm>
              <a:custGeom>
                <a:rect b="b" l="l" r="r" t="t"/>
                <a:pathLst>
                  <a:path extrusionOk="0" h="236220" w="69850">
                    <a:moveTo>
                      <a:pt x="16763" y="0"/>
                    </a:moveTo>
                    <a:lnTo>
                      <a:pt x="48053" y="26253"/>
                    </a:lnTo>
                    <a:lnTo>
                      <a:pt x="67055" y="76104"/>
                    </a:lnTo>
                    <a:lnTo>
                      <a:pt x="69341" y="114300"/>
                    </a:lnTo>
                    <a:lnTo>
                      <a:pt x="66686" y="139469"/>
                    </a:lnTo>
                    <a:lnTo>
                      <a:pt x="49946" y="187809"/>
                    </a:lnTo>
                    <a:lnTo>
                      <a:pt x="20573" y="226028"/>
                    </a:lnTo>
                    <a:lnTo>
                      <a:pt x="11287" y="231302"/>
                    </a:lnTo>
                    <a:lnTo>
                      <a:pt x="0" y="23622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7" name="Google Shape;1777;p13"/>
            <p:cNvGrpSpPr/>
            <p:nvPr/>
          </p:nvGrpSpPr>
          <p:grpSpPr>
            <a:xfrm>
              <a:off x="4249551" y="4813558"/>
              <a:ext cx="430127" cy="529884"/>
              <a:chOff x="5897117" y="4346448"/>
              <a:chExt cx="290195" cy="355600"/>
            </a:xfrm>
          </p:grpSpPr>
          <p:sp>
            <p:nvSpPr>
              <p:cNvPr id="1778" name="Google Shape;1778;p13"/>
              <p:cNvSpPr/>
              <p:nvPr/>
            </p:nvSpPr>
            <p:spPr>
              <a:xfrm>
                <a:off x="5897117" y="4346448"/>
                <a:ext cx="290195" cy="355600"/>
              </a:xfrm>
              <a:custGeom>
                <a:rect b="b" l="l" r="r" t="t"/>
                <a:pathLst>
                  <a:path extrusionOk="0" h="355600" w="290195">
                    <a:moveTo>
                      <a:pt x="154686" y="0"/>
                    </a:moveTo>
                    <a:lnTo>
                      <a:pt x="107322" y="10394"/>
                    </a:lnTo>
                    <a:lnTo>
                      <a:pt x="70508" y="34397"/>
                    </a:lnTo>
                    <a:lnTo>
                      <a:pt x="34551" y="73378"/>
                    </a:lnTo>
                    <a:lnTo>
                      <a:pt x="8001" y="126884"/>
                    </a:lnTo>
                    <a:lnTo>
                      <a:pt x="0" y="194059"/>
                    </a:lnTo>
                    <a:lnTo>
                      <a:pt x="4572" y="227076"/>
                    </a:lnTo>
                    <a:lnTo>
                      <a:pt x="32575" y="288893"/>
                    </a:lnTo>
                    <a:lnTo>
                      <a:pt x="80010" y="337566"/>
                    </a:lnTo>
                    <a:lnTo>
                      <a:pt x="129825" y="355282"/>
                    </a:lnTo>
                    <a:lnTo>
                      <a:pt x="155983" y="354282"/>
                    </a:lnTo>
                    <a:lnTo>
                      <a:pt x="206573" y="332517"/>
                    </a:lnTo>
                    <a:lnTo>
                      <a:pt x="249293" y="291846"/>
                    </a:lnTo>
                    <a:lnTo>
                      <a:pt x="277653" y="245113"/>
                    </a:lnTo>
                    <a:lnTo>
                      <a:pt x="289941" y="193750"/>
                    </a:lnTo>
                    <a:lnTo>
                      <a:pt x="288798" y="167639"/>
                    </a:lnTo>
                    <a:lnTo>
                      <a:pt x="268414" y="112394"/>
                    </a:lnTo>
                    <a:lnTo>
                      <a:pt x="233172" y="64007"/>
                    </a:lnTo>
                    <a:lnTo>
                      <a:pt x="193357" y="29336"/>
                    </a:lnTo>
                    <a:lnTo>
                      <a:pt x="143256" y="15240"/>
                    </a:lnTo>
                    <a:lnTo>
                      <a:pt x="98583" y="29337"/>
                    </a:lnTo>
                    <a:lnTo>
                      <a:pt x="60198" y="5715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79" name="Google Shape;1779;p13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5926048" y="4436338"/>
                <a:ext cx="228650" cy="1920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80" name="Google Shape;1780;p13"/>
            <p:cNvGrpSpPr/>
            <p:nvPr/>
          </p:nvGrpSpPr>
          <p:grpSpPr>
            <a:xfrm>
              <a:off x="4868482" y="4947541"/>
              <a:ext cx="103532" cy="96136"/>
              <a:chOff x="6314693" y="4436363"/>
              <a:chExt cx="69850" cy="64516"/>
            </a:xfrm>
          </p:grpSpPr>
          <p:sp>
            <p:nvSpPr>
              <p:cNvPr id="1781" name="Google Shape;1781;p13"/>
              <p:cNvSpPr/>
              <p:nvPr/>
            </p:nvSpPr>
            <p:spPr>
              <a:xfrm>
                <a:off x="6314693" y="4436363"/>
                <a:ext cx="69850" cy="3810"/>
              </a:xfrm>
              <a:custGeom>
                <a:rect b="b" l="l" r="r" t="t"/>
                <a:pathLst>
                  <a:path extrusionOk="0" h="3810" w="69850">
                    <a:moveTo>
                      <a:pt x="0" y="0"/>
                    </a:moveTo>
                    <a:lnTo>
                      <a:pt x="9024" y="1000"/>
                    </a:lnTo>
                    <a:lnTo>
                      <a:pt x="17907" y="1714"/>
                    </a:lnTo>
                    <a:lnTo>
                      <a:pt x="26789" y="2143"/>
                    </a:lnTo>
                    <a:lnTo>
                      <a:pt x="35814" y="2285"/>
                    </a:lnTo>
                    <a:lnTo>
                      <a:pt x="43362" y="2059"/>
                    </a:lnTo>
                    <a:lnTo>
                      <a:pt x="51053" y="1619"/>
                    </a:lnTo>
                    <a:lnTo>
                      <a:pt x="58745" y="1321"/>
                    </a:lnTo>
                    <a:lnTo>
                      <a:pt x="66294" y="1523"/>
                    </a:lnTo>
                    <a:lnTo>
                      <a:pt x="68580" y="2285"/>
                    </a:lnTo>
                    <a:lnTo>
                      <a:pt x="69342" y="1523"/>
                    </a:lnTo>
                    <a:lnTo>
                      <a:pt x="68580" y="380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13"/>
              <p:cNvSpPr/>
              <p:nvPr/>
            </p:nvSpPr>
            <p:spPr>
              <a:xfrm>
                <a:off x="6342125" y="4495799"/>
                <a:ext cx="39370" cy="5080"/>
              </a:xfrm>
              <a:custGeom>
                <a:rect b="b" l="l" r="r" t="t"/>
                <a:pathLst>
                  <a:path extrusionOk="0" h="5079" w="39370">
                    <a:moveTo>
                      <a:pt x="0" y="0"/>
                    </a:moveTo>
                    <a:lnTo>
                      <a:pt x="8667" y="2321"/>
                    </a:lnTo>
                    <a:lnTo>
                      <a:pt x="16764" y="3714"/>
                    </a:lnTo>
                    <a:lnTo>
                      <a:pt x="24860" y="4393"/>
                    </a:lnTo>
                    <a:lnTo>
                      <a:pt x="33528" y="4571"/>
                    </a:lnTo>
                    <a:lnTo>
                      <a:pt x="35814" y="3809"/>
                    </a:lnTo>
                    <a:lnTo>
                      <a:pt x="37338" y="3809"/>
                    </a:lnTo>
                    <a:lnTo>
                      <a:pt x="38862" y="380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783" name="Google Shape;1783;p1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661309" y="4827145"/>
              <a:ext cx="573828" cy="293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4" name="Google Shape;1784;p13"/>
            <p:cNvGrpSpPr/>
            <p:nvPr/>
          </p:nvGrpSpPr>
          <p:grpSpPr>
            <a:xfrm>
              <a:off x="6363856" y="4804474"/>
              <a:ext cx="94120" cy="140987"/>
              <a:chOff x="7323581" y="4340352"/>
              <a:chExt cx="63500" cy="94615"/>
            </a:xfrm>
          </p:grpSpPr>
          <p:sp>
            <p:nvSpPr>
              <p:cNvPr id="1785" name="Google Shape;1785;p13"/>
              <p:cNvSpPr/>
              <p:nvPr/>
            </p:nvSpPr>
            <p:spPr>
              <a:xfrm>
                <a:off x="7323581" y="4367022"/>
                <a:ext cx="63500" cy="10795"/>
              </a:xfrm>
              <a:custGeom>
                <a:rect b="b" l="l" r="r" t="t"/>
                <a:pathLst>
                  <a:path extrusionOk="0" h="10795" w="63500">
                    <a:moveTo>
                      <a:pt x="0" y="9144"/>
                    </a:moveTo>
                    <a:lnTo>
                      <a:pt x="8917" y="9989"/>
                    </a:lnTo>
                    <a:lnTo>
                      <a:pt x="17621" y="10191"/>
                    </a:lnTo>
                    <a:lnTo>
                      <a:pt x="26467" y="9679"/>
                    </a:lnTo>
                    <a:lnTo>
                      <a:pt x="35814" y="8382"/>
                    </a:lnTo>
                    <a:lnTo>
                      <a:pt x="42993" y="7072"/>
                    </a:lnTo>
                    <a:lnTo>
                      <a:pt x="49815" y="5334"/>
                    </a:lnTo>
                    <a:lnTo>
                      <a:pt x="56495" y="3024"/>
                    </a:lnTo>
                    <a:lnTo>
                      <a:pt x="6324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13"/>
              <p:cNvSpPr/>
              <p:nvPr/>
            </p:nvSpPr>
            <p:spPr>
              <a:xfrm>
                <a:off x="7351144" y="4340352"/>
                <a:ext cx="3175" cy="94615"/>
              </a:xfrm>
              <a:custGeom>
                <a:rect b="b" l="l" r="r" t="t"/>
                <a:pathLst>
                  <a:path extrusionOk="0" h="94614" w="3175">
                    <a:moveTo>
                      <a:pt x="631" y="0"/>
                    </a:moveTo>
                    <a:lnTo>
                      <a:pt x="0" y="11858"/>
                    </a:lnTo>
                    <a:lnTo>
                      <a:pt x="154" y="22859"/>
                    </a:lnTo>
                    <a:lnTo>
                      <a:pt x="738" y="33861"/>
                    </a:lnTo>
                    <a:lnTo>
                      <a:pt x="1393" y="45720"/>
                    </a:lnTo>
                    <a:lnTo>
                      <a:pt x="1726" y="56709"/>
                    </a:lnTo>
                    <a:lnTo>
                      <a:pt x="1774" y="67913"/>
                    </a:lnTo>
                    <a:lnTo>
                      <a:pt x="1821" y="79259"/>
                    </a:lnTo>
                    <a:lnTo>
                      <a:pt x="2155" y="90678"/>
                    </a:lnTo>
                    <a:lnTo>
                      <a:pt x="2155" y="91440"/>
                    </a:lnTo>
                    <a:lnTo>
                      <a:pt x="2155" y="92964"/>
                    </a:lnTo>
                    <a:lnTo>
                      <a:pt x="2917" y="9448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7" name="Google Shape;1787;p13"/>
            <p:cNvGrpSpPr/>
            <p:nvPr/>
          </p:nvGrpSpPr>
          <p:grpSpPr>
            <a:xfrm>
              <a:off x="6741050" y="4703929"/>
              <a:ext cx="571569" cy="260682"/>
              <a:chOff x="7578064" y="4272877"/>
              <a:chExt cx="385622" cy="174941"/>
            </a:xfrm>
          </p:grpSpPr>
          <p:pic>
            <p:nvPicPr>
              <p:cNvPr id="1788" name="Google Shape;1788;p13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7578064" y="4272877"/>
                <a:ext cx="139496" cy="1749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9" name="Google Shape;1789;p13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741894" y="4286224"/>
                <a:ext cx="221792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90" name="Google Shape;1790;p13"/>
            <p:cNvGrpSpPr/>
            <p:nvPr/>
          </p:nvGrpSpPr>
          <p:grpSpPr>
            <a:xfrm>
              <a:off x="5447884" y="6269224"/>
              <a:ext cx="110307" cy="85917"/>
              <a:chOff x="6705600" y="5323331"/>
              <a:chExt cx="74421" cy="57658"/>
            </a:xfrm>
          </p:grpSpPr>
          <p:sp>
            <p:nvSpPr>
              <p:cNvPr id="1791" name="Google Shape;1791;p13"/>
              <p:cNvSpPr/>
              <p:nvPr/>
            </p:nvSpPr>
            <p:spPr>
              <a:xfrm>
                <a:off x="6705600" y="5323331"/>
                <a:ext cx="45720" cy="1270"/>
              </a:xfrm>
              <a:custGeom>
                <a:rect b="b" l="l" r="r" t="t"/>
                <a:pathLst>
                  <a:path extrusionOk="0" h="1270" w="45720">
                    <a:moveTo>
                      <a:pt x="0" y="0"/>
                    </a:moveTo>
                    <a:lnTo>
                      <a:pt x="9703" y="440"/>
                    </a:lnTo>
                    <a:lnTo>
                      <a:pt x="19335" y="666"/>
                    </a:lnTo>
                    <a:lnTo>
                      <a:pt x="28825" y="750"/>
                    </a:lnTo>
                    <a:lnTo>
                      <a:pt x="38100" y="761"/>
                    </a:lnTo>
                    <a:lnTo>
                      <a:pt x="42672" y="761"/>
                    </a:lnTo>
                    <a:lnTo>
                      <a:pt x="43434" y="761"/>
                    </a:lnTo>
                    <a:lnTo>
                      <a:pt x="45720" y="76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13"/>
              <p:cNvSpPr/>
              <p:nvPr/>
            </p:nvSpPr>
            <p:spPr>
              <a:xfrm>
                <a:off x="6721602" y="5375909"/>
                <a:ext cx="58419" cy="5080"/>
              </a:xfrm>
              <a:custGeom>
                <a:rect b="b" l="l" r="r" t="t"/>
                <a:pathLst>
                  <a:path extrusionOk="0" h="5079" w="58420">
                    <a:moveTo>
                      <a:pt x="0" y="4572"/>
                    </a:moveTo>
                    <a:lnTo>
                      <a:pt x="12215" y="4964"/>
                    </a:lnTo>
                    <a:lnTo>
                      <a:pt x="24002" y="4857"/>
                    </a:lnTo>
                    <a:lnTo>
                      <a:pt x="35790" y="4036"/>
                    </a:lnTo>
                    <a:lnTo>
                      <a:pt x="48006" y="2286"/>
                    </a:lnTo>
                    <a:lnTo>
                      <a:pt x="51053" y="1524"/>
                    </a:lnTo>
                    <a:lnTo>
                      <a:pt x="54864" y="762"/>
                    </a:lnTo>
                    <a:lnTo>
                      <a:pt x="5791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3" name="Google Shape;1793;p13"/>
            <p:cNvGrpSpPr/>
            <p:nvPr/>
          </p:nvGrpSpPr>
          <p:grpSpPr>
            <a:xfrm>
              <a:off x="5933541" y="6063707"/>
              <a:ext cx="847454" cy="541996"/>
              <a:chOff x="7033260" y="5185410"/>
              <a:chExt cx="571754" cy="363728"/>
            </a:xfrm>
          </p:grpSpPr>
          <p:pic>
            <p:nvPicPr>
              <p:cNvPr id="1794" name="Google Shape;1794;p13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081240" y="5306542"/>
                <a:ext cx="89966" cy="1684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5" name="Google Shape;1795;p13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190968" y="5360644"/>
                <a:ext cx="96062" cy="1303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6" name="Google Shape;1796;p13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7311364" y="5313400"/>
                <a:ext cx="96062" cy="1067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97" name="Google Shape;1797;p13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7437094" y="5258536"/>
                <a:ext cx="90728" cy="1410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8" name="Google Shape;1798;p13"/>
              <p:cNvSpPr/>
              <p:nvPr/>
            </p:nvSpPr>
            <p:spPr>
              <a:xfrm>
                <a:off x="7545324" y="5185410"/>
                <a:ext cx="59690" cy="250825"/>
              </a:xfrm>
              <a:custGeom>
                <a:rect b="b" l="l" r="r" t="t"/>
                <a:pathLst>
                  <a:path extrusionOk="0" h="250825" w="59690">
                    <a:moveTo>
                      <a:pt x="0" y="0"/>
                    </a:moveTo>
                    <a:lnTo>
                      <a:pt x="28825" y="28717"/>
                    </a:lnTo>
                    <a:lnTo>
                      <a:pt x="52292" y="74390"/>
                    </a:lnTo>
                    <a:lnTo>
                      <a:pt x="59507" y="133826"/>
                    </a:lnTo>
                    <a:lnTo>
                      <a:pt x="56578" y="155829"/>
                    </a:lnTo>
                    <a:lnTo>
                      <a:pt x="43434" y="198120"/>
                    </a:lnTo>
                    <a:lnTo>
                      <a:pt x="13966" y="240018"/>
                    </a:lnTo>
                    <a:lnTo>
                      <a:pt x="0" y="25069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13"/>
              <p:cNvSpPr/>
              <p:nvPr/>
            </p:nvSpPr>
            <p:spPr>
              <a:xfrm>
                <a:off x="7033260" y="5268468"/>
                <a:ext cx="149860" cy="280670"/>
              </a:xfrm>
              <a:custGeom>
                <a:rect b="b" l="l" r="r" t="t"/>
                <a:pathLst>
                  <a:path extrusionOk="0" h="280670" w="149859">
                    <a:moveTo>
                      <a:pt x="0" y="0"/>
                    </a:moveTo>
                    <a:lnTo>
                      <a:pt x="6858" y="39338"/>
                    </a:lnTo>
                    <a:lnTo>
                      <a:pt x="9144" y="79248"/>
                    </a:lnTo>
                    <a:lnTo>
                      <a:pt x="9191" y="107930"/>
                    </a:lnTo>
                    <a:lnTo>
                      <a:pt x="8953" y="136683"/>
                    </a:lnTo>
                    <a:lnTo>
                      <a:pt x="9572" y="165294"/>
                    </a:lnTo>
                    <a:lnTo>
                      <a:pt x="16835" y="215717"/>
                    </a:lnTo>
                    <a:lnTo>
                      <a:pt x="38123" y="253769"/>
                    </a:lnTo>
                    <a:lnTo>
                      <a:pt x="78307" y="277927"/>
                    </a:lnTo>
                    <a:lnTo>
                      <a:pt x="101631" y="280130"/>
                    </a:lnTo>
                    <a:lnTo>
                      <a:pt x="125384" y="277332"/>
                    </a:lnTo>
                    <a:lnTo>
                      <a:pt x="149352" y="27203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0" name="Google Shape;1800;p13"/>
            <p:cNvGrpSpPr/>
            <p:nvPr/>
          </p:nvGrpSpPr>
          <p:grpSpPr>
            <a:xfrm>
              <a:off x="6862061" y="5993308"/>
              <a:ext cx="459304" cy="515691"/>
              <a:chOff x="7659707" y="5138166"/>
              <a:chExt cx="309880" cy="346075"/>
            </a:xfrm>
          </p:grpSpPr>
          <p:pic>
            <p:nvPicPr>
              <p:cNvPr id="1801" name="Google Shape;1801;p13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7674838" y="5244820"/>
                <a:ext cx="103682" cy="1173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02" name="Google Shape;1802;p13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7799044" y="5247868"/>
                <a:ext cx="92252" cy="1577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03" name="Google Shape;1803;p13"/>
              <p:cNvSpPr/>
              <p:nvPr/>
            </p:nvSpPr>
            <p:spPr>
              <a:xfrm>
                <a:off x="7659707" y="5138166"/>
                <a:ext cx="309880" cy="346075"/>
              </a:xfrm>
              <a:custGeom>
                <a:rect b="b" l="l" r="r" t="t"/>
                <a:pathLst>
                  <a:path extrusionOk="0" h="346075" w="309879">
                    <a:moveTo>
                      <a:pt x="232326" y="62483"/>
                    </a:moveTo>
                    <a:lnTo>
                      <a:pt x="208704" y="25907"/>
                    </a:lnTo>
                    <a:lnTo>
                      <a:pt x="169806" y="6084"/>
                    </a:lnTo>
                    <a:lnTo>
                      <a:pt x="117169" y="0"/>
                    </a:lnTo>
                    <a:lnTo>
                      <a:pt x="98250" y="2405"/>
                    </a:lnTo>
                    <a:lnTo>
                      <a:pt x="59900" y="21419"/>
                    </a:lnTo>
                    <a:lnTo>
                      <a:pt x="29467" y="59495"/>
                    </a:lnTo>
                    <a:lnTo>
                      <a:pt x="8739" y="114442"/>
                    </a:lnTo>
                    <a:lnTo>
                      <a:pt x="0" y="184832"/>
                    </a:lnTo>
                    <a:lnTo>
                      <a:pt x="2202" y="219455"/>
                    </a:lnTo>
                    <a:lnTo>
                      <a:pt x="18776" y="275939"/>
                    </a:lnTo>
                    <a:lnTo>
                      <a:pt x="54780" y="321563"/>
                    </a:lnTo>
                    <a:lnTo>
                      <a:pt x="97738" y="342233"/>
                    </a:lnTo>
                    <a:lnTo>
                      <a:pt x="121324" y="345674"/>
                    </a:lnTo>
                    <a:lnTo>
                      <a:pt x="144696" y="345185"/>
                    </a:lnTo>
                    <a:lnTo>
                      <a:pt x="197560" y="328136"/>
                    </a:lnTo>
                    <a:lnTo>
                      <a:pt x="242994" y="295655"/>
                    </a:lnTo>
                    <a:lnTo>
                      <a:pt x="280713" y="253364"/>
                    </a:lnTo>
                    <a:lnTo>
                      <a:pt x="304716" y="201929"/>
                    </a:lnTo>
                    <a:lnTo>
                      <a:pt x="309276" y="174855"/>
                    </a:lnTo>
                    <a:lnTo>
                      <a:pt x="309193" y="147065"/>
                    </a:lnTo>
                    <a:lnTo>
                      <a:pt x="294810" y="94487"/>
                    </a:lnTo>
                    <a:lnTo>
                      <a:pt x="263092" y="54292"/>
                    </a:lnTo>
                    <a:lnTo>
                      <a:pt x="217086" y="33527"/>
                    </a:lnTo>
                    <a:lnTo>
                      <a:pt x="173366" y="35563"/>
                    </a:lnTo>
                    <a:lnTo>
                      <a:pt x="159174" y="3886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04" name="Google Shape;1804;p13"/>
            <p:cNvSpPr/>
            <p:nvPr/>
          </p:nvSpPr>
          <p:spPr>
            <a:xfrm>
              <a:off x="6258819" y="6616677"/>
              <a:ext cx="302124" cy="59612"/>
            </a:xfrm>
            <a:custGeom>
              <a:rect b="b" l="l" r="r" t="t"/>
              <a:pathLst>
                <a:path extrusionOk="0" h="40004" w="203834">
                  <a:moveTo>
                    <a:pt x="13716" y="35051"/>
                  </a:moveTo>
                  <a:lnTo>
                    <a:pt x="55614" y="21871"/>
                  </a:lnTo>
                  <a:lnTo>
                    <a:pt x="92190" y="17264"/>
                  </a:lnTo>
                  <a:lnTo>
                    <a:pt x="112680" y="14287"/>
                  </a:lnTo>
                  <a:lnTo>
                    <a:pt x="133028" y="11025"/>
                  </a:lnTo>
                  <a:lnTo>
                    <a:pt x="153162" y="7619"/>
                  </a:lnTo>
                  <a:lnTo>
                    <a:pt x="165044" y="5786"/>
                  </a:lnTo>
                  <a:lnTo>
                    <a:pt x="176784" y="3809"/>
                  </a:lnTo>
                  <a:lnTo>
                    <a:pt x="188523" y="1833"/>
                  </a:lnTo>
                  <a:lnTo>
                    <a:pt x="200406" y="0"/>
                  </a:lnTo>
                  <a:lnTo>
                    <a:pt x="201168" y="0"/>
                  </a:lnTo>
                  <a:lnTo>
                    <a:pt x="202692" y="0"/>
                  </a:lnTo>
                  <a:lnTo>
                    <a:pt x="203454" y="0"/>
                  </a:lnTo>
                  <a:lnTo>
                    <a:pt x="189857" y="1095"/>
                  </a:lnTo>
                  <a:lnTo>
                    <a:pt x="176403" y="3047"/>
                  </a:lnTo>
                  <a:lnTo>
                    <a:pt x="162948" y="5572"/>
                  </a:lnTo>
                  <a:lnTo>
                    <a:pt x="149352" y="8381"/>
                  </a:lnTo>
                  <a:lnTo>
                    <a:pt x="124206" y="13525"/>
                  </a:lnTo>
                  <a:lnTo>
                    <a:pt x="99060" y="18668"/>
                  </a:lnTo>
                  <a:lnTo>
                    <a:pt x="73914" y="23812"/>
                  </a:lnTo>
                  <a:lnTo>
                    <a:pt x="48768" y="28955"/>
                  </a:lnTo>
                  <a:lnTo>
                    <a:pt x="36754" y="31801"/>
                  </a:lnTo>
                  <a:lnTo>
                    <a:pt x="24669" y="34575"/>
                  </a:lnTo>
                  <a:lnTo>
                    <a:pt x="12442" y="37207"/>
                  </a:lnTo>
                  <a:lnTo>
                    <a:pt x="0" y="39623"/>
                  </a:lnTo>
                  <a:lnTo>
                    <a:pt x="11989" y="39219"/>
                  </a:lnTo>
                  <a:lnTo>
                    <a:pt x="23907" y="38099"/>
                  </a:lnTo>
                  <a:lnTo>
                    <a:pt x="35683" y="36409"/>
                  </a:lnTo>
                  <a:lnTo>
                    <a:pt x="47244" y="34289"/>
                  </a:lnTo>
                  <a:lnTo>
                    <a:pt x="71247" y="30289"/>
                  </a:lnTo>
                  <a:lnTo>
                    <a:pt x="95250" y="26288"/>
                  </a:lnTo>
                  <a:lnTo>
                    <a:pt x="119253" y="22288"/>
                  </a:lnTo>
                  <a:lnTo>
                    <a:pt x="143256" y="18287"/>
                  </a:lnTo>
                  <a:lnTo>
                    <a:pt x="156412" y="15787"/>
                  </a:lnTo>
                  <a:lnTo>
                    <a:pt x="169640" y="13144"/>
                  </a:lnTo>
                  <a:lnTo>
                    <a:pt x="183010" y="10787"/>
                  </a:lnTo>
                  <a:lnTo>
                    <a:pt x="196596" y="9143"/>
                  </a:lnTo>
                  <a:lnTo>
                    <a:pt x="197358" y="9143"/>
                  </a:lnTo>
                  <a:lnTo>
                    <a:pt x="198882" y="9143"/>
                  </a:lnTo>
                  <a:lnTo>
                    <a:pt x="199644" y="9143"/>
                  </a:lnTo>
                  <a:lnTo>
                    <a:pt x="192024" y="10667"/>
                  </a:lnTo>
                  <a:lnTo>
                    <a:pt x="186690" y="9905"/>
                  </a:lnTo>
                  <a:lnTo>
                    <a:pt x="178308" y="9143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9" name="Google Shape;1809;p14"/>
          <p:cNvGrpSpPr/>
          <p:nvPr/>
        </p:nvGrpSpPr>
        <p:grpSpPr>
          <a:xfrm>
            <a:off x="457200" y="703530"/>
            <a:ext cx="8706637" cy="3750220"/>
            <a:chOff x="2963976" y="2030730"/>
            <a:chExt cx="6199861" cy="2423184"/>
          </a:xfrm>
        </p:grpSpPr>
        <p:grpSp>
          <p:nvGrpSpPr>
            <p:cNvPr id="1810" name="Google Shape;1810;p14"/>
            <p:cNvGrpSpPr/>
            <p:nvPr/>
          </p:nvGrpSpPr>
          <p:grpSpPr>
            <a:xfrm>
              <a:off x="2963976" y="2188438"/>
              <a:ext cx="848334" cy="239033"/>
              <a:chOff x="2963976" y="2188438"/>
              <a:chExt cx="848334" cy="239033"/>
            </a:xfrm>
          </p:grpSpPr>
          <p:pic>
            <p:nvPicPr>
              <p:cNvPr id="1811" name="Google Shape;1811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63976" y="2193010"/>
                <a:ext cx="226543" cy="2344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2" name="Google Shape;1812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213304" y="2205964"/>
                <a:ext cx="213434" cy="1528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13" name="Google Shape;1813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454763" y="2188438"/>
                <a:ext cx="357547" cy="1654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14" name="Google Shape;1814;p14"/>
            <p:cNvGrpSpPr/>
            <p:nvPr/>
          </p:nvGrpSpPr>
          <p:grpSpPr>
            <a:xfrm>
              <a:off x="4056862" y="2158720"/>
              <a:ext cx="630961" cy="142544"/>
              <a:chOff x="4056862" y="2158720"/>
              <a:chExt cx="630961" cy="142544"/>
            </a:xfrm>
          </p:grpSpPr>
          <p:pic>
            <p:nvPicPr>
              <p:cNvPr id="1815" name="Google Shape;1815;p1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056862" y="2158720"/>
                <a:ext cx="93776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16" name="Google Shape;1816;p14"/>
              <p:cNvSpPr/>
              <p:nvPr/>
            </p:nvSpPr>
            <p:spPr>
              <a:xfrm>
                <a:off x="4183379" y="2170937"/>
                <a:ext cx="6350" cy="125730"/>
              </a:xfrm>
              <a:custGeom>
                <a:rect b="b" l="l" r="r" t="t"/>
                <a:pathLst>
                  <a:path extrusionOk="0" h="125730" w="6350">
                    <a:moveTo>
                      <a:pt x="0" y="0"/>
                    </a:moveTo>
                    <a:lnTo>
                      <a:pt x="4607" y="41469"/>
                    </a:lnTo>
                    <a:lnTo>
                      <a:pt x="6000" y="88392"/>
                    </a:lnTo>
                    <a:lnTo>
                      <a:pt x="6096" y="121157"/>
                    </a:lnTo>
                    <a:lnTo>
                      <a:pt x="6096" y="122682"/>
                    </a:lnTo>
                    <a:lnTo>
                      <a:pt x="6096" y="124205"/>
                    </a:lnTo>
                    <a:lnTo>
                      <a:pt x="6096" y="12573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14"/>
              <p:cNvSpPr/>
              <p:nvPr/>
            </p:nvSpPr>
            <p:spPr>
              <a:xfrm>
                <a:off x="4219955" y="2176271"/>
                <a:ext cx="13335" cy="112395"/>
              </a:xfrm>
              <a:custGeom>
                <a:rect b="b" l="l" r="r" t="t"/>
                <a:pathLst>
                  <a:path extrusionOk="0" h="112394" w="13335">
                    <a:moveTo>
                      <a:pt x="0" y="0"/>
                    </a:moveTo>
                    <a:lnTo>
                      <a:pt x="5619" y="39624"/>
                    </a:lnTo>
                    <a:lnTo>
                      <a:pt x="10668" y="79248"/>
                    </a:lnTo>
                    <a:lnTo>
                      <a:pt x="11811" y="95631"/>
                    </a:lnTo>
                    <a:lnTo>
                      <a:pt x="12382" y="103893"/>
                    </a:lnTo>
                    <a:lnTo>
                      <a:pt x="12954" y="11201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14"/>
              <p:cNvSpPr/>
              <p:nvPr/>
            </p:nvSpPr>
            <p:spPr>
              <a:xfrm>
                <a:off x="4185665" y="2225801"/>
                <a:ext cx="48260" cy="16510"/>
              </a:xfrm>
              <a:custGeom>
                <a:rect b="b" l="l" r="r" t="t"/>
                <a:pathLst>
                  <a:path extrusionOk="0" h="16510" w="48260">
                    <a:moveTo>
                      <a:pt x="0" y="16001"/>
                    </a:moveTo>
                    <a:lnTo>
                      <a:pt x="12322" y="12430"/>
                    </a:lnTo>
                    <a:lnTo>
                      <a:pt x="24288" y="8572"/>
                    </a:lnTo>
                    <a:lnTo>
                      <a:pt x="36111" y="4429"/>
                    </a:lnTo>
                    <a:lnTo>
                      <a:pt x="4800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14"/>
              <p:cNvSpPr/>
              <p:nvPr/>
            </p:nvSpPr>
            <p:spPr>
              <a:xfrm>
                <a:off x="4276010" y="2202179"/>
                <a:ext cx="51435" cy="91440"/>
              </a:xfrm>
              <a:custGeom>
                <a:rect b="b" l="l" r="r" t="t"/>
                <a:pathLst>
                  <a:path extrusionOk="0" h="91439" w="51435">
                    <a:moveTo>
                      <a:pt x="6429" y="0"/>
                    </a:moveTo>
                    <a:lnTo>
                      <a:pt x="3333" y="8882"/>
                    </a:lnTo>
                    <a:lnTo>
                      <a:pt x="1095" y="16764"/>
                    </a:lnTo>
                    <a:lnTo>
                      <a:pt x="0" y="24645"/>
                    </a:lnTo>
                    <a:lnTo>
                      <a:pt x="333" y="33528"/>
                    </a:lnTo>
                    <a:lnTo>
                      <a:pt x="11763" y="80772"/>
                    </a:lnTo>
                    <a:lnTo>
                      <a:pt x="33861" y="91440"/>
                    </a:lnTo>
                    <a:lnTo>
                      <a:pt x="39957" y="89153"/>
                    </a:lnTo>
                    <a:lnTo>
                      <a:pt x="46815" y="82296"/>
                    </a:lnTo>
                    <a:lnTo>
                      <a:pt x="48339" y="80772"/>
                    </a:lnTo>
                    <a:lnTo>
                      <a:pt x="49863" y="78485"/>
                    </a:lnTo>
                    <a:lnTo>
                      <a:pt x="51387" y="7696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14"/>
              <p:cNvSpPr/>
              <p:nvPr/>
            </p:nvSpPr>
            <p:spPr>
              <a:xfrm>
                <a:off x="4280153" y="2225801"/>
                <a:ext cx="27940" cy="13335"/>
              </a:xfrm>
              <a:custGeom>
                <a:rect b="b" l="l" r="r" t="t"/>
                <a:pathLst>
                  <a:path extrusionOk="0" h="13335" w="27939">
                    <a:moveTo>
                      <a:pt x="0" y="12953"/>
                    </a:moveTo>
                    <a:lnTo>
                      <a:pt x="7822" y="10286"/>
                    </a:lnTo>
                    <a:lnTo>
                      <a:pt x="14573" y="7619"/>
                    </a:lnTo>
                    <a:lnTo>
                      <a:pt x="20895" y="4381"/>
                    </a:lnTo>
                    <a:lnTo>
                      <a:pt x="2743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14"/>
              <p:cNvSpPr/>
              <p:nvPr/>
            </p:nvSpPr>
            <p:spPr>
              <a:xfrm>
                <a:off x="4274819" y="2189987"/>
                <a:ext cx="28575" cy="12700"/>
              </a:xfrm>
              <a:custGeom>
                <a:rect b="b" l="l" r="r" t="t"/>
                <a:pathLst>
                  <a:path extrusionOk="0" h="12700" w="28575">
                    <a:moveTo>
                      <a:pt x="0" y="12191"/>
                    </a:moveTo>
                    <a:lnTo>
                      <a:pt x="9870" y="7822"/>
                    </a:lnTo>
                    <a:lnTo>
                      <a:pt x="16668" y="4667"/>
                    </a:lnTo>
                    <a:lnTo>
                      <a:pt x="22181" y="2226"/>
                    </a:lnTo>
                    <a:lnTo>
                      <a:pt x="2819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14"/>
              <p:cNvSpPr/>
              <p:nvPr/>
            </p:nvSpPr>
            <p:spPr>
              <a:xfrm>
                <a:off x="4368903" y="2209037"/>
                <a:ext cx="46355" cy="67310"/>
              </a:xfrm>
              <a:custGeom>
                <a:rect b="b" l="l" r="r" t="t"/>
                <a:pathLst>
                  <a:path extrusionOk="0" h="67310" w="46354">
                    <a:moveTo>
                      <a:pt x="14882" y="5334"/>
                    </a:moveTo>
                    <a:lnTo>
                      <a:pt x="404" y="41148"/>
                    </a:lnTo>
                    <a:lnTo>
                      <a:pt x="0" y="48375"/>
                    </a:lnTo>
                    <a:lnTo>
                      <a:pt x="595" y="54959"/>
                    </a:lnTo>
                    <a:lnTo>
                      <a:pt x="3190" y="60543"/>
                    </a:lnTo>
                    <a:lnTo>
                      <a:pt x="8786" y="64770"/>
                    </a:lnTo>
                    <a:lnTo>
                      <a:pt x="15644" y="66853"/>
                    </a:lnTo>
                    <a:lnTo>
                      <a:pt x="23074" y="66579"/>
                    </a:lnTo>
                    <a:lnTo>
                      <a:pt x="46124" y="32766"/>
                    </a:lnTo>
                    <a:lnTo>
                      <a:pt x="42874" y="25015"/>
                    </a:lnTo>
                    <a:lnTo>
                      <a:pt x="37266" y="18764"/>
                    </a:lnTo>
                    <a:lnTo>
                      <a:pt x="30372" y="13799"/>
                    </a:lnTo>
                    <a:lnTo>
                      <a:pt x="23264" y="9906"/>
                    </a:lnTo>
                    <a:lnTo>
                      <a:pt x="16406" y="6096"/>
                    </a:lnTo>
                    <a:lnTo>
                      <a:pt x="8024" y="5334"/>
                    </a:lnTo>
                    <a:lnTo>
                      <a:pt x="192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14"/>
              <p:cNvSpPr/>
              <p:nvPr/>
            </p:nvSpPr>
            <p:spPr>
              <a:xfrm>
                <a:off x="4439411" y="2191511"/>
                <a:ext cx="6985" cy="89535"/>
              </a:xfrm>
              <a:custGeom>
                <a:rect b="b" l="l" r="r" t="t"/>
                <a:pathLst>
                  <a:path extrusionOk="0" h="89535" w="6985">
                    <a:moveTo>
                      <a:pt x="5334" y="0"/>
                    </a:moveTo>
                    <a:lnTo>
                      <a:pt x="6215" y="8905"/>
                    </a:lnTo>
                    <a:lnTo>
                      <a:pt x="6667" y="17526"/>
                    </a:lnTo>
                    <a:lnTo>
                      <a:pt x="6834" y="26146"/>
                    </a:lnTo>
                    <a:lnTo>
                      <a:pt x="6858" y="35052"/>
                    </a:lnTo>
                    <a:lnTo>
                      <a:pt x="6238" y="47374"/>
                    </a:lnTo>
                    <a:lnTo>
                      <a:pt x="4762" y="59340"/>
                    </a:lnTo>
                    <a:lnTo>
                      <a:pt x="3000" y="71163"/>
                    </a:lnTo>
                    <a:lnTo>
                      <a:pt x="1524" y="83058"/>
                    </a:lnTo>
                    <a:lnTo>
                      <a:pt x="762" y="86868"/>
                    </a:lnTo>
                    <a:lnTo>
                      <a:pt x="1524" y="87630"/>
                    </a:lnTo>
                    <a:lnTo>
                      <a:pt x="0" y="89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14"/>
              <p:cNvSpPr/>
              <p:nvPr/>
            </p:nvSpPr>
            <p:spPr>
              <a:xfrm>
                <a:off x="4429505" y="2179891"/>
                <a:ext cx="81915" cy="78105"/>
              </a:xfrm>
              <a:custGeom>
                <a:rect b="b" l="l" r="r" t="t"/>
                <a:pathLst>
                  <a:path extrusionOk="0" h="78105" w="81914">
                    <a:moveTo>
                      <a:pt x="0" y="16192"/>
                    </a:moveTo>
                    <a:lnTo>
                      <a:pt x="1523" y="190"/>
                    </a:lnTo>
                    <a:lnTo>
                      <a:pt x="761" y="190"/>
                    </a:lnTo>
                    <a:lnTo>
                      <a:pt x="16763" y="190"/>
                    </a:lnTo>
                    <a:lnTo>
                      <a:pt x="46601" y="15561"/>
                    </a:lnTo>
                    <a:lnTo>
                      <a:pt x="46482" y="23336"/>
                    </a:lnTo>
                    <a:lnTo>
                      <a:pt x="44076" y="30968"/>
                    </a:lnTo>
                    <a:lnTo>
                      <a:pt x="40386" y="37528"/>
                    </a:lnTo>
                    <a:lnTo>
                      <a:pt x="35468" y="44160"/>
                    </a:lnTo>
                    <a:lnTo>
                      <a:pt x="30194" y="50577"/>
                    </a:lnTo>
                    <a:lnTo>
                      <a:pt x="25062" y="57138"/>
                    </a:lnTo>
                    <a:lnTo>
                      <a:pt x="20574" y="64198"/>
                    </a:lnTo>
                    <a:lnTo>
                      <a:pt x="16764" y="69532"/>
                    </a:lnTo>
                    <a:lnTo>
                      <a:pt x="19812" y="72580"/>
                    </a:lnTo>
                    <a:lnTo>
                      <a:pt x="57150" y="77914"/>
                    </a:lnTo>
                    <a:lnTo>
                      <a:pt x="65532" y="77914"/>
                    </a:lnTo>
                    <a:lnTo>
                      <a:pt x="73152" y="77914"/>
                    </a:lnTo>
                    <a:lnTo>
                      <a:pt x="81534" y="7791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14"/>
              <p:cNvSpPr/>
              <p:nvPr/>
            </p:nvSpPr>
            <p:spPr>
              <a:xfrm>
                <a:off x="4524755" y="2190749"/>
                <a:ext cx="60325" cy="78740"/>
              </a:xfrm>
              <a:custGeom>
                <a:rect b="b" l="l" r="r" t="t"/>
                <a:pathLst>
                  <a:path extrusionOk="0" h="78739" w="60325">
                    <a:moveTo>
                      <a:pt x="0" y="0"/>
                    </a:moveTo>
                    <a:lnTo>
                      <a:pt x="357" y="10858"/>
                    </a:lnTo>
                    <a:lnTo>
                      <a:pt x="1143" y="21717"/>
                    </a:lnTo>
                    <a:lnTo>
                      <a:pt x="1928" y="32575"/>
                    </a:lnTo>
                    <a:lnTo>
                      <a:pt x="2286" y="43434"/>
                    </a:lnTo>
                    <a:lnTo>
                      <a:pt x="2000" y="50196"/>
                    </a:lnTo>
                    <a:lnTo>
                      <a:pt x="1714" y="57531"/>
                    </a:lnTo>
                    <a:lnTo>
                      <a:pt x="2286" y="64865"/>
                    </a:lnTo>
                    <a:lnTo>
                      <a:pt x="4572" y="71628"/>
                    </a:lnTo>
                    <a:lnTo>
                      <a:pt x="7620" y="77724"/>
                    </a:lnTo>
                    <a:lnTo>
                      <a:pt x="12954" y="78486"/>
                    </a:lnTo>
                    <a:lnTo>
                      <a:pt x="19050" y="78486"/>
                    </a:lnTo>
                    <a:lnTo>
                      <a:pt x="26229" y="78736"/>
                    </a:lnTo>
                    <a:lnTo>
                      <a:pt x="33051" y="78200"/>
                    </a:lnTo>
                    <a:lnTo>
                      <a:pt x="39731" y="76664"/>
                    </a:lnTo>
                    <a:lnTo>
                      <a:pt x="46482" y="73913"/>
                    </a:lnTo>
                    <a:lnTo>
                      <a:pt x="54102" y="70865"/>
                    </a:lnTo>
                    <a:lnTo>
                      <a:pt x="55626" y="67817"/>
                    </a:lnTo>
                    <a:lnTo>
                      <a:pt x="60198" y="609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14"/>
              <p:cNvSpPr/>
              <p:nvPr/>
            </p:nvSpPr>
            <p:spPr>
              <a:xfrm>
                <a:off x="4530851" y="2209037"/>
                <a:ext cx="31750" cy="17780"/>
              </a:xfrm>
              <a:custGeom>
                <a:rect b="b" l="l" r="r" t="t"/>
                <a:pathLst>
                  <a:path extrusionOk="0" h="17780" w="31750">
                    <a:moveTo>
                      <a:pt x="0" y="17525"/>
                    </a:moveTo>
                    <a:lnTo>
                      <a:pt x="7989" y="13501"/>
                    </a:lnTo>
                    <a:lnTo>
                      <a:pt x="15906" y="9334"/>
                    </a:lnTo>
                    <a:lnTo>
                      <a:pt x="23681" y="4881"/>
                    </a:lnTo>
                    <a:lnTo>
                      <a:pt x="31241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14"/>
              <p:cNvSpPr/>
              <p:nvPr/>
            </p:nvSpPr>
            <p:spPr>
              <a:xfrm>
                <a:off x="4542281" y="2166365"/>
                <a:ext cx="18415" cy="10795"/>
              </a:xfrm>
              <a:custGeom>
                <a:rect b="b" l="l" r="r" t="t"/>
                <a:pathLst>
                  <a:path extrusionOk="0" h="10794" w="18414">
                    <a:moveTo>
                      <a:pt x="0" y="10667"/>
                    </a:moveTo>
                    <a:lnTo>
                      <a:pt x="9143" y="3047"/>
                    </a:lnTo>
                    <a:lnTo>
                      <a:pt x="10667" y="761"/>
                    </a:lnTo>
                    <a:lnTo>
                      <a:pt x="1828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14"/>
              <p:cNvSpPr/>
              <p:nvPr/>
            </p:nvSpPr>
            <p:spPr>
              <a:xfrm>
                <a:off x="4606289" y="2194559"/>
                <a:ext cx="6350" cy="70485"/>
              </a:xfrm>
              <a:custGeom>
                <a:rect b="b" l="l" r="r" t="t"/>
                <a:pathLst>
                  <a:path extrusionOk="0" h="70485" w="6350">
                    <a:moveTo>
                      <a:pt x="3810" y="0"/>
                    </a:moveTo>
                    <a:lnTo>
                      <a:pt x="3929" y="9274"/>
                    </a:lnTo>
                    <a:lnTo>
                      <a:pt x="4191" y="18764"/>
                    </a:lnTo>
                    <a:lnTo>
                      <a:pt x="4452" y="28396"/>
                    </a:lnTo>
                    <a:lnTo>
                      <a:pt x="4572" y="38100"/>
                    </a:lnTo>
                    <a:lnTo>
                      <a:pt x="3702" y="44243"/>
                    </a:lnTo>
                    <a:lnTo>
                      <a:pt x="2762" y="53530"/>
                    </a:lnTo>
                    <a:lnTo>
                      <a:pt x="2536" y="62531"/>
                    </a:lnTo>
                    <a:lnTo>
                      <a:pt x="3810" y="67818"/>
                    </a:lnTo>
                    <a:lnTo>
                      <a:pt x="6096" y="70104"/>
                    </a:lnTo>
                    <a:lnTo>
                      <a:pt x="0" y="67818"/>
                    </a:lnTo>
                    <a:lnTo>
                      <a:pt x="6096" y="6705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14"/>
              <p:cNvSpPr/>
              <p:nvPr/>
            </p:nvSpPr>
            <p:spPr>
              <a:xfrm>
                <a:off x="4615433" y="2171699"/>
                <a:ext cx="72390" cy="98425"/>
              </a:xfrm>
              <a:custGeom>
                <a:rect b="b" l="l" r="r" t="t"/>
                <a:pathLst>
                  <a:path extrusionOk="0" h="98425" w="72389">
                    <a:moveTo>
                      <a:pt x="0" y="19050"/>
                    </a:moveTo>
                    <a:lnTo>
                      <a:pt x="22860" y="41148"/>
                    </a:lnTo>
                    <a:lnTo>
                      <a:pt x="29718" y="38861"/>
                    </a:lnTo>
                    <a:lnTo>
                      <a:pt x="55626" y="6857"/>
                    </a:lnTo>
                    <a:lnTo>
                      <a:pt x="58674" y="2285"/>
                    </a:lnTo>
                    <a:lnTo>
                      <a:pt x="58674" y="1523"/>
                    </a:lnTo>
                    <a:lnTo>
                      <a:pt x="63246" y="0"/>
                    </a:lnTo>
                    <a:lnTo>
                      <a:pt x="70223" y="40707"/>
                    </a:lnTo>
                    <a:lnTo>
                      <a:pt x="70866" y="74675"/>
                    </a:lnTo>
                    <a:lnTo>
                      <a:pt x="70556" y="82426"/>
                    </a:lnTo>
                    <a:lnTo>
                      <a:pt x="70104" y="91535"/>
                    </a:lnTo>
                    <a:lnTo>
                      <a:pt x="70223" y="97928"/>
                    </a:lnTo>
                    <a:lnTo>
                      <a:pt x="71628" y="97535"/>
                    </a:lnTo>
                    <a:lnTo>
                      <a:pt x="71628" y="95249"/>
                    </a:lnTo>
                    <a:lnTo>
                      <a:pt x="72390" y="92963"/>
                    </a:lnTo>
                    <a:lnTo>
                      <a:pt x="72390" y="9143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0" name="Google Shape;1830;p14"/>
            <p:cNvGrpSpPr/>
            <p:nvPr/>
          </p:nvGrpSpPr>
          <p:grpSpPr>
            <a:xfrm>
              <a:off x="3171443" y="2030730"/>
              <a:ext cx="2699385" cy="544449"/>
              <a:chOff x="3171443" y="2030730"/>
              <a:chExt cx="2699385" cy="544449"/>
            </a:xfrm>
          </p:grpSpPr>
          <p:sp>
            <p:nvSpPr>
              <p:cNvPr id="1831" name="Google Shape;1831;p14"/>
              <p:cNvSpPr/>
              <p:nvPr/>
            </p:nvSpPr>
            <p:spPr>
              <a:xfrm>
                <a:off x="4935104" y="2030730"/>
                <a:ext cx="131445" cy="358140"/>
              </a:xfrm>
              <a:custGeom>
                <a:rect b="b" l="l" r="r" t="t"/>
                <a:pathLst>
                  <a:path extrusionOk="0" h="358139" w="131445">
                    <a:moveTo>
                      <a:pt x="56757" y="0"/>
                    </a:moveTo>
                    <a:lnTo>
                      <a:pt x="35421" y="35337"/>
                    </a:lnTo>
                    <a:lnTo>
                      <a:pt x="20943" y="74676"/>
                    </a:lnTo>
                    <a:lnTo>
                      <a:pt x="6369" y="143827"/>
                    </a:lnTo>
                    <a:lnTo>
                      <a:pt x="369" y="214122"/>
                    </a:lnTo>
                    <a:lnTo>
                      <a:pt x="0" y="242768"/>
                    </a:lnTo>
                    <a:lnTo>
                      <a:pt x="1988" y="271272"/>
                    </a:lnTo>
                    <a:lnTo>
                      <a:pt x="17895" y="326136"/>
                    </a:lnTo>
                    <a:lnTo>
                      <a:pt x="57650" y="356568"/>
                    </a:lnTo>
                    <a:lnTo>
                      <a:pt x="75807" y="358140"/>
                    </a:lnTo>
                    <a:lnTo>
                      <a:pt x="91785" y="356544"/>
                    </a:lnTo>
                    <a:lnTo>
                      <a:pt x="105334" y="352234"/>
                    </a:lnTo>
                    <a:lnTo>
                      <a:pt x="118026" y="345924"/>
                    </a:lnTo>
                    <a:lnTo>
                      <a:pt x="131433" y="33832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14"/>
              <p:cNvSpPr/>
              <p:nvPr/>
            </p:nvSpPr>
            <p:spPr>
              <a:xfrm>
                <a:off x="5100137" y="2175510"/>
                <a:ext cx="10795" cy="92710"/>
              </a:xfrm>
              <a:custGeom>
                <a:rect b="b" l="l" r="r" t="t"/>
                <a:pathLst>
                  <a:path extrusionOk="0" h="92710" w="10795">
                    <a:moveTo>
                      <a:pt x="4500" y="0"/>
                    </a:moveTo>
                    <a:lnTo>
                      <a:pt x="1666" y="13549"/>
                    </a:lnTo>
                    <a:lnTo>
                      <a:pt x="119" y="25526"/>
                    </a:lnTo>
                    <a:lnTo>
                      <a:pt x="0" y="37504"/>
                    </a:lnTo>
                    <a:lnTo>
                      <a:pt x="1452" y="51053"/>
                    </a:lnTo>
                    <a:lnTo>
                      <a:pt x="2881" y="61555"/>
                    </a:lnTo>
                    <a:lnTo>
                      <a:pt x="4881" y="72199"/>
                    </a:lnTo>
                    <a:lnTo>
                      <a:pt x="7453" y="82557"/>
                    </a:lnTo>
                    <a:lnTo>
                      <a:pt x="10596" y="9220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33" name="Google Shape;1833;p1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151856" y="2126716"/>
                <a:ext cx="99110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34" name="Google Shape;1834;p14"/>
              <p:cNvSpPr/>
              <p:nvPr/>
            </p:nvSpPr>
            <p:spPr>
              <a:xfrm>
                <a:off x="5289041" y="2149602"/>
                <a:ext cx="10160" cy="102870"/>
              </a:xfrm>
              <a:custGeom>
                <a:rect b="b" l="l" r="r" t="t"/>
                <a:pathLst>
                  <a:path extrusionOk="0" h="102869" w="10160">
                    <a:moveTo>
                      <a:pt x="0" y="0"/>
                    </a:moveTo>
                    <a:lnTo>
                      <a:pt x="119" y="10858"/>
                    </a:lnTo>
                    <a:lnTo>
                      <a:pt x="381" y="21717"/>
                    </a:lnTo>
                    <a:lnTo>
                      <a:pt x="642" y="32575"/>
                    </a:lnTo>
                    <a:lnTo>
                      <a:pt x="762" y="43434"/>
                    </a:lnTo>
                    <a:lnTo>
                      <a:pt x="1214" y="54744"/>
                    </a:lnTo>
                    <a:lnTo>
                      <a:pt x="1524" y="65913"/>
                    </a:lnTo>
                    <a:lnTo>
                      <a:pt x="1833" y="77081"/>
                    </a:lnTo>
                    <a:lnTo>
                      <a:pt x="2286" y="88392"/>
                    </a:lnTo>
                    <a:lnTo>
                      <a:pt x="3048" y="95250"/>
                    </a:lnTo>
                    <a:lnTo>
                      <a:pt x="2286" y="102107"/>
                    </a:lnTo>
                    <a:lnTo>
                      <a:pt x="9906" y="10287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14"/>
              <p:cNvSpPr/>
              <p:nvPr/>
            </p:nvSpPr>
            <p:spPr>
              <a:xfrm>
                <a:off x="5283707" y="2129028"/>
                <a:ext cx="55880" cy="3810"/>
              </a:xfrm>
              <a:custGeom>
                <a:rect b="b" l="l" r="r" t="t"/>
                <a:pathLst>
                  <a:path extrusionOk="0" h="3810" w="55879">
                    <a:moveTo>
                      <a:pt x="0" y="3810"/>
                    </a:moveTo>
                    <a:lnTo>
                      <a:pt x="38862" y="0"/>
                    </a:lnTo>
                    <a:lnTo>
                      <a:pt x="50292" y="0"/>
                    </a:lnTo>
                    <a:lnTo>
                      <a:pt x="55626" y="76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14"/>
              <p:cNvSpPr/>
              <p:nvPr/>
            </p:nvSpPr>
            <p:spPr>
              <a:xfrm>
                <a:off x="5305043" y="2158746"/>
                <a:ext cx="107950" cy="91440"/>
              </a:xfrm>
              <a:custGeom>
                <a:rect b="b" l="l" r="r" t="t"/>
                <a:pathLst>
                  <a:path extrusionOk="0" h="91439" w="107950">
                    <a:moveTo>
                      <a:pt x="0" y="34289"/>
                    </a:moveTo>
                    <a:lnTo>
                      <a:pt x="13049" y="35242"/>
                    </a:lnTo>
                    <a:lnTo>
                      <a:pt x="23812" y="34480"/>
                    </a:lnTo>
                    <a:lnTo>
                      <a:pt x="34290" y="31718"/>
                    </a:lnTo>
                    <a:lnTo>
                      <a:pt x="70866" y="12953"/>
                    </a:lnTo>
                    <a:lnTo>
                      <a:pt x="71628" y="12191"/>
                    </a:lnTo>
                    <a:lnTo>
                      <a:pt x="72390" y="12191"/>
                    </a:lnTo>
                    <a:lnTo>
                      <a:pt x="67818" y="13715"/>
                    </a:lnTo>
                    <a:lnTo>
                      <a:pt x="66294" y="15239"/>
                    </a:lnTo>
                    <a:lnTo>
                      <a:pt x="63246" y="21335"/>
                    </a:lnTo>
                    <a:lnTo>
                      <a:pt x="58304" y="33063"/>
                    </a:lnTo>
                    <a:lnTo>
                      <a:pt x="55721" y="46005"/>
                    </a:lnTo>
                    <a:lnTo>
                      <a:pt x="54994" y="59376"/>
                    </a:lnTo>
                    <a:lnTo>
                      <a:pt x="55626" y="72389"/>
                    </a:lnTo>
                    <a:lnTo>
                      <a:pt x="56388" y="83057"/>
                    </a:lnTo>
                    <a:lnTo>
                      <a:pt x="61722" y="89915"/>
                    </a:lnTo>
                    <a:lnTo>
                      <a:pt x="72390" y="91439"/>
                    </a:lnTo>
                    <a:lnTo>
                      <a:pt x="81843" y="90606"/>
                    </a:lnTo>
                    <a:lnTo>
                      <a:pt x="107251" y="50196"/>
                    </a:lnTo>
                    <a:lnTo>
                      <a:pt x="107346" y="38207"/>
                    </a:lnTo>
                    <a:lnTo>
                      <a:pt x="105155" y="27431"/>
                    </a:lnTo>
                    <a:lnTo>
                      <a:pt x="100691" y="18966"/>
                    </a:lnTo>
                    <a:lnTo>
                      <a:pt x="94583" y="11715"/>
                    </a:lnTo>
                    <a:lnTo>
                      <a:pt x="87475" y="5464"/>
                    </a:lnTo>
                    <a:lnTo>
                      <a:pt x="80009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14"/>
              <p:cNvSpPr/>
              <p:nvPr/>
            </p:nvSpPr>
            <p:spPr>
              <a:xfrm>
                <a:off x="5445251" y="2163318"/>
                <a:ext cx="7620" cy="86995"/>
              </a:xfrm>
              <a:custGeom>
                <a:rect b="b" l="l" r="r" t="t"/>
                <a:pathLst>
                  <a:path extrusionOk="0" h="86994" w="7620">
                    <a:moveTo>
                      <a:pt x="6858" y="0"/>
                    </a:moveTo>
                    <a:lnTo>
                      <a:pt x="6953" y="10167"/>
                    </a:lnTo>
                    <a:lnTo>
                      <a:pt x="7048" y="20193"/>
                    </a:lnTo>
                    <a:lnTo>
                      <a:pt x="6858" y="30218"/>
                    </a:lnTo>
                    <a:lnTo>
                      <a:pt x="1702" y="72961"/>
                    </a:lnTo>
                    <a:lnTo>
                      <a:pt x="0" y="83820"/>
                    </a:lnTo>
                    <a:lnTo>
                      <a:pt x="0" y="84582"/>
                    </a:lnTo>
                    <a:lnTo>
                      <a:pt x="0" y="86106"/>
                    </a:lnTo>
                    <a:lnTo>
                      <a:pt x="0" y="8686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14"/>
              <p:cNvSpPr/>
              <p:nvPr/>
            </p:nvSpPr>
            <p:spPr>
              <a:xfrm>
                <a:off x="5446775" y="2132290"/>
                <a:ext cx="74295" cy="93980"/>
              </a:xfrm>
              <a:custGeom>
                <a:rect b="b" l="l" r="r" t="t"/>
                <a:pathLst>
                  <a:path extrusionOk="0" h="93980" w="74295">
                    <a:moveTo>
                      <a:pt x="0" y="20359"/>
                    </a:moveTo>
                    <a:lnTo>
                      <a:pt x="29336" y="0"/>
                    </a:lnTo>
                    <a:lnTo>
                      <a:pt x="37909" y="166"/>
                    </a:lnTo>
                    <a:lnTo>
                      <a:pt x="46196" y="2047"/>
                    </a:lnTo>
                    <a:lnTo>
                      <a:pt x="53340" y="6643"/>
                    </a:lnTo>
                    <a:lnTo>
                      <a:pt x="56911" y="14323"/>
                    </a:lnTo>
                    <a:lnTo>
                      <a:pt x="56197" y="22931"/>
                    </a:lnTo>
                    <a:lnTo>
                      <a:pt x="28086" y="62222"/>
                    </a:lnTo>
                    <a:lnTo>
                      <a:pt x="20574" y="69889"/>
                    </a:lnTo>
                    <a:lnTo>
                      <a:pt x="16002" y="75223"/>
                    </a:lnTo>
                    <a:lnTo>
                      <a:pt x="12954" y="82081"/>
                    </a:lnTo>
                    <a:lnTo>
                      <a:pt x="20574" y="86653"/>
                    </a:lnTo>
                    <a:lnTo>
                      <a:pt x="28039" y="89546"/>
                    </a:lnTo>
                    <a:lnTo>
                      <a:pt x="36290" y="91511"/>
                    </a:lnTo>
                    <a:lnTo>
                      <a:pt x="44684" y="92761"/>
                    </a:lnTo>
                    <a:lnTo>
                      <a:pt x="52578" y="93511"/>
                    </a:lnTo>
                    <a:lnTo>
                      <a:pt x="63246" y="93511"/>
                    </a:lnTo>
                    <a:lnTo>
                      <a:pt x="67056" y="93511"/>
                    </a:lnTo>
                    <a:lnTo>
                      <a:pt x="73914" y="9351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14"/>
              <p:cNvSpPr/>
              <p:nvPr/>
            </p:nvSpPr>
            <p:spPr>
              <a:xfrm>
                <a:off x="5549645" y="2152650"/>
                <a:ext cx="5715" cy="66675"/>
              </a:xfrm>
              <a:custGeom>
                <a:rect b="b" l="l" r="r" t="t"/>
                <a:pathLst>
                  <a:path extrusionOk="0" h="66675" w="5714">
                    <a:moveTo>
                      <a:pt x="5334" y="0"/>
                    </a:moveTo>
                    <a:lnTo>
                      <a:pt x="2250" y="11989"/>
                    </a:lnTo>
                    <a:lnTo>
                      <a:pt x="666" y="23336"/>
                    </a:lnTo>
                    <a:lnTo>
                      <a:pt x="83" y="34825"/>
                    </a:lnTo>
                    <a:lnTo>
                      <a:pt x="0" y="47244"/>
                    </a:lnTo>
                    <a:lnTo>
                      <a:pt x="0" y="53340"/>
                    </a:lnTo>
                    <a:lnTo>
                      <a:pt x="0" y="59436"/>
                    </a:lnTo>
                    <a:lnTo>
                      <a:pt x="0" y="6629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14"/>
              <p:cNvSpPr/>
              <p:nvPr/>
            </p:nvSpPr>
            <p:spPr>
              <a:xfrm>
                <a:off x="5554217" y="2145030"/>
                <a:ext cx="59690" cy="68580"/>
              </a:xfrm>
              <a:custGeom>
                <a:rect b="b" l="l" r="r" t="t"/>
                <a:pathLst>
                  <a:path extrusionOk="0" h="68580" w="59689">
                    <a:moveTo>
                      <a:pt x="0" y="5334"/>
                    </a:moveTo>
                    <a:lnTo>
                      <a:pt x="28479" y="31051"/>
                    </a:lnTo>
                    <a:lnTo>
                      <a:pt x="35587" y="29718"/>
                    </a:lnTo>
                    <a:lnTo>
                      <a:pt x="41910" y="26670"/>
                    </a:lnTo>
                    <a:lnTo>
                      <a:pt x="48768" y="22098"/>
                    </a:lnTo>
                    <a:lnTo>
                      <a:pt x="54102" y="14478"/>
                    </a:lnTo>
                    <a:lnTo>
                      <a:pt x="56388" y="6858"/>
                    </a:lnTo>
                    <a:lnTo>
                      <a:pt x="57150" y="4572"/>
                    </a:lnTo>
                    <a:lnTo>
                      <a:pt x="57150" y="2286"/>
                    </a:lnTo>
                    <a:lnTo>
                      <a:pt x="57150" y="0"/>
                    </a:lnTo>
                    <a:lnTo>
                      <a:pt x="57150" y="6096"/>
                    </a:lnTo>
                    <a:lnTo>
                      <a:pt x="56388" y="12192"/>
                    </a:lnTo>
                    <a:lnTo>
                      <a:pt x="55626" y="19050"/>
                    </a:lnTo>
                    <a:lnTo>
                      <a:pt x="53875" y="29694"/>
                    </a:lnTo>
                    <a:lnTo>
                      <a:pt x="52482" y="40767"/>
                    </a:lnTo>
                    <a:lnTo>
                      <a:pt x="52089" y="51839"/>
                    </a:lnTo>
                    <a:lnTo>
                      <a:pt x="53340" y="62484"/>
                    </a:lnTo>
                    <a:lnTo>
                      <a:pt x="54864" y="67056"/>
                    </a:lnTo>
                    <a:lnTo>
                      <a:pt x="54864" y="68580"/>
                    </a:lnTo>
                    <a:lnTo>
                      <a:pt x="59436" y="6858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14"/>
              <p:cNvSpPr/>
              <p:nvPr/>
            </p:nvSpPr>
            <p:spPr>
              <a:xfrm>
                <a:off x="5653277" y="2132076"/>
                <a:ext cx="25400" cy="104139"/>
              </a:xfrm>
              <a:custGeom>
                <a:rect b="b" l="l" r="r" t="t"/>
                <a:pathLst>
                  <a:path extrusionOk="0" h="104139" w="25400">
                    <a:moveTo>
                      <a:pt x="25146" y="0"/>
                    </a:moveTo>
                    <a:lnTo>
                      <a:pt x="9394" y="35147"/>
                    </a:lnTo>
                    <a:lnTo>
                      <a:pt x="1333" y="73628"/>
                    </a:lnTo>
                    <a:lnTo>
                      <a:pt x="0" y="99822"/>
                    </a:lnTo>
                    <a:lnTo>
                      <a:pt x="762" y="102870"/>
                    </a:lnTo>
                    <a:lnTo>
                      <a:pt x="1524" y="103632"/>
                    </a:lnTo>
                    <a:lnTo>
                      <a:pt x="4572" y="10287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14"/>
              <p:cNvSpPr/>
              <p:nvPr/>
            </p:nvSpPr>
            <p:spPr>
              <a:xfrm>
                <a:off x="5684519" y="2135886"/>
                <a:ext cx="19050" cy="110489"/>
              </a:xfrm>
              <a:custGeom>
                <a:rect b="b" l="l" r="r" t="t"/>
                <a:pathLst>
                  <a:path extrusionOk="0" h="110489" w="19050">
                    <a:moveTo>
                      <a:pt x="0" y="0"/>
                    </a:moveTo>
                    <a:lnTo>
                      <a:pt x="6858" y="45720"/>
                    </a:lnTo>
                    <a:lnTo>
                      <a:pt x="10251" y="56590"/>
                    </a:lnTo>
                    <a:lnTo>
                      <a:pt x="13430" y="67532"/>
                    </a:lnTo>
                    <a:lnTo>
                      <a:pt x="16180" y="78616"/>
                    </a:lnTo>
                    <a:lnTo>
                      <a:pt x="18288" y="89916"/>
                    </a:lnTo>
                    <a:lnTo>
                      <a:pt x="19050" y="97536"/>
                    </a:lnTo>
                    <a:lnTo>
                      <a:pt x="19050" y="103632"/>
                    </a:lnTo>
                    <a:lnTo>
                      <a:pt x="17526" y="11048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14"/>
              <p:cNvSpPr/>
              <p:nvPr/>
            </p:nvSpPr>
            <p:spPr>
              <a:xfrm>
                <a:off x="5665469" y="2180844"/>
                <a:ext cx="54610" cy="21590"/>
              </a:xfrm>
              <a:custGeom>
                <a:rect b="b" l="l" r="r" t="t"/>
                <a:pathLst>
                  <a:path extrusionOk="0" h="21589" w="54610">
                    <a:moveTo>
                      <a:pt x="0" y="21336"/>
                    </a:moveTo>
                    <a:lnTo>
                      <a:pt x="13918" y="16716"/>
                    </a:lnTo>
                    <a:lnTo>
                      <a:pt x="27336" y="11811"/>
                    </a:lnTo>
                    <a:lnTo>
                      <a:pt x="40612" y="6334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14"/>
              <p:cNvSpPr/>
              <p:nvPr/>
            </p:nvSpPr>
            <p:spPr>
              <a:xfrm>
                <a:off x="5740907" y="2125218"/>
                <a:ext cx="71120" cy="95250"/>
              </a:xfrm>
              <a:custGeom>
                <a:rect b="b" l="l" r="r" t="t"/>
                <a:pathLst>
                  <a:path extrusionOk="0" h="95250" w="71120">
                    <a:moveTo>
                      <a:pt x="12191" y="0"/>
                    </a:moveTo>
                    <a:lnTo>
                      <a:pt x="2285" y="38100"/>
                    </a:lnTo>
                    <a:lnTo>
                      <a:pt x="761" y="77724"/>
                    </a:lnTo>
                    <a:lnTo>
                      <a:pt x="761" y="85344"/>
                    </a:lnTo>
                    <a:lnTo>
                      <a:pt x="0" y="93726"/>
                    </a:lnTo>
                    <a:lnTo>
                      <a:pt x="9143" y="95250"/>
                    </a:lnTo>
                    <a:lnTo>
                      <a:pt x="17692" y="95226"/>
                    </a:lnTo>
                    <a:lnTo>
                      <a:pt x="26098" y="93345"/>
                    </a:lnTo>
                    <a:lnTo>
                      <a:pt x="64734" y="70687"/>
                    </a:lnTo>
                    <a:lnTo>
                      <a:pt x="70865" y="6248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14"/>
              <p:cNvSpPr/>
              <p:nvPr/>
            </p:nvSpPr>
            <p:spPr>
              <a:xfrm>
                <a:off x="5796533" y="2041588"/>
                <a:ext cx="74295" cy="255270"/>
              </a:xfrm>
              <a:custGeom>
                <a:rect b="b" l="l" r="r" t="t"/>
                <a:pathLst>
                  <a:path extrusionOk="0" h="255269" w="74295">
                    <a:moveTo>
                      <a:pt x="5334" y="571"/>
                    </a:moveTo>
                    <a:lnTo>
                      <a:pt x="45720" y="18859"/>
                    </a:lnTo>
                    <a:lnTo>
                      <a:pt x="68437" y="68258"/>
                    </a:lnTo>
                    <a:lnTo>
                      <a:pt x="74009" y="107977"/>
                    </a:lnTo>
                    <a:lnTo>
                      <a:pt x="74104" y="130397"/>
                    </a:lnTo>
                    <a:lnTo>
                      <a:pt x="71628" y="152673"/>
                    </a:lnTo>
                    <a:lnTo>
                      <a:pt x="58888" y="193083"/>
                    </a:lnTo>
                    <a:lnTo>
                      <a:pt x="37790" y="229492"/>
                    </a:lnTo>
                    <a:lnTo>
                      <a:pt x="6060" y="254162"/>
                    </a:lnTo>
                    <a:lnTo>
                      <a:pt x="0" y="25507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14"/>
              <p:cNvSpPr/>
              <p:nvPr/>
            </p:nvSpPr>
            <p:spPr>
              <a:xfrm>
                <a:off x="3171443" y="2451354"/>
                <a:ext cx="2633980" cy="123825"/>
              </a:xfrm>
              <a:custGeom>
                <a:rect b="b" l="l" r="r" t="t"/>
                <a:pathLst>
                  <a:path extrusionOk="0" h="123825" w="2633979">
                    <a:moveTo>
                      <a:pt x="0" y="112014"/>
                    </a:moveTo>
                    <a:lnTo>
                      <a:pt x="14513" y="110644"/>
                    </a:lnTo>
                    <a:lnTo>
                      <a:pt x="28670" y="110775"/>
                    </a:lnTo>
                    <a:lnTo>
                      <a:pt x="42969" y="111906"/>
                    </a:lnTo>
                    <a:lnTo>
                      <a:pt x="57912" y="113538"/>
                    </a:lnTo>
                    <a:lnTo>
                      <a:pt x="86367" y="116121"/>
                    </a:lnTo>
                    <a:lnTo>
                      <a:pt x="142994" y="119860"/>
                    </a:lnTo>
                    <a:lnTo>
                      <a:pt x="214443" y="122801"/>
                    </a:lnTo>
                    <a:lnTo>
                      <a:pt x="257651" y="123444"/>
                    </a:lnTo>
                    <a:lnTo>
                      <a:pt x="301001" y="123515"/>
                    </a:lnTo>
                    <a:lnTo>
                      <a:pt x="344424" y="123444"/>
                    </a:lnTo>
                    <a:lnTo>
                      <a:pt x="394758" y="123495"/>
                    </a:lnTo>
                    <a:lnTo>
                      <a:pt x="445159" y="123013"/>
                    </a:lnTo>
                    <a:lnTo>
                      <a:pt x="495599" y="122024"/>
                    </a:lnTo>
                    <a:lnTo>
                      <a:pt x="546054" y="120555"/>
                    </a:lnTo>
                    <a:lnTo>
                      <a:pt x="596494" y="118634"/>
                    </a:lnTo>
                    <a:lnTo>
                      <a:pt x="646895" y="116286"/>
                    </a:lnTo>
                    <a:lnTo>
                      <a:pt x="697230" y="113538"/>
                    </a:lnTo>
                    <a:lnTo>
                      <a:pt x="752179" y="110179"/>
                    </a:lnTo>
                    <a:lnTo>
                      <a:pt x="807274" y="106600"/>
                    </a:lnTo>
                    <a:lnTo>
                      <a:pt x="862480" y="102949"/>
                    </a:lnTo>
                    <a:lnTo>
                      <a:pt x="917758" y="99370"/>
                    </a:lnTo>
                    <a:lnTo>
                      <a:pt x="973074" y="96012"/>
                    </a:lnTo>
                    <a:lnTo>
                      <a:pt x="1022226" y="93094"/>
                    </a:lnTo>
                    <a:lnTo>
                      <a:pt x="1071400" y="90452"/>
                    </a:lnTo>
                    <a:lnTo>
                      <a:pt x="1120616" y="88106"/>
                    </a:lnTo>
                    <a:lnTo>
                      <a:pt x="1169895" y="86077"/>
                    </a:lnTo>
                    <a:lnTo>
                      <a:pt x="1219259" y="84387"/>
                    </a:lnTo>
                    <a:lnTo>
                      <a:pt x="1268730" y="83058"/>
                    </a:lnTo>
                    <a:lnTo>
                      <a:pt x="1320318" y="81560"/>
                    </a:lnTo>
                    <a:lnTo>
                      <a:pt x="1371950" y="80106"/>
                    </a:lnTo>
                    <a:lnTo>
                      <a:pt x="1423613" y="78683"/>
                    </a:lnTo>
                    <a:lnTo>
                      <a:pt x="1475295" y="77279"/>
                    </a:lnTo>
                    <a:lnTo>
                      <a:pt x="1526984" y="75882"/>
                    </a:lnTo>
                    <a:lnTo>
                      <a:pt x="1578666" y="74478"/>
                    </a:lnTo>
                    <a:lnTo>
                      <a:pt x="1630329" y="73055"/>
                    </a:lnTo>
                    <a:lnTo>
                      <a:pt x="1681961" y="71601"/>
                    </a:lnTo>
                    <a:lnTo>
                      <a:pt x="1733550" y="70104"/>
                    </a:lnTo>
                    <a:lnTo>
                      <a:pt x="1784604" y="68456"/>
                    </a:lnTo>
                    <a:lnTo>
                      <a:pt x="1835658" y="66576"/>
                    </a:lnTo>
                    <a:lnTo>
                      <a:pt x="1886712" y="64484"/>
                    </a:lnTo>
                    <a:lnTo>
                      <a:pt x="1937766" y="62201"/>
                    </a:lnTo>
                    <a:lnTo>
                      <a:pt x="1988820" y="59749"/>
                    </a:lnTo>
                    <a:lnTo>
                      <a:pt x="2039874" y="57150"/>
                    </a:lnTo>
                    <a:lnTo>
                      <a:pt x="2094280" y="53858"/>
                    </a:lnTo>
                    <a:lnTo>
                      <a:pt x="2148687" y="50383"/>
                    </a:lnTo>
                    <a:lnTo>
                      <a:pt x="2203094" y="46725"/>
                    </a:lnTo>
                    <a:lnTo>
                      <a:pt x="2257501" y="42885"/>
                    </a:lnTo>
                    <a:lnTo>
                      <a:pt x="2311908" y="38862"/>
                    </a:lnTo>
                    <a:lnTo>
                      <a:pt x="2363473" y="34504"/>
                    </a:lnTo>
                    <a:lnTo>
                      <a:pt x="2415254" y="29718"/>
                    </a:lnTo>
                    <a:lnTo>
                      <a:pt x="2467177" y="24931"/>
                    </a:lnTo>
                    <a:lnTo>
                      <a:pt x="2519172" y="20574"/>
                    </a:lnTo>
                    <a:lnTo>
                      <a:pt x="2545580" y="17978"/>
                    </a:lnTo>
                    <a:lnTo>
                      <a:pt x="2572131" y="15811"/>
                    </a:lnTo>
                    <a:lnTo>
                      <a:pt x="2598681" y="13930"/>
                    </a:lnTo>
                    <a:lnTo>
                      <a:pt x="2625090" y="12192"/>
                    </a:lnTo>
                    <a:lnTo>
                      <a:pt x="2633186" y="10715"/>
                    </a:lnTo>
                    <a:lnTo>
                      <a:pt x="2633853" y="8382"/>
                    </a:lnTo>
                    <a:lnTo>
                      <a:pt x="2629376" y="4905"/>
                    </a:lnTo>
                    <a:lnTo>
                      <a:pt x="262204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7" name="Google Shape;1847;p14"/>
            <p:cNvGrpSpPr/>
            <p:nvPr/>
          </p:nvGrpSpPr>
          <p:grpSpPr>
            <a:xfrm>
              <a:off x="4581905" y="2833115"/>
              <a:ext cx="143764" cy="258445"/>
              <a:chOff x="4581905" y="2833115"/>
              <a:chExt cx="143764" cy="258445"/>
            </a:xfrm>
          </p:grpSpPr>
          <p:sp>
            <p:nvSpPr>
              <p:cNvPr id="1848" name="Google Shape;1848;p14"/>
              <p:cNvSpPr/>
              <p:nvPr/>
            </p:nvSpPr>
            <p:spPr>
              <a:xfrm>
                <a:off x="4629149" y="2833115"/>
                <a:ext cx="96520" cy="258445"/>
              </a:xfrm>
              <a:custGeom>
                <a:rect b="b" l="l" r="r" t="t"/>
                <a:pathLst>
                  <a:path extrusionOk="0" h="258444" w="96520">
                    <a:moveTo>
                      <a:pt x="0" y="76962"/>
                    </a:moveTo>
                    <a:lnTo>
                      <a:pt x="12703" y="66353"/>
                    </a:lnTo>
                    <a:lnTo>
                      <a:pt x="25622" y="56102"/>
                    </a:lnTo>
                    <a:lnTo>
                      <a:pt x="38683" y="45993"/>
                    </a:lnTo>
                    <a:lnTo>
                      <a:pt x="51815" y="35814"/>
                    </a:lnTo>
                    <a:lnTo>
                      <a:pt x="90677" y="5334"/>
                    </a:lnTo>
                    <a:lnTo>
                      <a:pt x="93725" y="2286"/>
                    </a:lnTo>
                    <a:lnTo>
                      <a:pt x="93725" y="1524"/>
                    </a:lnTo>
                    <a:lnTo>
                      <a:pt x="96012" y="0"/>
                    </a:lnTo>
                    <a:lnTo>
                      <a:pt x="77723" y="40386"/>
                    </a:lnTo>
                    <a:lnTo>
                      <a:pt x="68675" y="82772"/>
                    </a:lnTo>
                    <a:lnTo>
                      <a:pt x="64770" y="125730"/>
                    </a:lnTo>
                    <a:lnTo>
                      <a:pt x="64746" y="148256"/>
                    </a:lnTo>
                    <a:lnTo>
                      <a:pt x="65151" y="171069"/>
                    </a:lnTo>
                    <a:lnTo>
                      <a:pt x="64984" y="193881"/>
                    </a:lnTo>
                    <a:lnTo>
                      <a:pt x="58578" y="233457"/>
                    </a:lnTo>
                    <a:lnTo>
                      <a:pt x="24979" y="258258"/>
                    </a:lnTo>
                    <a:lnTo>
                      <a:pt x="16764" y="256032"/>
                    </a:lnTo>
                    <a:lnTo>
                      <a:pt x="9144" y="249936"/>
                    </a:lnTo>
                    <a:lnTo>
                      <a:pt x="6858" y="246888"/>
                    </a:lnTo>
                    <a:lnTo>
                      <a:pt x="3810" y="24079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14"/>
              <p:cNvSpPr/>
              <p:nvPr/>
            </p:nvSpPr>
            <p:spPr>
              <a:xfrm>
                <a:off x="4581905" y="2958083"/>
                <a:ext cx="119380" cy="40005"/>
              </a:xfrm>
              <a:custGeom>
                <a:rect b="b" l="l" r="r" t="t"/>
                <a:pathLst>
                  <a:path extrusionOk="0" h="40005" w="119379">
                    <a:moveTo>
                      <a:pt x="0" y="39624"/>
                    </a:moveTo>
                    <a:lnTo>
                      <a:pt x="42433" y="28051"/>
                    </a:lnTo>
                    <a:lnTo>
                      <a:pt x="83534" y="10001"/>
                    </a:lnTo>
                    <a:lnTo>
                      <a:pt x="97214" y="4631"/>
                    </a:lnTo>
                    <a:lnTo>
                      <a:pt x="111252" y="762"/>
                    </a:lnTo>
                    <a:lnTo>
                      <a:pt x="115823" y="0"/>
                    </a:lnTo>
                    <a:lnTo>
                      <a:pt x="116586" y="0"/>
                    </a:lnTo>
                    <a:lnTo>
                      <a:pt x="11887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850" name="Google Shape;1850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817338" y="2879572"/>
              <a:ext cx="130352" cy="208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1" name="Google Shape;1851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061178" y="2886716"/>
              <a:ext cx="125018" cy="175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2" name="Google Shape;1852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18734" y="2857474"/>
              <a:ext cx="237032" cy="2377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3" name="Google Shape;1853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65850" y="2836138"/>
              <a:ext cx="149377" cy="1591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4" name="Google Shape;1854;p14"/>
            <p:cNvGrpSpPr/>
            <p:nvPr/>
          </p:nvGrpSpPr>
          <p:grpSpPr>
            <a:xfrm>
              <a:off x="6073902" y="2828543"/>
              <a:ext cx="55753" cy="129539"/>
              <a:chOff x="6073902" y="2828543"/>
              <a:chExt cx="55753" cy="129539"/>
            </a:xfrm>
          </p:grpSpPr>
          <p:sp>
            <p:nvSpPr>
              <p:cNvPr id="1855" name="Google Shape;1855;p14"/>
              <p:cNvSpPr/>
              <p:nvPr/>
            </p:nvSpPr>
            <p:spPr>
              <a:xfrm>
                <a:off x="6076950" y="2828543"/>
                <a:ext cx="52705" cy="129539"/>
              </a:xfrm>
              <a:custGeom>
                <a:rect b="b" l="l" r="r" t="t"/>
                <a:pathLst>
                  <a:path extrusionOk="0" h="129539" w="52704">
                    <a:moveTo>
                      <a:pt x="0" y="0"/>
                    </a:moveTo>
                    <a:lnTo>
                      <a:pt x="261" y="10048"/>
                    </a:lnTo>
                    <a:lnTo>
                      <a:pt x="952" y="19812"/>
                    </a:lnTo>
                    <a:lnTo>
                      <a:pt x="1928" y="29575"/>
                    </a:lnTo>
                    <a:lnTo>
                      <a:pt x="3048" y="39624"/>
                    </a:lnTo>
                    <a:lnTo>
                      <a:pt x="3940" y="52208"/>
                    </a:lnTo>
                    <a:lnTo>
                      <a:pt x="4476" y="64865"/>
                    </a:lnTo>
                    <a:lnTo>
                      <a:pt x="4869" y="77664"/>
                    </a:lnTo>
                    <a:lnTo>
                      <a:pt x="5334" y="90678"/>
                    </a:lnTo>
                    <a:lnTo>
                      <a:pt x="14478" y="129539"/>
                    </a:lnTo>
                    <a:lnTo>
                      <a:pt x="22860" y="129539"/>
                    </a:lnTo>
                    <a:lnTo>
                      <a:pt x="51816" y="105918"/>
                    </a:lnTo>
                    <a:lnTo>
                      <a:pt x="52578" y="10287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14"/>
              <p:cNvSpPr/>
              <p:nvPr/>
            </p:nvSpPr>
            <p:spPr>
              <a:xfrm>
                <a:off x="6073902" y="2887217"/>
                <a:ext cx="55244" cy="1905"/>
              </a:xfrm>
              <a:custGeom>
                <a:rect b="b" l="l" r="r" t="t"/>
                <a:pathLst>
                  <a:path extrusionOk="0" h="1905" w="55245">
                    <a:moveTo>
                      <a:pt x="0" y="0"/>
                    </a:moveTo>
                    <a:lnTo>
                      <a:pt x="13001" y="1285"/>
                    </a:lnTo>
                    <a:lnTo>
                      <a:pt x="25146" y="1714"/>
                    </a:lnTo>
                    <a:lnTo>
                      <a:pt x="37290" y="1285"/>
                    </a:lnTo>
                    <a:lnTo>
                      <a:pt x="50292" y="0"/>
                    </a:lnTo>
                    <a:lnTo>
                      <a:pt x="51816" y="0"/>
                    </a:lnTo>
                    <a:lnTo>
                      <a:pt x="53340" y="0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7" name="Google Shape;1857;p14"/>
            <p:cNvGrpSpPr/>
            <p:nvPr/>
          </p:nvGrpSpPr>
          <p:grpSpPr>
            <a:xfrm>
              <a:off x="4678654" y="3476218"/>
              <a:ext cx="891590" cy="406958"/>
              <a:chOff x="4678654" y="3476218"/>
              <a:chExt cx="891590" cy="406958"/>
            </a:xfrm>
          </p:grpSpPr>
          <p:pic>
            <p:nvPicPr>
              <p:cNvPr id="1858" name="Google Shape;1858;p1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4712944" y="3645382"/>
                <a:ext cx="144068" cy="1593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59" name="Google Shape;1859;p1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678654" y="3476218"/>
                <a:ext cx="119684" cy="1273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0" name="Google Shape;1860;p1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4890490" y="3761206"/>
                <a:ext cx="195622" cy="1219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61" name="Google Shape;1861;p14"/>
              <p:cNvSpPr/>
              <p:nvPr/>
            </p:nvSpPr>
            <p:spPr>
              <a:xfrm>
                <a:off x="5120640" y="3716273"/>
                <a:ext cx="55880" cy="131445"/>
              </a:xfrm>
              <a:custGeom>
                <a:rect b="b" l="l" r="r" t="t"/>
                <a:pathLst>
                  <a:path extrusionOk="0" h="131445" w="55879">
                    <a:moveTo>
                      <a:pt x="28194" y="0"/>
                    </a:moveTo>
                    <a:lnTo>
                      <a:pt x="29718" y="42672"/>
                    </a:lnTo>
                    <a:lnTo>
                      <a:pt x="36468" y="82105"/>
                    </a:lnTo>
                    <a:lnTo>
                      <a:pt x="46374" y="115181"/>
                    </a:lnTo>
                    <a:lnTo>
                      <a:pt x="48768" y="121920"/>
                    </a:lnTo>
                    <a:lnTo>
                      <a:pt x="48768" y="122682"/>
                    </a:lnTo>
                    <a:lnTo>
                      <a:pt x="44767" y="117979"/>
                    </a:lnTo>
                    <a:lnTo>
                      <a:pt x="40767" y="113061"/>
                    </a:lnTo>
                    <a:lnTo>
                      <a:pt x="36766" y="108001"/>
                    </a:lnTo>
                    <a:lnTo>
                      <a:pt x="32766" y="102870"/>
                    </a:lnTo>
                    <a:lnTo>
                      <a:pt x="27432" y="96285"/>
                    </a:lnTo>
                    <a:lnTo>
                      <a:pt x="21526" y="89058"/>
                    </a:lnTo>
                    <a:lnTo>
                      <a:pt x="14763" y="82831"/>
                    </a:lnTo>
                    <a:lnTo>
                      <a:pt x="6858" y="79248"/>
                    </a:lnTo>
                    <a:lnTo>
                      <a:pt x="0" y="77724"/>
                    </a:lnTo>
                    <a:lnTo>
                      <a:pt x="0" y="87630"/>
                    </a:lnTo>
                    <a:lnTo>
                      <a:pt x="0" y="92202"/>
                    </a:lnTo>
                    <a:lnTo>
                      <a:pt x="18942" y="127408"/>
                    </a:lnTo>
                    <a:lnTo>
                      <a:pt x="37683" y="131147"/>
                    </a:lnTo>
                    <a:lnTo>
                      <a:pt x="46482" y="130302"/>
                    </a:lnTo>
                    <a:lnTo>
                      <a:pt x="49530" y="129539"/>
                    </a:lnTo>
                    <a:lnTo>
                      <a:pt x="52578" y="128016"/>
                    </a:lnTo>
                    <a:lnTo>
                      <a:pt x="55626" y="12725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14"/>
              <p:cNvSpPr/>
              <p:nvPr/>
            </p:nvSpPr>
            <p:spPr>
              <a:xfrm>
                <a:off x="5240274" y="3787139"/>
                <a:ext cx="3810" cy="60960"/>
              </a:xfrm>
              <a:custGeom>
                <a:rect b="b" l="l" r="r" t="t"/>
                <a:pathLst>
                  <a:path extrusionOk="0" h="60960" w="3810">
                    <a:moveTo>
                      <a:pt x="3810" y="0"/>
                    </a:moveTo>
                    <a:lnTo>
                      <a:pt x="3119" y="11751"/>
                    </a:lnTo>
                    <a:lnTo>
                      <a:pt x="2286" y="23145"/>
                    </a:lnTo>
                    <a:lnTo>
                      <a:pt x="1452" y="34397"/>
                    </a:lnTo>
                    <a:lnTo>
                      <a:pt x="762" y="45720"/>
                    </a:lnTo>
                    <a:lnTo>
                      <a:pt x="0" y="51053"/>
                    </a:lnTo>
                    <a:lnTo>
                      <a:pt x="0" y="56388"/>
                    </a:lnTo>
                    <a:lnTo>
                      <a:pt x="762" y="609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14"/>
              <p:cNvSpPr/>
              <p:nvPr/>
            </p:nvSpPr>
            <p:spPr>
              <a:xfrm>
                <a:off x="5201412" y="3710177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64" name="Google Shape;1864;p1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5281396" y="3656050"/>
                <a:ext cx="288848" cy="1829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65" name="Google Shape;1865;p1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683732" y="3573754"/>
              <a:ext cx="101396" cy="7415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66" name="Google Shape;1866;p14"/>
            <p:cNvGrpSpPr/>
            <p:nvPr/>
          </p:nvGrpSpPr>
          <p:grpSpPr>
            <a:xfrm>
              <a:off x="6220073" y="3348202"/>
              <a:ext cx="258475" cy="280466"/>
              <a:chOff x="6220073" y="3348202"/>
              <a:chExt cx="258475" cy="280466"/>
            </a:xfrm>
          </p:grpSpPr>
          <p:pic>
            <p:nvPicPr>
              <p:cNvPr id="1867" name="Google Shape;1867;p1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6220073" y="3460978"/>
                <a:ext cx="245521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68" name="Google Shape;1868;p1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400012" y="3348202"/>
                <a:ext cx="78536" cy="838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69" name="Google Shape;1869;p1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547078" y="3461740"/>
              <a:ext cx="89966" cy="1052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0" name="Google Shape;1870;p14"/>
            <p:cNvGrpSpPr/>
            <p:nvPr/>
          </p:nvGrpSpPr>
          <p:grpSpPr>
            <a:xfrm>
              <a:off x="6720052" y="3300222"/>
              <a:ext cx="354102" cy="304824"/>
              <a:chOff x="6720052" y="3300222"/>
              <a:chExt cx="354102" cy="304824"/>
            </a:xfrm>
          </p:grpSpPr>
          <p:pic>
            <p:nvPicPr>
              <p:cNvPr id="1871" name="Google Shape;1871;p1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720052" y="3403066"/>
                <a:ext cx="245414" cy="2019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2" name="Google Shape;1872;p14"/>
              <p:cNvSpPr/>
              <p:nvPr/>
            </p:nvSpPr>
            <p:spPr>
              <a:xfrm>
                <a:off x="6992874" y="3300222"/>
                <a:ext cx="81280" cy="278130"/>
              </a:xfrm>
              <a:custGeom>
                <a:rect b="b" l="l" r="r" t="t"/>
                <a:pathLst>
                  <a:path extrusionOk="0" h="278129" w="81279">
                    <a:moveTo>
                      <a:pt x="0" y="0"/>
                    </a:moveTo>
                    <a:lnTo>
                      <a:pt x="38683" y="27217"/>
                    </a:lnTo>
                    <a:lnTo>
                      <a:pt x="64698" y="66055"/>
                    </a:lnTo>
                    <a:lnTo>
                      <a:pt x="81033" y="123967"/>
                    </a:lnTo>
                    <a:lnTo>
                      <a:pt x="80772" y="153923"/>
                    </a:lnTo>
                    <a:lnTo>
                      <a:pt x="67437" y="197929"/>
                    </a:lnTo>
                    <a:lnTo>
                      <a:pt x="44958" y="238506"/>
                    </a:lnTo>
                    <a:lnTo>
                      <a:pt x="21169" y="269045"/>
                    </a:lnTo>
                    <a:lnTo>
                      <a:pt x="11430" y="27813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73" name="Google Shape;1873;p14"/>
            <p:cNvSpPr/>
            <p:nvPr/>
          </p:nvSpPr>
          <p:spPr>
            <a:xfrm>
              <a:off x="6105905" y="3412997"/>
              <a:ext cx="161290" cy="345440"/>
            </a:xfrm>
            <a:custGeom>
              <a:rect b="b" l="l" r="r" t="t"/>
              <a:pathLst>
                <a:path extrusionOk="0" h="345439" w="161289">
                  <a:moveTo>
                    <a:pt x="42672" y="0"/>
                  </a:moveTo>
                  <a:lnTo>
                    <a:pt x="16954" y="46184"/>
                  </a:lnTo>
                  <a:lnTo>
                    <a:pt x="6536" y="96214"/>
                  </a:lnTo>
                  <a:lnTo>
                    <a:pt x="940" y="159388"/>
                  </a:lnTo>
                  <a:lnTo>
                    <a:pt x="0" y="191262"/>
                  </a:lnTo>
                  <a:lnTo>
                    <a:pt x="1202" y="221087"/>
                  </a:lnTo>
                  <a:lnTo>
                    <a:pt x="14466" y="277308"/>
                  </a:lnTo>
                  <a:lnTo>
                    <a:pt x="48898" y="324076"/>
                  </a:lnTo>
                  <a:lnTo>
                    <a:pt x="97643" y="343673"/>
                  </a:lnTo>
                  <a:lnTo>
                    <a:pt x="125730" y="345186"/>
                  </a:lnTo>
                  <a:lnTo>
                    <a:pt x="134314" y="344054"/>
                  </a:lnTo>
                  <a:lnTo>
                    <a:pt x="142970" y="342995"/>
                  </a:lnTo>
                  <a:lnTo>
                    <a:pt x="151768" y="342078"/>
                  </a:lnTo>
                  <a:lnTo>
                    <a:pt x="160782" y="34137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4" name="Google Shape;1874;p1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7254214" y="3378682"/>
              <a:ext cx="237032" cy="198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5" name="Google Shape;1875;p1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012249" y="3307054"/>
              <a:ext cx="298147" cy="1753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6" name="Google Shape;1876;p1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656866" y="3193516"/>
              <a:ext cx="506971" cy="1974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77" name="Google Shape;1877;p14"/>
            <p:cNvGrpSpPr/>
            <p:nvPr/>
          </p:nvGrpSpPr>
          <p:grpSpPr>
            <a:xfrm>
              <a:off x="4707610" y="4276413"/>
              <a:ext cx="538784" cy="177501"/>
              <a:chOff x="4707610" y="4276413"/>
              <a:chExt cx="538784" cy="177501"/>
            </a:xfrm>
          </p:grpSpPr>
          <p:pic>
            <p:nvPicPr>
              <p:cNvPr id="1878" name="Google Shape;1878;p14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4707610" y="4306798"/>
                <a:ext cx="187693" cy="1471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9" name="Google Shape;1879;p14"/>
              <p:cNvSpPr/>
              <p:nvPr/>
            </p:nvSpPr>
            <p:spPr>
              <a:xfrm>
                <a:off x="4914900" y="4361687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80" name="Google Shape;1880;p14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970500" y="4276413"/>
                <a:ext cx="91490" cy="1538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1" name="Google Shape;1881;p14"/>
              <p:cNvSpPr/>
              <p:nvPr/>
            </p:nvSpPr>
            <p:spPr>
              <a:xfrm>
                <a:off x="5096256" y="4325873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4571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882" name="Google Shape;1882;p14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5156428" y="4281652"/>
                <a:ext cx="89966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83" name="Google Shape;1883;p14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495518" y="4208500"/>
              <a:ext cx="350570" cy="1463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84" name="Google Shape;1884;p14"/>
            <p:cNvGrpSpPr/>
            <p:nvPr/>
          </p:nvGrpSpPr>
          <p:grpSpPr>
            <a:xfrm>
              <a:off x="6154648" y="3984472"/>
              <a:ext cx="377241" cy="306374"/>
              <a:chOff x="6154648" y="3984472"/>
              <a:chExt cx="377241" cy="306374"/>
            </a:xfrm>
          </p:grpSpPr>
          <p:pic>
            <p:nvPicPr>
              <p:cNvPr id="1885" name="Google Shape;1885;p14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154648" y="3984472"/>
                <a:ext cx="125780" cy="2522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86" name="Google Shape;1886;p14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316383" y="4168114"/>
                <a:ext cx="215506" cy="1227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87" name="Google Shape;1887;p14"/>
            <p:cNvGrpSpPr/>
            <p:nvPr/>
          </p:nvGrpSpPr>
          <p:grpSpPr>
            <a:xfrm>
              <a:off x="7058405" y="3176015"/>
              <a:ext cx="102997" cy="94615"/>
              <a:chOff x="7058405" y="3176015"/>
              <a:chExt cx="102997" cy="94615"/>
            </a:xfrm>
          </p:grpSpPr>
          <p:sp>
            <p:nvSpPr>
              <p:cNvPr id="1888" name="Google Shape;1888;p14"/>
              <p:cNvSpPr/>
              <p:nvPr/>
            </p:nvSpPr>
            <p:spPr>
              <a:xfrm>
                <a:off x="7058405" y="3222497"/>
                <a:ext cx="55244" cy="15240"/>
              </a:xfrm>
              <a:custGeom>
                <a:rect b="b" l="l" r="r" t="t"/>
                <a:pathLst>
                  <a:path extrusionOk="0" h="15239" w="55245">
                    <a:moveTo>
                      <a:pt x="0" y="15239"/>
                    </a:moveTo>
                    <a:lnTo>
                      <a:pt x="38100" y="6857"/>
                    </a:lnTo>
                    <a:lnTo>
                      <a:pt x="45720" y="6095"/>
                    </a:lnTo>
                    <a:lnTo>
                      <a:pt x="51053" y="3047"/>
                    </a:lnTo>
                    <a:lnTo>
                      <a:pt x="52577" y="2285"/>
                    </a:lnTo>
                    <a:lnTo>
                      <a:pt x="54102" y="761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9" name="Google Shape;1889;p14"/>
              <p:cNvSpPr/>
              <p:nvPr/>
            </p:nvSpPr>
            <p:spPr>
              <a:xfrm>
                <a:off x="7158227" y="3176015"/>
                <a:ext cx="3175" cy="94615"/>
              </a:xfrm>
              <a:custGeom>
                <a:rect b="b" l="l" r="r" t="t"/>
                <a:pathLst>
                  <a:path extrusionOk="0" h="94614" w="3175">
                    <a:moveTo>
                      <a:pt x="0" y="0"/>
                    </a:moveTo>
                    <a:lnTo>
                      <a:pt x="250" y="9584"/>
                    </a:lnTo>
                    <a:lnTo>
                      <a:pt x="857" y="18954"/>
                    </a:lnTo>
                    <a:lnTo>
                      <a:pt x="1607" y="28182"/>
                    </a:lnTo>
                    <a:lnTo>
                      <a:pt x="2286" y="37338"/>
                    </a:lnTo>
                    <a:lnTo>
                      <a:pt x="2821" y="49327"/>
                    </a:lnTo>
                    <a:lnTo>
                      <a:pt x="3143" y="61245"/>
                    </a:lnTo>
                    <a:lnTo>
                      <a:pt x="3036" y="73021"/>
                    </a:lnTo>
                    <a:lnTo>
                      <a:pt x="2286" y="84582"/>
                    </a:lnTo>
                    <a:lnTo>
                      <a:pt x="1524" y="87630"/>
                    </a:lnTo>
                    <a:lnTo>
                      <a:pt x="762" y="90678"/>
                    </a:lnTo>
                    <a:lnTo>
                      <a:pt x="0" y="944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890" name="Google Shape;1890;p1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55568" y="5892352"/>
            <a:ext cx="7854363" cy="126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5" name="Google Shape;1895;p15"/>
          <p:cNvGrpSpPr/>
          <p:nvPr/>
        </p:nvGrpSpPr>
        <p:grpSpPr>
          <a:xfrm>
            <a:off x="527105" y="2354312"/>
            <a:ext cx="2693309" cy="1089112"/>
            <a:chOff x="7735158" y="3514344"/>
            <a:chExt cx="2284380" cy="644778"/>
          </a:xfrm>
        </p:grpSpPr>
        <p:pic>
          <p:nvPicPr>
            <p:cNvPr id="1896" name="Google Shape;1896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5158" y="3605784"/>
              <a:ext cx="116489" cy="2244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7" name="Google Shape;1897;p15"/>
            <p:cNvSpPr/>
            <p:nvPr/>
          </p:nvSpPr>
          <p:spPr>
            <a:xfrm>
              <a:off x="7933943" y="3648455"/>
              <a:ext cx="85725" cy="60960"/>
            </a:xfrm>
            <a:custGeom>
              <a:rect b="b" l="l" r="r" t="t"/>
              <a:pathLst>
                <a:path extrusionOk="0" h="60960" w="85725">
                  <a:moveTo>
                    <a:pt x="0" y="3048"/>
                  </a:moveTo>
                  <a:lnTo>
                    <a:pt x="9620" y="2571"/>
                  </a:lnTo>
                  <a:lnTo>
                    <a:pt x="19812" y="1524"/>
                  </a:lnTo>
                  <a:lnTo>
                    <a:pt x="30003" y="476"/>
                  </a:lnTo>
                  <a:lnTo>
                    <a:pt x="39624" y="0"/>
                  </a:lnTo>
                  <a:lnTo>
                    <a:pt x="45720" y="0"/>
                  </a:lnTo>
                  <a:lnTo>
                    <a:pt x="48768" y="0"/>
                  </a:lnTo>
                  <a:lnTo>
                    <a:pt x="51816" y="0"/>
                  </a:lnTo>
                </a:path>
                <a:path extrusionOk="0" h="60960" w="85725">
                  <a:moveTo>
                    <a:pt x="21336" y="60960"/>
                  </a:moveTo>
                  <a:lnTo>
                    <a:pt x="64008" y="54864"/>
                  </a:lnTo>
                  <a:lnTo>
                    <a:pt x="73152" y="51816"/>
                  </a:lnTo>
                  <a:lnTo>
                    <a:pt x="79248" y="51816"/>
                  </a:lnTo>
                  <a:lnTo>
                    <a:pt x="85344" y="48768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8" name="Google Shape;1898;p15"/>
            <p:cNvGrpSpPr/>
            <p:nvPr/>
          </p:nvGrpSpPr>
          <p:grpSpPr>
            <a:xfrm>
              <a:off x="8138160" y="3514344"/>
              <a:ext cx="321229" cy="262126"/>
              <a:chOff x="8138160" y="3514344"/>
              <a:chExt cx="321229" cy="262126"/>
            </a:xfrm>
          </p:grpSpPr>
          <p:pic>
            <p:nvPicPr>
              <p:cNvPr id="1899" name="Google Shape;1899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138160" y="3514344"/>
                <a:ext cx="158494" cy="2621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0" name="Google Shape;1900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316754" y="3566160"/>
                <a:ext cx="142635" cy="1402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01" name="Google Shape;1901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34400" y="3557016"/>
              <a:ext cx="97534" cy="131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2" name="Google Shape;1902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8517" y="3514725"/>
              <a:ext cx="121537" cy="170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3" name="Google Shape;1903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933688" y="3654552"/>
              <a:ext cx="195070" cy="204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4" name="Google Shape;1904;p15"/>
            <p:cNvSpPr/>
            <p:nvPr/>
          </p:nvSpPr>
          <p:spPr>
            <a:xfrm>
              <a:off x="9174480" y="3941064"/>
              <a:ext cx="104139" cy="134620"/>
            </a:xfrm>
            <a:custGeom>
              <a:rect b="b" l="l" r="r" t="t"/>
              <a:pathLst>
                <a:path extrusionOk="0" h="134620" w="104140">
                  <a:moveTo>
                    <a:pt x="0" y="30480"/>
                  </a:moveTo>
                  <a:lnTo>
                    <a:pt x="0" y="30480"/>
                  </a:lnTo>
                  <a:lnTo>
                    <a:pt x="0" y="118872"/>
                  </a:lnTo>
                  <a:lnTo>
                    <a:pt x="0" y="134112"/>
                  </a:lnTo>
                  <a:lnTo>
                    <a:pt x="0" y="124968"/>
                  </a:lnTo>
                </a:path>
                <a:path extrusionOk="0" h="134620" w="104140">
                  <a:moveTo>
                    <a:pt x="9143" y="33527"/>
                  </a:moveTo>
                  <a:lnTo>
                    <a:pt x="17811" y="42672"/>
                  </a:lnTo>
                  <a:lnTo>
                    <a:pt x="25907" y="51816"/>
                  </a:lnTo>
                  <a:lnTo>
                    <a:pt x="34004" y="60960"/>
                  </a:lnTo>
                  <a:lnTo>
                    <a:pt x="42671" y="70103"/>
                  </a:lnTo>
                  <a:lnTo>
                    <a:pt x="51339" y="77438"/>
                  </a:lnTo>
                  <a:lnTo>
                    <a:pt x="59435" y="85343"/>
                  </a:lnTo>
                  <a:lnTo>
                    <a:pt x="67532" y="93249"/>
                  </a:lnTo>
                  <a:lnTo>
                    <a:pt x="76199" y="100584"/>
                  </a:lnTo>
                  <a:lnTo>
                    <a:pt x="82581" y="103346"/>
                  </a:lnTo>
                  <a:lnTo>
                    <a:pt x="88391" y="106679"/>
                  </a:lnTo>
                  <a:lnTo>
                    <a:pt x="94202" y="110013"/>
                  </a:lnTo>
                  <a:lnTo>
                    <a:pt x="100583" y="112775"/>
                  </a:lnTo>
                  <a:lnTo>
                    <a:pt x="100583" y="115824"/>
                  </a:lnTo>
                  <a:lnTo>
                    <a:pt x="103631" y="115824"/>
                  </a:lnTo>
                  <a:lnTo>
                    <a:pt x="103631" y="106680"/>
                  </a:lnTo>
                  <a:lnTo>
                    <a:pt x="100583" y="100584"/>
                  </a:lnTo>
                  <a:lnTo>
                    <a:pt x="97535" y="91439"/>
                  </a:lnTo>
                  <a:lnTo>
                    <a:pt x="95726" y="77247"/>
                  </a:lnTo>
                  <a:lnTo>
                    <a:pt x="94487" y="62483"/>
                  </a:lnTo>
                  <a:lnTo>
                    <a:pt x="93249" y="47720"/>
                  </a:lnTo>
                  <a:lnTo>
                    <a:pt x="91439" y="33527"/>
                  </a:lnTo>
                  <a:lnTo>
                    <a:pt x="91439" y="24431"/>
                  </a:lnTo>
                  <a:lnTo>
                    <a:pt x="91439" y="15621"/>
                  </a:lnTo>
                  <a:lnTo>
                    <a:pt x="91439" y="7381"/>
                  </a:lnTo>
                  <a:lnTo>
                    <a:pt x="91439" y="0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05" name="Google Shape;1905;p15"/>
            <p:cNvGrpSpPr/>
            <p:nvPr/>
          </p:nvGrpSpPr>
          <p:grpSpPr>
            <a:xfrm>
              <a:off x="9372028" y="3752087"/>
              <a:ext cx="647510" cy="407035"/>
              <a:chOff x="9372028" y="3752087"/>
              <a:chExt cx="647510" cy="407035"/>
            </a:xfrm>
          </p:grpSpPr>
          <p:sp>
            <p:nvSpPr>
              <p:cNvPr id="1906" name="Google Shape;1906;p15"/>
              <p:cNvSpPr/>
              <p:nvPr/>
            </p:nvSpPr>
            <p:spPr>
              <a:xfrm>
                <a:off x="9372028" y="3828287"/>
                <a:ext cx="92075" cy="330835"/>
              </a:xfrm>
              <a:custGeom>
                <a:rect b="b" l="l" r="r" t="t"/>
                <a:pathLst>
                  <a:path extrusionOk="0" h="330835" w="92075">
                    <a:moveTo>
                      <a:pt x="46291" y="0"/>
                    </a:moveTo>
                    <a:lnTo>
                      <a:pt x="24955" y="40004"/>
                    </a:lnTo>
                    <a:lnTo>
                      <a:pt x="12763" y="82296"/>
                    </a:lnTo>
                    <a:lnTo>
                      <a:pt x="3238" y="146303"/>
                    </a:lnTo>
                    <a:lnTo>
                      <a:pt x="571" y="210312"/>
                    </a:lnTo>
                    <a:lnTo>
                      <a:pt x="0" y="234886"/>
                    </a:lnTo>
                    <a:lnTo>
                      <a:pt x="9144" y="280606"/>
                    </a:lnTo>
                    <a:lnTo>
                      <a:pt x="36385" y="318897"/>
                    </a:lnTo>
                    <a:lnTo>
                      <a:pt x="68865" y="330327"/>
                    </a:lnTo>
                    <a:lnTo>
                      <a:pt x="77533" y="329184"/>
                    </a:lnTo>
                    <a:lnTo>
                      <a:pt x="85058" y="325755"/>
                    </a:lnTo>
                    <a:lnTo>
                      <a:pt x="92011" y="320039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07" name="Google Shape;1907;p1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464040" y="3931920"/>
                <a:ext cx="188974" cy="1981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8" name="Google Shape;1908;p1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682020" y="3889248"/>
                <a:ext cx="81866" cy="1390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09" name="Google Shape;1909;p15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9729216" y="3773138"/>
                <a:ext cx="204214" cy="21974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10" name="Google Shape;1910;p15"/>
              <p:cNvSpPr/>
              <p:nvPr/>
            </p:nvSpPr>
            <p:spPr>
              <a:xfrm>
                <a:off x="9893808" y="3752087"/>
                <a:ext cx="125730" cy="323215"/>
              </a:xfrm>
              <a:custGeom>
                <a:rect b="b" l="l" r="r" t="t"/>
                <a:pathLst>
                  <a:path extrusionOk="0" h="323214" w="125729">
                    <a:moveTo>
                      <a:pt x="33527" y="0"/>
                    </a:moveTo>
                    <a:lnTo>
                      <a:pt x="76199" y="21336"/>
                    </a:lnTo>
                    <a:lnTo>
                      <a:pt x="107060" y="62102"/>
                    </a:lnTo>
                    <a:lnTo>
                      <a:pt x="121919" y="109727"/>
                    </a:lnTo>
                    <a:lnTo>
                      <a:pt x="125729" y="156590"/>
                    </a:lnTo>
                    <a:lnTo>
                      <a:pt x="122777" y="179593"/>
                    </a:lnTo>
                    <a:lnTo>
                      <a:pt x="108680" y="219360"/>
                    </a:lnTo>
                    <a:lnTo>
                      <a:pt x="84105" y="253460"/>
                    </a:lnTo>
                    <a:lnTo>
                      <a:pt x="70103" y="268224"/>
                    </a:lnTo>
                    <a:lnTo>
                      <a:pt x="58150" y="281368"/>
                    </a:lnTo>
                    <a:lnTo>
                      <a:pt x="45338" y="293370"/>
                    </a:lnTo>
                    <a:lnTo>
                      <a:pt x="31956" y="304228"/>
                    </a:lnTo>
                    <a:lnTo>
                      <a:pt x="18287" y="313944"/>
                    </a:lnTo>
                    <a:lnTo>
                      <a:pt x="12191" y="316991"/>
                    </a:lnTo>
                    <a:lnTo>
                      <a:pt x="6095" y="320039"/>
                    </a:lnTo>
                    <a:lnTo>
                      <a:pt x="0" y="323088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1" name="Google Shape;1911;p15"/>
              <p:cNvSpPr/>
              <p:nvPr/>
            </p:nvSpPr>
            <p:spPr>
              <a:xfrm>
                <a:off x="9732264" y="4117847"/>
                <a:ext cx="85725" cy="17145"/>
              </a:xfrm>
              <a:custGeom>
                <a:rect b="b" l="l" r="r" t="t"/>
                <a:pathLst>
                  <a:path extrusionOk="0" h="17145" w="85725">
                    <a:moveTo>
                      <a:pt x="21336" y="6096"/>
                    </a:moveTo>
                    <a:lnTo>
                      <a:pt x="12192" y="6096"/>
                    </a:lnTo>
                    <a:lnTo>
                      <a:pt x="6096" y="6096"/>
                    </a:lnTo>
                    <a:lnTo>
                      <a:pt x="15240" y="6096"/>
                    </a:lnTo>
                    <a:lnTo>
                      <a:pt x="24384" y="6096"/>
                    </a:lnTo>
                    <a:lnTo>
                      <a:pt x="33528" y="6096"/>
                    </a:lnTo>
                    <a:lnTo>
                      <a:pt x="42672" y="6096"/>
                    </a:lnTo>
                    <a:lnTo>
                      <a:pt x="51816" y="4286"/>
                    </a:lnTo>
                    <a:lnTo>
                      <a:pt x="60960" y="3048"/>
                    </a:lnTo>
                    <a:lnTo>
                      <a:pt x="70104" y="1809"/>
                    </a:lnTo>
                    <a:lnTo>
                      <a:pt x="79248" y="0"/>
                    </a:lnTo>
                    <a:lnTo>
                      <a:pt x="82296" y="0"/>
                    </a:lnTo>
                    <a:lnTo>
                      <a:pt x="85344" y="0"/>
                    </a:lnTo>
                    <a:lnTo>
                      <a:pt x="74437" y="523"/>
                    </a:lnTo>
                    <a:lnTo>
                      <a:pt x="64389" y="1904"/>
                    </a:lnTo>
                    <a:lnTo>
                      <a:pt x="54912" y="3857"/>
                    </a:lnTo>
                    <a:lnTo>
                      <a:pt x="45721" y="6096"/>
                    </a:lnTo>
                    <a:lnTo>
                      <a:pt x="34766" y="6667"/>
                    </a:lnTo>
                    <a:lnTo>
                      <a:pt x="24384" y="8382"/>
                    </a:lnTo>
                    <a:lnTo>
                      <a:pt x="14002" y="11239"/>
                    </a:lnTo>
                    <a:lnTo>
                      <a:pt x="3048" y="15239"/>
                    </a:lnTo>
                    <a:lnTo>
                      <a:pt x="0" y="15239"/>
                    </a:lnTo>
                    <a:lnTo>
                      <a:pt x="12477" y="16049"/>
                    </a:lnTo>
                    <a:lnTo>
                      <a:pt x="31242" y="17145"/>
                    </a:lnTo>
                    <a:lnTo>
                      <a:pt x="48863" y="16525"/>
                    </a:lnTo>
                    <a:lnTo>
                      <a:pt x="57912" y="12191"/>
                    </a:lnTo>
                    <a:lnTo>
                      <a:pt x="57912" y="9143"/>
                    </a:lnTo>
                    <a:lnTo>
                      <a:pt x="57912" y="6096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12" name="Google Shape;1912;p15"/>
          <p:cNvGrpSpPr/>
          <p:nvPr/>
        </p:nvGrpSpPr>
        <p:grpSpPr>
          <a:xfrm>
            <a:off x="3031222" y="1084958"/>
            <a:ext cx="2927747" cy="649699"/>
            <a:chOff x="4343400" y="2057400"/>
            <a:chExt cx="1749679" cy="436245"/>
          </a:xfrm>
        </p:grpSpPr>
        <p:sp>
          <p:nvSpPr>
            <p:cNvPr id="1913" name="Google Shape;1913;p15"/>
            <p:cNvSpPr/>
            <p:nvPr/>
          </p:nvSpPr>
          <p:spPr>
            <a:xfrm>
              <a:off x="4428744" y="2407920"/>
              <a:ext cx="1664335" cy="85725"/>
            </a:xfrm>
            <a:custGeom>
              <a:rect b="b" l="l" r="r" t="t"/>
              <a:pathLst>
                <a:path extrusionOk="0" h="85725" w="1664335">
                  <a:moveTo>
                    <a:pt x="0" y="82295"/>
                  </a:moveTo>
                  <a:lnTo>
                    <a:pt x="20574" y="82295"/>
                  </a:lnTo>
                  <a:lnTo>
                    <a:pt x="41148" y="82295"/>
                  </a:lnTo>
                  <a:lnTo>
                    <a:pt x="61722" y="82295"/>
                  </a:lnTo>
                  <a:lnTo>
                    <a:pt x="82295" y="82295"/>
                  </a:lnTo>
                  <a:lnTo>
                    <a:pt x="111537" y="84058"/>
                  </a:lnTo>
                  <a:lnTo>
                    <a:pt x="140207" y="84962"/>
                  </a:lnTo>
                  <a:lnTo>
                    <a:pt x="168878" y="85296"/>
                  </a:lnTo>
                  <a:lnTo>
                    <a:pt x="198119" y="85343"/>
                  </a:lnTo>
                  <a:lnTo>
                    <a:pt x="238744" y="84820"/>
                  </a:lnTo>
                  <a:lnTo>
                    <a:pt x="278511" y="83438"/>
                  </a:lnTo>
                  <a:lnTo>
                    <a:pt x="317706" y="81486"/>
                  </a:lnTo>
                  <a:lnTo>
                    <a:pt x="356615" y="79247"/>
                  </a:lnTo>
                  <a:lnTo>
                    <a:pt x="404621" y="77438"/>
                  </a:lnTo>
                  <a:lnTo>
                    <a:pt x="452627" y="76200"/>
                  </a:lnTo>
                  <a:lnTo>
                    <a:pt x="500633" y="74961"/>
                  </a:lnTo>
                  <a:lnTo>
                    <a:pt x="548639" y="73151"/>
                  </a:lnTo>
                  <a:lnTo>
                    <a:pt x="599408" y="70865"/>
                  </a:lnTo>
                  <a:lnTo>
                    <a:pt x="650748" y="68579"/>
                  </a:lnTo>
                  <a:lnTo>
                    <a:pt x="702087" y="66293"/>
                  </a:lnTo>
                  <a:lnTo>
                    <a:pt x="752855" y="64007"/>
                  </a:lnTo>
                  <a:lnTo>
                    <a:pt x="809529" y="61721"/>
                  </a:lnTo>
                  <a:lnTo>
                    <a:pt x="865631" y="59435"/>
                  </a:lnTo>
                  <a:lnTo>
                    <a:pt x="921734" y="57149"/>
                  </a:lnTo>
                  <a:lnTo>
                    <a:pt x="978407" y="54863"/>
                  </a:lnTo>
                  <a:lnTo>
                    <a:pt x="1025956" y="53010"/>
                  </a:lnTo>
                  <a:lnTo>
                    <a:pt x="1073505" y="51011"/>
                  </a:lnTo>
                  <a:lnTo>
                    <a:pt x="1121054" y="48719"/>
                  </a:lnTo>
                  <a:lnTo>
                    <a:pt x="1168603" y="45988"/>
                  </a:lnTo>
                  <a:lnTo>
                    <a:pt x="1216152" y="42671"/>
                  </a:lnTo>
                  <a:lnTo>
                    <a:pt x="1271015" y="40338"/>
                  </a:lnTo>
                  <a:lnTo>
                    <a:pt x="1325879" y="37718"/>
                  </a:lnTo>
                  <a:lnTo>
                    <a:pt x="1380743" y="34528"/>
                  </a:lnTo>
                  <a:lnTo>
                    <a:pt x="1435607" y="30479"/>
                  </a:lnTo>
                  <a:lnTo>
                    <a:pt x="1483090" y="27670"/>
                  </a:lnTo>
                  <a:lnTo>
                    <a:pt x="1529714" y="24002"/>
                  </a:lnTo>
                  <a:lnTo>
                    <a:pt x="1575768" y="19764"/>
                  </a:lnTo>
                  <a:lnTo>
                    <a:pt x="1621535" y="15239"/>
                  </a:lnTo>
                  <a:lnTo>
                    <a:pt x="1632918" y="14716"/>
                  </a:lnTo>
                  <a:lnTo>
                    <a:pt x="1644014" y="13335"/>
                  </a:lnTo>
                  <a:lnTo>
                    <a:pt x="1654540" y="11382"/>
                  </a:lnTo>
                  <a:lnTo>
                    <a:pt x="1664207" y="9143"/>
                  </a:lnTo>
                  <a:lnTo>
                    <a:pt x="1658111" y="3047"/>
                  </a:lnTo>
                  <a:lnTo>
                    <a:pt x="1655064" y="3047"/>
                  </a:lnTo>
                  <a:lnTo>
                    <a:pt x="1648967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4" name="Google Shape;1914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343400" y="2136648"/>
              <a:ext cx="143254" cy="22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1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511040" y="2161032"/>
              <a:ext cx="429766" cy="176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6" name="Google Shape;1916;p15"/>
            <p:cNvSpPr/>
            <p:nvPr/>
          </p:nvSpPr>
          <p:spPr>
            <a:xfrm>
              <a:off x="5193792" y="2057400"/>
              <a:ext cx="859790" cy="256540"/>
            </a:xfrm>
            <a:custGeom>
              <a:rect b="b" l="l" r="r" t="t"/>
              <a:pathLst>
                <a:path extrusionOk="0" h="256539" w="859789">
                  <a:moveTo>
                    <a:pt x="18287" y="112775"/>
                  </a:moveTo>
                  <a:lnTo>
                    <a:pt x="17002" y="160781"/>
                  </a:lnTo>
                  <a:lnTo>
                    <a:pt x="13001" y="193262"/>
                  </a:lnTo>
                  <a:lnTo>
                    <a:pt x="11049" y="210312"/>
                  </a:lnTo>
                  <a:lnTo>
                    <a:pt x="9667" y="227361"/>
                  </a:lnTo>
                  <a:lnTo>
                    <a:pt x="9144" y="243839"/>
                  </a:lnTo>
                  <a:lnTo>
                    <a:pt x="9144" y="249936"/>
                  </a:lnTo>
                  <a:lnTo>
                    <a:pt x="9144" y="252984"/>
                  </a:lnTo>
                  <a:lnTo>
                    <a:pt x="9144" y="256032"/>
                  </a:lnTo>
                </a:path>
                <a:path extrusionOk="0" h="256539" w="859789">
                  <a:moveTo>
                    <a:pt x="0" y="124967"/>
                  </a:moveTo>
                  <a:lnTo>
                    <a:pt x="3048" y="112775"/>
                  </a:lnTo>
                  <a:lnTo>
                    <a:pt x="3048" y="109727"/>
                  </a:lnTo>
                  <a:lnTo>
                    <a:pt x="18287" y="109727"/>
                  </a:lnTo>
                  <a:lnTo>
                    <a:pt x="27432" y="109394"/>
                  </a:lnTo>
                  <a:lnTo>
                    <a:pt x="36576" y="109346"/>
                  </a:lnTo>
                  <a:lnTo>
                    <a:pt x="45720" y="111013"/>
                  </a:lnTo>
                  <a:lnTo>
                    <a:pt x="54863" y="115824"/>
                  </a:lnTo>
                  <a:lnTo>
                    <a:pt x="60531" y="122396"/>
                  </a:lnTo>
                  <a:lnTo>
                    <a:pt x="63627" y="131825"/>
                  </a:lnTo>
                  <a:lnTo>
                    <a:pt x="63865" y="142398"/>
                  </a:lnTo>
                  <a:lnTo>
                    <a:pt x="60960" y="152400"/>
                  </a:lnTo>
                  <a:lnTo>
                    <a:pt x="54816" y="165544"/>
                  </a:lnTo>
                  <a:lnTo>
                    <a:pt x="46101" y="177546"/>
                  </a:lnTo>
                  <a:lnTo>
                    <a:pt x="35671" y="188404"/>
                  </a:lnTo>
                  <a:lnTo>
                    <a:pt x="24384" y="198120"/>
                  </a:lnTo>
                  <a:lnTo>
                    <a:pt x="21336" y="204215"/>
                  </a:lnTo>
                  <a:lnTo>
                    <a:pt x="15240" y="210312"/>
                  </a:lnTo>
                  <a:lnTo>
                    <a:pt x="12192" y="216408"/>
                  </a:lnTo>
                  <a:lnTo>
                    <a:pt x="18287" y="219455"/>
                  </a:lnTo>
                  <a:lnTo>
                    <a:pt x="27432" y="222503"/>
                  </a:lnTo>
                  <a:lnTo>
                    <a:pt x="33528" y="225551"/>
                  </a:lnTo>
                  <a:lnTo>
                    <a:pt x="42195" y="226075"/>
                  </a:lnTo>
                  <a:lnTo>
                    <a:pt x="50292" y="227456"/>
                  </a:lnTo>
                  <a:lnTo>
                    <a:pt x="58388" y="229409"/>
                  </a:lnTo>
                  <a:lnTo>
                    <a:pt x="67056" y="231648"/>
                  </a:lnTo>
                  <a:lnTo>
                    <a:pt x="70104" y="231648"/>
                  </a:lnTo>
                  <a:lnTo>
                    <a:pt x="73152" y="231648"/>
                  </a:lnTo>
                  <a:lnTo>
                    <a:pt x="79248" y="234696"/>
                  </a:lnTo>
                </a:path>
                <a:path extrusionOk="0" h="256539" w="859789">
                  <a:moveTo>
                    <a:pt x="106680" y="118872"/>
                  </a:moveTo>
                  <a:lnTo>
                    <a:pt x="108442" y="132064"/>
                  </a:lnTo>
                  <a:lnTo>
                    <a:pt x="109347" y="144399"/>
                  </a:lnTo>
                  <a:lnTo>
                    <a:pt x="109680" y="156162"/>
                  </a:lnTo>
                  <a:lnTo>
                    <a:pt x="109728" y="167639"/>
                  </a:lnTo>
                  <a:lnTo>
                    <a:pt x="111537" y="177260"/>
                  </a:lnTo>
                  <a:lnTo>
                    <a:pt x="112775" y="187451"/>
                  </a:lnTo>
                  <a:lnTo>
                    <a:pt x="114014" y="197643"/>
                  </a:lnTo>
                  <a:lnTo>
                    <a:pt x="115824" y="207263"/>
                  </a:lnTo>
                  <a:lnTo>
                    <a:pt x="115824" y="210312"/>
                  </a:lnTo>
                  <a:lnTo>
                    <a:pt x="118872" y="219455"/>
                  </a:lnTo>
                  <a:lnTo>
                    <a:pt x="121920" y="225551"/>
                  </a:lnTo>
                  <a:lnTo>
                    <a:pt x="121920" y="228600"/>
                  </a:lnTo>
                  <a:lnTo>
                    <a:pt x="128016" y="225551"/>
                  </a:lnTo>
                  <a:lnTo>
                    <a:pt x="131063" y="225551"/>
                  </a:lnTo>
                  <a:lnTo>
                    <a:pt x="140208" y="225551"/>
                  </a:lnTo>
                  <a:lnTo>
                    <a:pt x="146304" y="222503"/>
                  </a:lnTo>
                  <a:lnTo>
                    <a:pt x="152400" y="219455"/>
                  </a:lnTo>
                  <a:lnTo>
                    <a:pt x="158496" y="216408"/>
                  </a:lnTo>
                  <a:lnTo>
                    <a:pt x="164592" y="213360"/>
                  </a:lnTo>
                  <a:lnTo>
                    <a:pt x="167640" y="207263"/>
                  </a:lnTo>
                </a:path>
                <a:path extrusionOk="0" h="256539" w="859789">
                  <a:moveTo>
                    <a:pt x="124968" y="161544"/>
                  </a:moveTo>
                  <a:lnTo>
                    <a:pt x="132302" y="159258"/>
                  </a:lnTo>
                  <a:lnTo>
                    <a:pt x="140208" y="156972"/>
                  </a:lnTo>
                  <a:lnTo>
                    <a:pt x="148113" y="154686"/>
                  </a:lnTo>
                  <a:lnTo>
                    <a:pt x="155448" y="152400"/>
                  </a:lnTo>
                  <a:lnTo>
                    <a:pt x="155448" y="149351"/>
                  </a:lnTo>
                </a:path>
                <a:path extrusionOk="0" h="256539" w="859789">
                  <a:moveTo>
                    <a:pt x="112775" y="128015"/>
                  </a:moveTo>
                  <a:lnTo>
                    <a:pt x="115300" y="118157"/>
                  </a:lnTo>
                  <a:lnTo>
                    <a:pt x="119253" y="110870"/>
                  </a:lnTo>
                  <a:lnTo>
                    <a:pt x="126063" y="105298"/>
                  </a:lnTo>
                  <a:lnTo>
                    <a:pt x="137160" y="100584"/>
                  </a:lnTo>
                  <a:lnTo>
                    <a:pt x="142732" y="97012"/>
                  </a:lnTo>
                  <a:lnTo>
                    <a:pt x="149733" y="94869"/>
                  </a:lnTo>
                  <a:lnTo>
                    <a:pt x="157305" y="93297"/>
                  </a:lnTo>
                  <a:lnTo>
                    <a:pt x="164592" y="91439"/>
                  </a:lnTo>
                </a:path>
                <a:path extrusionOk="0" h="256539" w="859789">
                  <a:moveTo>
                    <a:pt x="213360" y="100584"/>
                  </a:moveTo>
                  <a:lnTo>
                    <a:pt x="188213" y="136016"/>
                  </a:lnTo>
                  <a:lnTo>
                    <a:pt x="188594" y="148351"/>
                  </a:lnTo>
                  <a:lnTo>
                    <a:pt x="188975" y="161544"/>
                  </a:lnTo>
                  <a:lnTo>
                    <a:pt x="204216" y="207263"/>
                  </a:lnTo>
                  <a:lnTo>
                    <a:pt x="231219" y="217550"/>
                  </a:lnTo>
                  <a:lnTo>
                    <a:pt x="240792" y="216408"/>
                  </a:lnTo>
                  <a:lnTo>
                    <a:pt x="259080" y="182879"/>
                  </a:lnTo>
                  <a:lnTo>
                    <a:pt x="259746" y="172974"/>
                  </a:lnTo>
                  <a:lnTo>
                    <a:pt x="257556" y="165354"/>
                  </a:lnTo>
                  <a:lnTo>
                    <a:pt x="253079" y="158877"/>
                  </a:lnTo>
                  <a:lnTo>
                    <a:pt x="246887" y="152400"/>
                  </a:lnTo>
                  <a:lnTo>
                    <a:pt x="243840" y="146303"/>
                  </a:lnTo>
                  <a:lnTo>
                    <a:pt x="240792" y="146303"/>
                  </a:lnTo>
                  <a:lnTo>
                    <a:pt x="234696" y="143255"/>
                  </a:lnTo>
                  <a:lnTo>
                    <a:pt x="234696" y="140208"/>
                  </a:lnTo>
                  <a:lnTo>
                    <a:pt x="243840" y="140208"/>
                  </a:lnTo>
                  <a:lnTo>
                    <a:pt x="252984" y="140208"/>
                  </a:lnTo>
                  <a:lnTo>
                    <a:pt x="259080" y="137160"/>
                  </a:lnTo>
                  <a:lnTo>
                    <a:pt x="265175" y="134112"/>
                  </a:lnTo>
                  <a:lnTo>
                    <a:pt x="271272" y="131063"/>
                  </a:lnTo>
                  <a:lnTo>
                    <a:pt x="274320" y="131063"/>
                  </a:lnTo>
                  <a:lnTo>
                    <a:pt x="273938" y="145684"/>
                  </a:lnTo>
                  <a:lnTo>
                    <a:pt x="273558" y="161162"/>
                  </a:lnTo>
                  <a:lnTo>
                    <a:pt x="274320" y="176069"/>
                  </a:lnTo>
                  <a:lnTo>
                    <a:pt x="277368" y="188975"/>
                  </a:lnTo>
                  <a:lnTo>
                    <a:pt x="280416" y="198120"/>
                  </a:lnTo>
                  <a:lnTo>
                    <a:pt x="283463" y="195072"/>
                  </a:lnTo>
                  <a:lnTo>
                    <a:pt x="289560" y="198120"/>
                  </a:lnTo>
                </a:path>
                <a:path extrusionOk="0" h="256539" w="859789">
                  <a:moveTo>
                    <a:pt x="335280" y="103632"/>
                  </a:moveTo>
                  <a:lnTo>
                    <a:pt x="324135" y="140922"/>
                  </a:lnTo>
                  <a:lnTo>
                    <a:pt x="322659" y="165544"/>
                  </a:lnTo>
                  <a:lnTo>
                    <a:pt x="321945" y="176784"/>
                  </a:lnTo>
                  <a:lnTo>
                    <a:pt x="321802" y="188023"/>
                  </a:lnTo>
                  <a:lnTo>
                    <a:pt x="323088" y="198120"/>
                  </a:lnTo>
                  <a:lnTo>
                    <a:pt x="326136" y="201167"/>
                  </a:lnTo>
                </a:path>
                <a:path extrusionOk="0" h="256539" w="859789">
                  <a:moveTo>
                    <a:pt x="329184" y="88391"/>
                  </a:moveTo>
                  <a:lnTo>
                    <a:pt x="340947" y="85010"/>
                  </a:lnTo>
                  <a:lnTo>
                    <a:pt x="350138" y="84201"/>
                  </a:lnTo>
                  <a:lnTo>
                    <a:pt x="358759" y="86248"/>
                  </a:lnTo>
                  <a:lnTo>
                    <a:pt x="384048" y="121920"/>
                  </a:lnTo>
                  <a:lnTo>
                    <a:pt x="380714" y="132826"/>
                  </a:lnTo>
                  <a:lnTo>
                    <a:pt x="375666" y="142875"/>
                  </a:lnTo>
                  <a:lnTo>
                    <a:pt x="369474" y="152352"/>
                  </a:lnTo>
                  <a:lnTo>
                    <a:pt x="362712" y="161544"/>
                  </a:lnTo>
                  <a:lnTo>
                    <a:pt x="359663" y="167639"/>
                  </a:lnTo>
                  <a:lnTo>
                    <a:pt x="350520" y="173736"/>
                  </a:lnTo>
                  <a:lnTo>
                    <a:pt x="353568" y="179832"/>
                  </a:lnTo>
                  <a:lnTo>
                    <a:pt x="353568" y="182879"/>
                  </a:lnTo>
                  <a:lnTo>
                    <a:pt x="356616" y="182879"/>
                  </a:lnTo>
                  <a:lnTo>
                    <a:pt x="359663" y="185927"/>
                  </a:lnTo>
                  <a:lnTo>
                    <a:pt x="368760" y="185927"/>
                  </a:lnTo>
                  <a:lnTo>
                    <a:pt x="377571" y="185927"/>
                  </a:lnTo>
                  <a:lnTo>
                    <a:pt x="385810" y="185927"/>
                  </a:lnTo>
                  <a:lnTo>
                    <a:pt x="393192" y="185927"/>
                  </a:lnTo>
                </a:path>
                <a:path extrusionOk="0" h="256539" w="859789">
                  <a:moveTo>
                    <a:pt x="408432" y="100584"/>
                  </a:moveTo>
                  <a:lnTo>
                    <a:pt x="407146" y="111061"/>
                  </a:lnTo>
                  <a:lnTo>
                    <a:pt x="407289" y="120396"/>
                  </a:lnTo>
                  <a:lnTo>
                    <a:pt x="408003" y="129730"/>
                  </a:lnTo>
                  <a:lnTo>
                    <a:pt x="408432" y="140208"/>
                  </a:lnTo>
                  <a:lnTo>
                    <a:pt x="408955" y="151637"/>
                  </a:lnTo>
                  <a:lnTo>
                    <a:pt x="410337" y="163067"/>
                  </a:lnTo>
                  <a:lnTo>
                    <a:pt x="412289" y="174497"/>
                  </a:lnTo>
                  <a:lnTo>
                    <a:pt x="414528" y="185927"/>
                  </a:lnTo>
                  <a:lnTo>
                    <a:pt x="414670" y="191881"/>
                  </a:lnTo>
                  <a:lnTo>
                    <a:pt x="415671" y="199262"/>
                  </a:lnTo>
                  <a:lnTo>
                    <a:pt x="418385" y="206073"/>
                  </a:lnTo>
                  <a:lnTo>
                    <a:pt x="423672" y="210312"/>
                  </a:lnTo>
                  <a:lnTo>
                    <a:pt x="426720" y="210312"/>
                  </a:lnTo>
                  <a:lnTo>
                    <a:pt x="432816" y="210312"/>
                  </a:lnTo>
                  <a:lnTo>
                    <a:pt x="438912" y="207263"/>
                  </a:lnTo>
                  <a:lnTo>
                    <a:pt x="443912" y="202691"/>
                  </a:lnTo>
                  <a:lnTo>
                    <a:pt x="449199" y="198119"/>
                  </a:lnTo>
                  <a:lnTo>
                    <a:pt x="453913" y="193547"/>
                  </a:lnTo>
                  <a:lnTo>
                    <a:pt x="457200" y="188975"/>
                  </a:lnTo>
                  <a:lnTo>
                    <a:pt x="457200" y="185927"/>
                  </a:lnTo>
                  <a:lnTo>
                    <a:pt x="460248" y="185927"/>
                  </a:lnTo>
                  <a:lnTo>
                    <a:pt x="460248" y="182879"/>
                  </a:lnTo>
                </a:path>
                <a:path extrusionOk="0" h="256539" w="859789">
                  <a:moveTo>
                    <a:pt x="426720" y="152400"/>
                  </a:moveTo>
                  <a:lnTo>
                    <a:pt x="433577" y="148256"/>
                  </a:lnTo>
                  <a:lnTo>
                    <a:pt x="440436" y="144399"/>
                  </a:lnTo>
                  <a:lnTo>
                    <a:pt x="447294" y="139969"/>
                  </a:lnTo>
                  <a:lnTo>
                    <a:pt x="454152" y="134112"/>
                  </a:lnTo>
                </a:path>
                <a:path extrusionOk="0" h="256539" w="859789">
                  <a:moveTo>
                    <a:pt x="411480" y="103632"/>
                  </a:moveTo>
                  <a:lnTo>
                    <a:pt x="417575" y="92964"/>
                  </a:lnTo>
                  <a:lnTo>
                    <a:pt x="423672" y="86868"/>
                  </a:lnTo>
                  <a:lnTo>
                    <a:pt x="432054" y="83058"/>
                  </a:lnTo>
                  <a:lnTo>
                    <a:pt x="445008" y="79248"/>
                  </a:lnTo>
                  <a:lnTo>
                    <a:pt x="454152" y="76200"/>
                  </a:lnTo>
                  <a:lnTo>
                    <a:pt x="460248" y="76200"/>
                  </a:lnTo>
                  <a:lnTo>
                    <a:pt x="466344" y="76200"/>
                  </a:lnTo>
                </a:path>
                <a:path extrusionOk="0" h="256539" w="859789">
                  <a:moveTo>
                    <a:pt x="524256" y="82296"/>
                  </a:moveTo>
                  <a:lnTo>
                    <a:pt x="519160" y="78724"/>
                  </a:lnTo>
                  <a:lnTo>
                    <a:pt x="513207" y="74295"/>
                  </a:lnTo>
                  <a:lnTo>
                    <a:pt x="506682" y="71580"/>
                  </a:lnTo>
                  <a:lnTo>
                    <a:pt x="484632" y="106679"/>
                  </a:lnTo>
                  <a:lnTo>
                    <a:pt x="485298" y="117586"/>
                  </a:lnTo>
                  <a:lnTo>
                    <a:pt x="507206" y="154400"/>
                  </a:lnTo>
                  <a:lnTo>
                    <a:pt x="530352" y="170687"/>
                  </a:lnTo>
                  <a:lnTo>
                    <a:pt x="536448" y="170687"/>
                  </a:lnTo>
                  <a:lnTo>
                    <a:pt x="539496" y="173736"/>
                  </a:lnTo>
                  <a:lnTo>
                    <a:pt x="533923" y="176498"/>
                  </a:lnTo>
                  <a:lnTo>
                    <a:pt x="526923" y="179831"/>
                  </a:lnTo>
                  <a:lnTo>
                    <a:pt x="485060" y="192786"/>
                  </a:lnTo>
                  <a:lnTo>
                    <a:pt x="475488" y="192024"/>
                  </a:lnTo>
                </a:path>
                <a:path extrusionOk="0" h="256539" w="859789">
                  <a:moveTo>
                    <a:pt x="615696" y="73151"/>
                  </a:moveTo>
                  <a:lnTo>
                    <a:pt x="602170" y="69913"/>
                  </a:lnTo>
                  <a:lnTo>
                    <a:pt x="592074" y="70103"/>
                  </a:lnTo>
                  <a:lnTo>
                    <a:pt x="583120" y="74866"/>
                  </a:lnTo>
                  <a:lnTo>
                    <a:pt x="573024" y="85344"/>
                  </a:lnTo>
                  <a:lnTo>
                    <a:pt x="566880" y="93678"/>
                  </a:lnTo>
                  <a:lnTo>
                    <a:pt x="562737" y="104012"/>
                  </a:lnTo>
                  <a:lnTo>
                    <a:pt x="561451" y="114919"/>
                  </a:lnTo>
                  <a:lnTo>
                    <a:pt x="563880" y="124967"/>
                  </a:lnTo>
                  <a:lnTo>
                    <a:pt x="593788" y="154257"/>
                  </a:lnTo>
                  <a:lnTo>
                    <a:pt x="600456" y="155829"/>
                  </a:lnTo>
                  <a:lnTo>
                    <a:pt x="607123" y="157972"/>
                  </a:lnTo>
                  <a:lnTo>
                    <a:pt x="612648" y="161544"/>
                  </a:lnTo>
                  <a:lnTo>
                    <a:pt x="618744" y="167639"/>
                  </a:lnTo>
                  <a:lnTo>
                    <a:pt x="606552" y="170687"/>
                  </a:lnTo>
                  <a:lnTo>
                    <a:pt x="603504" y="173736"/>
                  </a:lnTo>
                  <a:lnTo>
                    <a:pt x="596169" y="175974"/>
                  </a:lnTo>
                  <a:lnTo>
                    <a:pt x="588264" y="177926"/>
                  </a:lnTo>
                  <a:lnTo>
                    <a:pt x="580358" y="179308"/>
                  </a:lnTo>
                  <a:lnTo>
                    <a:pt x="573024" y="179832"/>
                  </a:lnTo>
                  <a:lnTo>
                    <a:pt x="569976" y="176784"/>
                  </a:lnTo>
                  <a:lnTo>
                    <a:pt x="566928" y="176784"/>
                  </a:lnTo>
                  <a:lnTo>
                    <a:pt x="566928" y="170687"/>
                  </a:lnTo>
                </a:path>
                <a:path extrusionOk="0" h="256539" w="859789">
                  <a:moveTo>
                    <a:pt x="652272" y="88391"/>
                  </a:moveTo>
                  <a:lnTo>
                    <a:pt x="652700" y="101155"/>
                  </a:lnTo>
                  <a:lnTo>
                    <a:pt x="653414" y="112775"/>
                  </a:lnTo>
                  <a:lnTo>
                    <a:pt x="653557" y="124396"/>
                  </a:lnTo>
                  <a:lnTo>
                    <a:pt x="652272" y="137160"/>
                  </a:lnTo>
                  <a:lnTo>
                    <a:pt x="651795" y="146303"/>
                  </a:lnTo>
                  <a:lnTo>
                    <a:pt x="650748" y="155448"/>
                  </a:lnTo>
                  <a:lnTo>
                    <a:pt x="649700" y="164592"/>
                  </a:lnTo>
                  <a:lnTo>
                    <a:pt x="649224" y="173736"/>
                  </a:lnTo>
                  <a:lnTo>
                    <a:pt x="649224" y="182879"/>
                  </a:lnTo>
                  <a:lnTo>
                    <a:pt x="655320" y="179832"/>
                  </a:lnTo>
                  <a:lnTo>
                    <a:pt x="661416" y="179832"/>
                  </a:lnTo>
                </a:path>
                <a:path extrusionOk="0" h="256539" w="859789">
                  <a:moveTo>
                    <a:pt x="710184" y="94487"/>
                  </a:moveTo>
                  <a:lnTo>
                    <a:pt x="691896" y="137160"/>
                  </a:lnTo>
                  <a:lnTo>
                    <a:pt x="689990" y="156590"/>
                  </a:lnTo>
                  <a:lnTo>
                    <a:pt x="691467" y="165877"/>
                  </a:lnTo>
                  <a:lnTo>
                    <a:pt x="694944" y="173736"/>
                  </a:lnTo>
                  <a:lnTo>
                    <a:pt x="700516" y="178927"/>
                  </a:lnTo>
                  <a:lnTo>
                    <a:pt x="707517" y="180975"/>
                  </a:lnTo>
                  <a:lnTo>
                    <a:pt x="715089" y="180165"/>
                  </a:lnTo>
                  <a:lnTo>
                    <a:pt x="743712" y="143255"/>
                  </a:lnTo>
                  <a:lnTo>
                    <a:pt x="742616" y="133350"/>
                  </a:lnTo>
                  <a:lnTo>
                    <a:pt x="710184" y="109727"/>
                  </a:lnTo>
                  <a:lnTo>
                    <a:pt x="707136" y="103632"/>
                  </a:lnTo>
                </a:path>
                <a:path extrusionOk="0" h="256539" w="859789">
                  <a:moveTo>
                    <a:pt x="795528" y="94487"/>
                  </a:moveTo>
                  <a:lnTo>
                    <a:pt x="797242" y="105394"/>
                  </a:lnTo>
                  <a:lnTo>
                    <a:pt x="797814" y="115442"/>
                  </a:lnTo>
                  <a:lnTo>
                    <a:pt x="797242" y="124920"/>
                  </a:lnTo>
                  <a:lnTo>
                    <a:pt x="783336" y="164591"/>
                  </a:lnTo>
                  <a:lnTo>
                    <a:pt x="783336" y="167639"/>
                  </a:lnTo>
                  <a:lnTo>
                    <a:pt x="780288" y="167639"/>
                  </a:lnTo>
                </a:path>
                <a:path extrusionOk="0" h="256539" w="859789">
                  <a:moveTo>
                    <a:pt x="804672" y="91439"/>
                  </a:moveTo>
                  <a:lnTo>
                    <a:pt x="813292" y="100584"/>
                  </a:lnTo>
                  <a:lnTo>
                    <a:pt x="821054" y="109728"/>
                  </a:lnTo>
                  <a:lnTo>
                    <a:pt x="828246" y="118872"/>
                  </a:lnTo>
                  <a:lnTo>
                    <a:pt x="835152" y="128015"/>
                  </a:lnTo>
                  <a:lnTo>
                    <a:pt x="839247" y="132635"/>
                  </a:lnTo>
                  <a:lnTo>
                    <a:pt x="842772" y="137541"/>
                  </a:lnTo>
                  <a:lnTo>
                    <a:pt x="846296" y="143017"/>
                  </a:lnTo>
                  <a:lnTo>
                    <a:pt x="850392" y="149351"/>
                  </a:lnTo>
                  <a:lnTo>
                    <a:pt x="853440" y="152400"/>
                  </a:lnTo>
                  <a:lnTo>
                    <a:pt x="850392" y="149351"/>
                  </a:lnTo>
                  <a:lnTo>
                    <a:pt x="853440" y="149351"/>
                  </a:lnTo>
                  <a:lnTo>
                    <a:pt x="853916" y="142494"/>
                  </a:lnTo>
                  <a:lnTo>
                    <a:pt x="854963" y="135636"/>
                  </a:lnTo>
                  <a:lnTo>
                    <a:pt x="856011" y="128777"/>
                  </a:lnTo>
                  <a:lnTo>
                    <a:pt x="856488" y="121920"/>
                  </a:lnTo>
                  <a:lnTo>
                    <a:pt x="858250" y="101346"/>
                  </a:lnTo>
                  <a:lnTo>
                    <a:pt x="859155" y="80772"/>
                  </a:lnTo>
                  <a:lnTo>
                    <a:pt x="859488" y="60198"/>
                  </a:lnTo>
                  <a:lnTo>
                    <a:pt x="859536" y="39624"/>
                  </a:lnTo>
                  <a:lnTo>
                    <a:pt x="858964" y="27860"/>
                  </a:lnTo>
                  <a:lnTo>
                    <a:pt x="857250" y="18669"/>
                  </a:lnTo>
                  <a:lnTo>
                    <a:pt x="854392" y="10048"/>
                  </a:lnTo>
                  <a:lnTo>
                    <a:pt x="850392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7" name="Google Shape;1917;p15"/>
          <p:cNvGrpSpPr/>
          <p:nvPr/>
        </p:nvGrpSpPr>
        <p:grpSpPr>
          <a:xfrm>
            <a:off x="3775537" y="235714"/>
            <a:ext cx="1164472" cy="454505"/>
            <a:chOff x="3989118" y="2801874"/>
            <a:chExt cx="695911" cy="305181"/>
          </a:xfrm>
        </p:grpSpPr>
        <p:sp>
          <p:nvSpPr>
            <p:cNvPr id="1918" name="Google Shape;1918;p15"/>
            <p:cNvSpPr/>
            <p:nvPr/>
          </p:nvSpPr>
          <p:spPr>
            <a:xfrm>
              <a:off x="4130039" y="3063240"/>
              <a:ext cx="554990" cy="43815"/>
            </a:xfrm>
            <a:custGeom>
              <a:rect b="b" l="l" r="r" t="t"/>
              <a:pathLst>
                <a:path extrusionOk="0" h="43814" w="554989">
                  <a:moveTo>
                    <a:pt x="0" y="42672"/>
                  </a:moveTo>
                  <a:lnTo>
                    <a:pt x="26955" y="43481"/>
                  </a:lnTo>
                  <a:lnTo>
                    <a:pt x="53339" y="42291"/>
                  </a:lnTo>
                  <a:lnTo>
                    <a:pt x="79724" y="40528"/>
                  </a:lnTo>
                  <a:lnTo>
                    <a:pt x="106680" y="39624"/>
                  </a:lnTo>
                  <a:lnTo>
                    <a:pt x="159258" y="35575"/>
                  </a:lnTo>
                  <a:lnTo>
                    <a:pt x="211836" y="32385"/>
                  </a:lnTo>
                  <a:lnTo>
                    <a:pt x="264413" y="29765"/>
                  </a:lnTo>
                  <a:lnTo>
                    <a:pt x="316992" y="27432"/>
                  </a:lnTo>
                  <a:lnTo>
                    <a:pt x="364998" y="25050"/>
                  </a:lnTo>
                  <a:lnTo>
                    <a:pt x="413003" y="22098"/>
                  </a:lnTo>
                  <a:lnTo>
                    <a:pt x="461009" y="18002"/>
                  </a:lnTo>
                  <a:lnTo>
                    <a:pt x="509015" y="12192"/>
                  </a:lnTo>
                  <a:lnTo>
                    <a:pt x="520017" y="10287"/>
                  </a:lnTo>
                  <a:lnTo>
                    <a:pt x="533019" y="8382"/>
                  </a:lnTo>
                  <a:lnTo>
                    <a:pt x="545449" y="5334"/>
                  </a:lnTo>
                  <a:lnTo>
                    <a:pt x="554736" y="0"/>
                  </a:lnTo>
                  <a:lnTo>
                    <a:pt x="551688" y="0"/>
                  </a:lnTo>
                  <a:lnTo>
                    <a:pt x="548639" y="0"/>
                  </a:lnTo>
                  <a:lnTo>
                    <a:pt x="545592" y="0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9" name="Google Shape;1919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989118" y="2813066"/>
              <a:ext cx="214073" cy="204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273296" y="2801874"/>
              <a:ext cx="350518" cy="1729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1" name="Google Shape;1921;p15"/>
          <p:cNvGrpSpPr/>
          <p:nvPr/>
        </p:nvGrpSpPr>
        <p:grpSpPr>
          <a:xfrm>
            <a:off x="4382527" y="2019059"/>
            <a:ext cx="2467554" cy="1488914"/>
            <a:chOff x="3824707" y="2555717"/>
            <a:chExt cx="2467554" cy="1488914"/>
          </a:xfrm>
        </p:grpSpPr>
        <p:grpSp>
          <p:nvGrpSpPr>
            <p:cNvPr id="1922" name="Google Shape;1922;p15"/>
            <p:cNvGrpSpPr/>
            <p:nvPr/>
          </p:nvGrpSpPr>
          <p:grpSpPr>
            <a:xfrm>
              <a:off x="4721948" y="2555717"/>
              <a:ext cx="752282" cy="760157"/>
              <a:chOff x="5353811" y="3044952"/>
              <a:chExt cx="449579" cy="510413"/>
            </a:xfrm>
          </p:grpSpPr>
          <p:pic>
            <p:nvPicPr>
              <p:cNvPr id="1923" name="Google Shape;1923;p1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385816" y="3313176"/>
                <a:ext cx="109726" cy="1554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24" name="Google Shape;1924;p1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516880" y="3212592"/>
                <a:ext cx="134110" cy="2225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5" name="Google Shape;1925;p15"/>
              <p:cNvSpPr/>
              <p:nvPr/>
            </p:nvSpPr>
            <p:spPr>
              <a:xfrm>
                <a:off x="5353811" y="3169920"/>
                <a:ext cx="377825" cy="385445"/>
              </a:xfrm>
              <a:custGeom>
                <a:rect b="b" l="l" r="r" t="t"/>
                <a:pathLst>
                  <a:path extrusionOk="0" h="385445" w="377825">
                    <a:moveTo>
                      <a:pt x="315468" y="0"/>
                    </a:moveTo>
                    <a:lnTo>
                      <a:pt x="345900" y="31289"/>
                    </a:lnTo>
                    <a:lnTo>
                      <a:pt x="371475" y="79628"/>
                    </a:lnTo>
                    <a:lnTo>
                      <a:pt x="376428" y="118871"/>
                    </a:lnTo>
                    <a:lnTo>
                      <a:pt x="377571" y="141208"/>
                    </a:lnTo>
                    <a:lnTo>
                      <a:pt x="376428" y="162687"/>
                    </a:lnTo>
                    <a:lnTo>
                      <a:pt x="367284" y="204215"/>
                    </a:lnTo>
                    <a:lnTo>
                      <a:pt x="347138" y="240220"/>
                    </a:lnTo>
                    <a:lnTo>
                      <a:pt x="336804" y="249935"/>
                    </a:lnTo>
                  </a:path>
                  <a:path extrusionOk="0" h="385445" w="377825">
                    <a:moveTo>
                      <a:pt x="4572" y="106679"/>
                    </a:moveTo>
                    <a:lnTo>
                      <a:pt x="1143" y="136874"/>
                    </a:lnTo>
                    <a:lnTo>
                      <a:pt x="0" y="167639"/>
                    </a:lnTo>
                    <a:lnTo>
                      <a:pt x="1143" y="198405"/>
                    </a:lnTo>
                    <a:lnTo>
                      <a:pt x="4572" y="228600"/>
                    </a:lnTo>
                    <a:lnTo>
                      <a:pt x="7048" y="256460"/>
                    </a:lnTo>
                    <a:lnTo>
                      <a:pt x="16573" y="312181"/>
                    </a:lnTo>
                    <a:lnTo>
                      <a:pt x="35718" y="353615"/>
                    </a:lnTo>
                    <a:lnTo>
                      <a:pt x="77724" y="384047"/>
                    </a:lnTo>
                    <a:lnTo>
                      <a:pt x="97297" y="385429"/>
                    </a:lnTo>
                    <a:lnTo>
                      <a:pt x="115443" y="381380"/>
                    </a:lnTo>
                    <a:lnTo>
                      <a:pt x="133016" y="373332"/>
                    </a:lnTo>
                    <a:lnTo>
                      <a:pt x="150876" y="362712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26" name="Google Shape;1926;p1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705856" y="3044952"/>
                <a:ext cx="97534" cy="975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27" name="Google Shape;1927;p15"/>
            <p:cNvGrpSpPr/>
            <p:nvPr/>
          </p:nvGrpSpPr>
          <p:grpSpPr>
            <a:xfrm>
              <a:off x="4183875" y="3745035"/>
              <a:ext cx="520221" cy="299596"/>
              <a:chOff x="5032248" y="3843528"/>
              <a:chExt cx="310894" cy="201166"/>
            </a:xfrm>
          </p:grpSpPr>
          <p:pic>
            <p:nvPicPr>
              <p:cNvPr id="1928" name="Google Shape;1928;p15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032248" y="3922776"/>
                <a:ext cx="176782" cy="1219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29" name="Google Shape;1929;p1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242560" y="3843528"/>
                <a:ext cx="100582" cy="761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30" name="Google Shape;1930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824707" y="2855316"/>
              <a:ext cx="313263" cy="407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1" name="Google Shape;1931;p15"/>
            <p:cNvSpPr/>
            <p:nvPr/>
          </p:nvSpPr>
          <p:spPr>
            <a:xfrm>
              <a:off x="4306280" y="3005114"/>
              <a:ext cx="123256" cy="90788"/>
            </a:xfrm>
            <a:custGeom>
              <a:rect b="b" l="l" r="r" t="t"/>
              <a:pathLst>
                <a:path extrusionOk="0" h="60960" w="73660">
                  <a:moveTo>
                    <a:pt x="0" y="0"/>
                  </a:moveTo>
                  <a:lnTo>
                    <a:pt x="9143" y="2190"/>
                  </a:lnTo>
                  <a:lnTo>
                    <a:pt x="18287" y="3810"/>
                  </a:lnTo>
                  <a:lnTo>
                    <a:pt x="27432" y="4286"/>
                  </a:lnTo>
                  <a:lnTo>
                    <a:pt x="36575" y="3048"/>
                  </a:lnTo>
                  <a:lnTo>
                    <a:pt x="42672" y="3048"/>
                  </a:lnTo>
                  <a:lnTo>
                    <a:pt x="45720" y="3048"/>
                  </a:lnTo>
                  <a:lnTo>
                    <a:pt x="48767" y="3048"/>
                  </a:lnTo>
                </a:path>
                <a:path extrusionOk="0" h="60960" w="73660">
                  <a:moveTo>
                    <a:pt x="15239" y="60960"/>
                  </a:moveTo>
                  <a:lnTo>
                    <a:pt x="25717" y="60436"/>
                  </a:lnTo>
                  <a:lnTo>
                    <a:pt x="35051" y="59055"/>
                  </a:lnTo>
                  <a:lnTo>
                    <a:pt x="44386" y="57102"/>
                  </a:lnTo>
                  <a:lnTo>
                    <a:pt x="54863" y="54863"/>
                  </a:lnTo>
                  <a:lnTo>
                    <a:pt x="64008" y="54863"/>
                  </a:lnTo>
                  <a:lnTo>
                    <a:pt x="67055" y="54863"/>
                  </a:lnTo>
                  <a:lnTo>
                    <a:pt x="73151" y="54863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32" name="Google Shape;1932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571138" y="2837159"/>
              <a:ext cx="362113" cy="299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3" name="Google Shape;1933;p15"/>
            <p:cNvSpPr/>
            <p:nvPr/>
          </p:nvSpPr>
          <p:spPr>
            <a:xfrm>
              <a:off x="6203566" y="2878011"/>
              <a:ext cx="36127" cy="36882"/>
            </a:xfrm>
            <a:custGeom>
              <a:rect b="b" l="l" r="r" t="t"/>
              <a:pathLst>
                <a:path extrusionOk="0" h="24764" w="21589">
                  <a:moveTo>
                    <a:pt x="0" y="6095"/>
                  </a:moveTo>
                  <a:lnTo>
                    <a:pt x="0" y="18287"/>
                  </a:lnTo>
                  <a:lnTo>
                    <a:pt x="3048" y="24384"/>
                  </a:lnTo>
                  <a:lnTo>
                    <a:pt x="15240" y="24384"/>
                  </a:lnTo>
                  <a:lnTo>
                    <a:pt x="21336" y="18287"/>
                  </a:lnTo>
                  <a:lnTo>
                    <a:pt x="21336" y="12191"/>
                  </a:lnTo>
                  <a:lnTo>
                    <a:pt x="21336" y="6095"/>
                  </a:lnTo>
                  <a:lnTo>
                    <a:pt x="15240" y="0"/>
                  </a:lnTo>
                  <a:lnTo>
                    <a:pt x="3048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007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34" name="Google Shape;1934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111763" y="3018734"/>
              <a:ext cx="180498" cy="18157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35" name="Google Shape;1935;p15"/>
            <p:cNvGrpSpPr/>
            <p:nvPr/>
          </p:nvGrpSpPr>
          <p:grpSpPr>
            <a:xfrm>
              <a:off x="4984612" y="3327412"/>
              <a:ext cx="647726" cy="668991"/>
              <a:chOff x="5510784" y="3563112"/>
              <a:chExt cx="387094" cy="449199"/>
            </a:xfrm>
          </p:grpSpPr>
          <p:pic>
            <p:nvPicPr>
              <p:cNvPr id="1936" name="Google Shape;1936;p15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5535168" y="3657600"/>
                <a:ext cx="336469" cy="2621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7" name="Google Shape;1937;p15"/>
              <p:cNvSpPr/>
              <p:nvPr/>
            </p:nvSpPr>
            <p:spPr>
              <a:xfrm>
                <a:off x="5510784" y="3739896"/>
                <a:ext cx="152400" cy="272415"/>
              </a:xfrm>
              <a:custGeom>
                <a:rect b="b" l="l" r="r" t="t"/>
                <a:pathLst>
                  <a:path extrusionOk="0" h="272414" w="152400">
                    <a:moveTo>
                      <a:pt x="6095" y="0"/>
                    </a:moveTo>
                    <a:lnTo>
                      <a:pt x="2571" y="17335"/>
                    </a:lnTo>
                    <a:lnTo>
                      <a:pt x="762" y="33527"/>
                    </a:lnTo>
                    <a:lnTo>
                      <a:pt x="95" y="49720"/>
                    </a:lnTo>
                    <a:lnTo>
                      <a:pt x="0" y="67055"/>
                    </a:lnTo>
                    <a:lnTo>
                      <a:pt x="1047" y="91725"/>
                    </a:lnTo>
                    <a:lnTo>
                      <a:pt x="7715" y="139922"/>
                    </a:lnTo>
                    <a:lnTo>
                      <a:pt x="19240" y="187356"/>
                    </a:lnTo>
                    <a:lnTo>
                      <a:pt x="37909" y="230600"/>
                    </a:lnTo>
                    <a:lnTo>
                      <a:pt x="64817" y="261413"/>
                    </a:lnTo>
                    <a:lnTo>
                      <a:pt x="97678" y="271795"/>
                    </a:lnTo>
                    <a:lnTo>
                      <a:pt x="115824" y="271271"/>
                    </a:lnTo>
                    <a:lnTo>
                      <a:pt x="127539" y="268938"/>
                    </a:lnTo>
                    <a:lnTo>
                      <a:pt x="136398" y="266318"/>
                    </a:lnTo>
                    <a:lnTo>
                      <a:pt x="144113" y="263128"/>
                    </a:lnTo>
                    <a:lnTo>
                      <a:pt x="152400" y="259079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38" name="Google Shape;1938;p15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5812536" y="3563112"/>
                <a:ext cx="85342" cy="914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39" name="Google Shape;1939;p1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923763" y="3549841"/>
              <a:ext cx="168304" cy="118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0" name="Google Shape;1940;p1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739446" y="3513526"/>
              <a:ext cx="413116" cy="276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1" name="Google Shape;1941;p15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3908462" y="3717798"/>
              <a:ext cx="219307" cy="199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2" name="Google Shape;1942;p15"/>
            <p:cNvSpPr/>
            <p:nvPr/>
          </p:nvSpPr>
          <p:spPr>
            <a:xfrm>
              <a:off x="4750001" y="3232083"/>
              <a:ext cx="1372811" cy="109702"/>
            </a:xfrm>
            <a:custGeom>
              <a:rect b="b" l="l" r="r" t="t"/>
              <a:pathLst>
                <a:path extrusionOk="0" h="73660" w="820420">
                  <a:moveTo>
                    <a:pt x="0" y="73151"/>
                  </a:moveTo>
                  <a:lnTo>
                    <a:pt x="73151" y="72770"/>
                  </a:lnTo>
                  <a:lnTo>
                    <a:pt x="146303" y="70104"/>
                  </a:lnTo>
                  <a:lnTo>
                    <a:pt x="196072" y="67294"/>
                  </a:lnTo>
                  <a:lnTo>
                    <a:pt x="244983" y="63627"/>
                  </a:lnTo>
                  <a:lnTo>
                    <a:pt x="293322" y="59388"/>
                  </a:lnTo>
                  <a:lnTo>
                    <a:pt x="341375" y="54863"/>
                  </a:lnTo>
                  <a:lnTo>
                    <a:pt x="386572" y="50768"/>
                  </a:lnTo>
                  <a:lnTo>
                    <a:pt x="430911" y="47244"/>
                  </a:lnTo>
                  <a:lnTo>
                    <a:pt x="474678" y="43719"/>
                  </a:lnTo>
                  <a:lnTo>
                    <a:pt x="518160" y="39624"/>
                  </a:lnTo>
                  <a:lnTo>
                    <a:pt x="565689" y="34528"/>
                  </a:lnTo>
                  <a:lnTo>
                    <a:pt x="612648" y="28575"/>
                  </a:lnTo>
                  <a:lnTo>
                    <a:pt x="659606" y="22050"/>
                  </a:lnTo>
                  <a:lnTo>
                    <a:pt x="707136" y="15240"/>
                  </a:lnTo>
                  <a:lnTo>
                    <a:pt x="728233" y="12477"/>
                  </a:lnTo>
                  <a:lnTo>
                    <a:pt x="750188" y="9144"/>
                  </a:lnTo>
                  <a:lnTo>
                    <a:pt x="772715" y="5810"/>
                  </a:lnTo>
                  <a:lnTo>
                    <a:pt x="795527" y="3048"/>
                  </a:lnTo>
                  <a:lnTo>
                    <a:pt x="801624" y="3048"/>
                  </a:lnTo>
                  <a:lnTo>
                    <a:pt x="813815" y="0"/>
                  </a:lnTo>
                  <a:lnTo>
                    <a:pt x="819912" y="0"/>
                  </a:lnTo>
                  <a:lnTo>
                    <a:pt x="819912" y="3048"/>
                  </a:lnTo>
                  <a:lnTo>
                    <a:pt x="814768" y="8858"/>
                  </a:lnTo>
                  <a:lnTo>
                    <a:pt x="808481" y="12954"/>
                  </a:lnTo>
                  <a:lnTo>
                    <a:pt x="801052" y="15906"/>
                  </a:lnTo>
                  <a:lnTo>
                    <a:pt x="792479" y="1828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5"/>
            <p:cNvSpPr/>
            <p:nvPr/>
          </p:nvSpPr>
          <p:spPr>
            <a:xfrm>
              <a:off x="5035614" y="3981081"/>
              <a:ext cx="1143302" cy="36882"/>
            </a:xfrm>
            <a:custGeom>
              <a:rect b="b" l="l" r="r" t="t"/>
              <a:pathLst>
                <a:path extrusionOk="0" h="24764" w="683260">
                  <a:moveTo>
                    <a:pt x="0" y="21336"/>
                  </a:moveTo>
                  <a:lnTo>
                    <a:pt x="11906" y="21336"/>
                  </a:lnTo>
                  <a:lnTo>
                    <a:pt x="24384" y="21336"/>
                  </a:lnTo>
                  <a:lnTo>
                    <a:pt x="36861" y="21336"/>
                  </a:lnTo>
                  <a:lnTo>
                    <a:pt x="48768" y="21336"/>
                  </a:lnTo>
                  <a:lnTo>
                    <a:pt x="71151" y="23098"/>
                  </a:lnTo>
                  <a:lnTo>
                    <a:pt x="92963" y="24003"/>
                  </a:lnTo>
                  <a:lnTo>
                    <a:pt x="114776" y="24336"/>
                  </a:lnTo>
                  <a:lnTo>
                    <a:pt x="137160" y="24384"/>
                  </a:lnTo>
                  <a:lnTo>
                    <a:pt x="174212" y="24336"/>
                  </a:lnTo>
                  <a:lnTo>
                    <a:pt x="211836" y="24002"/>
                  </a:lnTo>
                  <a:lnTo>
                    <a:pt x="249459" y="23098"/>
                  </a:lnTo>
                  <a:lnTo>
                    <a:pt x="286512" y="21336"/>
                  </a:lnTo>
                  <a:lnTo>
                    <a:pt x="331708" y="19526"/>
                  </a:lnTo>
                  <a:lnTo>
                    <a:pt x="376047" y="18287"/>
                  </a:lnTo>
                  <a:lnTo>
                    <a:pt x="419814" y="17049"/>
                  </a:lnTo>
                  <a:lnTo>
                    <a:pt x="463296" y="15239"/>
                  </a:lnTo>
                  <a:lnTo>
                    <a:pt x="506253" y="12906"/>
                  </a:lnTo>
                  <a:lnTo>
                    <a:pt x="548639" y="10286"/>
                  </a:lnTo>
                  <a:lnTo>
                    <a:pt x="591026" y="7096"/>
                  </a:lnTo>
                  <a:lnTo>
                    <a:pt x="633984" y="3048"/>
                  </a:lnTo>
                  <a:lnTo>
                    <a:pt x="645413" y="3000"/>
                  </a:lnTo>
                  <a:lnTo>
                    <a:pt x="656843" y="2666"/>
                  </a:lnTo>
                  <a:lnTo>
                    <a:pt x="668273" y="1762"/>
                  </a:lnTo>
                  <a:lnTo>
                    <a:pt x="679703" y="0"/>
                  </a:lnTo>
                  <a:lnTo>
                    <a:pt x="682751" y="0"/>
                  </a:lnTo>
                  <a:lnTo>
                    <a:pt x="676656" y="0"/>
                  </a:lnTo>
                  <a:lnTo>
                    <a:pt x="673608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4" name="Google Shape;1944;p15"/>
          <p:cNvGrpSpPr/>
          <p:nvPr/>
        </p:nvGrpSpPr>
        <p:grpSpPr>
          <a:xfrm>
            <a:off x="6099292" y="4294632"/>
            <a:ext cx="3684785" cy="3096768"/>
            <a:chOff x="7234666" y="4294632"/>
            <a:chExt cx="2549412" cy="2066798"/>
          </a:xfrm>
        </p:grpSpPr>
        <p:grpSp>
          <p:nvGrpSpPr>
            <p:cNvPr id="1945" name="Google Shape;1945;p15"/>
            <p:cNvGrpSpPr/>
            <p:nvPr/>
          </p:nvGrpSpPr>
          <p:grpSpPr>
            <a:xfrm>
              <a:off x="7519416" y="5221224"/>
              <a:ext cx="222502" cy="195451"/>
              <a:chOff x="7519416" y="5221224"/>
              <a:chExt cx="222502" cy="195451"/>
            </a:xfrm>
          </p:grpSpPr>
          <p:pic>
            <p:nvPicPr>
              <p:cNvPr id="1946" name="Google Shape;1946;p15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519416" y="5221224"/>
                <a:ext cx="91819" cy="1954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7" name="Google Shape;1947;p15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644384" y="5233416"/>
                <a:ext cx="97534" cy="1706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48" name="Google Shape;1948;p15"/>
            <p:cNvGrpSpPr/>
            <p:nvPr/>
          </p:nvGrpSpPr>
          <p:grpSpPr>
            <a:xfrm>
              <a:off x="7952232" y="5215128"/>
              <a:ext cx="234694" cy="152398"/>
              <a:chOff x="7952232" y="5215128"/>
              <a:chExt cx="234694" cy="152398"/>
            </a:xfrm>
          </p:grpSpPr>
          <p:pic>
            <p:nvPicPr>
              <p:cNvPr id="1949" name="Google Shape;1949;p15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952232" y="5223605"/>
                <a:ext cx="121919" cy="1439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0" name="Google Shape;1950;p15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107680" y="5215128"/>
                <a:ext cx="79246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51" name="Google Shape;1951;p15"/>
            <p:cNvGrpSpPr/>
            <p:nvPr/>
          </p:nvGrpSpPr>
          <p:grpSpPr>
            <a:xfrm>
              <a:off x="8491728" y="5053584"/>
              <a:ext cx="417574" cy="280414"/>
              <a:chOff x="8491728" y="5053584"/>
              <a:chExt cx="417574" cy="280414"/>
            </a:xfrm>
          </p:grpSpPr>
          <p:pic>
            <p:nvPicPr>
              <p:cNvPr id="1952" name="Google Shape;1952;p15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491728" y="5172456"/>
                <a:ext cx="127252" cy="1282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3" name="Google Shape;1953;p15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8494776" y="5053584"/>
                <a:ext cx="112774" cy="792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4" name="Google Shape;1954;p15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8656320" y="5163312"/>
                <a:ext cx="252982" cy="1706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55" name="Google Shape;1955;p1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9153145" y="5065776"/>
              <a:ext cx="292605" cy="149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6" name="Google Shape;1956;p15"/>
            <p:cNvSpPr/>
            <p:nvPr/>
          </p:nvSpPr>
          <p:spPr>
            <a:xfrm>
              <a:off x="8369807" y="6263640"/>
              <a:ext cx="939165" cy="97790"/>
            </a:xfrm>
            <a:custGeom>
              <a:rect b="b" l="l" r="r" t="t"/>
              <a:pathLst>
                <a:path extrusionOk="0" h="97789" w="939165">
                  <a:moveTo>
                    <a:pt x="0" y="91440"/>
                  </a:moveTo>
                  <a:lnTo>
                    <a:pt x="0" y="91440"/>
                  </a:lnTo>
                  <a:lnTo>
                    <a:pt x="88392" y="91440"/>
                  </a:lnTo>
                  <a:lnTo>
                    <a:pt x="102108" y="90868"/>
                  </a:lnTo>
                  <a:lnTo>
                    <a:pt x="115824" y="89154"/>
                  </a:lnTo>
                  <a:lnTo>
                    <a:pt x="129540" y="86296"/>
                  </a:lnTo>
                  <a:lnTo>
                    <a:pt x="143256" y="82296"/>
                  </a:lnTo>
                  <a:lnTo>
                    <a:pt x="161544" y="75485"/>
                  </a:lnTo>
                  <a:lnTo>
                    <a:pt x="179832" y="68961"/>
                  </a:lnTo>
                  <a:lnTo>
                    <a:pt x="216408" y="57912"/>
                  </a:lnTo>
                  <a:lnTo>
                    <a:pt x="255651" y="51054"/>
                  </a:lnTo>
                  <a:lnTo>
                    <a:pt x="292608" y="48768"/>
                  </a:lnTo>
                  <a:lnTo>
                    <a:pt x="310848" y="47053"/>
                  </a:lnTo>
                  <a:lnTo>
                    <a:pt x="328803" y="46481"/>
                  </a:lnTo>
                  <a:lnTo>
                    <a:pt x="346186" y="47053"/>
                  </a:lnTo>
                  <a:lnTo>
                    <a:pt x="362712" y="48768"/>
                  </a:lnTo>
                  <a:lnTo>
                    <a:pt x="402574" y="60769"/>
                  </a:lnTo>
                  <a:lnTo>
                    <a:pt x="435102" y="85915"/>
                  </a:lnTo>
                  <a:lnTo>
                    <a:pt x="438912" y="94487"/>
                  </a:lnTo>
                  <a:lnTo>
                    <a:pt x="441960" y="94487"/>
                  </a:lnTo>
                  <a:lnTo>
                    <a:pt x="438912" y="97535"/>
                  </a:lnTo>
                  <a:lnTo>
                    <a:pt x="441960" y="94487"/>
                  </a:lnTo>
                  <a:lnTo>
                    <a:pt x="445008" y="88391"/>
                  </a:lnTo>
                  <a:lnTo>
                    <a:pt x="475488" y="64007"/>
                  </a:lnTo>
                  <a:lnTo>
                    <a:pt x="512064" y="54863"/>
                  </a:lnTo>
                  <a:lnTo>
                    <a:pt x="546354" y="54911"/>
                  </a:lnTo>
                  <a:lnTo>
                    <a:pt x="580644" y="55244"/>
                  </a:lnTo>
                  <a:lnTo>
                    <a:pt x="614934" y="56149"/>
                  </a:lnTo>
                  <a:lnTo>
                    <a:pt x="649224" y="57912"/>
                  </a:lnTo>
                  <a:lnTo>
                    <a:pt x="669845" y="58435"/>
                  </a:lnTo>
                  <a:lnTo>
                    <a:pt x="712231" y="61769"/>
                  </a:lnTo>
                  <a:lnTo>
                    <a:pt x="757951" y="66770"/>
                  </a:lnTo>
                  <a:lnTo>
                    <a:pt x="782193" y="70103"/>
                  </a:lnTo>
                  <a:lnTo>
                    <a:pt x="807005" y="73437"/>
                  </a:lnTo>
                  <a:lnTo>
                    <a:pt x="832104" y="76200"/>
                  </a:lnTo>
                  <a:lnTo>
                    <a:pt x="844486" y="76104"/>
                  </a:lnTo>
                  <a:lnTo>
                    <a:pt x="858012" y="75438"/>
                  </a:lnTo>
                  <a:lnTo>
                    <a:pt x="894778" y="64960"/>
                  </a:lnTo>
                  <a:lnTo>
                    <a:pt x="920496" y="42671"/>
                  </a:lnTo>
                  <a:lnTo>
                    <a:pt x="925449" y="37528"/>
                  </a:lnTo>
                  <a:lnTo>
                    <a:pt x="930402" y="31241"/>
                  </a:lnTo>
                  <a:lnTo>
                    <a:pt x="934212" y="23812"/>
                  </a:lnTo>
                  <a:lnTo>
                    <a:pt x="935736" y="15240"/>
                  </a:lnTo>
                  <a:lnTo>
                    <a:pt x="938784" y="9143"/>
                  </a:lnTo>
                  <a:lnTo>
                    <a:pt x="935736" y="6096"/>
                  </a:lnTo>
                  <a:lnTo>
                    <a:pt x="929640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15"/>
            <p:cNvSpPr/>
            <p:nvPr/>
          </p:nvSpPr>
          <p:spPr>
            <a:xfrm>
              <a:off x="7373111" y="4409170"/>
              <a:ext cx="893444" cy="614045"/>
            </a:xfrm>
            <a:custGeom>
              <a:rect b="b" l="l" r="r" t="t"/>
              <a:pathLst>
                <a:path extrusionOk="0" h="614045" w="893445">
                  <a:moveTo>
                    <a:pt x="60960" y="540781"/>
                  </a:moveTo>
                  <a:lnTo>
                    <a:pt x="47672" y="497919"/>
                  </a:lnTo>
                  <a:lnTo>
                    <a:pt x="43434" y="457723"/>
                  </a:lnTo>
                  <a:lnTo>
                    <a:pt x="41148" y="432577"/>
                  </a:lnTo>
                  <a:lnTo>
                    <a:pt x="38861" y="407431"/>
                  </a:lnTo>
                  <a:lnTo>
                    <a:pt x="36575" y="382285"/>
                  </a:lnTo>
                  <a:lnTo>
                    <a:pt x="31480" y="327945"/>
                  </a:lnTo>
                  <a:lnTo>
                    <a:pt x="25526" y="274462"/>
                  </a:lnTo>
                  <a:lnTo>
                    <a:pt x="19002" y="221551"/>
                  </a:lnTo>
                  <a:lnTo>
                    <a:pt x="12192" y="168925"/>
                  </a:lnTo>
                  <a:lnTo>
                    <a:pt x="9906" y="152447"/>
                  </a:lnTo>
                  <a:lnTo>
                    <a:pt x="7619" y="135397"/>
                  </a:lnTo>
                  <a:lnTo>
                    <a:pt x="5333" y="118348"/>
                  </a:lnTo>
                  <a:lnTo>
                    <a:pt x="3048" y="101869"/>
                  </a:lnTo>
                  <a:lnTo>
                    <a:pt x="3000" y="92725"/>
                  </a:lnTo>
                  <a:lnTo>
                    <a:pt x="2667" y="83581"/>
                  </a:lnTo>
                  <a:lnTo>
                    <a:pt x="1762" y="74437"/>
                  </a:lnTo>
                  <a:lnTo>
                    <a:pt x="0" y="65293"/>
                  </a:lnTo>
                  <a:lnTo>
                    <a:pt x="47" y="58435"/>
                  </a:lnTo>
                  <a:lnTo>
                    <a:pt x="18287" y="22621"/>
                  </a:lnTo>
                  <a:lnTo>
                    <a:pt x="51815" y="19573"/>
                  </a:lnTo>
                  <a:lnTo>
                    <a:pt x="67817" y="19573"/>
                  </a:lnTo>
                  <a:lnTo>
                    <a:pt x="83819" y="19573"/>
                  </a:lnTo>
                  <a:lnTo>
                    <a:pt x="99821" y="19573"/>
                  </a:lnTo>
                  <a:lnTo>
                    <a:pt x="115824" y="19573"/>
                  </a:lnTo>
                  <a:lnTo>
                    <a:pt x="138684" y="19621"/>
                  </a:lnTo>
                  <a:lnTo>
                    <a:pt x="161544" y="19954"/>
                  </a:lnTo>
                  <a:lnTo>
                    <a:pt x="184403" y="20859"/>
                  </a:lnTo>
                  <a:lnTo>
                    <a:pt x="207263" y="22621"/>
                  </a:lnTo>
                  <a:lnTo>
                    <a:pt x="234695" y="22621"/>
                  </a:lnTo>
                  <a:lnTo>
                    <a:pt x="262127" y="22621"/>
                  </a:lnTo>
                  <a:lnTo>
                    <a:pt x="289559" y="22621"/>
                  </a:lnTo>
                  <a:lnTo>
                    <a:pt x="316992" y="22621"/>
                  </a:lnTo>
                  <a:lnTo>
                    <a:pt x="348995" y="21621"/>
                  </a:lnTo>
                  <a:lnTo>
                    <a:pt x="381000" y="19192"/>
                  </a:lnTo>
                  <a:lnTo>
                    <a:pt x="413004" y="16192"/>
                  </a:lnTo>
                  <a:lnTo>
                    <a:pt x="445007" y="13477"/>
                  </a:lnTo>
                  <a:lnTo>
                    <a:pt x="476964" y="11668"/>
                  </a:lnTo>
                  <a:lnTo>
                    <a:pt x="508635" y="10429"/>
                  </a:lnTo>
                  <a:lnTo>
                    <a:pt x="539734" y="9191"/>
                  </a:lnTo>
                  <a:lnTo>
                    <a:pt x="569976" y="7381"/>
                  </a:lnTo>
                  <a:lnTo>
                    <a:pt x="596931" y="7381"/>
                  </a:lnTo>
                  <a:lnTo>
                    <a:pt x="623316" y="7381"/>
                  </a:lnTo>
                  <a:lnTo>
                    <a:pt x="649700" y="7381"/>
                  </a:lnTo>
                  <a:lnTo>
                    <a:pt x="676656" y="7381"/>
                  </a:lnTo>
                  <a:lnTo>
                    <a:pt x="694944" y="7810"/>
                  </a:lnTo>
                  <a:lnTo>
                    <a:pt x="713232" y="8524"/>
                  </a:lnTo>
                  <a:lnTo>
                    <a:pt x="731519" y="8667"/>
                  </a:lnTo>
                  <a:lnTo>
                    <a:pt x="749807" y="7381"/>
                  </a:lnTo>
                  <a:lnTo>
                    <a:pt x="761714" y="6905"/>
                  </a:lnTo>
                  <a:lnTo>
                    <a:pt x="774192" y="5857"/>
                  </a:lnTo>
                  <a:lnTo>
                    <a:pt x="786669" y="4810"/>
                  </a:lnTo>
                  <a:lnTo>
                    <a:pt x="798576" y="4333"/>
                  </a:lnTo>
                  <a:lnTo>
                    <a:pt x="804671" y="1285"/>
                  </a:lnTo>
                  <a:lnTo>
                    <a:pt x="810768" y="1285"/>
                  </a:lnTo>
                  <a:lnTo>
                    <a:pt x="816863" y="1285"/>
                  </a:lnTo>
                  <a:lnTo>
                    <a:pt x="825198" y="857"/>
                  </a:lnTo>
                  <a:lnTo>
                    <a:pt x="837819" y="142"/>
                  </a:lnTo>
                  <a:lnTo>
                    <a:pt x="849868" y="0"/>
                  </a:lnTo>
                  <a:lnTo>
                    <a:pt x="856488" y="1285"/>
                  </a:lnTo>
                  <a:lnTo>
                    <a:pt x="856488" y="7381"/>
                  </a:lnTo>
                  <a:lnTo>
                    <a:pt x="856488" y="19573"/>
                  </a:lnTo>
                  <a:lnTo>
                    <a:pt x="856488" y="22621"/>
                  </a:lnTo>
                  <a:lnTo>
                    <a:pt x="858774" y="45434"/>
                  </a:lnTo>
                  <a:lnTo>
                    <a:pt x="861060" y="67960"/>
                  </a:lnTo>
                  <a:lnTo>
                    <a:pt x="863346" y="89916"/>
                  </a:lnTo>
                  <a:lnTo>
                    <a:pt x="865632" y="111013"/>
                  </a:lnTo>
                  <a:lnTo>
                    <a:pt x="869203" y="136159"/>
                  </a:lnTo>
                  <a:lnTo>
                    <a:pt x="871346" y="161305"/>
                  </a:lnTo>
                  <a:lnTo>
                    <a:pt x="872918" y="186451"/>
                  </a:lnTo>
                  <a:lnTo>
                    <a:pt x="874776" y="211597"/>
                  </a:lnTo>
                  <a:lnTo>
                    <a:pt x="875299" y="229933"/>
                  </a:lnTo>
                  <a:lnTo>
                    <a:pt x="876681" y="248554"/>
                  </a:lnTo>
                  <a:lnTo>
                    <a:pt x="878633" y="267747"/>
                  </a:lnTo>
                  <a:lnTo>
                    <a:pt x="880871" y="287797"/>
                  </a:lnTo>
                  <a:lnTo>
                    <a:pt x="883157" y="303847"/>
                  </a:lnTo>
                  <a:lnTo>
                    <a:pt x="885444" y="320182"/>
                  </a:lnTo>
                  <a:lnTo>
                    <a:pt x="887730" y="337089"/>
                  </a:lnTo>
                  <a:lnTo>
                    <a:pt x="890015" y="354853"/>
                  </a:lnTo>
                  <a:lnTo>
                    <a:pt x="891778" y="366760"/>
                  </a:lnTo>
                  <a:lnTo>
                    <a:pt x="892682" y="379237"/>
                  </a:lnTo>
                  <a:lnTo>
                    <a:pt x="893016" y="391715"/>
                  </a:lnTo>
                  <a:lnTo>
                    <a:pt x="893063" y="403621"/>
                  </a:lnTo>
                  <a:lnTo>
                    <a:pt x="893016" y="416861"/>
                  </a:lnTo>
                  <a:lnTo>
                    <a:pt x="892683" y="429529"/>
                  </a:lnTo>
                  <a:lnTo>
                    <a:pt x="891778" y="442198"/>
                  </a:lnTo>
                  <a:lnTo>
                    <a:pt x="890016" y="455437"/>
                  </a:lnTo>
                  <a:lnTo>
                    <a:pt x="887825" y="463724"/>
                  </a:lnTo>
                  <a:lnTo>
                    <a:pt x="886206" y="473725"/>
                  </a:lnTo>
                  <a:lnTo>
                    <a:pt x="885729" y="483727"/>
                  </a:lnTo>
                  <a:lnTo>
                    <a:pt x="886968" y="492013"/>
                  </a:lnTo>
                  <a:lnTo>
                    <a:pt x="890016" y="495061"/>
                  </a:lnTo>
                  <a:lnTo>
                    <a:pt x="890016" y="498109"/>
                  </a:lnTo>
                  <a:lnTo>
                    <a:pt x="883920" y="498109"/>
                  </a:lnTo>
                  <a:lnTo>
                    <a:pt x="877824" y="501157"/>
                  </a:lnTo>
                  <a:lnTo>
                    <a:pt x="871728" y="501157"/>
                  </a:lnTo>
                  <a:lnTo>
                    <a:pt x="860298" y="502967"/>
                  </a:lnTo>
                  <a:lnTo>
                    <a:pt x="848868" y="504205"/>
                  </a:lnTo>
                  <a:lnTo>
                    <a:pt x="837438" y="505444"/>
                  </a:lnTo>
                  <a:lnTo>
                    <a:pt x="826008" y="507253"/>
                  </a:lnTo>
                  <a:lnTo>
                    <a:pt x="809958" y="511349"/>
                  </a:lnTo>
                  <a:lnTo>
                    <a:pt x="793623" y="514873"/>
                  </a:lnTo>
                  <a:lnTo>
                    <a:pt x="776716" y="518398"/>
                  </a:lnTo>
                  <a:lnTo>
                    <a:pt x="758952" y="522493"/>
                  </a:lnTo>
                  <a:lnTo>
                    <a:pt x="736092" y="527065"/>
                  </a:lnTo>
                  <a:lnTo>
                    <a:pt x="690372" y="536209"/>
                  </a:lnTo>
                  <a:lnTo>
                    <a:pt x="641842" y="545353"/>
                  </a:lnTo>
                  <a:lnTo>
                    <a:pt x="588216" y="554497"/>
                  </a:lnTo>
                  <a:lnTo>
                    <a:pt x="535638" y="562641"/>
                  </a:lnTo>
                  <a:lnTo>
                    <a:pt x="484108" y="566356"/>
                  </a:lnTo>
                  <a:lnTo>
                    <a:pt x="457200" y="568213"/>
                  </a:lnTo>
                  <a:lnTo>
                    <a:pt x="431530" y="570499"/>
                  </a:lnTo>
                  <a:lnTo>
                    <a:pt x="405003" y="572785"/>
                  </a:lnTo>
                  <a:lnTo>
                    <a:pt x="377904" y="575071"/>
                  </a:lnTo>
                  <a:lnTo>
                    <a:pt x="350520" y="577357"/>
                  </a:lnTo>
                  <a:lnTo>
                    <a:pt x="322611" y="580120"/>
                  </a:lnTo>
                  <a:lnTo>
                    <a:pt x="294132" y="583453"/>
                  </a:lnTo>
                  <a:lnTo>
                    <a:pt x="265652" y="586787"/>
                  </a:lnTo>
                  <a:lnTo>
                    <a:pt x="237744" y="589549"/>
                  </a:lnTo>
                  <a:lnTo>
                    <a:pt x="214884" y="593598"/>
                  </a:lnTo>
                  <a:lnTo>
                    <a:pt x="192024" y="596788"/>
                  </a:lnTo>
                  <a:lnTo>
                    <a:pt x="169164" y="599408"/>
                  </a:lnTo>
                  <a:lnTo>
                    <a:pt x="146304" y="601741"/>
                  </a:lnTo>
                  <a:lnTo>
                    <a:pt x="132111" y="603551"/>
                  </a:lnTo>
                  <a:lnTo>
                    <a:pt x="117348" y="604789"/>
                  </a:lnTo>
                  <a:lnTo>
                    <a:pt x="102584" y="606028"/>
                  </a:lnTo>
                  <a:lnTo>
                    <a:pt x="88392" y="607837"/>
                  </a:lnTo>
                  <a:lnTo>
                    <a:pt x="82296" y="607837"/>
                  </a:lnTo>
                  <a:lnTo>
                    <a:pt x="76200" y="607837"/>
                  </a:lnTo>
                  <a:lnTo>
                    <a:pt x="70104" y="610885"/>
                  </a:lnTo>
                  <a:lnTo>
                    <a:pt x="64008" y="610885"/>
                  </a:lnTo>
                  <a:lnTo>
                    <a:pt x="60960" y="610885"/>
                  </a:lnTo>
                  <a:lnTo>
                    <a:pt x="57912" y="613933"/>
                  </a:lnTo>
                  <a:lnTo>
                    <a:pt x="54864" y="613933"/>
                  </a:lnTo>
                  <a:lnTo>
                    <a:pt x="57150" y="607552"/>
                  </a:lnTo>
                  <a:lnTo>
                    <a:pt x="59436" y="601741"/>
                  </a:lnTo>
                  <a:lnTo>
                    <a:pt x="72390" y="554878"/>
                  </a:lnTo>
                  <a:lnTo>
                    <a:pt x="76200" y="522493"/>
                  </a:lnTo>
                  <a:lnTo>
                    <a:pt x="76104" y="510825"/>
                  </a:lnTo>
                  <a:lnTo>
                    <a:pt x="75438" y="502300"/>
                  </a:lnTo>
                  <a:lnTo>
                    <a:pt x="73628" y="495490"/>
                  </a:lnTo>
                  <a:lnTo>
                    <a:pt x="70104" y="488965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58" name="Google Shape;1958;p15"/>
            <p:cNvGrpSpPr/>
            <p:nvPr/>
          </p:nvGrpSpPr>
          <p:grpSpPr>
            <a:xfrm>
              <a:off x="7677149" y="4745736"/>
              <a:ext cx="272415" cy="149479"/>
              <a:chOff x="7677149" y="4745736"/>
              <a:chExt cx="272415" cy="149479"/>
            </a:xfrm>
          </p:grpSpPr>
          <p:sp>
            <p:nvSpPr>
              <p:cNvPr id="1959" name="Google Shape;1959;p15"/>
              <p:cNvSpPr/>
              <p:nvPr/>
            </p:nvSpPr>
            <p:spPr>
              <a:xfrm>
                <a:off x="7677149" y="4754880"/>
                <a:ext cx="272415" cy="140335"/>
              </a:xfrm>
              <a:custGeom>
                <a:rect b="b" l="l" r="r" t="t"/>
                <a:pathLst>
                  <a:path extrusionOk="0" h="140335" w="272415">
                    <a:moveTo>
                      <a:pt x="761" y="67056"/>
                    </a:moveTo>
                    <a:lnTo>
                      <a:pt x="380" y="84010"/>
                    </a:lnTo>
                    <a:lnTo>
                      <a:pt x="0" y="102108"/>
                    </a:lnTo>
                    <a:lnTo>
                      <a:pt x="761" y="120205"/>
                    </a:lnTo>
                    <a:lnTo>
                      <a:pt x="3809" y="137160"/>
                    </a:lnTo>
                    <a:lnTo>
                      <a:pt x="3809" y="140208"/>
                    </a:lnTo>
                  </a:path>
                  <a:path extrusionOk="0" h="140335" w="272415">
                    <a:moveTo>
                      <a:pt x="9905" y="67056"/>
                    </a:moveTo>
                    <a:lnTo>
                      <a:pt x="16763" y="61817"/>
                    </a:lnTo>
                    <a:lnTo>
                      <a:pt x="23621" y="57150"/>
                    </a:lnTo>
                    <a:lnTo>
                      <a:pt x="30479" y="55911"/>
                    </a:lnTo>
                    <a:lnTo>
                      <a:pt x="37337" y="60960"/>
                    </a:lnTo>
                    <a:lnTo>
                      <a:pt x="42624" y="68865"/>
                    </a:lnTo>
                    <a:lnTo>
                      <a:pt x="45338" y="78486"/>
                    </a:lnTo>
                    <a:lnTo>
                      <a:pt x="46339" y="89249"/>
                    </a:lnTo>
                    <a:lnTo>
                      <a:pt x="46481" y="100584"/>
                    </a:lnTo>
                    <a:lnTo>
                      <a:pt x="46481" y="103632"/>
                    </a:lnTo>
                    <a:lnTo>
                      <a:pt x="46481" y="109728"/>
                    </a:lnTo>
                    <a:lnTo>
                      <a:pt x="46481" y="115824"/>
                    </a:lnTo>
                    <a:lnTo>
                      <a:pt x="46481" y="109728"/>
                    </a:lnTo>
                    <a:lnTo>
                      <a:pt x="43433" y="103632"/>
                    </a:lnTo>
                    <a:lnTo>
                      <a:pt x="43433" y="97536"/>
                    </a:lnTo>
                    <a:lnTo>
                      <a:pt x="44005" y="88439"/>
                    </a:lnTo>
                    <a:lnTo>
                      <a:pt x="64769" y="54864"/>
                    </a:lnTo>
                    <a:lnTo>
                      <a:pt x="70865" y="57912"/>
                    </a:lnTo>
                    <a:lnTo>
                      <a:pt x="95773" y="94535"/>
                    </a:lnTo>
                    <a:lnTo>
                      <a:pt x="99488" y="114061"/>
                    </a:lnTo>
                    <a:lnTo>
                      <a:pt x="101345" y="124968"/>
                    </a:lnTo>
                  </a:path>
                  <a:path extrusionOk="0" h="140335" w="272415">
                    <a:moveTo>
                      <a:pt x="122681" y="51816"/>
                    </a:moveTo>
                    <a:lnTo>
                      <a:pt x="120967" y="65008"/>
                    </a:lnTo>
                    <a:lnTo>
                      <a:pt x="120395" y="77343"/>
                    </a:lnTo>
                    <a:lnTo>
                      <a:pt x="120967" y="89106"/>
                    </a:lnTo>
                    <a:lnTo>
                      <a:pt x="122681" y="100584"/>
                    </a:lnTo>
                    <a:lnTo>
                      <a:pt x="122681" y="109728"/>
                    </a:lnTo>
                    <a:lnTo>
                      <a:pt x="125729" y="118872"/>
                    </a:lnTo>
                    <a:lnTo>
                      <a:pt x="131825" y="121920"/>
                    </a:lnTo>
                    <a:lnTo>
                      <a:pt x="139350" y="121681"/>
                    </a:lnTo>
                    <a:lnTo>
                      <a:pt x="144017" y="117729"/>
                    </a:lnTo>
                    <a:lnTo>
                      <a:pt x="146399" y="112061"/>
                    </a:lnTo>
                    <a:lnTo>
                      <a:pt x="147065" y="106680"/>
                    </a:lnTo>
                    <a:lnTo>
                      <a:pt x="148732" y="97583"/>
                    </a:lnTo>
                    <a:lnTo>
                      <a:pt x="134873" y="60960"/>
                    </a:lnTo>
                    <a:lnTo>
                      <a:pt x="128777" y="54864"/>
                    </a:lnTo>
                  </a:path>
                  <a:path extrusionOk="0" h="140335" w="272415">
                    <a:moveTo>
                      <a:pt x="198881" y="0"/>
                    </a:moveTo>
                    <a:lnTo>
                      <a:pt x="201167" y="12763"/>
                    </a:lnTo>
                    <a:lnTo>
                      <a:pt x="203453" y="24384"/>
                    </a:lnTo>
                    <a:lnTo>
                      <a:pt x="205739" y="36004"/>
                    </a:lnTo>
                    <a:lnTo>
                      <a:pt x="210692" y="76200"/>
                    </a:lnTo>
                    <a:lnTo>
                      <a:pt x="211073" y="103632"/>
                    </a:lnTo>
                    <a:lnTo>
                      <a:pt x="211073" y="109728"/>
                    </a:lnTo>
                    <a:lnTo>
                      <a:pt x="211073" y="115824"/>
                    </a:lnTo>
                    <a:lnTo>
                      <a:pt x="211502" y="108489"/>
                    </a:lnTo>
                    <a:lnTo>
                      <a:pt x="212216" y="100584"/>
                    </a:lnTo>
                    <a:lnTo>
                      <a:pt x="195833" y="64008"/>
                    </a:lnTo>
                    <a:lnTo>
                      <a:pt x="187737" y="63817"/>
                    </a:lnTo>
                    <a:lnTo>
                      <a:pt x="181355" y="67056"/>
                    </a:lnTo>
                    <a:lnTo>
                      <a:pt x="161591" y="109251"/>
                    </a:lnTo>
                    <a:lnTo>
                      <a:pt x="162305" y="118872"/>
                    </a:lnTo>
                    <a:lnTo>
                      <a:pt x="166639" y="125920"/>
                    </a:lnTo>
                    <a:lnTo>
                      <a:pt x="174116" y="129540"/>
                    </a:lnTo>
                    <a:lnTo>
                      <a:pt x="183308" y="130873"/>
                    </a:lnTo>
                    <a:lnTo>
                      <a:pt x="192785" y="131064"/>
                    </a:lnTo>
                    <a:lnTo>
                      <a:pt x="201929" y="124968"/>
                    </a:lnTo>
                    <a:lnTo>
                      <a:pt x="204977" y="124968"/>
                    </a:lnTo>
                    <a:lnTo>
                      <a:pt x="214121" y="118872"/>
                    </a:lnTo>
                  </a:path>
                  <a:path extrusionOk="0" h="140335" w="272415">
                    <a:moveTo>
                      <a:pt x="272033" y="54864"/>
                    </a:moveTo>
                    <a:lnTo>
                      <a:pt x="271557" y="64484"/>
                    </a:lnTo>
                    <a:lnTo>
                      <a:pt x="270509" y="74676"/>
                    </a:lnTo>
                    <a:lnTo>
                      <a:pt x="269462" y="84867"/>
                    </a:lnTo>
                    <a:lnTo>
                      <a:pt x="268985" y="94488"/>
                    </a:lnTo>
                    <a:lnTo>
                      <a:pt x="268985" y="100584"/>
                    </a:lnTo>
                    <a:lnTo>
                      <a:pt x="268985" y="103632"/>
                    </a:lnTo>
                    <a:lnTo>
                      <a:pt x="268985" y="109728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0" name="Google Shape;1960;p15"/>
              <p:cNvSpPr/>
              <p:nvPr/>
            </p:nvSpPr>
            <p:spPr>
              <a:xfrm>
                <a:off x="7918703" y="4745736"/>
                <a:ext cx="24765" cy="21590"/>
              </a:xfrm>
              <a:custGeom>
                <a:rect b="b" l="l" r="r" t="t"/>
                <a:pathLst>
                  <a:path extrusionOk="0" h="21589" w="24765">
                    <a:moveTo>
                      <a:pt x="0" y="3047"/>
                    </a:moveTo>
                    <a:lnTo>
                      <a:pt x="0" y="18287"/>
                    </a:lnTo>
                    <a:lnTo>
                      <a:pt x="6095" y="21336"/>
                    </a:lnTo>
                    <a:lnTo>
                      <a:pt x="18287" y="21336"/>
                    </a:lnTo>
                    <a:lnTo>
                      <a:pt x="24383" y="18287"/>
                    </a:lnTo>
                    <a:lnTo>
                      <a:pt x="24383" y="12191"/>
                    </a:lnTo>
                    <a:lnTo>
                      <a:pt x="24383" y="3047"/>
                    </a:lnTo>
                    <a:lnTo>
                      <a:pt x="18287" y="0"/>
                    </a:lnTo>
                    <a:lnTo>
                      <a:pt x="6095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61" name="Google Shape;1961;p15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981426" y="4724400"/>
              <a:ext cx="214644" cy="136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2" name="Google Shape;1962;p15"/>
            <p:cNvSpPr/>
            <p:nvPr/>
          </p:nvSpPr>
          <p:spPr>
            <a:xfrm>
              <a:off x="8348471" y="4643866"/>
              <a:ext cx="60960" cy="55244"/>
            </a:xfrm>
            <a:custGeom>
              <a:rect b="b" l="l" r="r" t="t"/>
              <a:pathLst>
                <a:path extrusionOk="0" h="55245" w="60959">
                  <a:moveTo>
                    <a:pt x="0" y="1285"/>
                  </a:moveTo>
                  <a:lnTo>
                    <a:pt x="6524" y="857"/>
                  </a:lnTo>
                  <a:lnTo>
                    <a:pt x="15620" y="142"/>
                  </a:lnTo>
                  <a:lnTo>
                    <a:pt x="25288" y="0"/>
                  </a:lnTo>
                  <a:lnTo>
                    <a:pt x="33527" y="1285"/>
                  </a:lnTo>
                </a:path>
                <a:path extrusionOk="0" h="55245" w="60959">
                  <a:moveTo>
                    <a:pt x="21335" y="53101"/>
                  </a:moveTo>
                  <a:lnTo>
                    <a:pt x="33099" y="54673"/>
                  </a:lnTo>
                  <a:lnTo>
                    <a:pt x="42290" y="54244"/>
                  </a:lnTo>
                  <a:lnTo>
                    <a:pt x="50911" y="50958"/>
                  </a:lnTo>
                  <a:lnTo>
                    <a:pt x="60959" y="4395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63" name="Google Shape;1963;p15"/>
            <p:cNvGrpSpPr/>
            <p:nvPr/>
          </p:nvGrpSpPr>
          <p:grpSpPr>
            <a:xfrm>
              <a:off x="8591931" y="4294632"/>
              <a:ext cx="674370" cy="510159"/>
              <a:chOff x="8591931" y="4294632"/>
              <a:chExt cx="674370" cy="510159"/>
            </a:xfrm>
          </p:grpSpPr>
          <p:sp>
            <p:nvSpPr>
              <p:cNvPr id="1964" name="Google Shape;1964;p15"/>
              <p:cNvSpPr/>
              <p:nvPr/>
            </p:nvSpPr>
            <p:spPr>
              <a:xfrm>
                <a:off x="8591931" y="4517136"/>
                <a:ext cx="146685" cy="287655"/>
              </a:xfrm>
              <a:custGeom>
                <a:rect b="b" l="l" r="r" t="t"/>
                <a:pathLst>
                  <a:path extrusionOk="0" h="287654" w="146684">
                    <a:moveTo>
                      <a:pt x="18668" y="0"/>
                    </a:moveTo>
                    <a:lnTo>
                      <a:pt x="2809" y="53578"/>
                    </a:lnTo>
                    <a:lnTo>
                      <a:pt x="47" y="99250"/>
                    </a:lnTo>
                    <a:lnTo>
                      <a:pt x="0" y="126492"/>
                    </a:lnTo>
                    <a:lnTo>
                      <a:pt x="1666" y="153733"/>
                    </a:lnTo>
                    <a:lnTo>
                      <a:pt x="12811" y="204787"/>
                    </a:lnTo>
                    <a:lnTo>
                      <a:pt x="36909" y="250126"/>
                    </a:lnTo>
                    <a:lnTo>
                      <a:pt x="76390" y="281368"/>
                    </a:lnTo>
                    <a:lnTo>
                      <a:pt x="122110" y="287083"/>
                    </a:lnTo>
                    <a:lnTo>
                      <a:pt x="146684" y="28651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65" name="Google Shape;1965;p15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659368" y="4462272"/>
                <a:ext cx="192022" cy="2346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6" name="Google Shape;1966;p15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8884920" y="4501896"/>
                <a:ext cx="304798" cy="1676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67" name="Google Shape;1967;p15"/>
              <p:cNvSpPr/>
              <p:nvPr/>
            </p:nvSpPr>
            <p:spPr>
              <a:xfrm>
                <a:off x="9180576" y="4294632"/>
                <a:ext cx="85725" cy="368935"/>
              </a:xfrm>
              <a:custGeom>
                <a:rect b="b" l="l" r="r" t="t"/>
                <a:pathLst>
                  <a:path extrusionOk="0" h="368935" w="85725">
                    <a:moveTo>
                      <a:pt x="15239" y="124967"/>
                    </a:moveTo>
                    <a:lnTo>
                      <a:pt x="48767" y="149351"/>
                    </a:lnTo>
                    <a:lnTo>
                      <a:pt x="75342" y="195643"/>
                    </a:lnTo>
                    <a:lnTo>
                      <a:pt x="79247" y="213359"/>
                    </a:lnTo>
                    <a:lnTo>
                      <a:pt x="83962" y="234410"/>
                    </a:lnTo>
                    <a:lnTo>
                      <a:pt x="83105" y="277653"/>
                    </a:lnTo>
                    <a:lnTo>
                      <a:pt x="74056" y="315610"/>
                    </a:lnTo>
                    <a:lnTo>
                      <a:pt x="48767" y="365759"/>
                    </a:lnTo>
                    <a:lnTo>
                      <a:pt x="45719" y="365759"/>
                    </a:lnTo>
                    <a:lnTo>
                      <a:pt x="42671" y="368807"/>
                    </a:lnTo>
                  </a:path>
                  <a:path extrusionOk="0" h="368935" w="85725">
                    <a:moveTo>
                      <a:pt x="0" y="64007"/>
                    </a:moveTo>
                    <a:lnTo>
                      <a:pt x="9191" y="58626"/>
                    </a:lnTo>
                    <a:lnTo>
                      <a:pt x="18668" y="55244"/>
                    </a:lnTo>
                    <a:lnTo>
                      <a:pt x="28717" y="52435"/>
                    </a:lnTo>
                    <a:lnTo>
                      <a:pt x="39623" y="48767"/>
                    </a:lnTo>
                    <a:lnTo>
                      <a:pt x="45719" y="45719"/>
                    </a:lnTo>
                    <a:lnTo>
                      <a:pt x="48767" y="45719"/>
                    </a:lnTo>
                    <a:lnTo>
                      <a:pt x="51815" y="42671"/>
                    </a:lnTo>
                  </a:path>
                  <a:path extrusionOk="0" h="368935" w="85725">
                    <a:moveTo>
                      <a:pt x="85343" y="0"/>
                    </a:moveTo>
                    <a:lnTo>
                      <a:pt x="85343" y="0"/>
                    </a:lnTo>
                    <a:lnTo>
                      <a:pt x="85343" y="51815"/>
                    </a:lnTo>
                    <a:lnTo>
                      <a:pt x="85343" y="5791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68" name="Google Shape;1968;p15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339072" y="4425696"/>
              <a:ext cx="225550" cy="1737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69" name="Google Shape;1969;p15"/>
            <p:cNvGrpSpPr/>
            <p:nvPr/>
          </p:nvGrpSpPr>
          <p:grpSpPr>
            <a:xfrm>
              <a:off x="7659624" y="5535168"/>
              <a:ext cx="603502" cy="191070"/>
              <a:chOff x="7659624" y="5535168"/>
              <a:chExt cx="603502" cy="191070"/>
            </a:xfrm>
          </p:grpSpPr>
          <p:pic>
            <p:nvPicPr>
              <p:cNvPr id="1970" name="Google Shape;1970;p15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659624" y="5571363"/>
                <a:ext cx="76198" cy="154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1" name="Google Shape;1971;p15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7766304" y="5535168"/>
                <a:ext cx="396238" cy="176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2" name="Google Shape;1972;p15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199120" y="5556504"/>
                <a:ext cx="64006" cy="1066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3" name="Google Shape;1973;p15"/>
            <p:cNvGrpSpPr/>
            <p:nvPr/>
          </p:nvGrpSpPr>
          <p:grpSpPr>
            <a:xfrm>
              <a:off x="8470392" y="5519928"/>
              <a:ext cx="408430" cy="140206"/>
              <a:chOff x="8470392" y="5519928"/>
              <a:chExt cx="408430" cy="140206"/>
            </a:xfrm>
          </p:grpSpPr>
          <p:pic>
            <p:nvPicPr>
              <p:cNvPr id="1974" name="Google Shape;1974;p15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470392" y="5544312"/>
                <a:ext cx="185927" cy="1158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75" name="Google Shape;1975;p15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8680704" y="5519928"/>
                <a:ext cx="198118" cy="124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76" name="Google Shape;1976;p15"/>
            <p:cNvSpPr/>
            <p:nvPr/>
          </p:nvSpPr>
          <p:spPr>
            <a:xfrm>
              <a:off x="8686800" y="4800600"/>
              <a:ext cx="791845" cy="64135"/>
            </a:xfrm>
            <a:custGeom>
              <a:rect b="b" l="l" r="r" t="t"/>
              <a:pathLst>
                <a:path extrusionOk="0" h="64135" w="791845">
                  <a:moveTo>
                    <a:pt x="0" y="64007"/>
                  </a:moveTo>
                  <a:lnTo>
                    <a:pt x="13715" y="61722"/>
                  </a:lnTo>
                  <a:lnTo>
                    <a:pt x="27431" y="59436"/>
                  </a:lnTo>
                  <a:lnTo>
                    <a:pt x="41147" y="57150"/>
                  </a:lnTo>
                  <a:lnTo>
                    <a:pt x="54863" y="54863"/>
                  </a:lnTo>
                  <a:lnTo>
                    <a:pt x="77723" y="51292"/>
                  </a:lnTo>
                  <a:lnTo>
                    <a:pt x="100583" y="49149"/>
                  </a:lnTo>
                  <a:lnTo>
                    <a:pt x="123443" y="47577"/>
                  </a:lnTo>
                  <a:lnTo>
                    <a:pt x="146303" y="45719"/>
                  </a:lnTo>
                  <a:lnTo>
                    <a:pt x="175545" y="43434"/>
                  </a:lnTo>
                  <a:lnTo>
                    <a:pt x="204215" y="41148"/>
                  </a:lnTo>
                  <a:lnTo>
                    <a:pt x="232886" y="38862"/>
                  </a:lnTo>
                  <a:lnTo>
                    <a:pt x="262127" y="36575"/>
                  </a:lnTo>
                  <a:lnTo>
                    <a:pt x="289559" y="32527"/>
                  </a:lnTo>
                  <a:lnTo>
                    <a:pt x="316991" y="29337"/>
                  </a:lnTo>
                  <a:lnTo>
                    <a:pt x="344423" y="26717"/>
                  </a:lnTo>
                  <a:lnTo>
                    <a:pt x="371855" y="24383"/>
                  </a:lnTo>
                  <a:lnTo>
                    <a:pt x="397525" y="22050"/>
                  </a:lnTo>
                  <a:lnTo>
                    <a:pt x="424053" y="19430"/>
                  </a:lnTo>
                  <a:lnTo>
                    <a:pt x="451152" y="16240"/>
                  </a:lnTo>
                  <a:lnTo>
                    <a:pt x="478537" y="12191"/>
                  </a:lnTo>
                  <a:lnTo>
                    <a:pt x="503682" y="10382"/>
                  </a:lnTo>
                  <a:lnTo>
                    <a:pt x="528828" y="9143"/>
                  </a:lnTo>
                  <a:lnTo>
                    <a:pt x="553974" y="7905"/>
                  </a:lnTo>
                  <a:lnTo>
                    <a:pt x="579119" y="6095"/>
                  </a:lnTo>
                  <a:lnTo>
                    <a:pt x="601979" y="4333"/>
                  </a:lnTo>
                  <a:lnTo>
                    <a:pt x="624839" y="3428"/>
                  </a:lnTo>
                  <a:lnTo>
                    <a:pt x="647699" y="3095"/>
                  </a:lnTo>
                  <a:lnTo>
                    <a:pt x="670559" y="3047"/>
                  </a:lnTo>
                  <a:lnTo>
                    <a:pt x="687085" y="3047"/>
                  </a:lnTo>
                  <a:lnTo>
                    <a:pt x="704468" y="3047"/>
                  </a:lnTo>
                  <a:lnTo>
                    <a:pt x="791384" y="3047"/>
                  </a:lnTo>
                  <a:lnTo>
                    <a:pt x="789431" y="3047"/>
                  </a:lnTo>
                  <a:lnTo>
                    <a:pt x="780287" y="3047"/>
                  </a:lnTo>
                  <a:lnTo>
                    <a:pt x="774191" y="0"/>
                  </a:lnTo>
                  <a:lnTo>
                    <a:pt x="765047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7" name="Google Shape;1977;p15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9028176" y="5431536"/>
              <a:ext cx="302941" cy="1615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8" name="Google Shape;1978;p15"/>
            <p:cNvSpPr/>
            <p:nvPr/>
          </p:nvSpPr>
          <p:spPr>
            <a:xfrm>
              <a:off x="9195816" y="5794247"/>
              <a:ext cx="147320" cy="390525"/>
            </a:xfrm>
            <a:custGeom>
              <a:rect b="b" l="l" r="r" t="t"/>
              <a:pathLst>
                <a:path extrusionOk="0" h="390525" w="147320">
                  <a:moveTo>
                    <a:pt x="85344" y="9143"/>
                  </a:moveTo>
                  <a:lnTo>
                    <a:pt x="95345" y="5143"/>
                  </a:lnTo>
                  <a:lnTo>
                    <a:pt x="103632" y="2285"/>
                  </a:lnTo>
                  <a:lnTo>
                    <a:pt x="111918" y="571"/>
                  </a:lnTo>
                  <a:lnTo>
                    <a:pt x="121920" y="0"/>
                  </a:lnTo>
                  <a:lnTo>
                    <a:pt x="129968" y="2857"/>
                  </a:lnTo>
                  <a:lnTo>
                    <a:pt x="147066" y="49910"/>
                  </a:lnTo>
                  <a:lnTo>
                    <a:pt x="146685" y="65008"/>
                  </a:lnTo>
                  <a:lnTo>
                    <a:pt x="146304" y="79247"/>
                  </a:lnTo>
                  <a:lnTo>
                    <a:pt x="145827" y="103870"/>
                  </a:lnTo>
                  <a:lnTo>
                    <a:pt x="144780" y="127634"/>
                  </a:lnTo>
                  <a:lnTo>
                    <a:pt x="143732" y="150828"/>
                  </a:lnTo>
                  <a:lnTo>
                    <a:pt x="143256" y="173735"/>
                  </a:lnTo>
                  <a:lnTo>
                    <a:pt x="141351" y="240791"/>
                  </a:lnTo>
                  <a:lnTo>
                    <a:pt x="137160" y="307847"/>
                  </a:lnTo>
                  <a:lnTo>
                    <a:pt x="135350" y="318801"/>
                  </a:lnTo>
                  <a:lnTo>
                    <a:pt x="134112" y="329183"/>
                  </a:lnTo>
                  <a:lnTo>
                    <a:pt x="132873" y="339566"/>
                  </a:lnTo>
                  <a:lnTo>
                    <a:pt x="131064" y="350519"/>
                  </a:lnTo>
                  <a:lnTo>
                    <a:pt x="131064" y="356615"/>
                  </a:lnTo>
                  <a:lnTo>
                    <a:pt x="131064" y="362711"/>
                  </a:lnTo>
                  <a:lnTo>
                    <a:pt x="124968" y="362711"/>
                  </a:lnTo>
                  <a:lnTo>
                    <a:pt x="118872" y="365759"/>
                  </a:lnTo>
                  <a:lnTo>
                    <a:pt x="109728" y="365759"/>
                  </a:lnTo>
                  <a:lnTo>
                    <a:pt x="103632" y="365759"/>
                  </a:lnTo>
                  <a:lnTo>
                    <a:pt x="88106" y="368093"/>
                  </a:lnTo>
                  <a:lnTo>
                    <a:pt x="73152" y="370712"/>
                  </a:lnTo>
                  <a:lnTo>
                    <a:pt x="58197" y="373903"/>
                  </a:lnTo>
                  <a:lnTo>
                    <a:pt x="42672" y="377951"/>
                  </a:lnTo>
                  <a:lnTo>
                    <a:pt x="31289" y="380714"/>
                  </a:lnTo>
                  <a:lnTo>
                    <a:pt x="20193" y="384047"/>
                  </a:lnTo>
                  <a:lnTo>
                    <a:pt x="9668" y="387381"/>
                  </a:lnTo>
                  <a:lnTo>
                    <a:pt x="0" y="390143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79" name="Google Shape;1979;p15"/>
            <p:cNvGrpSpPr/>
            <p:nvPr/>
          </p:nvGrpSpPr>
          <p:grpSpPr>
            <a:xfrm>
              <a:off x="9464040" y="5324856"/>
              <a:ext cx="320038" cy="259078"/>
              <a:chOff x="9464040" y="5324856"/>
              <a:chExt cx="320038" cy="259078"/>
            </a:xfrm>
          </p:grpSpPr>
          <p:pic>
            <p:nvPicPr>
              <p:cNvPr id="1980" name="Google Shape;1980;p15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9464040" y="5324856"/>
                <a:ext cx="119633" cy="207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1" name="Google Shape;1981;p15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9616440" y="5477256"/>
                <a:ext cx="167638" cy="1066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982" name="Google Shape;1982;p15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8147304" y="5989320"/>
              <a:ext cx="124966" cy="1798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3" name="Google Shape;1983;p15"/>
            <p:cNvSpPr/>
            <p:nvPr/>
          </p:nvSpPr>
          <p:spPr>
            <a:xfrm>
              <a:off x="8330183" y="5913120"/>
              <a:ext cx="70485" cy="346075"/>
            </a:xfrm>
            <a:custGeom>
              <a:rect b="b" l="l" r="r" t="t"/>
              <a:pathLst>
                <a:path extrusionOk="0" h="346075" w="70484">
                  <a:moveTo>
                    <a:pt x="60960" y="9143"/>
                  </a:moveTo>
                  <a:lnTo>
                    <a:pt x="53625" y="6905"/>
                  </a:lnTo>
                  <a:lnTo>
                    <a:pt x="45719" y="4952"/>
                  </a:lnTo>
                  <a:lnTo>
                    <a:pt x="37814" y="3571"/>
                  </a:lnTo>
                  <a:lnTo>
                    <a:pt x="30480" y="3047"/>
                  </a:lnTo>
                  <a:lnTo>
                    <a:pt x="21336" y="0"/>
                  </a:lnTo>
                  <a:lnTo>
                    <a:pt x="15240" y="0"/>
                  </a:lnTo>
                  <a:lnTo>
                    <a:pt x="9143" y="9143"/>
                  </a:lnTo>
                  <a:lnTo>
                    <a:pt x="3857" y="19288"/>
                  </a:lnTo>
                  <a:lnTo>
                    <a:pt x="1143" y="30860"/>
                  </a:lnTo>
                  <a:lnTo>
                    <a:pt x="142" y="43005"/>
                  </a:lnTo>
                  <a:lnTo>
                    <a:pt x="0" y="54863"/>
                  </a:lnTo>
                  <a:lnTo>
                    <a:pt x="47" y="75437"/>
                  </a:lnTo>
                  <a:lnTo>
                    <a:pt x="1285" y="116585"/>
                  </a:lnTo>
                  <a:lnTo>
                    <a:pt x="5381" y="160019"/>
                  </a:lnTo>
                  <a:lnTo>
                    <a:pt x="11191" y="205739"/>
                  </a:lnTo>
                  <a:lnTo>
                    <a:pt x="15240" y="228599"/>
                  </a:lnTo>
                  <a:lnTo>
                    <a:pt x="17526" y="246887"/>
                  </a:lnTo>
                  <a:lnTo>
                    <a:pt x="19812" y="265175"/>
                  </a:lnTo>
                  <a:lnTo>
                    <a:pt x="22098" y="283463"/>
                  </a:lnTo>
                  <a:lnTo>
                    <a:pt x="24384" y="301751"/>
                  </a:lnTo>
                  <a:lnTo>
                    <a:pt x="24431" y="312658"/>
                  </a:lnTo>
                  <a:lnTo>
                    <a:pt x="24765" y="322706"/>
                  </a:lnTo>
                  <a:lnTo>
                    <a:pt x="25669" y="332184"/>
                  </a:lnTo>
                  <a:lnTo>
                    <a:pt x="27432" y="341375"/>
                  </a:lnTo>
                  <a:lnTo>
                    <a:pt x="27432" y="344423"/>
                  </a:lnTo>
                  <a:lnTo>
                    <a:pt x="30480" y="344423"/>
                  </a:lnTo>
                  <a:lnTo>
                    <a:pt x="36861" y="345614"/>
                  </a:lnTo>
                  <a:lnTo>
                    <a:pt x="42672" y="344804"/>
                  </a:lnTo>
                  <a:lnTo>
                    <a:pt x="48482" y="342280"/>
                  </a:lnTo>
                  <a:lnTo>
                    <a:pt x="54864" y="338327"/>
                  </a:lnTo>
                  <a:lnTo>
                    <a:pt x="64008" y="335279"/>
                  </a:lnTo>
                  <a:lnTo>
                    <a:pt x="70104" y="329183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4" name="Google Shape;1984;p15"/>
            <p:cNvGrpSpPr/>
            <p:nvPr/>
          </p:nvGrpSpPr>
          <p:grpSpPr>
            <a:xfrm>
              <a:off x="8494775" y="5807012"/>
              <a:ext cx="746759" cy="371282"/>
              <a:chOff x="8494775" y="5807012"/>
              <a:chExt cx="746759" cy="371282"/>
            </a:xfrm>
          </p:grpSpPr>
          <p:sp>
            <p:nvSpPr>
              <p:cNvPr id="1985" name="Google Shape;1985;p15"/>
              <p:cNvSpPr/>
              <p:nvPr/>
            </p:nvSpPr>
            <p:spPr>
              <a:xfrm>
                <a:off x="8494775" y="5977128"/>
                <a:ext cx="43180" cy="195580"/>
              </a:xfrm>
              <a:custGeom>
                <a:rect b="b" l="l" r="r" t="t"/>
                <a:pathLst>
                  <a:path extrusionOk="0" h="195579" w="43179">
                    <a:moveTo>
                      <a:pt x="0" y="0"/>
                    </a:moveTo>
                    <a:lnTo>
                      <a:pt x="1809" y="25669"/>
                    </a:lnTo>
                    <a:lnTo>
                      <a:pt x="3047" y="52197"/>
                    </a:lnTo>
                    <a:lnTo>
                      <a:pt x="4286" y="79295"/>
                    </a:lnTo>
                    <a:lnTo>
                      <a:pt x="6095" y="106680"/>
                    </a:lnTo>
                    <a:lnTo>
                      <a:pt x="6143" y="122681"/>
                    </a:lnTo>
                    <a:lnTo>
                      <a:pt x="6476" y="138683"/>
                    </a:lnTo>
                    <a:lnTo>
                      <a:pt x="7381" y="154685"/>
                    </a:lnTo>
                    <a:lnTo>
                      <a:pt x="9143" y="170688"/>
                    </a:lnTo>
                    <a:lnTo>
                      <a:pt x="9143" y="176784"/>
                    </a:lnTo>
                    <a:lnTo>
                      <a:pt x="12191" y="185928"/>
                    </a:lnTo>
                    <a:lnTo>
                      <a:pt x="15239" y="182880"/>
                    </a:lnTo>
                    <a:lnTo>
                      <a:pt x="15239" y="179832"/>
                    </a:lnTo>
                    <a:lnTo>
                      <a:pt x="15239" y="176784"/>
                    </a:lnTo>
                    <a:lnTo>
                      <a:pt x="15239" y="173736"/>
                    </a:lnTo>
                  </a:path>
                  <a:path extrusionOk="0" h="195579" w="43179">
                    <a:moveTo>
                      <a:pt x="39623" y="0"/>
                    </a:moveTo>
                    <a:lnTo>
                      <a:pt x="40100" y="41624"/>
                    </a:lnTo>
                    <a:lnTo>
                      <a:pt x="41147" y="83820"/>
                    </a:lnTo>
                    <a:lnTo>
                      <a:pt x="42195" y="126015"/>
                    </a:lnTo>
                    <a:lnTo>
                      <a:pt x="42671" y="167640"/>
                    </a:lnTo>
                    <a:lnTo>
                      <a:pt x="42243" y="175355"/>
                    </a:lnTo>
                    <a:lnTo>
                      <a:pt x="41528" y="183642"/>
                    </a:lnTo>
                    <a:lnTo>
                      <a:pt x="41386" y="190785"/>
                    </a:lnTo>
                    <a:lnTo>
                      <a:pt x="42671" y="195072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86" name="Google Shape;1986;p15"/>
              <p:cNvPicPr preferRelativeResize="0"/>
              <p:nvPr/>
            </p:nvPicPr>
            <p:blipFill rotWithShape="1">
              <a:blip r:embed="rId50">
                <a:alphaModFix/>
              </a:blip>
              <a:srcRect b="0" l="0" r="0" t="0"/>
              <a:stretch/>
            </p:blipFill>
            <p:spPr>
              <a:xfrm>
                <a:off x="8586216" y="5900928"/>
                <a:ext cx="106678" cy="2133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7" name="Google Shape;1987;p15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8714232" y="6068568"/>
                <a:ext cx="155446" cy="1097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8" name="Google Shape;1988;p15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8903208" y="5807012"/>
                <a:ext cx="338326" cy="3127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89" name="Google Shape;1989;p15"/>
            <p:cNvSpPr/>
            <p:nvPr/>
          </p:nvSpPr>
          <p:spPr>
            <a:xfrm>
              <a:off x="7234666" y="4419600"/>
              <a:ext cx="38100" cy="1661160"/>
            </a:xfrm>
            <a:custGeom>
              <a:rect b="b" l="l" r="r" t="t"/>
              <a:pathLst>
                <a:path extrusionOk="0" h="1661160" w="38100">
                  <a:moveTo>
                    <a:pt x="16525" y="0"/>
                  </a:moveTo>
                  <a:lnTo>
                    <a:pt x="16525" y="13715"/>
                  </a:lnTo>
                  <a:lnTo>
                    <a:pt x="16525" y="27431"/>
                  </a:lnTo>
                  <a:lnTo>
                    <a:pt x="16525" y="41147"/>
                  </a:lnTo>
                  <a:lnTo>
                    <a:pt x="16525" y="54863"/>
                  </a:lnTo>
                  <a:lnTo>
                    <a:pt x="19288" y="73199"/>
                  </a:lnTo>
                  <a:lnTo>
                    <a:pt x="25955" y="111013"/>
                  </a:lnTo>
                  <a:lnTo>
                    <a:pt x="32289" y="159019"/>
                  </a:lnTo>
                  <a:lnTo>
                    <a:pt x="36004" y="217217"/>
                  </a:lnTo>
                  <a:lnTo>
                    <a:pt x="37861" y="246887"/>
                  </a:lnTo>
                  <a:lnTo>
                    <a:pt x="37861" y="282987"/>
                  </a:lnTo>
                  <a:lnTo>
                    <a:pt x="37861" y="318515"/>
                  </a:lnTo>
                  <a:lnTo>
                    <a:pt x="37861" y="354044"/>
                  </a:lnTo>
                  <a:lnTo>
                    <a:pt x="37861" y="390143"/>
                  </a:lnTo>
                  <a:lnTo>
                    <a:pt x="35528" y="439959"/>
                  </a:lnTo>
                  <a:lnTo>
                    <a:pt x="32908" y="489203"/>
                  </a:lnTo>
                  <a:lnTo>
                    <a:pt x="29718" y="538448"/>
                  </a:lnTo>
                  <a:lnTo>
                    <a:pt x="25669" y="588263"/>
                  </a:lnTo>
                  <a:lnTo>
                    <a:pt x="23383" y="629411"/>
                  </a:lnTo>
                  <a:lnTo>
                    <a:pt x="21097" y="670559"/>
                  </a:lnTo>
                  <a:lnTo>
                    <a:pt x="18811" y="711707"/>
                  </a:lnTo>
                  <a:lnTo>
                    <a:pt x="16525" y="752855"/>
                  </a:lnTo>
                  <a:lnTo>
                    <a:pt x="14763" y="792194"/>
                  </a:lnTo>
                  <a:lnTo>
                    <a:pt x="13858" y="832103"/>
                  </a:lnTo>
                  <a:lnTo>
                    <a:pt x="13525" y="872013"/>
                  </a:lnTo>
                  <a:lnTo>
                    <a:pt x="13477" y="911351"/>
                  </a:lnTo>
                  <a:lnTo>
                    <a:pt x="13001" y="950690"/>
                  </a:lnTo>
                  <a:lnTo>
                    <a:pt x="11953" y="990599"/>
                  </a:lnTo>
                  <a:lnTo>
                    <a:pt x="10906" y="1030509"/>
                  </a:lnTo>
                  <a:lnTo>
                    <a:pt x="10429" y="1069847"/>
                  </a:lnTo>
                  <a:lnTo>
                    <a:pt x="9953" y="1106900"/>
                  </a:lnTo>
                  <a:lnTo>
                    <a:pt x="8905" y="1144523"/>
                  </a:lnTo>
                  <a:lnTo>
                    <a:pt x="7858" y="1182147"/>
                  </a:lnTo>
                  <a:lnTo>
                    <a:pt x="7381" y="1219199"/>
                  </a:lnTo>
                  <a:lnTo>
                    <a:pt x="5143" y="1251203"/>
                  </a:lnTo>
                  <a:lnTo>
                    <a:pt x="3190" y="1283208"/>
                  </a:lnTo>
                  <a:lnTo>
                    <a:pt x="1809" y="1315212"/>
                  </a:lnTo>
                  <a:lnTo>
                    <a:pt x="1285" y="1347215"/>
                  </a:lnTo>
                  <a:lnTo>
                    <a:pt x="857" y="1387030"/>
                  </a:lnTo>
                  <a:lnTo>
                    <a:pt x="142" y="1427987"/>
                  </a:lnTo>
                  <a:lnTo>
                    <a:pt x="0" y="1468945"/>
                  </a:lnTo>
                  <a:lnTo>
                    <a:pt x="1285" y="1508759"/>
                  </a:lnTo>
                  <a:lnTo>
                    <a:pt x="3571" y="1524761"/>
                  </a:lnTo>
                  <a:lnTo>
                    <a:pt x="5857" y="1540763"/>
                  </a:lnTo>
                  <a:lnTo>
                    <a:pt x="8143" y="1556765"/>
                  </a:lnTo>
                  <a:lnTo>
                    <a:pt x="10429" y="1572767"/>
                  </a:lnTo>
                  <a:lnTo>
                    <a:pt x="12715" y="1584150"/>
                  </a:lnTo>
                  <a:lnTo>
                    <a:pt x="15001" y="1595246"/>
                  </a:lnTo>
                  <a:lnTo>
                    <a:pt x="17287" y="1605772"/>
                  </a:lnTo>
                  <a:lnTo>
                    <a:pt x="19573" y="1615439"/>
                  </a:lnTo>
                  <a:lnTo>
                    <a:pt x="21812" y="1624060"/>
                  </a:lnTo>
                  <a:lnTo>
                    <a:pt x="23764" y="1631822"/>
                  </a:lnTo>
                  <a:lnTo>
                    <a:pt x="25146" y="1639014"/>
                  </a:lnTo>
                  <a:lnTo>
                    <a:pt x="25669" y="1645919"/>
                  </a:lnTo>
                  <a:lnTo>
                    <a:pt x="28717" y="1648967"/>
                  </a:lnTo>
                  <a:lnTo>
                    <a:pt x="28717" y="1655063"/>
                  </a:lnTo>
                  <a:lnTo>
                    <a:pt x="28717" y="1658111"/>
                  </a:lnTo>
                  <a:lnTo>
                    <a:pt x="28717" y="1661159"/>
                  </a:lnTo>
                  <a:lnTo>
                    <a:pt x="28717" y="1658111"/>
                  </a:lnTo>
                  <a:lnTo>
                    <a:pt x="28717" y="1655063"/>
                  </a:lnTo>
                  <a:lnTo>
                    <a:pt x="28717" y="1652015"/>
                  </a:lnTo>
                  <a:lnTo>
                    <a:pt x="25669" y="1648967"/>
                  </a:lnTo>
                  <a:lnTo>
                    <a:pt x="25669" y="1645919"/>
                  </a:lnTo>
                  <a:lnTo>
                    <a:pt x="25669" y="1639823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90" name="Google Shape;1990;p15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7488936" y="4678680"/>
              <a:ext cx="147493" cy="165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1" name="Google Shape;1991;p15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7488936" y="4538472"/>
              <a:ext cx="103630" cy="822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2" name="Google Shape;1992;p15"/>
            <p:cNvSpPr/>
            <p:nvPr/>
          </p:nvSpPr>
          <p:spPr>
            <a:xfrm>
              <a:off x="9015983" y="4706111"/>
              <a:ext cx="94615" cy="9525"/>
            </a:xfrm>
            <a:custGeom>
              <a:rect b="b" l="l" r="r" t="t"/>
              <a:pathLst>
                <a:path extrusionOk="0" h="9525" w="94615">
                  <a:moveTo>
                    <a:pt x="0" y="9144"/>
                  </a:moveTo>
                  <a:lnTo>
                    <a:pt x="13239" y="8667"/>
                  </a:lnTo>
                  <a:lnTo>
                    <a:pt x="25908" y="7620"/>
                  </a:lnTo>
                  <a:lnTo>
                    <a:pt x="38576" y="6572"/>
                  </a:lnTo>
                  <a:lnTo>
                    <a:pt x="51815" y="6096"/>
                  </a:lnTo>
                  <a:lnTo>
                    <a:pt x="60959" y="4286"/>
                  </a:lnTo>
                  <a:lnTo>
                    <a:pt x="70103" y="3048"/>
                  </a:lnTo>
                  <a:lnTo>
                    <a:pt x="79247" y="1809"/>
                  </a:lnTo>
                  <a:lnTo>
                    <a:pt x="88391" y="0"/>
                  </a:lnTo>
                  <a:lnTo>
                    <a:pt x="91440" y="0"/>
                  </a:lnTo>
                  <a:lnTo>
                    <a:pt x="94487" y="0"/>
                  </a:lnTo>
                  <a:lnTo>
                    <a:pt x="88391" y="0"/>
                  </a:lnTo>
                  <a:lnTo>
                    <a:pt x="82296" y="0"/>
                  </a:lnTo>
                  <a:lnTo>
                    <a:pt x="76200" y="3048"/>
                  </a:lnTo>
                  <a:lnTo>
                    <a:pt x="70103" y="3048"/>
                  </a:lnTo>
                  <a:lnTo>
                    <a:pt x="64007" y="3048"/>
                  </a:lnTo>
                  <a:lnTo>
                    <a:pt x="57912" y="3048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3" name="Google Shape;1993;p15"/>
          <p:cNvGrpSpPr/>
          <p:nvPr/>
        </p:nvGrpSpPr>
        <p:grpSpPr>
          <a:xfrm>
            <a:off x="1352550" y="4599119"/>
            <a:ext cx="4515432" cy="2549202"/>
            <a:chOff x="4419600" y="4377690"/>
            <a:chExt cx="2543683" cy="1593850"/>
          </a:xfrm>
        </p:grpSpPr>
        <p:grpSp>
          <p:nvGrpSpPr>
            <p:cNvPr id="1994" name="Google Shape;1994;p15"/>
            <p:cNvGrpSpPr/>
            <p:nvPr/>
          </p:nvGrpSpPr>
          <p:grpSpPr>
            <a:xfrm>
              <a:off x="4419600" y="4377690"/>
              <a:ext cx="728980" cy="353314"/>
              <a:chOff x="4419600" y="4377690"/>
              <a:chExt cx="728980" cy="353314"/>
            </a:xfrm>
          </p:grpSpPr>
          <p:pic>
            <p:nvPicPr>
              <p:cNvPr id="1995" name="Google Shape;1995;p15"/>
              <p:cNvPicPr preferRelativeResize="0"/>
              <p:nvPr/>
            </p:nvPicPr>
            <p:blipFill rotWithShape="1">
              <a:blip r:embed="rId55">
                <a:alphaModFix/>
              </a:blip>
              <a:srcRect b="0" l="0" r="0" t="0"/>
              <a:stretch/>
            </p:blipFill>
            <p:spPr>
              <a:xfrm>
                <a:off x="4419600" y="4501896"/>
                <a:ext cx="124966" cy="2133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6" name="Google Shape;1996;p15"/>
              <p:cNvSpPr/>
              <p:nvPr/>
            </p:nvSpPr>
            <p:spPr>
              <a:xfrm>
                <a:off x="4587240" y="4443984"/>
                <a:ext cx="73660" cy="287020"/>
              </a:xfrm>
              <a:custGeom>
                <a:rect b="b" l="l" r="r" t="t"/>
                <a:pathLst>
                  <a:path extrusionOk="0" h="287020" w="73660">
                    <a:moveTo>
                      <a:pt x="57912" y="0"/>
                    </a:moveTo>
                    <a:lnTo>
                      <a:pt x="57912" y="0"/>
                    </a:lnTo>
                    <a:lnTo>
                      <a:pt x="6096" y="0"/>
                    </a:lnTo>
                    <a:lnTo>
                      <a:pt x="3048" y="3048"/>
                    </a:lnTo>
                    <a:lnTo>
                      <a:pt x="0" y="6095"/>
                    </a:lnTo>
                    <a:lnTo>
                      <a:pt x="3048" y="21336"/>
                    </a:lnTo>
                    <a:lnTo>
                      <a:pt x="3048" y="24383"/>
                    </a:lnTo>
                    <a:lnTo>
                      <a:pt x="7620" y="40385"/>
                    </a:lnTo>
                    <a:lnTo>
                      <a:pt x="12192" y="56387"/>
                    </a:lnTo>
                    <a:lnTo>
                      <a:pt x="16764" y="72389"/>
                    </a:lnTo>
                    <a:lnTo>
                      <a:pt x="21336" y="88392"/>
                    </a:lnTo>
                    <a:lnTo>
                      <a:pt x="30099" y="131444"/>
                    </a:lnTo>
                    <a:lnTo>
                      <a:pt x="36575" y="176784"/>
                    </a:lnTo>
                    <a:lnTo>
                      <a:pt x="37052" y="199596"/>
                    </a:lnTo>
                    <a:lnTo>
                      <a:pt x="38100" y="222123"/>
                    </a:lnTo>
                    <a:lnTo>
                      <a:pt x="39147" y="244078"/>
                    </a:lnTo>
                    <a:lnTo>
                      <a:pt x="39624" y="265176"/>
                    </a:lnTo>
                    <a:lnTo>
                      <a:pt x="39624" y="274320"/>
                    </a:lnTo>
                    <a:lnTo>
                      <a:pt x="39624" y="280416"/>
                    </a:lnTo>
                    <a:lnTo>
                      <a:pt x="39624" y="286512"/>
                    </a:lnTo>
                    <a:lnTo>
                      <a:pt x="45720" y="286512"/>
                    </a:lnTo>
                    <a:lnTo>
                      <a:pt x="51815" y="286512"/>
                    </a:lnTo>
                    <a:lnTo>
                      <a:pt x="57912" y="286512"/>
                    </a:lnTo>
                    <a:lnTo>
                      <a:pt x="64008" y="286512"/>
                    </a:lnTo>
                    <a:lnTo>
                      <a:pt x="67056" y="286512"/>
                    </a:lnTo>
                    <a:lnTo>
                      <a:pt x="73151" y="2865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997" name="Google Shape;1997;p15"/>
              <p:cNvPicPr preferRelativeResize="0"/>
              <p:nvPr/>
            </p:nvPicPr>
            <p:blipFill rotWithShape="1">
              <a:blip r:embed="rId56">
                <a:alphaModFix/>
              </a:blip>
              <a:srcRect b="0" l="0" r="0" t="0"/>
              <a:stretch/>
            </p:blipFill>
            <p:spPr>
              <a:xfrm>
                <a:off x="4712208" y="4392168"/>
                <a:ext cx="131062" cy="2651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8" name="Google Shape;1998;p15"/>
              <p:cNvPicPr preferRelativeResize="0"/>
              <p:nvPr/>
            </p:nvPicPr>
            <p:blipFill rotWithShape="1">
              <a:blip r:embed="rId57">
                <a:alphaModFix/>
              </a:blip>
              <a:srcRect b="0" l="0" r="0" t="0"/>
              <a:stretch/>
            </p:blipFill>
            <p:spPr>
              <a:xfrm>
                <a:off x="4867656" y="4590288"/>
                <a:ext cx="173734" cy="115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9" name="Google Shape;1999;p15"/>
              <p:cNvSpPr/>
              <p:nvPr/>
            </p:nvSpPr>
            <p:spPr>
              <a:xfrm>
                <a:off x="5013960" y="4377690"/>
                <a:ext cx="134620" cy="349885"/>
              </a:xfrm>
              <a:custGeom>
                <a:rect b="b" l="l" r="r" t="t"/>
                <a:pathLst>
                  <a:path extrusionOk="0" h="349885" w="134620">
                    <a:moveTo>
                      <a:pt x="0" y="23622"/>
                    </a:moveTo>
                    <a:lnTo>
                      <a:pt x="32718" y="571"/>
                    </a:lnTo>
                    <a:lnTo>
                      <a:pt x="43052" y="0"/>
                    </a:lnTo>
                    <a:lnTo>
                      <a:pt x="53959" y="571"/>
                    </a:lnTo>
                    <a:lnTo>
                      <a:pt x="93583" y="31432"/>
                    </a:lnTo>
                    <a:lnTo>
                      <a:pt x="112394" y="83058"/>
                    </a:lnTo>
                    <a:lnTo>
                      <a:pt x="121919" y="121158"/>
                    </a:lnTo>
                    <a:lnTo>
                      <a:pt x="129159" y="166878"/>
                    </a:lnTo>
                    <a:lnTo>
                      <a:pt x="134112" y="212598"/>
                    </a:lnTo>
                    <a:lnTo>
                      <a:pt x="134112" y="230886"/>
                    </a:lnTo>
                    <a:lnTo>
                      <a:pt x="134112" y="249174"/>
                    </a:lnTo>
                    <a:lnTo>
                      <a:pt x="134112" y="267462"/>
                    </a:lnTo>
                    <a:lnTo>
                      <a:pt x="134112" y="285750"/>
                    </a:lnTo>
                    <a:lnTo>
                      <a:pt x="133540" y="297084"/>
                    </a:lnTo>
                    <a:lnTo>
                      <a:pt x="118062" y="332946"/>
                    </a:lnTo>
                    <a:lnTo>
                      <a:pt x="94487" y="343662"/>
                    </a:lnTo>
                    <a:lnTo>
                      <a:pt x="88391" y="346710"/>
                    </a:lnTo>
                    <a:lnTo>
                      <a:pt x="79248" y="349758"/>
                    </a:lnTo>
                    <a:lnTo>
                      <a:pt x="76200" y="340614"/>
                    </a:lnTo>
                    <a:lnTo>
                      <a:pt x="76200" y="337566"/>
                    </a:lnTo>
                    <a:lnTo>
                      <a:pt x="76200" y="334518"/>
                    </a:lnTo>
                    <a:lnTo>
                      <a:pt x="76200" y="331470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0" name="Google Shape;2000;p15"/>
            <p:cNvSpPr/>
            <p:nvPr/>
          </p:nvSpPr>
          <p:spPr>
            <a:xfrm>
              <a:off x="5321808" y="4486655"/>
              <a:ext cx="67310" cy="73660"/>
            </a:xfrm>
            <a:custGeom>
              <a:rect b="b" l="l" r="r" t="t"/>
              <a:pathLst>
                <a:path extrusionOk="0" h="73660" w="67310">
                  <a:moveTo>
                    <a:pt x="0" y="0"/>
                  </a:moveTo>
                  <a:lnTo>
                    <a:pt x="8667" y="1762"/>
                  </a:lnTo>
                  <a:lnTo>
                    <a:pt x="16763" y="2667"/>
                  </a:lnTo>
                  <a:lnTo>
                    <a:pt x="24860" y="3000"/>
                  </a:lnTo>
                  <a:lnTo>
                    <a:pt x="33527" y="3048"/>
                  </a:lnTo>
                  <a:lnTo>
                    <a:pt x="39624" y="3048"/>
                  </a:lnTo>
                  <a:lnTo>
                    <a:pt x="45719" y="6096"/>
                  </a:lnTo>
                  <a:lnTo>
                    <a:pt x="48767" y="6096"/>
                  </a:lnTo>
                </a:path>
                <a:path extrusionOk="0" h="73660" w="67310">
                  <a:moveTo>
                    <a:pt x="12191" y="67056"/>
                  </a:moveTo>
                  <a:lnTo>
                    <a:pt x="21383" y="69294"/>
                  </a:lnTo>
                  <a:lnTo>
                    <a:pt x="30861" y="71247"/>
                  </a:lnTo>
                  <a:lnTo>
                    <a:pt x="40909" y="72628"/>
                  </a:lnTo>
                  <a:lnTo>
                    <a:pt x="51815" y="73152"/>
                  </a:lnTo>
                  <a:lnTo>
                    <a:pt x="57912" y="73152"/>
                  </a:lnTo>
                  <a:lnTo>
                    <a:pt x="60959" y="73152"/>
                  </a:lnTo>
                  <a:lnTo>
                    <a:pt x="67055" y="73152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01" name="Google Shape;2001;p15"/>
            <p:cNvPicPr preferRelativeResize="0"/>
            <p:nvPr/>
          </p:nvPicPr>
          <p:blipFill rotWithShape="1">
            <a:blip r:embed="rId58">
              <a:alphaModFix/>
            </a:blip>
            <a:srcRect b="0" l="0" r="0" t="0"/>
            <a:stretch/>
          </p:blipFill>
          <p:spPr>
            <a:xfrm>
              <a:off x="5574792" y="4456176"/>
              <a:ext cx="152398" cy="142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2" name="Google Shape;2002;p15"/>
            <p:cNvPicPr preferRelativeResize="0"/>
            <p:nvPr/>
          </p:nvPicPr>
          <p:blipFill rotWithShape="1">
            <a:blip r:embed="rId59">
              <a:alphaModFix/>
            </a:blip>
            <a:srcRect b="0" l="0" r="0" t="0"/>
            <a:stretch/>
          </p:blipFill>
          <p:spPr>
            <a:xfrm>
              <a:off x="4456938" y="5084064"/>
              <a:ext cx="256030" cy="17182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03" name="Google Shape;2003;p15"/>
            <p:cNvGrpSpPr/>
            <p:nvPr/>
          </p:nvGrpSpPr>
          <p:grpSpPr>
            <a:xfrm>
              <a:off x="4786884" y="4965192"/>
              <a:ext cx="225931" cy="330327"/>
              <a:chOff x="4786884" y="4965192"/>
              <a:chExt cx="225931" cy="330327"/>
            </a:xfrm>
          </p:grpSpPr>
          <p:sp>
            <p:nvSpPr>
              <p:cNvPr id="2004" name="Google Shape;2004;p15"/>
              <p:cNvSpPr/>
              <p:nvPr/>
            </p:nvSpPr>
            <p:spPr>
              <a:xfrm>
                <a:off x="4786884" y="5007864"/>
                <a:ext cx="123825" cy="287655"/>
              </a:xfrm>
              <a:custGeom>
                <a:rect b="b" l="l" r="r" t="t"/>
                <a:pathLst>
                  <a:path extrusionOk="0" h="287654" w="123825">
                    <a:moveTo>
                      <a:pt x="28955" y="0"/>
                    </a:moveTo>
                    <a:lnTo>
                      <a:pt x="8381" y="32575"/>
                    </a:lnTo>
                    <a:lnTo>
                      <a:pt x="1142" y="78962"/>
                    </a:lnTo>
                    <a:lnTo>
                      <a:pt x="0" y="109727"/>
                    </a:lnTo>
                    <a:lnTo>
                      <a:pt x="1142" y="140493"/>
                    </a:lnTo>
                    <a:lnTo>
                      <a:pt x="8572" y="196215"/>
                    </a:lnTo>
                    <a:lnTo>
                      <a:pt x="26860" y="246125"/>
                    </a:lnTo>
                    <a:lnTo>
                      <a:pt x="50911" y="277939"/>
                    </a:lnTo>
                    <a:lnTo>
                      <a:pt x="75009" y="287083"/>
                    </a:lnTo>
                    <a:lnTo>
                      <a:pt x="89915" y="286512"/>
                    </a:lnTo>
                    <a:lnTo>
                      <a:pt x="101584" y="283892"/>
                    </a:lnTo>
                    <a:lnTo>
                      <a:pt x="110108" y="276987"/>
                    </a:lnTo>
                    <a:lnTo>
                      <a:pt x="116919" y="267223"/>
                    </a:lnTo>
                    <a:lnTo>
                      <a:pt x="123443" y="256031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05" name="Google Shape;2005;p15"/>
              <p:cNvPicPr preferRelativeResize="0"/>
              <p:nvPr/>
            </p:nvPicPr>
            <p:blipFill rotWithShape="1">
              <a:blip r:embed="rId60">
                <a:alphaModFix/>
              </a:blip>
              <a:srcRect b="0" l="0" r="0" t="0"/>
              <a:stretch/>
            </p:blipFill>
            <p:spPr>
              <a:xfrm>
                <a:off x="4898136" y="4965192"/>
                <a:ext cx="114679" cy="228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06" name="Google Shape;2006;p15"/>
            <p:cNvGrpSpPr/>
            <p:nvPr/>
          </p:nvGrpSpPr>
          <p:grpSpPr>
            <a:xfrm>
              <a:off x="5059680" y="4907280"/>
              <a:ext cx="272923" cy="332230"/>
              <a:chOff x="5059680" y="4907280"/>
              <a:chExt cx="272923" cy="332230"/>
            </a:xfrm>
          </p:grpSpPr>
          <p:pic>
            <p:nvPicPr>
              <p:cNvPr id="2007" name="Google Shape;2007;p15"/>
              <p:cNvPicPr preferRelativeResize="0"/>
              <p:nvPr/>
            </p:nvPicPr>
            <p:blipFill rotWithShape="1">
              <a:blip r:embed="rId61">
                <a:alphaModFix/>
              </a:blip>
              <a:srcRect b="0" l="0" r="0" t="0"/>
              <a:stretch/>
            </p:blipFill>
            <p:spPr>
              <a:xfrm>
                <a:off x="5059680" y="5111496"/>
                <a:ext cx="188974" cy="1280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8" name="Google Shape;2008;p15"/>
              <p:cNvSpPr/>
              <p:nvPr/>
            </p:nvSpPr>
            <p:spPr>
              <a:xfrm>
                <a:off x="5215128" y="4907280"/>
                <a:ext cx="117475" cy="314325"/>
              </a:xfrm>
              <a:custGeom>
                <a:rect b="b" l="l" r="r" t="t"/>
                <a:pathLst>
                  <a:path extrusionOk="0" h="314325" w="117475">
                    <a:moveTo>
                      <a:pt x="0" y="0"/>
                    </a:moveTo>
                    <a:lnTo>
                      <a:pt x="34671" y="30099"/>
                    </a:lnTo>
                    <a:lnTo>
                      <a:pt x="67056" y="67056"/>
                    </a:lnTo>
                    <a:lnTo>
                      <a:pt x="90297" y="108585"/>
                    </a:lnTo>
                    <a:lnTo>
                      <a:pt x="106680" y="152400"/>
                    </a:lnTo>
                    <a:lnTo>
                      <a:pt x="115824" y="193929"/>
                    </a:lnTo>
                    <a:lnTo>
                      <a:pt x="116966" y="216265"/>
                    </a:lnTo>
                    <a:lnTo>
                      <a:pt x="115824" y="237744"/>
                    </a:lnTo>
                    <a:lnTo>
                      <a:pt x="103822" y="288321"/>
                    </a:lnTo>
                    <a:lnTo>
                      <a:pt x="94487" y="310895"/>
                    </a:lnTo>
                    <a:lnTo>
                      <a:pt x="91439" y="313944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9" name="Google Shape;2009;p15"/>
            <p:cNvSpPr/>
            <p:nvPr/>
          </p:nvSpPr>
          <p:spPr>
            <a:xfrm>
              <a:off x="5480303" y="5027914"/>
              <a:ext cx="94615" cy="53340"/>
            </a:xfrm>
            <a:custGeom>
              <a:rect b="b" l="l" r="r" t="t"/>
              <a:pathLst>
                <a:path extrusionOk="0" h="53339" w="94614">
                  <a:moveTo>
                    <a:pt x="0" y="1285"/>
                  </a:moveTo>
                  <a:lnTo>
                    <a:pt x="10477" y="2571"/>
                  </a:lnTo>
                  <a:lnTo>
                    <a:pt x="19812" y="2428"/>
                  </a:lnTo>
                  <a:lnTo>
                    <a:pt x="29146" y="1714"/>
                  </a:lnTo>
                  <a:lnTo>
                    <a:pt x="39624" y="1285"/>
                  </a:lnTo>
                  <a:lnTo>
                    <a:pt x="48768" y="0"/>
                  </a:lnTo>
                  <a:lnTo>
                    <a:pt x="57912" y="142"/>
                  </a:lnTo>
                  <a:lnTo>
                    <a:pt x="67056" y="857"/>
                  </a:lnTo>
                  <a:lnTo>
                    <a:pt x="76200" y="1285"/>
                  </a:lnTo>
                  <a:lnTo>
                    <a:pt x="79248" y="1285"/>
                  </a:lnTo>
                </a:path>
                <a:path extrusionOk="0" h="53339" w="94614">
                  <a:moveTo>
                    <a:pt x="39624" y="50053"/>
                  </a:moveTo>
                  <a:lnTo>
                    <a:pt x="48720" y="51815"/>
                  </a:lnTo>
                  <a:lnTo>
                    <a:pt x="57531" y="52720"/>
                  </a:lnTo>
                  <a:lnTo>
                    <a:pt x="65770" y="53054"/>
                  </a:lnTo>
                  <a:lnTo>
                    <a:pt x="73151" y="53101"/>
                  </a:lnTo>
                  <a:lnTo>
                    <a:pt x="82296" y="50053"/>
                  </a:lnTo>
                  <a:lnTo>
                    <a:pt x="88392" y="50053"/>
                  </a:lnTo>
                  <a:lnTo>
                    <a:pt x="94487" y="47005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0" name="Google Shape;2010;p15"/>
            <p:cNvPicPr preferRelativeResize="0"/>
            <p:nvPr/>
          </p:nvPicPr>
          <p:blipFill rotWithShape="1">
            <a:blip r:embed="rId62">
              <a:alphaModFix/>
            </a:blip>
            <a:srcRect b="0" l="0" r="0" t="0"/>
            <a:stretch/>
          </p:blipFill>
          <p:spPr>
            <a:xfrm>
              <a:off x="5820680" y="4832223"/>
              <a:ext cx="202166" cy="2926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11" name="Google Shape;2011;p15"/>
            <p:cNvGrpSpPr/>
            <p:nvPr/>
          </p:nvGrpSpPr>
          <p:grpSpPr>
            <a:xfrm>
              <a:off x="6126480" y="4809744"/>
              <a:ext cx="365758" cy="371856"/>
              <a:chOff x="6126480" y="4809744"/>
              <a:chExt cx="365758" cy="371856"/>
            </a:xfrm>
          </p:grpSpPr>
          <p:pic>
            <p:nvPicPr>
              <p:cNvPr id="2012" name="Google Shape;2012;p15"/>
              <p:cNvPicPr preferRelativeResize="0"/>
              <p:nvPr/>
            </p:nvPicPr>
            <p:blipFill rotWithShape="1">
              <a:blip r:embed="rId63">
                <a:alphaModFix/>
              </a:blip>
              <a:srcRect b="0" l="0" r="0" t="0"/>
              <a:stretch/>
            </p:blipFill>
            <p:spPr>
              <a:xfrm>
                <a:off x="6160008" y="4809744"/>
                <a:ext cx="332230" cy="2743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13" name="Google Shape;2013;p15"/>
              <p:cNvSpPr/>
              <p:nvPr/>
            </p:nvSpPr>
            <p:spPr>
              <a:xfrm>
                <a:off x="6126480" y="4907280"/>
                <a:ext cx="116205" cy="274320"/>
              </a:xfrm>
              <a:custGeom>
                <a:rect b="b" l="l" r="r" t="t"/>
                <a:pathLst>
                  <a:path extrusionOk="0" h="274320" w="116204">
                    <a:moveTo>
                      <a:pt x="9144" y="0"/>
                    </a:moveTo>
                    <a:lnTo>
                      <a:pt x="3857" y="19192"/>
                    </a:lnTo>
                    <a:lnTo>
                      <a:pt x="1143" y="36956"/>
                    </a:lnTo>
                    <a:lnTo>
                      <a:pt x="142" y="55292"/>
                    </a:lnTo>
                    <a:lnTo>
                      <a:pt x="0" y="76200"/>
                    </a:lnTo>
                    <a:lnTo>
                      <a:pt x="619" y="103155"/>
                    </a:lnTo>
                    <a:lnTo>
                      <a:pt x="6429" y="155924"/>
                    </a:lnTo>
                    <a:lnTo>
                      <a:pt x="19716" y="202882"/>
                    </a:lnTo>
                    <a:lnTo>
                      <a:pt x="40481" y="239458"/>
                    </a:lnTo>
                    <a:lnTo>
                      <a:pt x="68675" y="265318"/>
                    </a:lnTo>
                    <a:lnTo>
                      <a:pt x="98583" y="273605"/>
                    </a:lnTo>
                    <a:lnTo>
                      <a:pt x="115824" y="274319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4" name="Google Shape;2014;p15"/>
            <p:cNvSpPr/>
            <p:nvPr/>
          </p:nvSpPr>
          <p:spPr>
            <a:xfrm>
              <a:off x="6477000" y="4666488"/>
              <a:ext cx="113030" cy="109855"/>
            </a:xfrm>
            <a:custGeom>
              <a:rect b="b" l="l" r="r" t="t"/>
              <a:pathLst>
                <a:path extrusionOk="0" h="109854" w="113029">
                  <a:moveTo>
                    <a:pt x="0" y="85343"/>
                  </a:moveTo>
                  <a:lnTo>
                    <a:pt x="9143" y="85296"/>
                  </a:lnTo>
                  <a:lnTo>
                    <a:pt x="18287" y="84962"/>
                  </a:lnTo>
                  <a:lnTo>
                    <a:pt x="27432" y="84058"/>
                  </a:lnTo>
                  <a:lnTo>
                    <a:pt x="36575" y="82295"/>
                  </a:lnTo>
                  <a:lnTo>
                    <a:pt x="39624" y="82295"/>
                  </a:lnTo>
                  <a:lnTo>
                    <a:pt x="51815" y="85343"/>
                  </a:lnTo>
                  <a:lnTo>
                    <a:pt x="54863" y="82295"/>
                  </a:lnTo>
                  <a:lnTo>
                    <a:pt x="57912" y="82295"/>
                  </a:lnTo>
                  <a:lnTo>
                    <a:pt x="57912" y="79247"/>
                  </a:lnTo>
                </a:path>
                <a:path extrusionOk="0" h="109854" w="113029">
                  <a:moveTo>
                    <a:pt x="103632" y="0"/>
                  </a:moveTo>
                  <a:lnTo>
                    <a:pt x="109727" y="42671"/>
                  </a:lnTo>
                  <a:lnTo>
                    <a:pt x="110204" y="55911"/>
                  </a:lnTo>
                  <a:lnTo>
                    <a:pt x="111251" y="68579"/>
                  </a:lnTo>
                  <a:lnTo>
                    <a:pt x="112299" y="81248"/>
                  </a:lnTo>
                  <a:lnTo>
                    <a:pt x="112775" y="94487"/>
                  </a:lnTo>
                  <a:lnTo>
                    <a:pt x="112775" y="100583"/>
                  </a:lnTo>
                  <a:lnTo>
                    <a:pt x="112775" y="103631"/>
                  </a:lnTo>
                  <a:lnTo>
                    <a:pt x="109727" y="109727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5" name="Google Shape;2015;p15"/>
            <p:cNvPicPr preferRelativeResize="0"/>
            <p:nvPr/>
          </p:nvPicPr>
          <p:blipFill rotWithShape="1">
            <a:blip r:embed="rId64">
              <a:alphaModFix/>
            </a:blip>
            <a:srcRect b="0" l="0" r="0" t="0"/>
            <a:stretch/>
          </p:blipFill>
          <p:spPr>
            <a:xfrm>
              <a:off x="4715256" y="5682615"/>
              <a:ext cx="380998" cy="178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6" name="Google Shape;2016;p15"/>
            <p:cNvSpPr/>
            <p:nvPr/>
          </p:nvSpPr>
          <p:spPr>
            <a:xfrm>
              <a:off x="5285232" y="5708903"/>
              <a:ext cx="91440" cy="70485"/>
            </a:xfrm>
            <a:custGeom>
              <a:rect b="b" l="l" r="r" t="t"/>
              <a:pathLst>
                <a:path extrusionOk="0" h="70485" w="91439">
                  <a:moveTo>
                    <a:pt x="0" y="6095"/>
                  </a:moveTo>
                  <a:lnTo>
                    <a:pt x="9620" y="6524"/>
                  </a:lnTo>
                  <a:lnTo>
                    <a:pt x="19812" y="7238"/>
                  </a:lnTo>
                  <a:lnTo>
                    <a:pt x="30003" y="7381"/>
                  </a:lnTo>
                  <a:lnTo>
                    <a:pt x="39623" y="6095"/>
                  </a:lnTo>
                  <a:lnTo>
                    <a:pt x="46481" y="5572"/>
                  </a:lnTo>
                  <a:lnTo>
                    <a:pt x="53339" y="4190"/>
                  </a:lnTo>
                  <a:lnTo>
                    <a:pt x="60198" y="2238"/>
                  </a:lnTo>
                  <a:lnTo>
                    <a:pt x="67055" y="0"/>
                  </a:lnTo>
                </a:path>
                <a:path extrusionOk="0" h="70485" w="91439">
                  <a:moveTo>
                    <a:pt x="24383" y="70103"/>
                  </a:moveTo>
                  <a:lnTo>
                    <a:pt x="64007" y="64007"/>
                  </a:lnTo>
                  <a:lnTo>
                    <a:pt x="70865" y="62198"/>
                  </a:lnTo>
                  <a:lnTo>
                    <a:pt x="77724" y="60959"/>
                  </a:lnTo>
                  <a:lnTo>
                    <a:pt x="84582" y="59721"/>
                  </a:lnTo>
                  <a:lnTo>
                    <a:pt x="91439" y="57912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7" name="Google Shape;2017;p15"/>
            <p:cNvGrpSpPr/>
            <p:nvPr/>
          </p:nvGrpSpPr>
          <p:grpSpPr>
            <a:xfrm>
              <a:off x="5781675" y="5513451"/>
              <a:ext cx="140587" cy="280795"/>
              <a:chOff x="5781675" y="5513451"/>
              <a:chExt cx="140587" cy="280795"/>
            </a:xfrm>
          </p:grpSpPr>
          <p:pic>
            <p:nvPicPr>
              <p:cNvPr id="2018" name="Google Shape;2018;p15"/>
              <p:cNvPicPr preferRelativeResize="0"/>
              <p:nvPr/>
            </p:nvPicPr>
            <p:blipFill rotWithShape="1">
              <a:blip r:embed="rId65">
                <a:alphaModFix/>
              </a:blip>
              <a:srcRect b="0" l="0" r="0" t="0"/>
              <a:stretch/>
            </p:blipFill>
            <p:spPr>
              <a:xfrm>
                <a:off x="5781675" y="5643705"/>
                <a:ext cx="94867" cy="1505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9" name="Google Shape;2019;p15"/>
              <p:cNvPicPr preferRelativeResize="0"/>
              <p:nvPr/>
            </p:nvPicPr>
            <p:blipFill rotWithShape="1">
              <a:blip r:embed="rId66">
                <a:alphaModFix/>
              </a:blip>
              <a:srcRect b="0" l="0" r="0" t="0"/>
              <a:stretch/>
            </p:blipFill>
            <p:spPr>
              <a:xfrm>
                <a:off x="5824728" y="5513451"/>
                <a:ext cx="97534" cy="8877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20" name="Google Shape;2020;p15"/>
            <p:cNvPicPr preferRelativeResize="0"/>
            <p:nvPr/>
          </p:nvPicPr>
          <p:blipFill rotWithShape="1">
            <a:blip r:embed="rId67">
              <a:alphaModFix/>
            </a:blip>
            <a:srcRect b="0" l="0" r="0" t="0"/>
            <a:stretch/>
          </p:blipFill>
          <p:spPr>
            <a:xfrm>
              <a:off x="6047232" y="5638800"/>
              <a:ext cx="335278" cy="1622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21" name="Google Shape;2021;p15"/>
            <p:cNvGrpSpPr/>
            <p:nvPr/>
          </p:nvGrpSpPr>
          <p:grpSpPr>
            <a:xfrm>
              <a:off x="6462522" y="5379719"/>
              <a:ext cx="500761" cy="382904"/>
              <a:chOff x="6462522" y="5379719"/>
              <a:chExt cx="500761" cy="382904"/>
            </a:xfrm>
          </p:grpSpPr>
          <p:sp>
            <p:nvSpPr>
              <p:cNvPr id="2022" name="Google Shape;2022;p15"/>
              <p:cNvSpPr/>
              <p:nvPr/>
            </p:nvSpPr>
            <p:spPr>
              <a:xfrm>
                <a:off x="6462522" y="5532119"/>
                <a:ext cx="90805" cy="230504"/>
              </a:xfrm>
              <a:custGeom>
                <a:rect b="b" l="l" r="r" t="t"/>
                <a:pathLst>
                  <a:path extrusionOk="0" h="230504" w="90804">
                    <a:moveTo>
                      <a:pt x="26669" y="0"/>
                    </a:moveTo>
                    <a:lnTo>
                      <a:pt x="4810" y="33004"/>
                    </a:lnTo>
                    <a:lnTo>
                      <a:pt x="0" y="86868"/>
                    </a:lnTo>
                    <a:lnTo>
                      <a:pt x="571" y="106203"/>
                    </a:lnTo>
                    <a:lnTo>
                      <a:pt x="9525" y="161162"/>
                    </a:lnTo>
                    <a:lnTo>
                      <a:pt x="28813" y="204549"/>
                    </a:lnTo>
                    <a:lnTo>
                      <a:pt x="54101" y="225552"/>
                    </a:lnTo>
                    <a:lnTo>
                      <a:pt x="61864" y="228981"/>
                    </a:lnTo>
                    <a:lnTo>
                      <a:pt x="70484" y="230124"/>
                    </a:lnTo>
                    <a:lnTo>
                      <a:pt x="78533" y="228981"/>
                    </a:lnTo>
                    <a:lnTo>
                      <a:pt x="84581" y="225552"/>
                    </a:lnTo>
                    <a:lnTo>
                      <a:pt x="87629" y="225552"/>
                    </a:lnTo>
                    <a:lnTo>
                      <a:pt x="87629" y="222504"/>
                    </a:lnTo>
                    <a:lnTo>
                      <a:pt x="90677" y="219456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23" name="Google Shape;2023;p15"/>
              <p:cNvPicPr preferRelativeResize="0"/>
              <p:nvPr/>
            </p:nvPicPr>
            <p:blipFill rotWithShape="1">
              <a:blip r:embed="rId68">
                <a:alphaModFix/>
              </a:blip>
              <a:srcRect b="0" l="0" r="0" t="0"/>
              <a:stretch/>
            </p:blipFill>
            <p:spPr>
              <a:xfrm>
                <a:off x="6580632" y="5495544"/>
                <a:ext cx="219454" cy="2316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24" name="Google Shape;2024;p15"/>
              <p:cNvSpPr/>
              <p:nvPr/>
            </p:nvSpPr>
            <p:spPr>
              <a:xfrm>
                <a:off x="6815328" y="5379719"/>
                <a:ext cx="147955" cy="344805"/>
              </a:xfrm>
              <a:custGeom>
                <a:rect b="b" l="l" r="r" t="t"/>
                <a:pathLst>
                  <a:path extrusionOk="0" h="344804" w="147954">
                    <a:moveTo>
                      <a:pt x="0" y="88392"/>
                    </a:moveTo>
                    <a:lnTo>
                      <a:pt x="33004" y="119681"/>
                    </a:lnTo>
                    <a:lnTo>
                      <a:pt x="56959" y="152209"/>
                    </a:lnTo>
                    <a:lnTo>
                      <a:pt x="75247" y="197929"/>
                    </a:lnTo>
                    <a:lnTo>
                      <a:pt x="82200" y="244840"/>
                    </a:lnTo>
                    <a:lnTo>
                      <a:pt x="82295" y="266319"/>
                    </a:lnTo>
                    <a:lnTo>
                      <a:pt x="80105" y="287226"/>
                    </a:lnTo>
                    <a:lnTo>
                      <a:pt x="68960" y="329564"/>
                    </a:lnTo>
                    <a:lnTo>
                      <a:pt x="54863" y="344424"/>
                    </a:lnTo>
                    <a:lnTo>
                      <a:pt x="51815" y="344424"/>
                    </a:lnTo>
                    <a:lnTo>
                      <a:pt x="48767" y="344424"/>
                    </a:lnTo>
                    <a:lnTo>
                      <a:pt x="51815" y="338328"/>
                    </a:lnTo>
                  </a:path>
                  <a:path extrusionOk="0" h="344804" w="147954">
                    <a:moveTo>
                      <a:pt x="64007" y="60960"/>
                    </a:moveTo>
                    <a:lnTo>
                      <a:pt x="72675" y="61388"/>
                    </a:lnTo>
                    <a:lnTo>
                      <a:pt x="80771" y="62103"/>
                    </a:lnTo>
                    <a:lnTo>
                      <a:pt x="88868" y="62245"/>
                    </a:lnTo>
                    <a:lnTo>
                      <a:pt x="97535" y="60960"/>
                    </a:lnTo>
                    <a:lnTo>
                      <a:pt x="103631" y="60960"/>
                    </a:lnTo>
                    <a:lnTo>
                      <a:pt x="109727" y="57912"/>
                    </a:lnTo>
                    <a:lnTo>
                      <a:pt x="112775" y="51816"/>
                    </a:lnTo>
                  </a:path>
                  <a:path extrusionOk="0" h="344804" w="147954">
                    <a:moveTo>
                      <a:pt x="146303" y="0"/>
                    </a:moveTo>
                    <a:lnTo>
                      <a:pt x="146303" y="13239"/>
                    </a:lnTo>
                    <a:lnTo>
                      <a:pt x="146303" y="25907"/>
                    </a:lnTo>
                    <a:lnTo>
                      <a:pt x="146303" y="38576"/>
                    </a:lnTo>
                    <a:lnTo>
                      <a:pt x="146303" y="51816"/>
                    </a:lnTo>
                    <a:lnTo>
                      <a:pt x="147542" y="58197"/>
                    </a:lnTo>
                    <a:lnTo>
                      <a:pt x="147065" y="64007"/>
                    </a:lnTo>
                    <a:lnTo>
                      <a:pt x="145446" y="69818"/>
                    </a:lnTo>
                    <a:lnTo>
                      <a:pt x="143255" y="76200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25" name="Google Shape;2025;p15"/>
            <p:cNvSpPr/>
            <p:nvPr/>
          </p:nvSpPr>
          <p:spPr>
            <a:xfrm>
              <a:off x="5806440" y="5907023"/>
              <a:ext cx="113030" cy="21590"/>
            </a:xfrm>
            <a:custGeom>
              <a:rect b="b" l="l" r="r" t="t"/>
              <a:pathLst>
                <a:path extrusionOk="0" h="21589" w="113029">
                  <a:moveTo>
                    <a:pt x="0" y="21336"/>
                  </a:moveTo>
                  <a:lnTo>
                    <a:pt x="17811" y="20288"/>
                  </a:lnTo>
                  <a:lnTo>
                    <a:pt x="35052" y="17526"/>
                  </a:lnTo>
                  <a:lnTo>
                    <a:pt x="52292" y="13620"/>
                  </a:lnTo>
                  <a:lnTo>
                    <a:pt x="70104" y="9144"/>
                  </a:lnTo>
                  <a:lnTo>
                    <a:pt x="79248" y="6858"/>
                  </a:lnTo>
                  <a:lnTo>
                    <a:pt x="88391" y="4572"/>
                  </a:lnTo>
                  <a:lnTo>
                    <a:pt x="97536" y="2286"/>
                  </a:lnTo>
                  <a:lnTo>
                    <a:pt x="106680" y="0"/>
                  </a:lnTo>
                  <a:lnTo>
                    <a:pt x="109727" y="0"/>
                  </a:lnTo>
                  <a:lnTo>
                    <a:pt x="112775" y="0"/>
                  </a:lnTo>
                  <a:lnTo>
                    <a:pt x="109727" y="0"/>
                  </a:lnTo>
                  <a:lnTo>
                    <a:pt x="106680" y="3048"/>
                  </a:lnTo>
                  <a:lnTo>
                    <a:pt x="103632" y="3048"/>
                  </a:lnTo>
                  <a:lnTo>
                    <a:pt x="100584" y="3048"/>
                  </a:lnTo>
                  <a:lnTo>
                    <a:pt x="97536" y="609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15"/>
            <p:cNvSpPr/>
            <p:nvPr/>
          </p:nvSpPr>
          <p:spPr>
            <a:xfrm>
              <a:off x="6108191" y="5836920"/>
              <a:ext cx="805180" cy="134620"/>
            </a:xfrm>
            <a:custGeom>
              <a:rect b="b" l="l" r="r" t="t"/>
              <a:pathLst>
                <a:path extrusionOk="0" h="134620" w="805179">
                  <a:moveTo>
                    <a:pt x="0" y="94487"/>
                  </a:moveTo>
                  <a:lnTo>
                    <a:pt x="42672" y="118872"/>
                  </a:lnTo>
                  <a:lnTo>
                    <a:pt x="74675" y="123443"/>
                  </a:lnTo>
                  <a:lnTo>
                    <a:pt x="90677" y="122300"/>
                  </a:lnTo>
                  <a:lnTo>
                    <a:pt x="106680" y="118872"/>
                  </a:lnTo>
                  <a:lnTo>
                    <a:pt x="138207" y="112871"/>
                  </a:lnTo>
                  <a:lnTo>
                    <a:pt x="169164" y="105156"/>
                  </a:lnTo>
                  <a:lnTo>
                    <a:pt x="200120" y="97440"/>
                  </a:lnTo>
                  <a:lnTo>
                    <a:pt x="231648" y="91440"/>
                  </a:lnTo>
                  <a:lnTo>
                    <a:pt x="250412" y="89725"/>
                  </a:lnTo>
                  <a:lnTo>
                    <a:pt x="269748" y="89154"/>
                  </a:lnTo>
                  <a:lnTo>
                    <a:pt x="289083" y="89725"/>
                  </a:lnTo>
                  <a:lnTo>
                    <a:pt x="307848" y="91440"/>
                  </a:lnTo>
                  <a:lnTo>
                    <a:pt x="321563" y="92487"/>
                  </a:lnTo>
                  <a:lnTo>
                    <a:pt x="335279" y="95250"/>
                  </a:lnTo>
                  <a:lnTo>
                    <a:pt x="348995" y="99155"/>
                  </a:lnTo>
                  <a:lnTo>
                    <a:pt x="362712" y="103631"/>
                  </a:lnTo>
                  <a:lnTo>
                    <a:pt x="369570" y="108204"/>
                  </a:lnTo>
                  <a:lnTo>
                    <a:pt x="376428" y="112776"/>
                  </a:lnTo>
                  <a:lnTo>
                    <a:pt x="383286" y="117348"/>
                  </a:lnTo>
                  <a:lnTo>
                    <a:pt x="390144" y="121919"/>
                  </a:lnTo>
                  <a:lnTo>
                    <a:pt x="393192" y="124968"/>
                  </a:lnTo>
                  <a:lnTo>
                    <a:pt x="396240" y="131063"/>
                  </a:lnTo>
                  <a:lnTo>
                    <a:pt x="399288" y="134112"/>
                  </a:lnTo>
                  <a:lnTo>
                    <a:pt x="402336" y="134112"/>
                  </a:lnTo>
                  <a:lnTo>
                    <a:pt x="407384" y="130397"/>
                  </a:lnTo>
                  <a:lnTo>
                    <a:pt x="413003" y="124968"/>
                  </a:lnTo>
                  <a:lnTo>
                    <a:pt x="418623" y="119538"/>
                  </a:lnTo>
                  <a:lnTo>
                    <a:pt x="423672" y="115824"/>
                  </a:lnTo>
                  <a:lnTo>
                    <a:pt x="461819" y="87963"/>
                  </a:lnTo>
                  <a:lnTo>
                    <a:pt x="516636" y="69723"/>
                  </a:lnTo>
                  <a:lnTo>
                    <a:pt x="557784" y="64007"/>
                  </a:lnTo>
                  <a:lnTo>
                    <a:pt x="597027" y="60960"/>
                  </a:lnTo>
                  <a:lnTo>
                    <a:pt x="615648" y="59721"/>
                  </a:lnTo>
                  <a:lnTo>
                    <a:pt x="633984" y="57912"/>
                  </a:lnTo>
                  <a:lnTo>
                    <a:pt x="649986" y="57912"/>
                  </a:lnTo>
                  <a:lnTo>
                    <a:pt x="665988" y="57912"/>
                  </a:lnTo>
                  <a:lnTo>
                    <a:pt x="681989" y="57912"/>
                  </a:lnTo>
                  <a:lnTo>
                    <a:pt x="697992" y="57912"/>
                  </a:lnTo>
                  <a:lnTo>
                    <a:pt x="710850" y="58293"/>
                  </a:lnTo>
                  <a:lnTo>
                    <a:pt x="752856" y="54863"/>
                  </a:lnTo>
                  <a:lnTo>
                    <a:pt x="786383" y="36575"/>
                  </a:lnTo>
                  <a:lnTo>
                    <a:pt x="792480" y="33528"/>
                  </a:lnTo>
                  <a:lnTo>
                    <a:pt x="798576" y="24384"/>
                  </a:lnTo>
                  <a:lnTo>
                    <a:pt x="801624" y="18287"/>
                  </a:lnTo>
                  <a:lnTo>
                    <a:pt x="804671" y="9143"/>
                  </a:lnTo>
                  <a:lnTo>
                    <a:pt x="798576" y="6096"/>
                  </a:lnTo>
                  <a:lnTo>
                    <a:pt x="792480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27" name="Google Shape;2027;p15"/>
          <p:cNvCxnSpPr/>
          <p:nvPr/>
        </p:nvCxnSpPr>
        <p:spPr>
          <a:xfrm flipH="1" rot="10800000">
            <a:off x="527105" y="3810000"/>
            <a:ext cx="8613784" cy="76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2" name="Google Shape;2032;p16"/>
          <p:cNvGrpSpPr/>
          <p:nvPr/>
        </p:nvGrpSpPr>
        <p:grpSpPr>
          <a:xfrm>
            <a:off x="762000" y="990600"/>
            <a:ext cx="8423490" cy="1734557"/>
            <a:chOff x="2620492" y="4909963"/>
            <a:chExt cx="6578396" cy="939935"/>
          </a:xfrm>
        </p:grpSpPr>
        <p:sp>
          <p:nvSpPr>
            <p:cNvPr id="2033" name="Google Shape;2033;p16"/>
            <p:cNvSpPr/>
            <p:nvPr/>
          </p:nvSpPr>
          <p:spPr>
            <a:xfrm>
              <a:off x="3099053" y="5329713"/>
              <a:ext cx="109220" cy="133985"/>
            </a:xfrm>
            <a:custGeom>
              <a:rect b="b" l="l" r="r" t="t"/>
              <a:pathLst>
                <a:path extrusionOk="0" h="133985" w="109219">
                  <a:moveTo>
                    <a:pt x="89154" y="22574"/>
                  </a:moveTo>
                  <a:lnTo>
                    <a:pt x="86106" y="12668"/>
                  </a:lnTo>
                  <a:lnTo>
                    <a:pt x="82296" y="6572"/>
                  </a:lnTo>
                  <a:lnTo>
                    <a:pt x="80010" y="3524"/>
                  </a:lnTo>
                  <a:lnTo>
                    <a:pt x="75438" y="2000"/>
                  </a:lnTo>
                  <a:lnTo>
                    <a:pt x="71628" y="1238"/>
                  </a:lnTo>
                  <a:lnTo>
                    <a:pt x="63960" y="369"/>
                  </a:lnTo>
                  <a:lnTo>
                    <a:pt x="56007" y="0"/>
                  </a:lnTo>
                  <a:lnTo>
                    <a:pt x="48053" y="59"/>
                  </a:lnTo>
                  <a:lnTo>
                    <a:pt x="9906" y="19526"/>
                  </a:lnTo>
                  <a:lnTo>
                    <a:pt x="0" y="69056"/>
                  </a:lnTo>
                  <a:lnTo>
                    <a:pt x="583" y="82093"/>
                  </a:lnTo>
                  <a:lnTo>
                    <a:pt x="24610" y="121693"/>
                  </a:lnTo>
                  <a:lnTo>
                    <a:pt x="61817" y="133528"/>
                  </a:lnTo>
                  <a:lnTo>
                    <a:pt x="71056" y="133540"/>
                  </a:lnTo>
                  <a:lnTo>
                    <a:pt x="80010" y="131980"/>
                  </a:lnTo>
                  <a:lnTo>
                    <a:pt x="88392" y="128492"/>
                  </a:lnTo>
                  <a:lnTo>
                    <a:pt x="94607" y="124646"/>
                  </a:lnTo>
                  <a:lnTo>
                    <a:pt x="99822" y="120015"/>
                  </a:lnTo>
                  <a:lnTo>
                    <a:pt x="104465" y="114669"/>
                  </a:lnTo>
                  <a:lnTo>
                    <a:pt x="108966" y="10868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16"/>
            <p:cNvSpPr/>
            <p:nvPr/>
          </p:nvSpPr>
          <p:spPr>
            <a:xfrm>
              <a:off x="3236213" y="5337047"/>
              <a:ext cx="26034" cy="129539"/>
            </a:xfrm>
            <a:custGeom>
              <a:rect b="b" l="l" r="r" t="t"/>
              <a:pathLst>
                <a:path extrusionOk="0" h="129539" w="26035">
                  <a:moveTo>
                    <a:pt x="0" y="0"/>
                  </a:moveTo>
                  <a:lnTo>
                    <a:pt x="19050" y="47243"/>
                  </a:lnTo>
                  <a:lnTo>
                    <a:pt x="24765" y="85058"/>
                  </a:lnTo>
                  <a:lnTo>
                    <a:pt x="25908" y="123444"/>
                  </a:lnTo>
                  <a:lnTo>
                    <a:pt x="25908" y="127254"/>
                  </a:lnTo>
                  <a:lnTo>
                    <a:pt x="25908" y="129539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16"/>
            <p:cNvSpPr/>
            <p:nvPr/>
          </p:nvSpPr>
          <p:spPr>
            <a:xfrm>
              <a:off x="3238499" y="5328249"/>
              <a:ext cx="91440" cy="130175"/>
            </a:xfrm>
            <a:custGeom>
              <a:rect b="b" l="l" r="r" t="t"/>
              <a:pathLst>
                <a:path extrusionOk="0" h="130175" w="91439">
                  <a:moveTo>
                    <a:pt x="0" y="8036"/>
                  </a:moveTo>
                  <a:lnTo>
                    <a:pt x="11310" y="3548"/>
                  </a:lnTo>
                  <a:lnTo>
                    <a:pt x="21907" y="702"/>
                  </a:lnTo>
                  <a:lnTo>
                    <a:pt x="32789" y="0"/>
                  </a:lnTo>
                  <a:lnTo>
                    <a:pt x="44958" y="1940"/>
                  </a:lnTo>
                  <a:lnTo>
                    <a:pt x="70949" y="32563"/>
                  </a:lnTo>
                  <a:lnTo>
                    <a:pt x="70008" y="40802"/>
                  </a:lnTo>
                  <a:lnTo>
                    <a:pt x="44267" y="69532"/>
                  </a:lnTo>
                  <a:lnTo>
                    <a:pt x="35052" y="73568"/>
                  </a:lnTo>
                  <a:lnTo>
                    <a:pt x="34290" y="73568"/>
                  </a:lnTo>
                  <a:lnTo>
                    <a:pt x="32004" y="74330"/>
                  </a:lnTo>
                  <a:lnTo>
                    <a:pt x="34290" y="75854"/>
                  </a:lnTo>
                  <a:lnTo>
                    <a:pt x="37338" y="77378"/>
                  </a:lnTo>
                  <a:lnTo>
                    <a:pt x="39624" y="78902"/>
                  </a:lnTo>
                  <a:lnTo>
                    <a:pt x="73342" y="108334"/>
                  </a:lnTo>
                  <a:lnTo>
                    <a:pt x="86868" y="126146"/>
                  </a:lnTo>
                  <a:lnTo>
                    <a:pt x="88392" y="127670"/>
                  </a:lnTo>
                  <a:lnTo>
                    <a:pt x="91440" y="129956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16"/>
            <p:cNvSpPr/>
            <p:nvPr/>
          </p:nvSpPr>
          <p:spPr>
            <a:xfrm>
              <a:off x="3364229" y="5344667"/>
              <a:ext cx="55880" cy="97790"/>
            </a:xfrm>
            <a:custGeom>
              <a:rect b="b" l="l" r="r" t="t"/>
              <a:pathLst>
                <a:path extrusionOk="0" h="97789" w="55879">
                  <a:moveTo>
                    <a:pt x="0" y="0"/>
                  </a:moveTo>
                  <a:lnTo>
                    <a:pt x="2250" y="38790"/>
                  </a:lnTo>
                  <a:lnTo>
                    <a:pt x="13573" y="82034"/>
                  </a:lnTo>
                  <a:lnTo>
                    <a:pt x="35444" y="97643"/>
                  </a:lnTo>
                  <a:lnTo>
                    <a:pt x="41148" y="96012"/>
                  </a:lnTo>
                  <a:lnTo>
                    <a:pt x="47482" y="90856"/>
                  </a:lnTo>
                  <a:lnTo>
                    <a:pt x="51816" y="83915"/>
                  </a:lnTo>
                  <a:lnTo>
                    <a:pt x="54435" y="75973"/>
                  </a:lnTo>
                  <a:lnTo>
                    <a:pt x="55626" y="67818"/>
                  </a:lnTo>
                  <a:lnTo>
                    <a:pt x="55328" y="57150"/>
                  </a:lnTo>
                  <a:lnTo>
                    <a:pt x="37421" y="23288"/>
                  </a:lnTo>
                  <a:lnTo>
                    <a:pt x="15240" y="9144"/>
                  </a:lnTo>
                  <a:lnTo>
                    <a:pt x="13716" y="8382"/>
                  </a:lnTo>
                  <a:lnTo>
                    <a:pt x="8382" y="6096"/>
                  </a:lnTo>
                  <a:lnTo>
                    <a:pt x="7620" y="6096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16"/>
            <p:cNvSpPr/>
            <p:nvPr/>
          </p:nvSpPr>
          <p:spPr>
            <a:xfrm>
              <a:off x="3453383" y="5321045"/>
              <a:ext cx="58419" cy="127000"/>
            </a:xfrm>
            <a:custGeom>
              <a:rect b="b" l="l" r="r" t="t"/>
              <a:pathLst>
                <a:path extrusionOk="0" h="127000" w="58420">
                  <a:moveTo>
                    <a:pt x="50291" y="27431"/>
                  </a:moveTo>
                  <a:lnTo>
                    <a:pt x="25907" y="3047"/>
                  </a:lnTo>
                  <a:lnTo>
                    <a:pt x="22859" y="0"/>
                  </a:lnTo>
                  <a:lnTo>
                    <a:pt x="18287" y="761"/>
                  </a:lnTo>
                  <a:lnTo>
                    <a:pt x="10667" y="1523"/>
                  </a:lnTo>
                  <a:lnTo>
                    <a:pt x="6857" y="15239"/>
                  </a:lnTo>
                  <a:lnTo>
                    <a:pt x="5333" y="20573"/>
                  </a:lnTo>
                  <a:lnTo>
                    <a:pt x="3286" y="29051"/>
                  </a:lnTo>
                  <a:lnTo>
                    <a:pt x="2095" y="38099"/>
                  </a:lnTo>
                  <a:lnTo>
                    <a:pt x="2333" y="47148"/>
                  </a:lnTo>
                  <a:lnTo>
                    <a:pt x="33527" y="82295"/>
                  </a:lnTo>
                  <a:lnTo>
                    <a:pt x="48005" y="89915"/>
                  </a:lnTo>
                  <a:lnTo>
                    <a:pt x="53339" y="96011"/>
                  </a:lnTo>
                  <a:lnTo>
                    <a:pt x="56387" y="99059"/>
                  </a:lnTo>
                  <a:lnTo>
                    <a:pt x="57911" y="106679"/>
                  </a:lnTo>
                  <a:lnTo>
                    <a:pt x="54863" y="110489"/>
                  </a:lnTo>
                  <a:lnTo>
                    <a:pt x="17680" y="126313"/>
                  </a:lnTo>
                  <a:lnTo>
                    <a:pt x="11144" y="126587"/>
                  </a:lnTo>
                  <a:lnTo>
                    <a:pt x="5322" y="125289"/>
                  </a:lnTo>
                  <a:lnTo>
                    <a:pt x="0" y="121919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16"/>
            <p:cNvSpPr/>
            <p:nvPr/>
          </p:nvSpPr>
          <p:spPr>
            <a:xfrm>
              <a:off x="3521201" y="5317997"/>
              <a:ext cx="75565" cy="116839"/>
            </a:xfrm>
            <a:custGeom>
              <a:rect b="b" l="l" r="r" t="t"/>
              <a:pathLst>
                <a:path extrusionOk="0" h="116839" w="75564">
                  <a:moveTo>
                    <a:pt x="59436" y="15239"/>
                  </a:moveTo>
                  <a:lnTo>
                    <a:pt x="27432" y="0"/>
                  </a:lnTo>
                  <a:lnTo>
                    <a:pt x="23622" y="0"/>
                  </a:lnTo>
                  <a:lnTo>
                    <a:pt x="19812" y="5333"/>
                  </a:lnTo>
                  <a:lnTo>
                    <a:pt x="16502" y="12358"/>
                  </a:lnTo>
                  <a:lnTo>
                    <a:pt x="14478" y="20383"/>
                  </a:lnTo>
                  <a:lnTo>
                    <a:pt x="13596" y="28694"/>
                  </a:lnTo>
                  <a:lnTo>
                    <a:pt x="13716" y="36575"/>
                  </a:lnTo>
                  <a:lnTo>
                    <a:pt x="38671" y="69711"/>
                  </a:lnTo>
                  <a:lnTo>
                    <a:pt x="60960" y="79247"/>
                  </a:lnTo>
                  <a:lnTo>
                    <a:pt x="65532" y="81533"/>
                  </a:lnTo>
                  <a:lnTo>
                    <a:pt x="72390" y="84581"/>
                  </a:lnTo>
                  <a:lnTo>
                    <a:pt x="73914" y="90677"/>
                  </a:lnTo>
                  <a:lnTo>
                    <a:pt x="75438" y="96773"/>
                  </a:lnTo>
                  <a:lnTo>
                    <a:pt x="71628" y="99821"/>
                  </a:lnTo>
                  <a:lnTo>
                    <a:pt x="28194" y="115823"/>
                  </a:lnTo>
                  <a:lnTo>
                    <a:pt x="14192" y="116681"/>
                  </a:lnTo>
                  <a:lnTo>
                    <a:pt x="6226" y="115931"/>
                  </a:lnTo>
                  <a:lnTo>
                    <a:pt x="762" y="113537"/>
                  </a:lnTo>
                  <a:lnTo>
                    <a:pt x="0" y="108965"/>
                  </a:lnTo>
                  <a:lnTo>
                    <a:pt x="0" y="107441"/>
                  </a:lnTo>
                  <a:lnTo>
                    <a:pt x="0" y="103631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16"/>
            <p:cNvSpPr/>
            <p:nvPr/>
          </p:nvSpPr>
          <p:spPr>
            <a:xfrm>
              <a:off x="3644645" y="5378957"/>
              <a:ext cx="33020" cy="1905"/>
            </a:xfrm>
            <a:custGeom>
              <a:rect b="b" l="l" r="r" t="t"/>
              <a:pathLst>
                <a:path extrusionOk="0" h="1904" w="33020">
                  <a:moveTo>
                    <a:pt x="0" y="0"/>
                  </a:moveTo>
                  <a:lnTo>
                    <a:pt x="8203" y="881"/>
                  </a:lnTo>
                  <a:lnTo>
                    <a:pt x="15906" y="1333"/>
                  </a:lnTo>
                  <a:lnTo>
                    <a:pt x="23467" y="1500"/>
                  </a:lnTo>
                  <a:lnTo>
                    <a:pt x="31242" y="1523"/>
                  </a:lnTo>
                  <a:lnTo>
                    <a:pt x="32004" y="1523"/>
                  </a:lnTo>
                  <a:lnTo>
                    <a:pt x="32766" y="1523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40" name="Google Shape;204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33012" y="5328640"/>
              <a:ext cx="86918" cy="109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1" name="Google Shape;2041;p16"/>
            <p:cNvSpPr/>
            <p:nvPr/>
          </p:nvSpPr>
          <p:spPr>
            <a:xfrm>
              <a:off x="3859529" y="5312663"/>
              <a:ext cx="30480" cy="116839"/>
            </a:xfrm>
            <a:custGeom>
              <a:rect b="b" l="l" r="r" t="t"/>
              <a:pathLst>
                <a:path extrusionOk="0" h="116839" w="30479">
                  <a:moveTo>
                    <a:pt x="30479" y="0"/>
                  </a:moveTo>
                  <a:lnTo>
                    <a:pt x="22859" y="40386"/>
                  </a:lnTo>
                  <a:lnTo>
                    <a:pt x="19550" y="52959"/>
                  </a:lnTo>
                  <a:lnTo>
                    <a:pt x="16382" y="65532"/>
                  </a:lnTo>
                  <a:lnTo>
                    <a:pt x="6191" y="103917"/>
                  </a:lnTo>
                  <a:lnTo>
                    <a:pt x="761" y="116586"/>
                  </a:lnTo>
                  <a:lnTo>
                    <a:pt x="0" y="116586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16"/>
            <p:cNvSpPr/>
            <p:nvPr/>
          </p:nvSpPr>
          <p:spPr>
            <a:xfrm>
              <a:off x="3879341" y="5315711"/>
              <a:ext cx="50165" cy="111760"/>
            </a:xfrm>
            <a:custGeom>
              <a:rect b="b" l="l" r="r" t="t"/>
              <a:pathLst>
                <a:path extrusionOk="0" h="111760" w="50164">
                  <a:moveTo>
                    <a:pt x="0" y="0"/>
                  </a:moveTo>
                  <a:lnTo>
                    <a:pt x="30480" y="36576"/>
                  </a:lnTo>
                  <a:lnTo>
                    <a:pt x="48006" y="80010"/>
                  </a:lnTo>
                  <a:lnTo>
                    <a:pt x="50006" y="96488"/>
                  </a:lnTo>
                  <a:lnTo>
                    <a:pt x="48970" y="104120"/>
                  </a:lnTo>
                  <a:lnTo>
                    <a:pt x="45720" y="11125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16"/>
            <p:cNvSpPr/>
            <p:nvPr/>
          </p:nvSpPr>
          <p:spPr>
            <a:xfrm>
              <a:off x="3861815" y="5378957"/>
              <a:ext cx="63500" cy="15240"/>
            </a:xfrm>
            <a:custGeom>
              <a:rect b="b" l="l" r="r" t="t"/>
              <a:pathLst>
                <a:path extrusionOk="0" h="15239" w="63500">
                  <a:moveTo>
                    <a:pt x="0" y="15240"/>
                  </a:moveTo>
                  <a:lnTo>
                    <a:pt x="40386" y="7620"/>
                  </a:lnTo>
                  <a:lnTo>
                    <a:pt x="55626" y="3048"/>
                  </a:lnTo>
                  <a:lnTo>
                    <a:pt x="63246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16"/>
            <p:cNvSpPr/>
            <p:nvPr/>
          </p:nvSpPr>
          <p:spPr>
            <a:xfrm>
              <a:off x="3961637" y="5301995"/>
              <a:ext cx="72390" cy="94615"/>
            </a:xfrm>
            <a:custGeom>
              <a:rect b="b" l="l" r="r" t="t"/>
              <a:pathLst>
                <a:path extrusionOk="0" h="94614" w="72389">
                  <a:moveTo>
                    <a:pt x="0" y="0"/>
                  </a:moveTo>
                  <a:lnTo>
                    <a:pt x="1964" y="10739"/>
                  </a:lnTo>
                  <a:lnTo>
                    <a:pt x="4286" y="21335"/>
                  </a:lnTo>
                  <a:lnTo>
                    <a:pt x="6750" y="31932"/>
                  </a:lnTo>
                  <a:lnTo>
                    <a:pt x="9144" y="42671"/>
                  </a:lnTo>
                  <a:lnTo>
                    <a:pt x="10858" y="52256"/>
                  </a:lnTo>
                  <a:lnTo>
                    <a:pt x="12573" y="61626"/>
                  </a:lnTo>
                  <a:lnTo>
                    <a:pt x="14287" y="70854"/>
                  </a:lnTo>
                  <a:lnTo>
                    <a:pt x="16002" y="80009"/>
                  </a:lnTo>
                  <a:lnTo>
                    <a:pt x="16764" y="84581"/>
                  </a:lnTo>
                  <a:lnTo>
                    <a:pt x="16764" y="90677"/>
                  </a:lnTo>
                  <a:lnTo>
                    <a:pt x="20574" y="92963"/>
                  </a:lnTo>
                  <a:lnTo>
                    <a:pt x="24384" y="94487"/>
                  </a:lnTo>
                  <a:lnTo>
                    <a:pt x="32766" y="92201"/>
                  </a:lnTo>
                  <a:lnTo>
                    <a:pt x="35814" y="91439"/>
                  </a:lnTo>
                  <a:lnTo>
                    <a:pt x="67818" y="74675"/>
                  </a:lnTo>
                  <a:lnTo>
                    <a:pt x="70104" y="73151"/>
                  </a:lnTo>
                  <a:lnTo>
                    <a:pt x="72390" y="71627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16"/>
            <p:cNvSpPr/>
            <p:nvPr/>
          </p:nvSpPr>
          <p:spPr>
            <a:xfrm>
              <a:off x="4066031" y="5305805"/>
              <a:ext cx="12700" cy="95250"/>
            </a:xfrm>
            <a:custGeom>
              <a:rect b="b" l="l" r="r" t="t"/>
              <a:pathLst>
                <a:path extrusionOk="0" h="95250" w="12700">
                  <a:moveTo>
                    <a:pt x="762" y="0"/>
                  </a:moveTo>
                  <a:lnTo>
                    <a:pt x="238" y="10858"/>
                  </a:lnTo>
                  <a:lnTo>
                    <a:pt x="0" y="21717"/>
                  </a:lnTo>
                  <a:lnTo>
                    <a:pt x="333" y="32575"/>
                  </a:lnTo>
                  <a:lnTo>
                    <a:pt x="1524" y="43434"/>
                  </a:lnTo>
                  <a:lnTo>
                    <a:pt x="3024" y="55542"/>
                  </a:lnTo>
                  <a:lnTo>
                    <a:pt x="4381" y="67722"/>
                  </a:lnTo>
                  <a:lnTo>
                    <a:pt x="6024" y="79759"/>
                  </a:lnTo>
                  <a:lnTo>
                    <a:pt x="8382" y="91440"/>
                  </a:lnTo>
                  <a:lnTo>
                    <a:pt x="9906" y="94488"/>
                  </a:lnTo>
                  <a:lnTo>
                    <a:pt x="9906" y="95250"/>
                  </a:lnTo>
                  <a:lnTo>
                    <a:pt x="12192" y="94488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16"/>
            <p:cNvSpPr/>
            <p:nvPr/>
          </p:nvSpPr>
          <p:spPr>
            <a:xfrm>
              <a:off x="4113275" y="5303519"/>
              <a:ext cx="8890" cy="102235"/>
            </a:xfrm>
            <a:custGeom>
              <a:rect b="b" l="l" r="r" t="t"/>
              <a:pathLst>
                <a:path extrusionOk="0" h="102235" w="8889">
                  <a:moveTo>
                    <a:pt x="0" y="0"/>
                  </a:moveTo>
                  <a:lnTo>
                    <a:pt x="1821" y="9846"/>
                  </a:lnTo>
                  <a:lnTo>
                    <a:pt x="3714" y="19907"/>
                  </a:lnTo>
                  <a:lnTo>
                    <a:pt x="5464" y="30110"/>
                  </a:lnTo>
                  <a:lnTo>
                    <a:pt x="8358" y="74675"/>
                  </a:lnTo>
                  <a:lnTo>
                    <a:pt x="8382" y="91439"/>
                  </a:lnTo>
                  <a:lnTo>
                    <a:pt x="8382" y="96773"/>
                  </a:lnTo>
                  <a:lnTo>
                    <a:pt x="8382" y="102107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16"/>
            <p:cNvSpPr/>
            <p:nvPr/>
          </p:nvSpPr>
          <p:spPr>
            <a:xfrm>
              <a:off x="4101845" y="5300376"/>
              <a:ext cx="83185" cy="100330"/>
            </a:xfrm>
            <a:custGeom>
              <a:rect b="b" l="l" r="r" t="t"/>
              <a:pathLst>
                <a:path extrusionOk="0" h="100329" w="83185">
                  <a:moveTo>
                    <a:pt x="0" y="3143"/>
                  </a:moveTo>
                  <a:lnTo>
                    <a:pt x="11191" y="1107"/>
                  </a:lnTo>
                  <a:lnTo>
                    <a:pt x="22098" y="0"/>
                  </a:lnTo>
                  <a:lnTo>
                    <a:pt x="33004" y="464"/>
                  </a:lnTo>
                  <a:lnTo>
                    <a:pt x="71735" y="21574"/>
                  </a:lnTo>
                  <a:lnTo>
                    <a:pt x="82962" y="47053"/>
                  </a:lnTo>
                  <a:lnTo>
                    <a:pt x="82450" y="56280"/>
                  </a:lnTo>
                  <a:lnTo>
                    <a:pt x="57935" y="88118"/>
                  </a:lnTo>
                  <a:lnTo>
                    <a:pt x="31515" y="100036"/>
                  </a:lnTo>
                  <a:lnTo>
                    <a:pt x="25146" y="99155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16"/>
            <p:cNvSpPr/>
            <p:nvPr/>
          </p:nvSpPr>
          <p:spPr>
            <a:xfrm>
              <a:off x="4204715" y="5303519"/>
              <a:ext cx="24130" cy="106045"/>
            </a:xfrm>
            <a:custGeom>
              <a:rect b="b" l="l" r="r" t="t"/>
              <a:pathLst>
                <a:path extrusionOk="0" h="106045" w="24129">
                  <a:moveTo>
                    <a:pt x="23622" y="0"/>
                  </a:moveTo>
                  <a:lnTo>
                    <a:pt x="17406" y="42648"/>
                  </a:lnTo>
                  <a:lnTo>
                    <a:pt x="10298" y="68008"/>
                  </a:lnTo>
                  <a:lnTo>
                    <a:pt x="6953" y="78866"/>
                  </a:lnTo>
                  <a:lnTo>
                    <a:pt x="3750" y="89725"/>
                  </a:lnTo>
                  <a:lnTo>
                    <a:pt x="762" y="100583"/>
                  </a:lnTo>
                  <a:lnTo>
                    <a:pt x="0" y="103631"/>
                  </a:lnTo>
                  <a:lnTo>
                    <a:pt x="0" y="105917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16"/>
            <p:cNvSpPr/>
            <p:nvPr/>
          </p:nvSpPr>
          <p:spPr>
            <a:xfrm>
              <a:off x="4224527" y="5297423"/>
              <a:ext cx="43815" cy="121285"/>
            </a:xfrm>
            <a:custGeom>
              <a:rect b="b" l="l" r="r" t="t"/>
              <a:pathLst>
                <a:path extrusionOk="0" h="121285" w="43814">
                  <a:moveTo>
                    <a:pt x="0" y="0"/>
                  </a:moveTo>
                  <a:lnTo>
                    <a:pt x="24384" y="41909"/>
                  </a:lnTo>
                  <a:lnTo>
                    <a:pt x="41148" y="86867"/>
                  </a:lnTo>
                  <a:lnTo>
                    <a:pt x="43398" y="112585"/>
                  </a:lnTo>
                  <a:lnTo>
                    <a:pt x="43434" y="121157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16"/>
            <p:cNvSpPr/>
            <p:nvPr/>
          </p:nvSpPr>
          <p:spPr>
            <a:xfrm>
              <a:off x="4229100" y="5341619"/>
              <a:ext cx="45720" cy="20955"/>
            </a:xfrm>
            <a:custGeom>
              <a:rect b="b" l="l" r="r" t="t"/>
              <a:pathLst>
                <a:path extrusionOk="0" h="20954" w="45720">
                  <a:moveTo>
                    <a:pt x="0" y="20573"/>
                  </a:moveTo>
                  <a:lnTo>
                    <a:pt x="41148" y="4571"/>
                  </a:lnTo>
                  <a:lnTo>
                    <a:pt x="42671" y="3047"/>
                  </a:lnTo>
                  <a:lnTo>
                    <a:pt x="45719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16"/>
            <p:cNvSpPr/>
            <p:nvPr/>
          </p:nvSpPr>
          <p:spPr>
            <a:xfrm>
              <a:off x="4274819" y="5309615"/>
              <a:ext cx="41275" cy="91440"/>
            </a:xfrm>
            <a:custGeom>
              <a:rect b="b" l="l" r="r" t="t"/>
              <a:pathLst>
                <a:path extrusionOk="0" h="91439" w="41275">
                  <a:moveTo>
                    <a:pt x="3048" y="22860"/>
                  </a:moveTo>
                  <a:lnTo>
                    <a:pt x="3048" y="19050"/>
                  </a:lnTo>
                  <a:lnTo>
                    <a:pt x="3048" y="16764"/>
                  </a:lnTo>
                  <a:lnTo>
                    <a:pt x="762" y="12954"/>
                  </a:lnTo>
                  <a:lnTo>
                    <a:pt x="762" y="12192"/>
                  </a:lnTo>
                  <a:lnTo>
                    <a:pt x="0" y="12192"/>
                  </a:lnTo>
                  <a:lnTo>
                    <a:pt x="0" y="11430"/>
                  </a:lnTo>
                  <a:lnTo>
                    <a:pt x="6096" y="11430"/>
                  </a:lnTo>
                  <a:lnTo>
                    <a:pt x="12192" y="10668"/>
                  </a:lnTo>
                  <a:lnTo>
                    <a:pt x="19050" y="9144"/>
                  </a:lnTo>
                  <a:lnTo>
                    <a:pt x="25908" y="8382"/>
                  </a:lnTo>
                  <a:lnTo>
                    <a:pt x="32766" y="6858"/>
                  </a:lnTo>
                  <a:lnTo>
                    <a:pt x="38862" y="3048"/>
                  </a:lnTo>
                  <a:lnTo>
                    <a:pt x="40386" y="2286"/>
                  </a:lnTo>
                  <a:lnTo>
                    <a:pt x="41148" y="1524"/>
                  </a:lnTo>
                  <a:lnTo>
                    <a:pt x="41148" y="0"/>
                  </a:lnTo>
                  <a:lnTo>
                    <a:pt x="21336" y="37338"/>
                  </a:lnTo>
                  <a:lnTo>
                    <a:pt x="19812" y="56007"/>
                  </a:lnTo>
                  <a:lnTo>
                    <a:pt x="19835" y="65627"/>
                  </a:lnTo>
                  <a:lnTo>
                    <a:pt x="20574" y="74676"/>
                  </a:lnTo>
                  <a:lnTo>
                    <a:pt x="22098" y="84582"/>
                  </a:lnTo>
                  <a:lnTo>
                    <a:pt x="24384" y="89916"/>
                  </a:lnTo>
                  <a:lnTo>
                    <a:pt x="33528" y="9144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16"/>
            <p:cNvSpPr/>
            <p:nvPr/>
          </p:nvSpPr>
          <p:spPr>
            <a:xfrm>
              <a:off x="4342638" y="5317235"/>
              <a:ext cx="7620" cy="71755"/>
            </a:xfrm>
            <a:custGeom>
              <a:rect b="b" l="l" r="r" t="t"/>
              <a:pathLst>
                <a:path extrusionOk="0" h="71754" w="7620">
                  <a:moveTo>
                    <a:pt x="0" y="0"/>
                  </a:moveTo>
                  <a:lnTo>
                    <a:pt x="130" y="7750"/>
                  </a:lnTo>
                  <a:lnTo>
                    <a:pt x="476" y="15144"/>
                  </a:lnTo>
                  <a:lnTo>
                    <a:pt x="964" y="22395"/>
                  </a:lnTo>
                  <a:lnTo>
                    <a:pt x="1524" y="29718"/>
                  </a:lnTo>
                  <a:lnTo>
                    <a:pt x="1464" y="39338"/>
                  </a:lnTo>
                  <a:lnTo>
                    <a:pt x="1047" y="50101"/>
                  </a:lnTo>
                  <a:lnTo>
                    <a:pt x="1631" y="60579"/>
                  </a:lnTo>
                  <a:lnTo>
                    <a:pt x="4572" y="69342"/>
                  </a:lnTo>
                  <a:lnTo>
                    <a:pt x="5334" y="70104"/>
                  </a:lnTo>
                  <a:lnTo>
                    <a:pt x="6096" y="70866"/>
                  </a:lnTo>
                  <a:lnTo>
                    <a:pt x="7620" y="71628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3" name="Google Shape;205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1879" y="5233390"/>
              <a:ext cx="187764" cy="163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4" name="Google Shape;2054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620492" y="4909963"/>
              <a:ext cx="6578396" cy="9399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5" name="Google Shape;2055;p16"/>
            <p:cNvSpPr/>
            <p:nvPr/>
          </p:nvSpPr>
          <p:spPr>
            <a:xfrm>
              <a:off x="3193541" y="5510783"/>
              <a:ext cx="1325880" cy="97790"/>
            </a:xfrm>
            <a:custGeom>
              <a:rect b="b" l="l" r="r" t="t"/>
              <a:pathLst>
                <a:path extrusionOk="0" h="97789" w="1325879">
                  <a:moveTo>
                    <a:pt x="0" y="96012"/>
                  </a:moveTo>
                  <a:lnTo>
                    <a:pt x="15323" y="93702"/>
                  </a:lnTo>
                  <a:lnTo>
                    <a:pt x="30575" y="92392"/>
                  </a:lnTo>
                  <a:lnTo>
                    <a:pt x="45970" y="91940"/>
                  </a:lnTo>
                  <a:lnTo>
                    <a:pt x="61722" y="92202"/>
                  </a:lnTo>
                  <a:lnTo>
                    <a:pt x="107813" y="93774"/>
                  </a:lnTo>
                  <a:lnTo>
                    <a:pt x="153759" y="95457"/>
                  </a:lnTo>
                  <a:lnTo>
                    <a:pt x="199595" y="96810"/>
                  </a:lnTo>
                  <a:lnTo>
                    <a:pt x="245357" y="97395"/>
                  </a:lnTo>
                  <a:lnTo>
                    <a:pt x="291084" y="96774"/>
                  </a:lnTo>
                  <a:lnTo>
                    <a:pt x="340382" y="94317"/>
                  </a:lnTo>
                  <a:lnTo>
                    <a:pt x="389570" y="90104"/>
                  </a:lnTo>
                  <a:lnTo>
                    <a:pt x="438723" y="84758"/>
                  </a:lnTo>
                  <a:lnTo>
                    <a:pt x="487911" y="78900"/>
                  </a:lnTo>
                  <a:lnTo>
                    <a:pt x="537210" y="73152"/>
                  </a:lnTo>
                  <a:lnTo>
                    <a:pt x="582477" y="68710"/>
                  </a:lnTo>
                  <a:lnTo>
                    <a:pt x="627888" y="64484"/>
                  </a:lnTo>
                  <a:lnTo>
                    <a:pt x="673298" y="60400"/>
                  </a:lnTo>
                  <a:lnTo>
                    <a:pt x="718566" y="56388"/>
                  </a:lnTo>
                  <a:lnTo>
                    <a:pt x="763714" y="53101"/>
                  </a:lnTo>
                  <a:lnTo>
                    <a:pt x="808863" y="50101"/>
                  </a:lnTo>
                  <a:lnTo>
                    <a:pt x="854011" y="47386"/>
                  </a:lnTo>
                  <a:lnTo>
                    <a:pt x="899160" y="44958"/>
                  </a:lnTo>
                  <a:lnTo>
                    <a:pt x="942141" y="42767"/>
                  </a:lnTo>
                  <a:lnTo>
                    <a:pt x="985266" y="40576"/>
                  </a:lnTo>
                  <a:lnTo>
                    <a:pt x="1028390" y="38100"/>
                  </a:lnTo>
                  <a:lnTo>
                    <a:pt x="1071372" y="35052"/>
                  </a:lnTo>
                  <a:lnTo>
                    <a:pt x="1145667" y="28098"/>
                  </a:lnTo>
                  <a:lnTo>
                    <a:pt x="1219962" y="18288"/>
                  </a:lnTo>
                  <a:lnTo>
                    <a:pt x="1263015" y="11525"/>
                  </a:lnTo>
                  <a:lnTo>
                    <a:pt x="1306068" y="3048"/>
                  </a:lnTo>
                  <a:lnTo>
                    <a:pt x="1312926" y="2286"/>
                  </a:lnTo>
                  <a:lnTo>
                    <a:pt x="1319022" y="762"/>
                  </a:lnTo>
                  <a:lnTo>
                    <a:pt x="1325880" y="0"/>
                  </a:lnTo>
                  <a:lnTo>
                    <a:pt x="1306901" y="607"/>
                  </a:lnTo>
                  <a:lnTo>
                    <a:pt x="1287780" y="2000"/>
                  </a:lnTo>
                  <a:lnTo>
                    <a:pt x="1268658" y="3536"/>
                  </a:lnTo>
                  <a:lnTo>
                    <a:pt x="1249680" y="457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6" name="Google Shape;2056;p16"/>
          <p:cNvGrpSpPr/>
          <p:nvPr/>
        </p:nvGrpSpPr>
        <p:grpSpPr>
          <a:xfrm>
            <a:off x="1110767" y="3763984"/>
            <a:ext cx="7369920" cy="1083256"/>
            <a:chOff x="1110767" y="3763984"/>
            <a:chExt cx="7369920" cy="1083256"/>
          </a:xfrm>
        </p:grpSpPr>
        <p:grpSp>
          <p:nvGrpSpPr>
            <p:cNvPr id="2057" name="Google Shape;2057;p16"/>
            <p:cNvGrpSpPr/>
            <p:nvPr/>
          </p:nvGrpSpPr>
          <p:grpSpPr>
            <a:xfrm>
              <a:off x="4518306" y="3763984"/>
              <a:ext cx="3962381" cy="1083256"/>
              <a:chOff x="1008887" y="5876543"/>
              <a:chExt cx="2146300" cy="437515"/>
            </a:xfrm>
          </p:grpSpPr>
          <p:sp>
            <p:nvSpPr>
              <p:cNvPr id="2058" name="Google Shape;2058;p16"/>
              <p:cNvSpPr/>
              <p:nvPr/>
            </p:nvSpPr>
            <p:spPr>
              <a:xfrm>
                <a:off x="1008887" y="5884402"/>
                <a:ext cx="2146300" cy="425450"/>
              </a:xfrm>
              <a:custGeom>
                <a:rect b="b" l="l" r="r" t="t"/>
                <a:pathLst>
                  <a:path extrusionOk="0" h="425450" w="2146300">
                    <a:moveTo>
                      <a:pt x="18287" y="107965"/>
                    </a:moveTo>
                    <a:lnTo>
                      <a:pt x="13001" y="125349"/>
                    </a:lnTo>
                    <a:lnTo>
                      <a:pt x="10286" y="141874"/>
                    </a:lnTo>
                    <a:lnTo>
                      <a:pt x="9286" y="158972"/>
                    </a:lnTo>
                    <a:lnTo>
                      <a:pt x="9143" y="178069"/>
                    </a:lnTo>
                    <a:lnTo>
                      <a:pt x="9715" y="200929"/>
                    </a:lnTo>
                    <a:lnTo>
                      <a:pt x="11429" y="223789"/>
                    </a:lnTo>
                    <a:lnTo>
                      <a:pt x="14287" y="246649"/>
                    </a:lnTo>
                    <a:lnTo>
                      <a:pt x="18287" y="269509"/>
                    </a:lnTo>
                    <a:lnTo>
                      <a:pt x="20573" y="279130"/>
                    </a:lnTo>
                    <a:lnTo>
                      <a:pt x="22859" y="289321"/>
                    </a:lnTo>
                    <a:lnTo>
                      <a:pt x="25146" y="299513"/>
                    </a:lnTo>
                    <a:lnTo>
                      <a:pt x="27431" y="309133"/>
                    </a:lnTo>
                    <a:lnTo>
                      <a:pt x="30479" y="318277"/>
                    </a:lnTo>
                    <a:lnTo>
                      <a:pt x="24383" y="318277"/>
                    </a:lnTo>
                  </a:path>
                  <a:path extrusionOk="0" h="425450" w="2146300">
                    <a:moveTo>
                      <a:pt x="15239" y="129301"/>
                    </a:moveTo>
                    <a:lnTo>
                      <a:pt x="26193" y="133302"/>
                    </a:lnTo>
                    <a:lnTo>
                      <a:pt x="36575" y="136159"/>
                    </a:lnTo>
                    <a:lnTo>
                      <a:pt x="46958" y="137874"/>
                    </a:lnTo>
                    <a:lnTo>
                      <a:pt x="57911" y="138445"/>
                    </a:lnTo>
                    <a:lnTo>
                      <a:pt x="85867" y="140160"/>
                    </a:lnTo>
                    <a:lnTo>
                      <a:pt x="114680" y="140731"/>
                    </a:lnTo>
                    <a:lnTo>
                      <a:pt x="144065" y="140160"/>
                    </a:lnTo>
                    <a:lnTo>
                      <a:pt x="173735" y="138445"/>
                    </a:lnTo>
                    <a:lnTo>
                      <a:pt x="212598" y="133921"/>
                    </a:lnTo>
                    <a:lnTo>
                      <a:pt x="251459" y="129682"/>
                    </a:lnTo>
                    <a:lnTo>
                      <a:pt x="290321" y="126015"/>
                    </a:lnTo>
                    <a:lnTo>
                      <a:pt x="329183" y="123205"/>
                    </a:lnTo>
                    <a:lnTo>
                      <a:pt x="399669" y="118633"/>
                    </a:lnTo>
                    <a:lnTo>
                      <a:pt x="472439" y="114061"/>
                    </a:lnTo>
                    <a:lnTo>
                      <a:pt x="509492" y="113537"/>
                    </a:lnTo>
                    <a:lnTo>
                      <a:pt x="547115" y="112156"/>
                    </a:lnTo>
                    <a:lnTo>
                      <a:pt x="584739" y="110204"/>
                    </a:lnTo>
                    <a:lnTo>
                      <a:pt x="621791" y="107965"/>
                    </a:lnTo>
                    <a:lnTo>
                      <a:pt x="662463" y="107441"/>
                    </a:lnTo>
                    <a:lnTo>
                      <a:pt x="702563" y="106060"/>
                    </a:lnTo>
                    <a:lnTo>
                      <a:pt x="742664" y="104108"/>
                    </a:lnTo>
                    <a:lnTo>
                      <a:pt x="783335" y="101869"/>
                    </a:lnTo>
                    <a:lnTo>
                      <a:pt x="822721" y="101822"/>
                    </a:lnTo>
                    <a:lnTo>
                      <a:pt x="862965" y="101488"/>
                    </a:lnTo>
                    <a:lnTo>
                      <a:pt x="903779" y="100583"/>
                    </a:lnTo>
                    <a:lnTo>
                      <a:pt x="944879" y="98821"/>
                    </a:lnTo>
                    <a:lnTo>
                      <a:pt x="990123" y="98774"/>
                    </a:lnTo>
                    <a:lnTo>
                      <a:pt x="1034796" y="98440"/>
                    </a:lnTo>
                    <a:lnTo>
                      <a:pt x="1079468" y="97535"/>
                    </a:lnTo>
                    <a:lnTo>
                      <a:pt x="1124711" y="95773"/>
                    </a:lnTo>
                    <a:lnTo>
                      <a:pt x="1159002" y="95249"/>
                    </a:lnTo>
                    <a:lnTo>
                      <a:pt x="1193292" y="93868"/>
                    </a:lnTo>
                    <a:lnTo>
                      <a:pt x="1227581" y="91916"/>
                    </a:lnTo>
                    <a:lnTo>
                      <a:pt x="1261871" y="89677"/>
                    </a:lnTo>
                    <a:lnTo>
                      <a:pt x="1296161" y="87391"/>
                    </a:lnTo>
                    <a:lnTo>
                      <a:pt x="1330452" y="85105"/>
                    </a:lnTo>
                    <a:lnTo>
                      <a:pt x="1364742" y="82819"/>
                    </a:lnTo>
                    <a:lnTo>
                      <a:pt x="1399031" y="80533"/>
                    </a:lnTo>
                    <a:lnTo>
                      <a:pt x="1431035" y="78724"/>
                    </a:lnTo>
                    <a:lnTo>
                      <a:pt x="1463039" y="77485"/>
                    </a:lnTo>
                    <a:lnTo>
                      <a:pt x="1495043" y="76247"/>
                    </a:lnTo>
                    <a:lnTo>
                      <a:pt x="1560861" y="72104"/>
                    </a:lnTo>
                    <a:lnTo>
                      <a:pt x="1627346" y="66293"/>
                    </a:lnTo>
                    <a:lnTo>
                      <a:pt x="1693163" y="55911"/>
                    </a:lnTo>
                    <a:lnTo>
                      <a:pt x="1725167" y="50434"/>
                    </a:lnTo>
                    <a:lnTo>
                      <a:pt x="1757171" y="45529"/>
                    </a:lnTo>
                    <a:lnTo>
                      <a:pt x="1789176" y="40909"/>
                    </a:lnTo>
                    <a:lnTo>
                      <a:pt x="1816131" y="36385"/>
                    </a:lnTo>
                    <a:lnTo>
                      <a:pt x="1842515" y="32146"/>
                    </a:lnTo>
                    <a:lnTo>
                      <a:pt x="1868900" y="28479"/>
                    </a:lnTo>
                    <a:lnTo>
                      <a:pt x="1895855" y="25669"/>
                    </a:lnTo>
                    <a:lnTo>
                      <a:pt x="1927383" y="21097"/>
                    </a:lnTo>
                    <a:lnTo>
                      <a:pt x="1958339" y="16525"/>
                    </a:lnTo>
                    <a:lnTo>
                      <a:pt x="1989296" y="11953"/>
                    </a:lnTo>
                    <a:lnTo>
                      <a:pt x="2020823" y="7381"/>
                    </a:lnTo>
                    <a:lnTo>
                      <a:pt x="2034539" y="5143"/>
                    </a:lnTo>
                    <a:lnTo>
                      <a:pt x="2048255" y="3190"/>
                    </a:lnTo>
                    <a:lnTo>
                      <a:pt x="2061972" y="1809"/>
                    </a:lnTo>
                    <a:lnTo>
                      <a:pt x="2075687" y="1285"/>
                    </a:lnTo>
                    <a:lnTo>
                      <a:pt x="2085784" y="857"/>
                    </a:lnTo>
                    <a:lnTo>
                      <a:pt x="2097023" y="142"/>
                    </a:lnTo>
                    <a:lnTo>
                      <a:pt x="2108263" y="0"/>
                    </a:lnTo>
                    <a:lnTo>
                      <a:pt x="2118359" y="1285"/>
                    </a:lnTo>
                    <a:lnTo>
                      <a:pt x="2121407" y="1285"/>
                    </a:lnTo>
                    <a:lnTo>
                      <a:pt x="2124455" y="4333"/>
                    </a:lnTo>
                    <a:lnTo>
                      <a:pt x="2127504" y="7381"/>
                    </a:lnTo>
                    <a:lnTo>
                      <a:pt x="2130552" y="10429"/>
                    </a:lnTo>
                    <a:lnTo>
                      <a:pt x="2130552" y="47005"/>
                    </a:lnTo>
                    <a:lnTo>
                      <a:pt x="2132314" y="65293"/>
                    </a:lnTo>
                    <a:lnTo>
                      <a:pt x="2133218" y="83581"/>
                    </a:lnTo>
                    <a:lnTo>
                      <a:pt x="2133552" y="101869"/>
                    </a:lnTo>
                    <a:lnTo>
                      <a:pt x="2133600" y="120157"/>
                    </a:lnTo>
                    <a:lnTo>
                      <a:pt x="2133600" y="138493"/>
                    </a:lnTo>
                    <a:lnTo>
                      <a:pt x="2133600" y="157114"/>
                    </a:lnTo>
                    <a:lnTo>
                      <a:pt x="2133600" y="176307"/>
                    </a:lnTo>
                    <a:lnTo>
                      <a:pt x="2133600" y="196357"/>
                    </a:lnTo>
                    <a:lnTo>
                      <a:pt x="2134123" y="210073"/>
                    </a:lnTo>
                    <a:lnTo>
                      <a:pt x="2135504" y="223789"/>
                    </a:lnTo>
                    <a:lnTo>
                      <a:pt x="2137457" y="237505"/>
                    </a:lnTo>
                    <a:lnTo>
                      <a:pt x="2139695" y="251221"/>
                    </a:lnTo>
                    <a:lnTo>
                      <a:pt x="2142743" y="260365"/>
                    </a:lnTo>
                    <a:lnTo>
                      <a:pt x="2142743" y="266461"/>
                    </a:lnTo>
                    <a:lnTo>
                      <a:pt x="2145791" y="275605"/>
                    </a:lnTo>
                    <a:lnTo>
                      <a:pt x="2145791" y="278653"/>
                    </a:lnTo>
                    <a:lnTo>
                      <a:pt x="2139695" y="281701"/>
                    </a:lnTo>
                    <a:lnTo>
                      <a:pt x="2136647" y="281701"/>
                    </a:lnTo>
                    <a:lnTo>
                      <a:pt x="2130552" y="284749"/>
                    </a:lnTo>
                    <a:lnTo>
                      <a:pt x="2121455" y="284749"/>
                    </a:lnTo>
                    <a:lnTo>
                      <a:pt x="2112644" y="284749"/>
                    </a:lnTo>
                    <a:lnTo>
                      <a:pt x="2104405" y="284749"/>
                    </a:lnTo>
                    <a:lnTo>
                      <a:pt x="2097023" y="284749"/>
                    </a:lnTo>
                    <a:lnTo>
                      <a:pt x="2050827" y="286083"/>
                    </a:lnTo>
                    <a:lnTo>
                      <a:pt x="2004059" y="286273"/>
                    </a:lnTo>
                    <a:lnTo>
                      <a:pt x="1957292" y="286464"/>
                    </a:lnTo>
                    <a:lnTo>
                      <a:pt x="1911095" y="287797"/>
                    </a:lnTo>
                    <a:lnTo>
                      <a:pt x="1883663" y="290131"/>
                    </a:lnTo>
                    <a:lnTo>
                      <a:pt x="1856231" y="292750"/>
                    </a:lnTo>
                    <a:lnTo>
                      <a:pt x="1828800" y="295941"/>
                    </a:lnTo>
                    <a:lnTo>
                      <a:pt x="1801367" y="299989"/>
                    </a:lnTo>
                    <a:lnTo>
                      <a:pt x="1753477" y="305793"/>
                    </a:lnTo>
                    <a:lnTo>
                      <a:pt x="1705002" y="312035"/>
                    </a:lnTo>
                    <a:lnTo>
                      <a:pt x="1656088" y="318424"/>
                    </a:lnTo>
                    <a:lnTo>
                      <a:pt x="1606881" y="324666"/>
                    </a:lnTo>
                    <a:lnTo>
                      <a:pt x="1557527" y="330469"/>
                    </a:lnTo>
                    <a:lnTo>
                      <a:pt x="1519142" y="335089"/>
                    </a:lnTo>
                    <a:lnTo>
                      <a:pt x="1481327" y="339994"/>
                    </a:lnTo>
                    <a:lnTo>
                      <a:pt x="1443513" y="345471"/>
                    </a:lnTo>
                    <a:lnTo>
                      <a:pt x="1405127" y="351805"/>
                    </a:lnTo>
                    <a:lnTo>
                      <a:pt x="1366265" y="356377"/>
                    </a:lnTo>
                    <a:lnTo>
                      <a:pt x="1327403" y="360949"/>
                    </a:lnTo>
                    <a:lnTo>
                      <a:pt x="1288541" y="365521"/>
                    </a:lnTo>
                    <a:lnTo>
                      <a:pt x="1249679" y="370093"/>
                    </a:lnTo>
                    <a:lnTo>
                      <a:pt x="1203959" y="374189"/>
                    </a:lnTo>
                    <a:lnTo>
                      <a:pt x="1158239" y="377713"/>
                    </a:lnTo>
                    <a:lnTo>
                      <a:pt x="1112519" y="381238"/>
                    </a:lnTo>
                    <a:lnTo>
                      <a:pt x="1066800" y="385333"/>
                    </a:lnTo>
                    <a:lnTo>
                      <a:pt x="1027937" y="387572"/>
                    </a:lnTo>
                    <a:lnTo>
                      <a:pt x="989075" y="389524"/>
                    </a:lnTo>
                    <a:lnTo>
                      <a:pt x="950213" y="390905"/>
                    </a:lnTo>
                    <a:lnTo>
                      <a:pt x="911351" y="391429"/>
                    </a:lnTo>
                    <a:lnTo>
                      <a:pt x="877538" y="391429"/>
                    </a:lnTo>
                    <a:lnTo>
                      <a:pt x="844295" y="391429"/>
                    </a:lnTo>
                    <a:lnTo>
                      <a:pt x="811053" y="391429"/>
                    </a:lnTo>
                    <a:lnTo>
                      <a:pt x="777239" y="391429"/>
                    </a:lnTo>
                    <a:lnTo>
                      <a:pt x="752093" y="389667"/>
                    </a:lnTo>
                    <a:lnTo>
                      <a:pt x="726947" y="388762"/>
                    </a:lnTo>
                    <a:lnTo>
                      <a:pt x="701801" y="388429"/>
                    </a:lnTo>
                    <a:lnTo>
                      <a:pt x="676655" y="388381"/>
                    </a:lnTo>
                    <a:lnTo>
                      <a:pt x="653748" y="386619"/>
                    </a:lnTo>
                    <a:lnTo>
                      <a:pt x="630554" y="385714"/>
                    </a:lnTo>
                    <a:lnTo>
                      <a:pt x="606790" y="385381"/>
                    </a:lnTo>
                    <a:lnTo>
                      <a:pt x="582167" y="385333"/>
                    </a:lnTo>
                    <a:lnTo>
                      <a:pt x="561070" y="385286"/>
                    </a:lnTo>
                    <a:lnTo>
                      <a:pt x="539114" y="384952"/>
                    </a:lnTo>
                    <a:lnTo>
                      <a:pt x="516588" y="384047"/>
                    </a:lnTo>
                    <a:lnTo>
                      <a:pt x="493775" y="382285"/>
                    </a:lnTo>
                    <a:lnTo>
                      <a:pt x="468629" y="380476"/>
                    </a:lnTo>
                    <a:lnTo>
                      <a:pt x="443483" y="379237"/>
                    </a:lnTo>
                    <a:lnTo>
                      <a:pt x="418337" y="377999"/>
                    </a:lnTo>
                    <a:lnTo>
                      <a:pt x="393191" y="376189"/>
                    </a:lnTo>
                    <a:lnTo>
                      <a:pt x="370331" y="376237"/>
                    </a:lnTo>
                    <a:lnTo>
                      <a:pt x="347472" y="376570"/>
                    </a:lnTo>
                    <a:lnTo>
                      <a:pt x="324612" y="377475"/>
                    </a:lnTo>
                    <a:lnTo>
                      <a:pt x="301751" y="379237"/>
                    </a:lnTo>
                    <a:lnTo>
                      <a:pt x="286226" y="379237"/>
                    </a:lnTo>
                    <a:lnTo>
                      <a:pt x="271271" y="379237"/>
                    </a:lnTo>
                    <a:lnTo>
                      <a:pt x="256317" y="379237"/>
                    </a:lnTo>
                    <a:lnTo>
                      <a:pt x="240791" y="379237"/>
                    </a:lnTo>
                    <a:lnTo>
                      <a:pt x="227075" y="379714"/>
                    </a:lnTo>
                    <a:lnTo>
                      <a:pt x="213359" y="380761"/>
                    </a:lnTo>
                    <a:lnTo>
                      <a:pt x="199643" y="381809"/>
                    </a:lnTo>
                    <a:lnTo>
                      <a:pt x="185927" y="382285"/>
                    </a:lnTo>
                    <a:lnTo>
                      <a:pt x="174498" y="384095"/>
                    </a:lnTo>
                    <a:lnTo>
                      <a:pt x="163068" y="385333"/>
                    </a:lnTo>
                    <a:lnTo>
                      <a:pt x="151638" y="386572"/>
                    </a:lnTo>
                    <a:lnTo>
                      <a:pt x="140207" y="388381"/>
                    </a:lnTo>
                    <a:lnTo>
                      <a:pt x="133350" y="388381"/>
                    </a:lnTo>
                    <a:lnTo>
                      <a:pt x="126492" y="388381"/>
                    </a:lnTo>
                    <a:lnTo>
                      <a:pt x="119634" y="388381"/>
                    </a:lnTo>
                    <a:lnTo>
                      <a:pt x="112775" y="388381"/>
                    </a:lnTo>
                    <a:lnTo>
                      <a:pt x="103631" y="388381"/>
                    </a:lnTo>
                    <a:lnTo>
                      <a:pt x="94487" y="388381"/>
                    </a:lnTo>
                    <a:lnTo>
                      <a:pt x="88391" y="391429"/>
                    </a:lnTo>
                    <a:lnTo>
                      <a:pt x="82295" y="391429"/>
                    </a:lnTo>
                    <a:lnTo>
                      <a:pt x="79247" y="391429"/>
                    </a:lnTo>
                    <a:lnTo>
                      <a:pt x="76200" y="391429"/>
                    </a:lnTo>
                    <a:lnTo>
                      <a:pt x="70103" y="394477"/>
                    </a:lnTo>
                    <a:lnTo>
                      <a:pt x="64007" y="394477"/>
                    </a:lnTo>
                    <a:lnTo>
                      <a:pt x="60959" y="397525"/>
                    </a:lnTo>
                    <a:lnTo>
                      <a:pt x="54863" y="397525"/>
                    </a:lnTo>
                    <a:lnTo>
                      <a:pt x="48767" y="397525"/>
                    </a:lnTo>
                    <a:lnTo>
                      <a:pt x="42671" y="397525"/>
                    </a:lnTo>
                    <a:lnTo>
                      <a:pt x="36575" y="397525"/>
                    </a:lnTo>
                    <a:lnTo>
                      <a:pt x="33527" y="397525"/>
                    </a:lnTo>
                    <a:lnTo>
                      <a:pt x="27431" y="400573"/>
                    </a:lnTo>
                    <a:lnTo>
                      <a:pt x="24383" y="400573"/>
                    </a:lnTo>
                    <a:lnTo>
                      <a:pt x="21335" y="400573"/>
                    </a:lnTo>
                    <a:lnTo>
                      <a:pt x="21335" y="391429"/>
                    </a:lnTo>
                    <a:lnTo>
                      <a:pt x="21335" y="385333"/>
                    </a:lnTo>
                    <a:lnTo>
                      <a:pt x="21335" y="376189"/>
                    </a:lnTo>
                    <a:lnTo>
                      <a:pt x="20288" y="364759"/>
                    </a:lnTo>
                    <a:lnTo>
                      <a:pt x="17525" y="353329"/>
                    </a:lnTo>
                    <a:lnTo>
                      <a:pt x="13620" y="341899"/>
                    </a:lnTo>
                    <a:lnTo>
                      <a:pt x="9143" y="330469"/>
                    </a:lnTo>
                    <a:lnTo>
                      <a:pt x="3047" y="318277"/>
                    </a:lnTo>
                    <a:lnTo>
                      <a:pt x="3047" y="315229"/>
                    </a:lnTo>
                    <a:lnTo>
                      <a:pt x="0" y="309133"/>
                    </a:lnTo>
                  </a:path>
                  <a:path extrusionOk="0" h="425450" w="2146300">
                    <a:moveTo>
                      <a:pt x="207263" y="220741"/>
                    </a:moveTo>
                    <a:lnTo>
                      <a:pt x="203739" y="236743"/>
                    </a:lnTo>
                    <a:lnTo>
                      <a:pt x="201929" y="252745"/>
                    </a:lnTo>
                    <a:lnTo>
                      <a:pt x="201263" y="268747"/>
                    </a:lnTo>
                    <a:lnTo>
                      <a:pt x="201167" y="284749"/>
                    </a:lnTo>
                    <a:lnTo>
                      <a:pt x="203930" y="294370"/>
                    </a:lnTo>
                    <a:lnTo>
                      <a:pt x="207263" y="304561"/>
                    </a:lnTo>
                    <a:lnTo>
                      <a:pt x="210597" y="314753"/>
                    </a:lnTo>
                    <a:lnTo>
                      <a:pt x="213359" y="324373"/>
                    </a:lnTo>
                  </a:path>
                  <a:path extrusionOk="0" h="425450" w="2146300">
                    <a:moveTo>
                      <a:pt x="344423" y="19573"/>
                    </a:moveTo>
                    <a:lnTo>
                      <a:pt x="354329" y="79009"/>
                    </a:lnTo>
                    <a:lnTo>
                      <a:pt x="359663" y="138445"/>
                    </a:lnTo>
                    <a:lnTo>
                      <a:pt x="361950" y="183689"/>
                    </a:lnTo>
                    <a:lnTo>
                      <a:pt x="364236" y="228361"/>
                    </a:lnTo>
                    <a:lnTo>
                      <a:pt x="366522" y="273034"/>
                    </a:lnTo>
                    <a:lnTo>
                      <a:pt x="368807" y="318277"/>
                    </a:lnTo>
                    <a:lnTo>
                      <a:pt x="369284" y="339375"/>
                    </a:lnTo>
                    <a:lnTo>
                      <a:pt x="370331" y="361330"/>
                    </a:lnTo>
                    <a:lnTo>
                      <a:pt x="371379" y="383857"/>
                    </a:lnTo>
                    <a:lnTo>
                      <a:pt x="371855" y="406669"/>
                    </a:lnTo>
                    <a:lnTo>
                      <a:pt x="371855" y="412765"/>
                    </a:lnTo>
                    <a:lnTo>
                      <a:pt x="374903" y="418861"/>
                    </a:lnTo>
                    <a:lnTo>
                      <a:pt x="374903" y="424957"/>
                    </a:lnTo>
                    <a:lnTo>
                      <a:pt x="374903" y="421909"/>
                    </a:lnTo>
                    <a:lnTo>
                      <a:pt x="374903" y="415813"/>
                    </a:lnTo>
                    <a:lnTo>
                      <a:pt x="374903" y="412765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59" name="Google Shape;2059;p1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496568" y="6111240"/>
                <a:ext cx="85342" cy="792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0" name="Google Shape;2060;p16"/>
              <p:cNvSpPr/>
              <p:nvPr/>
            </p:nvSpPr>
            <p:spPr>
              <a:xfrm>
                <a:off x="1813559" y="5928359"/>
                <a:ext cx="24765" cy="378460"/>
              </a:xfrm>
              <a:custGeom>
                <a:rect b="b" l="l" r="r" t="t"/>
                <a:pathLst>
                  <a:path extrusionOk="0" h="378460" w="24764">
                    <a:moveTo>
                      <a:pt x="0" y="0"/>
                    </a:moveTo>
                    <a:lnTo>
                      <a:pt x="2286" y="21050"/>
                    </a:lnTo>
                    <a:lnTo>
                      <a:pt x="4572" y="42672"/>
                    </a:lnTo>
                    <a:lnTo>
                      <a:pt x="6858" y="64293"/>
                    </a:lnTo>
                    <a:lnTo>
                      <a:pt x="10906" y="119157"/>
                    </a:lnTo>
                    <a:lnTo>
                      <a:pt x="12144" y="185642"/>
                    </a:lnTo>
                    <a:lnTo>
                      <a:pt x="12192" y="219456"/>
                    </a:lnTo>
                    <a:lnTo>
                      <a:pt x="14001" y="245078"/>
                    </a:lnTo>
                    <a:lnTo>
                      <a:pt x="15240" y="271272"/>
                    </a:lnTo>
                    <a:lnTo>
                      <a:pt x="16478" y="297465"/>
                    </a:lnTo>
                    <a:lnTo>
                      <a:pt x="18288" y="323088"/>
                    </a:lnTo>
                    <a:lnTo>
                      <a:pt x="20526" y="336804"/>
                    </a:lnTo>
                    <a:lnTo>
                      <a:pt x="22479" y="350520"/>
                    </a:lnTo>
                    <a:lnTo>
                      <a:pt x="23860" y="364236"/>
                    </a:lnTo>
                    <a:lnTo>
                      <a:pt x="24384" y="37795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61" name="Google Shape;2061;p1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965960" y="6067806"/>
                <a:ext cx="100582" cy="1318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2" name="Google Shape;2062;p16"/>
              <p:cNvSpPr/>
              <p:nvPr/>
            </p:nvSpPr>
            <p:spPr>
              <a:xfrm>
                <a:off x="2179319" y="5937503"/>
                <a:ext cx="43180" cy="376555"/>
              </a:xfrm>
              <a:custGeom>
                <a:rect b="b" l="l" r="r" t="t"/>
                <a:pathLst>
                  <a:path extrusionOk="0" h="376554" w="43180">
                    <a:moveTo>
                      <a:pt x="0" y="0"/>
                    </a:moveTo>
                    <a:lnTo>
                      <a:pt x="2762" y="18764"/>
                    </a:lnTo>
                    <a:lnTo>
                      <a:pt x="6096" y="38100"/>
                    </a:lnTo>
                    <a:lnTo>
                      <a:pt x="9429" y="57435"/>
                    </a:lnTo>
                    <a:lnTo>
                      <a:pt x="18002" y="119110"/>
                    </a:lnTo>
                    <a:lnTo>
                      <a:pt x="22097" y="161162"/>
                    </a:lnTo>
                    <a:lnTo>
                      <a:pt x="25050" y="202644"/>
                    </a:lnTo>
                    <a:lnTo>
                      <a:pt x="27431" y="243839"/>
                    </a:lnTo>
                    <a:lnTo>
                      <a:pt x="29718" y="270748"/>
                    </a:lnTo>
                    <a:lnTo>
                      <a:pt x="32004" y="296798"/>
                    </a:lnTo>
                    <a:lnTo>
                      <a:pt x="34290" y="322278"/>
                    </a:lnTo>
                    <a:lnTo>
                      <a:pt x="36575" y="347471"/>
                    </a:lnTo>
                    <a:lnTo>
                      <a:pt x="38814" y="358187"/>
                    </a:lnTo>
                    <a:lnTo>
                      <a:pt x="40767" y="369188"/>
                    </a:lnTo>
                    <a:lnTo>
                      <a:pt x="42148" y="376189"/>
                    </a:lnTo>
                    <a:lnTo>
                      <a:pt x="42672" y="374903"/>
                    </a:lnTo>
                    <a:lnTo>
                      <a:pt x="39624" y="374903"/>
                    </a:lnTo>
                    <a:lnTo>
                      <a:pt x="39624" y="371855"/>
                    </a:lnTo>
                    <a:lnTo>
                      <a:pt x="39624" y="368807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3" name="Google Shape;2063;p16"/>
              <p:cNvSpPr/>
              <p:nvPr/>
            </p:nvSpPr>
            <p:spPr>
              <a:xfrm>
                <a:off x="2337816" y="6083807"/>
                <a:ext cx="125095" cy="40005"/>
              </a:xfrm>
              <a:custGeom>
                <a:rect b="b" l="l" r="r" t="t"/>
                <a:pathLst>
                  <a:path extrusionOk="0" h="40004" w="125094">
                    <a:moveTo>
                      <a:pt x="24384" y="21336"/>
                    </a:moveTo>
                    <a:lnTo>
                      <a:pt x="18288" y="15240"/>
                    </a:lnTo>
                    <a:lnTo>
                      <a:pt x="6096" y="15240"/>
                    </a:lnTo>
                    <a:lnTo>
                      <a:pt x="0" y="21336"/>
                    </a:lnTo>
                    <a:lnTo>
                      <a:pt x="0" y="33528"/>
                    </a:lnTo>
                    <a:lnTo>
                      <a:pt x="6096" y="39624"/>
                    </a:lnTo>
                    <a:lnTo>
                      <a:pt x="18288" y="39624"/>
                    </a:lnTo>
                    <a:lnTo>
                      <a:pt x="24384" y="33528"/>
                    </a:lnTo>
                    <a:lnTo>
                      <a:pt x="24384" y="27432"/>
                    </a:lnTo>
                    <a:lnTo>
                      <a:pt x="24384" y="21336"/>
                    </a:lnTo>
                    <a:close/>
                  </a:path>
                  <a:path extrusionOk="0" h="40004" w="125094">
                    <a:moveTo>
                      <a:pt x="124968" y="3048"/>
                    </a:moveTo>
                    <a:lnTo>
                      <a:pt x="121920" y="0"/>
                    </a:lnTo>
                    <a:lnTo>
                      <a:pt x="106680" y="0"/>
                    </a:lnTo>
                    <a:lnTo>
                      <a:pt x="103632" y="3048"/>
                    </a:lnTo>
                    <a:lnTo>
                      <a:pt x="103632" y="15240"/>
                    </a:lnTo>
                    <a:lnTo>
                      <a:pt x="106680" y="21336"/>
                    </a:lnTo>
                    <a:lnTo>
                      <a:pt x="121920" y="21336"/>
                    </a:lnTo>
                    <a:lnTo>
                      <a:pt x="124968" y="15240"/>
                    </a:lnTo>
                    <a:lnTo>
                      <a:pt x="124968" y="9144"/>
                    </a:lnTo>
                    <a:lnTo>
                      <a:pt x="124968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4" name="Google Shape;2064;p16"/>
              <p:cNvSpPr/>
              <p:nvPr/>
            </p:nvSpPr>
            <p:spPr>
              <a:xfrm>
                <a:off x="2654808" y="5876543"/>
                <a:ext cx="30480" cy="365760"/>
              </a:xfrm>
              <a:custGeom>
                <a:rect b="b" l="l" r="r" t="t"/>
                <a:pathLst>
                  <a:path extrusionOk="0" h="365760" w="30480">
                    <a:moveTo>
                      <a:pt x="0" y="0"/>
                    </a:moveTo>
                    <a:lnTo>
                      <a:pt x="523" y="23383"/>
                    </a:lnTo>
                    <a:lnTo>
                      <a:pt x="1904" y="47625"/>
                    </a:lnTo>
                    <a:lnTo>
                      <a:pt x="3857" y="72437"/>
                    </a:lnTo>
                    <a:lnTo>
                      <a:pt x="6096" y="97536"/>
                    </a:lnTo>
                    <a:lnTo>
                      <a:pt x="7905" y="131873"/>
                    </a:lnTo>
                    <a:lnTo>
                      <a:pt x="9144" y="166496"/>
                    </a:lnTo>
                    <a:lnTo>
                      <a:pt x="10382" y="201691"/>
                    </a:lnTo>
                    <a:lnTo>
                      <a:pt x="12192" y="237744"/>
                    </a:lnTo>
                    <a:lnTo>
                      <a:pt x="14049" y="263413"/>
                    </a:lnTo>
                    <a:lnTo>
                      <a:pt x="15621" y="289941"/>
                    </a:lnTo>
                    <a:lnTo>
                      <a:pt x="17764" y="317039"/>
                    </a:lnTo>
                    <a:lnTo>
                      <a:pt x="21336" y="344424"/>
                    </a:lnTo>
                    <a:lnTo>
                      <a:pt x="21336" y="356616"/>
                    </a:lnTo>
                    <a:lnTo>
                      <a:pt x="24384" y="359664"/>
                    </a:lnTo>
                    <a:lnTo>
                      <a:pt x="27432" y="365759"/>
                    </a:lnTo>
                    <a:lnTo>
                      <a:pt x="30480" y="356616"/>
                    </a:lnTo>
                    <a:lnTo>
                      <a:pt x="30480" y="353568"/>
                    </a:lnTo>
                    <a:lnTo>
                      <a:pt x="27432" y="34747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65" name="Google Shape;2065;p1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895600" y="5940552"/>
                <a:ext cx="109726" cy="149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66" name="Google Shape;2066;p16"/>
            <p:cNvSpPr txBox="1"/>
            <p:nvPr/>
          </p:nvSpPr>
          <p:spPr>
            <a:xfrm>
              <a:off x="1110767" y="4317876"/>
              <a:ext cx="253146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K-fold Cross Validation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7" name="Google Shape;2067;p16"/>
          <p:cNvSpPr txBox="1"/>
          <p:nvPr/>
        </p:nvSpPr>
        <p:spPr>
          <a:xfrm>
            <a:off x="1585913" y="6129338"/>
            <a:ext cx="41024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Leave one out cross validation – K = 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2" name="Google Shape;2072;p17"/>
          <p:cNvGrpSpPr/>
          <p:nvPr/>
        </p:nvGrpSpPr>
        <p:grpSpPr>
          <a:xfrm>
            <a:off x="1329400" y="5330532"/>
            <a:ext cx="8600982" cy="1756068"/>
            <a:chOff x="1329400" y="5330532"/>
            <a:chExt cx="8600982" cy="1756068"/>
          </a:xfrm>
        </p:grpSpPr>
        <p:grpSp>
          <p:nvGrpSpPr>
            <p:cNvPr id="2073" name="Google Shape;2073;p17"/>
            <p:cNvGrpSpPr/>
            <p:nvPr/>
          </p:nvGrpSpPr>
          <p:grpSpPr>
            <a:xfrm>
              <a:off x="1329400" y="5330532"/>
              <a:ext cx="1607916" cy="551139"/>
              <a:chOff x="4090416" y="4549426"/>
              <a:chExt cx="1049020" cy="336517"/>
            </a:xfrm>
          </p:grpSpPr>
          <p:sp>
            <p:nvSpPr>
              <p:cNvPr id="2074" name="Google Shape;2074;p17"/>
              <p:cNvSpPr/>
              <p:nvPr/>
            </p:nvSpPr>
            <p:spPr>
              <a:xfrm>
                <a:off x="4090416" y="4626864"/>
                <a:ext cx="1049020" cy="259079"/>
              </a:xfrm>
              <a:custGeom>
                <a:rect b="b" l="l" r="r" t="t"/>
                <a:pathLst>
                  <a:path extrusionOk="0" h="259079" w="1049020">
                    <a:moveTo>
                      <a:pt x="131063" y="249936"/>
                    </a:moveTo>
                    <a:lnTo>
                      <a:pt x="155733" y="256460"/>
                    </a:lnTo>
                    <a:lnTo>
                      <a:pt x="179831" y="258699"/>
                    </a:lnTo>
                    <a:lnTo>
                      <a:pt x="203930" y="258079"/>
                    </a:lnTo>
                    <a:lnTo>
                      <a:pt x="228600" y="256031"/>
                    </a:lnTo>
                    <a:lnTo>
                      <a:pt x="283463" y="247741"/>
                    </a:lnTo>
                    <a:lnTo>
                      <a:pt x="338327" y="237987"/>
                    </a:lnTo>
                    <a:lnTo>
                      <a:pt x="393191" y="227502"/>
                    </a:lnTo>
                    <a:lnTo>
                      <a:pt x="448055" y="217017"/>
                    </a:lnTo>
                    <a:lnTo>
                      <a:pt x="502920" y="207263"/>
                    </a:lnTo>
                    <a:lnTo>
                      <a:pt x="554126" y="198827"/>
                    </a:lnTo>
                    <a:lnTo>
                      <a:pt x="605332" y="191707"/>
                    </a:lnTo>
                    <a:lnTo>
                      <a:pt x="656539" y="185757"/>
                    </a:lnTo>
                    <a:lnTo>
                      <a:pt x="707745" y="180831"/>
                    </a:lnTo>
                    <a:lnTo>
                      <a:pt x="758951" y="176784"/>
                    </a:lnTo>
                    <a:lnTo>
                      <a:pt x="806958" y="173164"/>
                    </a:lnTo>
                    <a:lnTo>
                      <a:pt x="854964" y="170688"/>
                    </a:lnTo>
                    <a:lnTo>
                      <a:pt x="902970" y="168211"/>
                    </a:lnTo>
                    <a:lnTo>
                      <a:pt x="950976" y="164592"/>
                    </a:lnTo>
                    <a:lnTo>
                      <a:pt x="973359" y="162734"/>
                    </a:lnTo>
                    <a:lnTo>
                      <a:pt x="995172" y="161162"/>
                    </a:lnTo>
                    <a:lnTo>
                      <a:pt x="1016984" y="159019"/>
                    </a:lnTo>
                    <a:lnTo>
                      <a:pt x="1039368" y="155448"/>
                    </a:lnTo>
                    <a:lnTo>
                      <a:pt x="1042416" y="155448"/>
                    </a:lnTo>
                    <a:lnTo>
                      <a:pt x="1045463" y="152400"/>
                    </a:lnTo>
                    <a:lnTo>
                      <a:pt x="1048512" y="152400"/>
                    </a:lnTo>
                    <a:lnTo>
                      <a:pt x="1039891" y="152876"/>
                    </a:lnTo>
                    <a:lnTo>
                      <a:pt x="1032129" y="153924"/>
                    </a:lnTo>
                    <a:lnTo>
                      <a:pt x="1024937" y="154971"/>
                    </a:lnTo>
                    <a:lnTo>
                      <a:pt x="1018032" y="155448"/>
                    </a:lnTo>
                  </a:path>
                  <a:path extrusionOk="0" h="259079" w="1049020">
                    <a:moveTo>
                      <a:pt x="6096" y="12192"/>
                    </a:moveTo>
                    <a:lnTo>
                      <a:pt x="1333" y="26812"/>
                    </a:lnTo>
                    <a:lnTo>
                      <a:pt x="0" y="40005"/>
                    </a:lnTo>
                    <a:lnTo>
                      <a:pt x="952" y="53768"/>
                    </a:lnTo>
                    <a:lnTo>
                      <a:pt x="3048" y="70104"/>
                    </a:lnTo>
                    <a:lnTo>
                      <a:pt x="4905" y="87868"/>
                    </a:lnTo>
                    <a:lnTo>
                      <a:pt x="6477" y="104775"/>
                    </a:lnTo>
                    <a:lnTo>
                      <a:pt x="8620" y="121110"/>
                    </a:lnTo>
                    <a:lnTo>
                      <a:pt x="12192" y="137160"/>
                    </a:lnTo>
                    <a:lnTo>
                      <a:pt x="12715" y="144970"/>
                    </a:lnTo>
                    <a:lnTo>
                      <a:pt x="14097" y="153924"/>
                    </a:lnTo>
                    <a:lnTo>
                      <a:pt x="16049" y="162877"/>
                    </a:lnTo>
                    <a:lnTo>
                      <a:pt x="18287" y="170687"/>
                    </a:lnTo>
                    <a:lnTo>
                      <a:pt x="21336" y="176784"/>
                    </a:lnTo>
                    <a:lnTo>
                      <a:pt x="27432" y="176784"/>
                    </a:lnTo>
                    <a:lnTo>
                      <a:pt x="33528" y="176784"/>
                    </a:lnTo>
                    <a:lnTo>
                      <a:pt x="42148" y="177974"/>
                    </a:lnTo>
                    <a:lnTo>
                      <a:pt x="49911" y="177165"/>
                    </a:lnTo>
                    <a:lnTo>
                      <a:pt x="57102" y="174640"/>
                    </a:lnTo>
                    <a:lnTo>
                      <a:pt x="64008" y="170687"/>
                    </a:lnTo>
                    <a:lnTo>
                      <a:pt x="71294" y="168830"/>
                    </a:lnTo>
                    <a:lnTo>
                      <a:pt x="78866" y="167259"/>
                    </a:lnTo>
                    <a:lnTo>
                      <a:pt x="85867" y="165115"/>
                    </a:lnTo>
                    <a:lnTo>
                      <a:pt x="91439" y="161544"/>
                    </a:lnTo>
                    <a:lnTo>
                      <a:pt x="94487" y="161544"/>
                    </a:lnTo>
                  </a:path>
                  <a:path extrusionOk="0" h="259079" w="1049020">
                    <a:moveTo>
                      <a:pt x="118872" y="30480"/>
                    </a:moveTo>
                    <a:lnTo>
                      <a:pt x="119395" y="41433"/>
                    </a:lnTo>
                    <a:lnTo>
                      <a:pt x="120776" y="51815"/>
                    </a:lnTo>
                    <a:lnTo>
                      <a:pt x="122729" y="62198"/>
                    </a:lnTo>
                    <a:lnTo>
                      <a:pt x="124968" y="73152"/>
                    </a:lnTo>
                    <a:lnTo>
                      <a:pt x="127254" y="84582"/>
                    </a:lnTo>
                    <a:lnTo>
                      <a:pt x="129540" y="96012"/>
                    </a:lnTo>
                    <a:lnTo>
                      <a:pt x="131826" y="107442"/>
                    </a:lnTo>
                    <a:lnTo>
                      <a:pt x="134112" y="118872"/>
                    </a:lnTo>
                    <a:lnTo>
                      <a:pt x="134112" y="127539"/>
                    </a:lnTo>
                    <a:lnTo>
                      <a:pt x="134112" y="135636"/>
                    </a:lnTo>
                    <a:lnTo>
                      <a:pt x="134112" y="143732"/>
                    </a:lnTo>
                    <a:lnTo>
                      <a:pt x="134112" y="152400"/>
                    </a:lnTo>
                  </a:path>
                  <a:path extrusionOk="0" h="259079" w="1049020">
                    <a:moveTo>
                      <a:pt x="173736" y="27431"/>
                    </a:moveTo>
                    <a:lnTo>
                      <a:pt x="175974" y="38862"/>
                    </a:lnTo>
                    <a:lnTo>
                      <a:pt x="177926" y="50292"/>
                    </a:lnTo>
                    <a:lnTo>
                      <a:pt x="179308" y="61722"/>
                    </a:lnTo>
                    <a:lnTo>
                      <a:pt x="179832" y="73152"/>
                    </a:lnTo>
                    <a:lnTo>
                      <a:pt x="181594" y="86344"/>
                    </a:lnTo>
                    <a:lnTo>
                      <a:pt x="182499" y="98679"/>
                    </a:lnTo>
                    <a:lnTo>
                      <a:pt x="182832" y="110442"/>
                    </a:lnTo>
                    <a:lnTo>
                      <a:pt x="182880" y="121919"/>
                    </a:lnTo>
                    <a:lnTo>
                      <a:pt x="182880" y="131063"/>
                    </a:lnTo>
                    <a:lnTo>
                      <a:pt x="182880" y="137160"/>
                    </a:lnTo>
                    <a:lnTo>
                      <a:pt x="185928" y="143256"/>
                    </a:lnTo>
                  </a:path>
                  <a:path extrusionOk="0" h="259079" w="1049020">
                    <a:moveTo>
                      <a:pt x="231648" y="33528"/>
                    </a:moveTo>
                    <a:lnTo>
                      <a:pt x="196738" y="56626"/>
                    </a:lnTo>
                    <a:lnTo>
                      <a:pt x="191309" y="75771"/>
                    </a:lnTo>
                    <a:lnTo>
                      <a:pt x="192024" y="85343"/>
                    </a:lnTo>
                    <a:lnTo>
                      <a:pt x="224028" y="112013"/>
                    </a:lnTo>
                    <a:lnTo>
                      <a:pt x="237744" y="112775"/>
                    </a:lnTo>
                    <a:lnTo>
                      <a:pt x="246887" y="112775"/>
                    </a:lnTo>
                    <a:lnTo>
                      <a:pt x="252984" y="109728"/>
                    </a:lnTo>
                    <a:lnTo>
                      <a:pt x="262128" y="106680"/>
                    </a:lnTo>
                  </a:path>
                  <a:path extrusionOk="0" h="259079" w="1049020">
                    <a:moveTo>
                      <a:pt x="283463" y="24384"/>
                    </a:moveTo>
                    <a:lnTo>
                      <a:pt x="285750" y="35337"/>
                    </a:lnTo>
                    <a:lnTo>
                      <a:pt x="288036" y="45719"/>
                    </a:lnTo>
                    <a:lnTo>
                      <a:pt x="290322" y="56102"/>
                    </a:lnTo>
                    <a:lnTo>
                      <a:pt x="301751" y="97536"/>
                    </a:lnTo>
                    <a:lnTo>
                      <a:pt x="307848" y="103631"/>
                    </a:lnTo>
                    <a:lnTo>
                      <a:pt x="307848" y="106680"/>
                    </a:lnTo>
                    <a:lnTo>
                      <a:pt x="316992" y="109728"/>
                    </a:lnTo>
                    <a:lnTo>
                      <a:pt x="320039" y="109728"/>
                    </a:lnTo>
                    <a:lnTo>
                      <a:pt x="329184" y="109728"/>
                    </a:lnTo>
                    <a:lnTo>
                      <a:pt x="332232" y="109728"/>
                    </a:lnTo>
                    <a:lnTo>
                      <a:pt x="338328" y="109728"/>
                    </a:lnTo>
                    <a:lnTo>
                      <a:pt x="344424" y="103631"/>
                    </a:lnTo>
                    <a:lnTo>
                      <a:pt x="347472" y="97536"/>
                    </a:lnTo>
                  </a:path>
                  <a:path extrusionOk="0" h="259079" w="1049020">
                    <a:moveTo>
                      <a:pt x="307848" y="60960"/>
                    </a:moveTo>
                    <a:lnTo>
                      <a:pt x="316992" y="60960"/>
                    </a:lnTo>
                    <a:lnTo>
                      <a:pt x="323088" y="57912"/>
                    </a:lnTo>
                    <a:lnTo>
                      <a:pt x="332232" y="54863"/>
                    </a:lnTo>
                  </a:path>
                  <a:path extrusionOk="0" h="259079" w="1049020">
                    <a:moveTo>
                      <a:pt x="289560" y="27431"/>
                    </a:moveTo>
                    <a:lnTo>
                      <a:pt x="297799" y="21145"/>
                    </a:lnTo>
                    <a:lnTo>
                      <a:pt x="305181" y="16001"/>
                    </a:lnTo>
                    <a:lnTo>
                      <a:pt x="313134" y="12001"/>
                    </a:lnTo>
                    <a:lnTo>
                      <a:pt x="323088" y="9143"/>
                    </a:lnTo>
                  </a:path>
                  <a:path extrusionOk="0" h="259079" w="1049020">
                    <a:moveTo>
                      <a:pt x="384048" y="15240"/>
                    </a:moveTo>
                    <a:lnTo>
                      <a:pt x="392096" y="28051"/>
                    </a:lnTo>
                    <a:lnTo>
                      <a:pt x="398144" y="40005"/>
                    </a:lnTo>
                    <a:lnTo>
                      <a:pt x="402478" y="52530"/>
                    </a:lnTo>
                    <a:lnTo>
                      <a:pt x="405384" y="67056"/>
                    </a:lnTo>
                    <a:lnTo>
                      <a:pt x="407717" y="76723"/>
                    </a:lnTo>
                    <a:lnTo>
                      <a:pt x="410337" y="87249"/>
                    </a:lnTo>
                    <a:lnTo>
                      <a:pt x="413527" y="98345"/>
                    </a:lnTo>
                    <a:lnTo>
                      <a:pt x="417575" y="109728"/>
                    </a:lnTo>
                    <a:lnTo>
                      <a:pt x="417575" y="112775"/>
                    </a:lnTo>
                    <a:lnTo>
                      <a:pt x="420624" y="115824"/>
                    </a:lnTo>
                    <a:lnTo>
                      <a:pt x="426720" y="115824"/>
                    </a:lnTo>
                    <a:lnTo>
                      <a:pt x="433577" y="115776"/>
                    </a:lnTo>
                    <a:lnTo>
                      <a:pt x="440436" y="115443"/>
                    </a:lnTo>
                    <a:lnTo>
                      <a:pt x="447294" y="114538"/>
                    </a:lnTo>
                    <a:lnTo>
                      <a:pt x="454151" y="112775"/>
                    </a:lnTo>
                    <a:lnTo>
                      <a:pt x="463296" y="111728"/>
                    </a:lnTo>
                    <a:lnTo>
                      <a:pt x="472440" y="108965"/>
                    </a:lnTo>
                    <a:lnTo>
                      <a:pt x="481584" y="105060"/>
                    </a:lnTo>
                    <a:lnTo>
                      <a:pt x="490728" y="100584"/>
                    </a:lnTo>
                  </a:path>
                  <a:path extrusionOk="0" h="259079" w="1049020">
                    <a:moveTo>
                      <a:pt x="533400" y="0"/>
                    </a:moveTo>
                    <a:lnTo>
                      <a:pt x="533400" y="6096"/>
                    </a:lnTo>
                    <a:lnTo>
                      <a:pt x="533400" y="12192"/>
                    </a:lnTo>
                    <a:lnTo>
                      <a:pt x="536448" y="18287"/>
                    </a:lnTo>
                    <a:lnTo>
                      <a:pt x="538734" y="29718"/>
                    </a:lnTo>
                    <a:lnTo>
                      <a:pt x="541020" y="41148"/>
                    </a:lnTo>
                    <a:lnTo>
                      <a:pt x="543306" y="52578"/>
                    </a:lnTo>
                    <a:lnTo>
                      <a:pt x="545592" y="64008"/>
                    </a:lnTo>
                    <a:lnTo>
                      <a:pt x="545592" y="73152"/>
                    </a:lnTo>
                    <a:lnTo>
                      <a:pt x="545592" y="82296"/>
                    </a:lnTo>
                    <a:lnTo>
                      <a:pt x="545592" y="91440"/>
                    </a:lnTo>
                    <a:lnTo>
                      <a:pt x="545592" y="100584"/>
                    </a:lnTo>
                    <a:lnTo>
                      <a:pt x="545592" y="103631"/>
                    </a:lnTo>
                    <a:lnTo>
                      <a:pt x="548639" y="103631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75" name="Google Shape;207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678680" y="4549426"/>
                <a:ext cx="347470" cy="1932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76" name="Google Shape;2076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88925" y="6131270"/>
              <a:ext cx="172858" cy="31448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77" name="Google Shape;2077;p17"/>
            <p:cNvGrpSpPr/>
            <p:nvPr/>
          </p:nvGrpSpPr>
          <p:grpSpPr>
            <a:xfrm>
              <a:off x="2978584" y="6066373"/>
              <a:ext cx="275639" cy="509594"/>
              <a:chOff x="5166360" y="4998719"/>
              <a:chExt cx="179830" cy="311150"/>
            </a:xfrm>
          </p:grpSpPr>
          <p:sp>
            <p:nvSpPr>
              <p:cNvPr id="2078" name="Google Shape;2078;p17"/>
              <p:cNvSpPr/>
              <p:nvPr/>
            </p:nvSpPr>
            <p:spPr>
              <a:xfrm>
                <a:off x="5166360" y="4998719"/>
                <a:ext cx="9525" cy="311150"/>
              </a:xfrm>
              <a:custGeom>
                <a:rect b="b" l="l" r="r" t="t"/>
                <a:pathLst>
                  <a:path extrusionOk="0" h="311150" w="9525">
                    <a:moveTo>
                      <a:pt x="9143" y="0"/>
                    </a:moveTo>
                    <a:lnTo>
                      <a:pt x="7381" y="17811"/>
                    </a:lnTo>
                    <a:lnTo>
                      <a:pt x="6476" y="35051"/>
                    </a:lnTo>
                    <a:lnTo>
                      <a:pt x="6143" y="52292"/>
                    </a:lnTo>
                    <a:lnTo>
                      <a:pt x="6095" y="70104"/>
                    </a:lnTo>
                    <a:lnTo>
                      <a:pt x="6524" y="103917"/>
                    </a:lnTo>
                    <a:lnTo>
                      <a:pt x="7238" y="137160"/>
                    </a:lnTo>
                    <a:lnTo>
                      <a:pt x="7381" y="170402"/>
                    </a:lnTo>
                    <a:lnTo>
                      <a:pt x="6095" y="204216"/>
                    </a:lnTo>
                    <a:lnTo>
                      <a:pt x="6048" y="226552"/>
                    </a:lnTo>
                    <a:lnTo>
                      <a:pt x="5714" y="248031"/>
                    </a:lnTo>
                    <a:lnTo>
                      <a:pt x="4810" y="268938"/>
                    </a:lnTo>
                    <a:lnTo>
                      <a:pt x="3048" y="289560"/>
                    </a:lnTo>
                    <a:lnTo>
                      <a:pt x="3048" y="298704"/>
                    </a:lnTo>
                    <a:lnTo>
                      <a:pt x="0" y="304800"/>
                    </a:lnTo>
                    <a:lnTo>
                      <a:pt x="0" y="310896"/>
                    </a:lnTo>
                    <a:lnTo>
                      <a:pt x="3048" y="301752"/>
                    </a:lnTo>
                    <a:lnTo>
                      <a:pt x="6095" y="295656"/>
                    </a:lnTo>
                    <a:lnTo>
                      <a:pt x="6095" y="289560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79" name="Google Shape;2079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227320" y="5117592"/>
                <a:ext cx="118870" cy="1402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80" name="Google Shape;2080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85348" y="6036424"/>
              <a:ext cx="187457" cy="1547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1" name="Google Shape;208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93280" y="5876681"/>
              <a:ext cx="252280" cy="384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2" name="Google Shape;2082;p17"/>
            <p:cNvSpPr/>
            <p:nvPr/>
          </p:nvSpPr>
          <p:spPr>
            <a:xfrm>
              <a:off x="4569367" y="5691980"/>
              <a:ext cx="147944" cy="619833"/>
            </a:xfrm>
            <a:custGeom>
              <a:rect b="b" l="l" r="r" t="t"/>
              <a:pathLst>
                <a:path extrusionOk="0" h="378460" w="96520">
                  <a:moveTo>
                    <a:pt x="65532" y="0"/>
                  </a:moveTo>
                  <a:lnTo>
                    <a:pt x="35956" y="25717"/>
                  </a:lnTo>
                  <a:lnTo>
                    <a:pt x="20431" y="62531"/>
                  </a:lnTo>
                  <a:lnTo>
                    <a:pt x="7953" y="109489"/>
                  </a:lnTo>
                  <a:lnTo>
                    <a:pt x="1143" y="162544"/>
                  </a:lnTo>
                  <a:lnTo>
                    <a:pt x="0" y="192405"/>
                  </a:lnTo>
                  <a:lnTo>
                    <a:pt x="1143" y="222837"/>
                  </a:lnTo>
                  <a:lnTo>
                    <a:pt x="8620" y="280320"/>
                  </a:lnTo>
                  <a:lnTo>
                    <a:pt x="28146" y="332708"/>
                  </a:lnTo>
                  <a:lnTo>
                    <a:pt x="51673" y="364664"/>
                  </a:lnTo>
                  <a:lnTo>
                    <a:pt x="83820" y="377952"/>
                  </a:lnTo>
                  <a:lnTo>
                    <a:pt x="89916" y="377952"/>
                  </a:lnTo>
                  <a:lnTo>
                    <a:pt x="92963" y="377952"/>
                  </a:lnTo>
                  <a:lnTo>
                    <a:pt x="96012" y="371856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3" name="Google Shape;2083;p17"/>
            <p:cNvGrpSpPr/>
            <p:nvPr/>
          </p:nvGrpSpPr>
          <p:grpSpPr>
            <a:xfrm>
              <a:off x="4812746" y="5652044"/>
              <a:ext cx="646618" cy="489207"/>
              <a:chOff x="6362986" y="4745736"/>
              <a:chExt cx="421860" cy="298702"/>
            </a:xfrm>
          </p:grpSpPr>
          <p:pic>
            <p:nvPicPr>
              <p:cNvPr id="2084" name="Google Shape;2084;p1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362986" y="4745736"/>
                <a:ext cx="312132" cy="2773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5" name="Google Shape;2085;p1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711696" y="4953000"/>
                <a:ext cx="73150" cy="914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86" name="Google Shape;2086;p17"/>
            <p:cNvGrpSpPr/>
            <p:nvPr/>
          </p:nvGrpSpPr>
          <p:grpSpPr>
            <a:xfrm>
              <a:off x="7407554" y="6241093"/>
              <a:ext cx="1153959" cy="449273"/>
              <a:chOff x="8055864" y="5105400"/>
              <a:chExt cx="752854" cy="274319"/>
            </a:xfrm>
          </p:grpSpPr>
          <p:pic>
            <p:nvPicPr>
              <p:cNvPr id="2087" name="Google Shape;2087;p1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055864" y="5172456"/>
                <a:ext cx="146302" cy="1496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8" name="Google Shape;2088;p17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226552" y="5105400"/>
                <a:ext cx="432815" cy="2743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9" name="Google Shape;2089;p1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8683752" y="5129784"/>
                <a:ext cx="124966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90" name="Google Shape;2090;p17"/>
            <p:cNvSpPr/>
            <p:nvPr/>
          </p:nvSpPr>
          <p:spPr>
            <a:xfrm>
              <a:off x="8739047" y="6305987"/>
              <a:ext cx="37959" cy="40560"/>
            </a:xfrm>
            <a:custGeom>
              <a:rect b="b" l="l" r="r" t="t"/>
              <a:pathLst>
                <a:path extrusionOk="0" h="24764" w="24765">
                  <a:moveTo>
                    <a:pt x="0" y="6095"/>
                  </a:moveTo>
                  <a:lnTo>
                    <a:pt x="0" y="18287"/>
                  </a:lnTo>
                  <a:lnTo>
                    <a:pt x="6096" y="24383"/>
                  </a:lnTo>
                  <a:lnTo>
                    <a:pt x="18288" y="24383"/>
                  </a:lnTo>
                  <a:lnTo>
                    <a:pt x="24384" y="18287"/>
                  </a:lnTo>
                  <a:lnTo>
                    <a:pt x="24384" y="12192"/>
                  </a:lnTo>
                  <a:lnTo>
                    <a:pt x="24384" y="6095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91" name="Google Shape;2091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958045" y="6131270"/>
              <a:ext cx="397693" cy="257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2" name="Google Shape;2092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526630" y="6041416"/>
              <a:ext cx="403752" cy="1946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3" name="Google Shape;2093;p17"/>
            <p:cNvSpPr/>
            <p:nvPr/>
          </p:nvSpPr>
          <p:spPr>
            <a:xfrm>
              <a:off x="5664930" y="5741899"/>
              <a:ext cx="14600" cy="170556"/>
            </a:xfrm>
            <a:custGeom>
              <a:rect b="b" l="l" r="r" t="t"/>
              <a:pathLst>
                <a:path extrusionOk="0" h="104139" w="9525">
                  <a:moveTo>
                    <a:pt x="0" y="0"/>
                  </a:moveTo>
                  <a:lnTo>
                    <a:pt x="1762" y="13716"/>
                  </a:lnTo>
                  <a:lnTo>
                    <a:pt x="2667" y="27431"/>
                  </a:lnTo>
                  <a:lnTo>
                    <a:pt x="3000" y="41147"/>
                  </a:lnTo>
                  <a:lnTo>
                    <a:pt x="3048" y="54864"/>
                  </a:lnTo>
                  <a:lnTo>
                    <a:pt x="3048" y="64484"/>
                  </a:lnTo>
                  <a:lnTo>
                    <a:pt x="3048" y="74676"/>
                  </a:lnTo>
                  <a:lnTo>
                    <a:pt x="3048" y="84867"/>
                  </a:lnTo>
                  <a:lnTo>
                    <a:pt x="3048" y="94488"/>
                  </a:lnTo>
                  <a:lnTo>
                    <a:pt x="3048" y="97536"/>
                  </a:lnTo>
                  <a:lnTo>
                    <a:pt x="3048" y="100584"/>
                  </a:lnTo>
                  <a:lnTo>
                    <a:pt x="6096" y="103632"/>
                  </a:lnTo>
                  <a:lnTo>
                    <a:pt x="6096" y="100584"/>
                  </a:lnTo>
                  <a:lnTo>
                    <a:pt x="9144" y="94488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4" name="Google Shape;2094;p17"/>
            <p:cNvGrpSpPr/>
            <p:nvPr/>
          </p:nvGrpSpPr>
          <p:grpSpPr>
            <a:xfrm>
              <a:off x="5683619" y="5447373"/>
              <a:ext cx="962997" cy="1188290"/>
              <a:chOff x="6931152" y="4620767"/>
              <a:chExt cx="628269" cy="725551"/>
            </a:xfrm>
          </p:grpSpPr>
          <p:sp>
            <p:nvSpPr>
              <p:cNvPr id="2095" name="Google Shape;2095;p17"/>
              <p:cNvSpPr/>
              <p:nvPr/>
            </p:nvSpPr>
            <p:spPr>
              <a:xfrm>
                <a:off x="7019544" y="4620767"/>
                <a:ext cx="106680" cy="381000"/>
              </a:xfrm>
              <a:custGeom>
                <a:rect b="b" l="l" r="r" t="t"/>
                <a:pathLst>
                  <a:path extrusionOk="0" h="381000" w="106679">
                    <a:moveTo>
                      <a:pt x="0" y="0"/>
                    </a:moveTo>
                    <a:lnTo>
                      <a:pt x="11382" y="6381"/>
                    </a:lnTo>
                    <a:lnTo>
                      <a:pt x="22479" y="12192"/>
                    </a:lnTo>
                    <a:lnTo>
                      <a:pt x="33004" y="18002"/>
                    </a:lnTo>
                    <a:lnTo>
                      <a:pt x="76962" y="56387"/>
                    </a:lnTo>
                    <a:lnTo>
                      <a:pt x="97536" y="97535"/>
                    </a:lnTo>
                    <a:lnTo>
                      <a:pt x="105537" y="140588"/>
                    </a:lnTo>
                    <a:lnTo>
                      <a:pt x="106680" y="185927"/>
                    </a:lnTo>
                    <a:lnTo>
                      <a:pt x="105632" y="210550"/>
                    </a:lnTo>
                    <a:lnTo>
                      <a:pt x="98964" y="257508"/>
                    </a:lnTo>
                    <a:lnTo>
                      <a:pt x="89392" y="299180"/>
                    </a:lnTo>
                    <a:lnTo>
                      <a:pt x="76914" y="337851"/>
                    </a:lnTo>
                    <a:lnTo>
                      <a:pt x="67056" y="362712"/>
                    </a:lnTo>
                    <a:lnTo>
                      <a:pt x="64008" y="371856"/>
                    </a:lnTo>
                    <a:lnTo>
                      <a:pt x="60960" y="377951"/>
                    </a:lnTo>
                    <a:lnTo>
                      <a:pt x="57912" y="381000"/>
                    </a:lnTo>
                    <a:lnTo>
                      <a:pt x="57912" y="374904"/>
                    </a:lnTo>
                    <a:lnTo>
                      <a:pt x="54864" y="371856"/>
                    </a:lnTo>
                    <a:lnTo>
                      <a:pt x="54864" y="365759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17"/>
              <p:cNvSpPr/>
              <p:nvPr/>
            </p:nvSpPr>
            <p:spPr>
              <a:xfrm>
                <a:off x="6955536" y="5038343"/>
                <a:ext cx="603885" cy="307975"/>
              </a:xfrm>
              <a:custGeom>
                <a:rect b="b" l="l" r="r" t="t"/>
                <a:pathLst>
                  <a:path extrusionOk="0" h="307975" w="603884">
                    <a:moveTo>
                      <a:pt x="0" y="0"/>
                    </a:moveTo>
                    <a:lnTo>
                      <a:pt x="11144" y="45434"/>
                    </a:lnTo>
                    <a:lnTo>
                      <a:pt x="33099" y="90582"/>
                    </a:lnTo>
                    <a:lnTo>
                      <a:pt x="68437" y="147542"/>
                    </a:lnTo>
                    <a:lnTo>
                      <a:pt x="117538" y="208978"/>
                    </a:lnTo>
                    <a:lnTo>
                      <a:pt x="150114" y="240792"/>
                    </a:lnTo>
                    <a:lnTo>
                      <a:pt x="186118" y="268033"/>
                    </a:lnTo>
                    <a:lnTo>
                      <a:pt x="225552" y="289559"/>
                    </a:lnTo>
                    <a:lnTo>
                      <a:pt x="292608" y="305562"/>
                    </a:lnTo>
                    <a:lnTo>
                      <a:pt x="359664" y="307847"/>
                    </a:lnTo>
                    <a:lnTo>
                      <a:pt x="407146" y="301751"/>
                    </a:lnTo>
                    <a:lnTo>
                      <a:pt x="453771" y="293369"/>
                    </a:lnTo>
                    <a:lnTo>
                      <a:pt x="499824" y="283844"/>
                    </a:lnTo>
                    <a:lnTo>
                      <a:pt x="545592" y="274319"/>
                    </a:lnTo>
                    <a:lnTo>
                      <a:pt x="565785" y="273272"/>
                    </a:lnTo>
                    <a:lnTo>
                      <a:pt x="588264" y="272795"/>
                    </a:lnTo>
                    <a:lnTo>
                      <a:pt x="603885" y="270033"/>
                    </a:lnTo>
                    <a:lnTo>
                      <a:pt x="603504" y="262127"/>
                    </a:lnTo>
                    <a:lnTo>
                      <a:pt x="600456" y="259079"/>
                    </a:lnTo>
                    <a:lnTo>
                      <a:pt x="594360" y="259079"/>
                    </a:lnTo>
                  </a:path>
                </a:pathLst>
              </a:custGeom>
              <a:noFill/>
              <a:ln cap="flat" cmpd="sng" w="243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97" name="Google Shape;2097;p17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931152" y="5007864"/>
                <a:ext cx="118870" cy="1005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98" name="Google Shape;2098;p1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739471" y="6395843"/>
              <a:ext cx="378422" cy="2795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9" name="Google Shape;2099;p1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232869" y="6685376"/>
              <a:ext cx="305497" cy="401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0" name="Google Shape;2100;p1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650493" y="6845118"/>
              <a:ext cx="256952" cy="2027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01" name="Google Shape;2101;p17"/>
            <p:cNvGrpSpPr/>
            <p:nvPr/>
          </p:nvGrpSpPr>
          <p:grpSpPr>
            <a:xfrm>
              <a:off x="8033006" y="6735295"/>
              <a:ext cx="453954" cy="241560"/>
              <a:chOff x="8463915" y="5407152"/>
              <a:chExt cx="296164" cy="147493"/>
            </a:xfrm>
          </p:grpSpPr>
          <p:pic>
            <p:nvPicPr>
              <p:cNvPr id="2102" name="Google Shape;2102;p1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463915" y="5407152"/>
                <a:ext cx="256411" cy="1474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03" name="Google Shape;2103;p17"/>
              <p:cNvSpPr/>
              <p:nvPr/>
            </p:nvSpPr>
            <p:spPr>
              <a:xfrm>
                <a:off x="8756904" y="5422391"/>
                <a:ext cx="3175" cy="88900"/>
              </a:xfrm>
              <a:custGeom>
                <a:rect b="b" l="l" r="r" t="t"/>
                <a:pathLst>
                  <a:path extrusionOk="0" h="88900" w="3175">
                    <a:moveTo>
                      <a:pt x="3047" y="0"/>
                    </a:moveTo>
                    <a:lnTo>
                      <a:pt x="2571" y="10953"/>
                    </a:lnTo>
                    <a:lnTo>
                      <a:pt x="1523" y="21335"/>
                    </a:lnTo>
                    <a:lnTo>
                      <a:pt x="476" y="31718"/>
                    </a:lnTo>
                    <a:lnTo>
                      <a:pt x="0" y="42671"/>
                    </a:lnTo>
                    <a:lnTo>
                      <a:pt x="0" y="54101"/>
                    </a:lnTo>
                    <a:lnTo>
                      <a:pt x="0" y="65531"/>
                    </a:lnTo>
                    <a:lnTo>
                      <a:pt x="0" y="76961"/>
                    </a:lnTo>
                    <a:lnTo>
                      <a:pt x="0" y="88391"/>
                    </a:lnTo>
                  </a:path>
                </a:pathLst>
              </a:custGeom>
              <a:noFill/>
              <a:ln cap="flat" cmpd="sng" w="243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4" name="Google Shape;2104;p17"/>
          <p:cNvGrpSpPr/>
          <p:nvPr/>
        </p:nvGrpSpPr>
        <p:grpSpPr>
          <a:xfrm>
            <a:off x="2761708" y="991442"/>
            <a:ext cx="4888785" cy="3249752"/>
            <a:chOff x="785487" y="1219200"/>
            <a:chExt cx="4888785" cy="3249752"/>
          </a:xfrm>
        </p:grpSpPr>
        <p:sp>
          <p:nvSpPr>
            <p:cNvPr id="2105" name="Google Shape;2105;p17"/>
            <p:cNvSpPr/>
            <p:nvPr/>
          </p:nvSpPr>
          <p:spPr>
            <a:xfrm>
              <a:off x="2684252" y="1783288"/>
              <a:ext cx="2589017" cy="167438"/>
            </a:xfrm>
            <a:custGeom>
              <a:rect b="b" l="l" r="r" t="t"/>
              <a:pathLst>
                <a:path extrusionOk="0" h="102235" w="1689100">
                  <a:moveTo>
                    <a:pt x="0" y="94487"/>
                  </a:moveTo>
                  <a:lnTo>
                    <a:pt x="32003" y="96726"/>
                  </a:lnTo>
                  <a:lnTo>
                    <a:pt x="64007" y="98678"/>
                  </a:lnTo>
                  <a:lnTo>
                    <a:pt x="96011" y="100060"/>
                  </a:lnTo>
                  <a:lnTo>
                    <a:pt x="128015" y="100584"/>
                  </a:lnTo>
                  <a:lnTo>
                    <a:pt x="168687" y="101869"/>
                  </a:lnTo>
                  <a:lnTo>
                    <a:pt x="208787" y="101726"/>
                  </a:lnTo>
                  <a:lnTo>
                    <a:pt x="248888" y="101012"/>
                  </a:lnTo>
                  <a:lnTo>
                    <a:pt x="289560" y="100584"/>
                  </a:lnTo>
                  <a:lnTo>
                    <a:pt x="341661" y="98726"/>
                  </a:lnTo>
                  <a:lnTo>
                    <a:pt x="393191" y="97154"/>
                  </a:lnTo>
                  <a:lnTo>
                    <a:pt x="444722" y="95011"/>
                  </a:lnTo>
                  <a:lnTo>
                    <a:pt x="496824" y="91439"/>
                  </a:lnTo>
                  <a:lnTo>
                    <a:pt x="542568" y="89586"/>
                  </a:lnTo>
                  <a:lnTo>
                    <a:pt x="588459" y="87587"/>
                  </a:lnTo>
                  <a:lnTo>
                    <a:pt x="634642" y="85295"/>
                  </a:lnTo>
                  <a:lnTo>
                    <a:pt x="681264" y="82564"/>
                  </a:lnTo>
                  <a:lnTo>
                    <a:pt x="728472" y="79248"/>
                  </a:lnTo>
                  <a:lnTo>
                    <a:pt x="779702" y="75590"/>
                  </a:lnTo>
                  <a:lnTo>
                    <a:pt x="831079" y="71932"/>
                  </a:lnTo>
                  <a:lnTo>
                    <a:pt x="882749" y="68275"/>
                  </a:lnTo>
                  <a:lnTo>
                    <a:pt x="934858" y="64617"/>
                  </a:lnTo>
                  <a:lnTo>
                    <a:pt x="987551" y="60960"/>
                  </a:lnTo>
                  <a:lnTo>
                    <a:pt x="1042415" y="58789"/>
                  </a:lnTo>
                  <a:lnTo>
                    <a:pt x="1097279" y="56034"/>
                  </a:lnTo>
                  <a:lnTo>
                    <a:pt x="1152143" y="52840"/>
                  </a:lnTo>
                  <a:lnTo>
                    <a:pt x="1207007" y="49353"/>
                  </a:lnTo>
                  <a:lnTo>
                    <a:pt x="1261872" y="45719"/>
                  </a:lnTo>
                  <a:lnTo>
                    <a:pt x="1310932" y="42062"/>
                  </a:lnTo>
                  <a:lnTo>
                    <a:pt x="1359554" y="38404"/>
                  </a:lnTo>
                  <a:lnTo>
                    <a:pt x="1408029" y="34747"/>
                  </a:lnTo>
                  <a:lnTo>
                    <a:pt x="1456651" y="31089"/>
                  </a:lnTo>
                  <a:lnTo>
                    <a:pt x="1505712" y="27431"/>
                  </a:lnTo>
                  <a:lnTo>
                    <a:pt x="1578864" y="20574"/>
                  </a:lnTo>
                  <a:lnTo>
                    <a:pt x="1652015" y="9143"/>
                  </a:lnTo>
                  <a:lnTo>
                    <a:pt x="1658588" y="9048"/>
                  </a:lnTo>
                  <a:lnTo>
                    <a:pt x="1670303" y="8381"/>
                  </a:lnTo>
                  <a:lnTo>
                    <a:pt x="1682019" y="6572"/>
                  </a:lnTo>
                  <a:lnTo>
                    <a:pt x="1688591" y="3048"/>
                  </a:lnTo>
                  <a:lnTo>
                    <a:pt x="1688591" y="0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17"/>
            <p:cNvSpPr/>
            <p:nvPr/>
          </p:nvSpPr>
          <p:spPr>
            <a:xfrm>
              <a:off x="2516064" y="1353981"/>
              <a:ext cx="1238056" cy="365036"/>
            </a:xfrm>
            <a:custGeom>
              <a:rect b="b" l="l" r="r" t="t"/>
              <a:pathLst>
                <a:path extrusionOk="0" h="222885" w="807720">
                  <a:moveTo>
                    <a:pt x="18287" y="39624"/>
                  </a:moveTo>
                  <a:lnTo>
                    <a:pt x="20097" y="53816"/>
                  </a:lnTo>
                  <a:lnTo>
                    <a:pt x="21336" y="68579"/>
                  </a:lnTo>
                  <a:lnTo>
                    <a:pt x="22574" y="83343"/>
                  </a:lnTo>
                  <a:lnTo>
                    <a:pt x="24383" y="97536"/>
                  </a:lnTo>
                  <a:lnTo>
                    <a:pt x="24860" y="115347"/>
                  </a:lnTo>
                  <a:lnTo>
                    <a:pt x="25907" y="132587"/>
                  </a:lnTo>
                  <a:lnTo>
                    <a:pt x="26955" y="149828"/>
                  </a:lnTo>
                  <a:lnTo>
                    <a:pt x="27431" y="167639"/>
                  </a:lnTo>
                  <a:lnTo>
                    <a:pt x="27431" y="177260"/>
                  </a:lnTo>
                  <a:lnTo>
                    <a:pt x="27431" y="187451"/>
                  </a:lnTo>
                  <a:lnTo>
                    <a:pt x="27431" y="197643"/>
                  </a:lnTo>
                  <a:lnTo>
                    <a:pt x="27431" y="207263"/>
                  </a:lnTo>
                  <a:lnTo>
                    <a:pt x="27431" y="219455"/>
                  </a:lnTo>
                  <a:lnTo>
                    <a:pt x="27431" y="210312"/>
                  </a:lnTo>
                </a:path>
                <a:path extrusionOk="0" h="222885" w="807720">
                  <a:moveTo>
                    <a:pt x="0" y="24383"/>
                  </a:moveTo>
                  <a:lnTo>
                    <a:pt x="14049" y="18621"/>
                  </a:lnTo>
                  <a:lnTo>
                    <a:pt x="25526" y="14859"/>
                  </a:lnTo>
                  <a:lnTo>
                    <a:pt x="36433" y="12811"/>
                  </a:lnTo>
                  <a:lnTo>
                    <a:pt x="48767" y="12191"/>
                  </a:lnTo>
                  <a:lnTo>
                    <a:pt x="59674" y="12811"/>
                  </a:lnTo>
                  <a:lnTo>
                    <a:pt x="94106" y="30908"/>
                  </a:lnTo>
                  <a:lnTo>
                    <a:pt x="98678" y="49672"/>
                  </a:lnTo>
                  <a:lnTo>
                    <a:pt x="97536" y="57912"/>
                  </a:lnTo>
                  <a:lnTo>
                    <a:pt x="73532" y="93916"/>
                  </a:lnTo>
                  <a:lnTo>
                    <a:pt x="57150" y="108680"/>
                  </a:lnTo>
                  <a:lnTo>
                    <a:pt x="50291" y="114299"/>
                  </a:lnTo>
                  <a:lnTo>
                    <a:pt x="43433" y="119919"/>
                  </a:lnTo>
                  <a:lnTo>
                    <a:pt x="36575" y="124967"/>
                  </a:lnTo>
                  <a:lnTo>
                    <a:pt x="36575" y="128015"/>
                  </a:lnTo>
                  <a:lnTo>
                    <a:pt x="33527" y="128015"/>
                  </a:lnTo>
                  <a:lnTo>
                    <a:pt x="42671" y="128015"/>
                  </a:lnTo>
                  <a:lnTo>
                    <a:pt x="48767" y="124967"/>
                  </a:lnTo>
                  <a:lnTo>
                    <a:pt x="57912" y="124967"/>
                  </a:lnTo>
                  <a:lnTo>
                    <a:pt x="65293" y="123301"/>
                  </a:lnTo>
                  <a:lnTo>
                    <a:pt x="73532" y="123062"/>
                  </a:lnTo>
                  <a:lnTo>
                    <a:pt x="111156" y="150733"/>
                  </a:lnTo>
                  <a:lnTo>
                    <a:pt x="112775" y="161543"/>
                  </a:lnTo>
                  <a:lnTo>
                    <a:pt x="111680" y="171926"/>
                  </a:lnTo>
                  <a:lnTo>
                    <a:pt x="80390" y="206121"/>
                  </a:lnTo>
                  <a:lnTo>
                    <a:pt x="60959" y="210312"/>
                  </a:lnTo>
                  <a:lnTo>
                    <a:pt x="54149" y="211978"/>
                  </a:lnTo>
                  <a:lnTo>
                    <a:pt x="47624" y="212216"/>
                  </a:lnTo>
                  <a:lnTo>
                    <a:pt x="41671" y="210740"/>
                  </a:lnTo>
                  <a:lnTo>
                    <a:pt x="36575" y="207263"/>
                  </a:lnTo>
                  <a:lnTo>
                    <a:pt x="30479" y="204215"/>
                  </a:lnTo>
                  <a:lnTo>
                    <a:pt x="33527" y="195071"/>
                  </a:lnTo>
                  <a:lnTo>
                    <a:pt x="33527" y="188975"/>
                  </a:lnTo>
                </a:path>
                <a:path extrusionOk="0" h="222885" w="807720">
                  <a:moveTo>
                    <a:pt x="188975" y="54863"/>
                  </a:moveTo>
                  <a:lnTo>
                    <a:pt x="185356" y="66817"/>
                  </a:lnTo>
                  <a:lnTo>
                    <a:pt x="182879" y="79628"/>
                  </a:lnTo>
                  <a:lnTo>
                    <a:pt x="180403" y="93011"/>
                  </a:lnTo>
                  <a:lnTo>
                    <a:pt x="176783" y="106679"/>
                  </a:lnTo>
                  <a:lnTo>
                    <a:pt x="173497" y="123158"/>
                  </a:lnTo>
                  <a:lnTo>
                    <a:pt x="168783" y="140208"/>
                  </a:lnTo>
                  <a:lnTo>
                    <a:pt x="163496" y="157257"/>
                  </a:lnTo>
                  <a:lnTo>
                    <a:pt x="158495" y="173736"/>
                  </a:lnTo>
                  <a:lnTo>
                    <a:pt x="158495" y="179831"/>
                  </a:lnTo>
                  <a:lnTo>
                    <a:pt x="155447" y="179831"/>
                  </a:lnTo>
                </a:path>
                <a:path extrusionOk="0" h="222885" w="807720">
                  <a:moveTo>
                    <a:pt x="176783" y="39624"/>
                  </a:moveTo>
                  <a:lnTo>
                    <a:pt x="203787" y="67055"/>
                  </a:lnTo>
                  <a:lnTo>
                    <a:pt x="220598" y="104012"/>
                  </a:lnTo>
                  <a:lnTo>
                    <a:pt x="228600" y="131063"/>
                  </a:lnTo>
                  <a:lnTo>
                    <a:pt x="231314" y="140207"/>
                  </a:lnTo>
                  <a:lnTo>
                    <a:pt x="234314" y="149351"/>
                  </a:lnTo>
                  <a:lnTo>
                    <a:pt x="236743" y="158495"/>
                  </a:lnTo>
                  <a:lnTo>
                    <a:pt x="237743" y="167639"/>
                  </a:lnTo>
                  <a:lnTo>
                    <a:pt x="237743" y="173736"/>
                  </a:lnTo>
                  <a:lnTo>
                    <a:pt x="237743" y="176783"/>
                  </a:lnTo>
                </a:path>
                <a:path extrusionOk="0" h="222885" w="807720">
                  <a:moveTo>
                    <a:pt x="182879" y="140207"/>
                  </a:moveTo>
                  <a:lnTo>
                    <a:pt x="193405" y="134350"/>
                  </a:lnTo>
                  <a:lnTo>
                    <a:pt x="203073" y="129920"/>
                  </a:lnTo>
                  <a:lnTo>
                    <a:pt x="213312" y="126063"/>
                  </a:lnTo>
                  <a:lnTo>
                    <a:pt x="225551" y="121919"/>
                  </a:lnTo>
                  <a:lnTo>
                    <a:pt x="231647" y="118871"/>
                  </a:lnTo>
                  <a:lnTo>
                    <a:pt x="234695" y="118871"/>
                  </a:lnTo>
                  <a:lnTo>
                    <a:pt x="240791" y="115824"/>
                  </a:lnTo>
                </a:path>
                <a:path extrusionOk="0" h="222885" w="807720">
                  <a:moveTo>
                    <a:pt x="259079" y="73151"/>
                  </a:moveTo>
                  <a:lnTo>
                    <a:pt x="289559" y="106679"/>
                  </a:lnTo>
                  <a:lnTo>
                    <a:pt x="291893" y="113966"/>
                  </a:lnTo>
                  <a:lnTo>
                    <a:pt x="294513" y="121538"/>
                  </a:lnTo>
                  <a:lnTo>
                    <a:pt x="297703" y="128539"/>
                  </a:lnTo>
                  <a:lnTo>
                    <a:pt x="301751" y="134112"/>
                  </a:lnTo>
                  <a:lnTo>
                    <a:pt x="304800" y="134112"/>
                  </a:lnTo>
                </a:path>
                <a:path extrusionOk="0" h="222885" w="807720">
                  <a:moveTo>
                    <a:pt x="316991" y="48767"/>
                  </a:moveTo>
                  <a:lnTo>
                    <a:pt x="314229" y="64293"/>
                  </a:lnTo>
                  <a:lnTo>
                    <a:pt x="310895" y="79248"/>
                  </a:lnTo>
                  <a:lnTo>
                    <a:pt x="307562" y="94202"/>
                  </a:lnTo>
                  <a:lnTo>
                    <a:pt x="304800" y="109727"/>
                  </a:lnTo>
                  <a:lnTo>
                    <a:pt x="302037" y="128015"/>
                  </a:lnTo>
                  <a:lnTo>
                    <a:pt x="298703" y="146303"/>
                  </a:lnTo>
                  <a:lnTo>
                    <a:pt x="295370" y="164591"/>
                  </a:lnTo>
                  <a:lnTo>
                    <a:pt x="292607" y="182879"/>
                  </a:lnTo>
                  <a:lnTo>
                    <a:pt x="292131" y="192500"/>
                  </a:lnTo>
                  <a:lnTo>
                    <a:pt x="291083" y="202691"/>
                  </a:lnTo>
                  <a:lnTo>
                    <a:pt x="290036" y="212883"/>
                  </a:lnTo>
                  <a:lnTo>
                    <a:pt x="289559" y="222503"/>
                  </a:lnTo>
                  <a:lnTo>
                    <a:pt x="292607" y="222503"/>
                  </a:lnTo>
                </a:path>
                <a:path extrusionOk="0" h="222885" w="807720">
                  <a:moveTo>
                    <a:pt x="353567" y="60959"/>
                  </a:moveTo>
                  <a:lnTo>
                    <a:pt x="351853" y="74199"/>
                  </a:lnTo>
                  <a:lnTo>
                    <a:pt x="351281" y="86867"/>
                  </a:lnTo>
                  <a:lnTo>
                    <a:pt x="351853" y="99536"/>
                  </a:lnTo>
                  <a:lnTo>
                    <a:pt x="353567" y="112775"/>
                  </a:lnTo>
                  <a:lnTo>
                    <a:pt x="355377" y="124205"/>
                  </a:lnTo>
                  <a:lnTo>
                    <a:pt x="356615" y="135635"/>
                  </a:lnTo>
                  <a:lnTo>
                    <a:pt x="357854" y="147065"/>
                  </a:lnTo>
                  <a:lnTo>
                    <a:pt x="359663" y="158495"/>
                  </a:lnTo>
                  <a:lnTo>
                    <a:pt x="359663" y="164591"/>
                  </a:lnTo>
                  <a:lnTo>
                    <a:pt x="362712" y="173736"/>
                  </a:lnTo>
                  <a:lnTo>
                    <a:pt x="368807" y="176783"/>
                  </a:lnTo>
                  <a:lnTo>
                    <a:pt x="371855" y="179831"/>
                  </a:lnTo>
                  <a:lnTo>
                    <a:pt x="381000" y="179831"/>
                  </a:lnTo>
                  <a:lnTo>
                    <a:pt x="387095" y="179831"/>
                  </a:lnTo>
                  <a:lnTo>
                    <a:pt x="393191" y="176783"/>
                  </a:lnTo>
                  <a:lnTo>
                    <a:pt x="399288" y="173736"/>
                  </a:lnTo>
                  <a:lnTo>
                    <a:pt x="405383" y="170687"/>
                  </a:lnTo>
                  <a:lnTo>
                    <a:pt x="408431" y="167639"/>
                  </a:lnTo>
                  <a:lnTo>
                    <a:pt x="411479" y="164591"/>
                  </a:lnTo>
                  <a:lnTo>
                    <a:pt x="414527" y="161543"/>
                  </a:lnTo>
                </a:path>
                <a:path extrusionOk="0" h="222885" w="807720">
                  <a:moveTo>
                    <a:pt x="371855" y="112775"/>
                  </a:moveTo>
                  <a:lnTo>
                    <a:pt x="380999" y="106918"/>
                  </a:lnTo>
                  <a:lnTo>
                    <a:pt x="390143" y="102488"/>
                  </a:lnTo>
                  <a:lnTo>
                    <a:pt x="399288" y="98631"/>
                  </a:lnTo>
                  <a:lnTo>
                    <a:pt x="408431" y="94487"/>
                  </a:lnTo>
                  <a:lnTo>
                    <a:pt x="411479" y="91439"/>
                  </a:lnTo>
                  <a:lnTo>
                    <a:pt x="414527" y="88391"/>
                  </a:lnTo>
                </a:path>
                <a:path extrusionOk="0" h="222885" w="807720">
                  <a:moveTo>
                    <a:pt x="374903" y="67055"/>
                  </a:moveTo>
                  <a:lnTo>
                    <a:pt x="374903" y="64007"/>
                  </a:lnTo>
                  <a:lnTo>
                    <a:pt x="371855" y="60959"/>
                  </a:lnTo>
                  <a:lnTo>
                    <a:pt x="371855" y="57912"/>
                  </a:lnTo>
                  <a:lnTo>
                    <a:pt x="378761" y="53911"/>
                  </a:lnTo>
                  <a:lnTo>
                    <a:pt x="385952" y="51053"/>
                  </a:lnTo>
                  <a:lnTo>
                    <a:pt x="393715" y="49339"/>
                  </a:lnTo>
                  <a:lnTo>
                    <a:pt x="402336" y="48767"/>
                  </a:lnTo>
                </a:path>
                <a:path extrusionOk="0" h="222885" w="807720">
                  <a:moveTo>
                    <a:pt x="518159" y="45719"/>
                  </a:moveTo>
                  <a:lnTo>
                    <a:pt x="511301" y="40719"/>
                  </a:lnTo>
                  <a:lnTo>
                    <a:pt x="504443" y="35433"/>
                  </a:lnTo>
                  <a:lnTo>
                    <a:pt x="497585" y="30718"/>
                  </a:lnTo>
                  <a:lnTo>
                    <a:pt x="490727" y="27431"/>
                  </a:lnTo>
                  <a:lnTo>
                    <a:pt x="481583" y="24383"/>
                  </a:lnTo>
                  <a:lnTo>
                    <a:pt x="478536" y="27431"/>
                  </a:lnTo>
                  <a:lnTo>
                    <a:pt x="475488" y="33527"/>
                  </a:lnTo>
                  <a:lnTo>
                    <a:pt x="469820" y="46910"/>
                  </a:lnTo>
                  <a:lnTo>
                    <a:pt x="466724" y="62864"/>
                  </a:lnTo>
                  <a:lnTo>
                    <a:pt x="466486" y="79390"/>
                  </a:lnTo>
                  <a:lnTo>
                    <a:pt x="469391" y="94487"/>
                  </a:lnTo>
                  <a:lnTo>
                    <a:pt x="496824" y="121919"/>
                  </a:lnTo>
                  <a:lnTo>
                    <a:pt x="512063" y="128015"/>
                  </a:lnTo>
                  <a:lnTo>
                    <a:pt x="518159" y="134112"/>
                  </a:lnTo>
                  <a:lnTo>
                    <a:pt x="524255" y="140207"/>
                  </a:lnTo>
                  <a:lnTo>
                    <a:pt x="518159" y="143255"/>
                  </a:lnTo>
                  <a:lnTo>
                    <a:pt x="515112" y="146303"/>
                  </a:lnTo>
                  <a:lnTo>
                    <a:pt x="505967" y="150352"/>
                  </a:lnTo>
                  <a:lnTo>
                    <a:pt x="496823" y="153542"/>
                  </a:lnTo>
                  <a:lnTo>
                    <a:pt x="487679" y="156162"/>
                  </a:lnTo>
                  <a:lnTo>
                    <a:pt x="478536" y="158495"/>
                  </a:lnTo>
                  <a:lnTo>
                    <a:pt x="472439" y="158495"/>
                  </a:lnTo>
                  <a:lnTo>
                    <a:pt x="460247" y="161543"/>
                  </a:lnTo>
                  <a:lnTo>
                    <a:pt x="457200" y="152400"/>
                  </a:lnTo>
                  <a:lnTo>
                    <a:pt x="457200" y="149351"/>
                  </a:lnTo>
                </a:path>
                <a:path extrusionOk="0" h="222885" w="807720">
                  <a:moveTo>
                    <a:pt x="563879" y="57912"/>
                  </a:moveTo>
                  <a:lnTo>
                    <a:pt x="563879" y="57912"/>
                  </a:lnTo>
                  <a:lnTo>
                    <a:pt x="563879" y="137159"/>
                  </a:lnTo>
                </a:path>
                <a:path extrusionOk="0" h="222885" w="807720">
                  <a:moveTo>
                    <a:pt x="655319" y="42671"/>
                  </a:moveTo>
                  <a:lnTo>
                    <a:pt x="624839" y="82295"/>
                  </a:lnTo>
                  <a:lnTo>
                    <a:pt x="619839" y="93725"/>
                  </a:lnTo>
                  <a:lnTo>
                    <a:pt x="614552" y="105156"/>
                  </a:lnTo>
                  <a:lnTo>
                    <a:pt x="609838" y="116586"/>
                  </a:lnTo>
                  <a:lnTo>
                    <a:pt x="606551" y="128015"/>
                  </a:lnTo>
                  <a:lnTo>
                    <a:pt x="606551" y="137159"/>
                  </a:lnTo>
                  <a:lnTo>
                    <a:pt x="603503" y="140207"/>
                  </a:lnTo>
                  <a:lnTo>
                    <a:pt x="609600" y="143255"/>
                  </a:lnTo>
                </a:path>
                <a:path extrusionOk="0" h="222885" w="807720">
                  <a:moveTo>
                    <a:pt x="661415" y="45719"/>
                  </a:moveTo>
                  <a:lnTo>
                    <a:pt x="661939" y="53101"/>
                  </a:lnTo>
                  <a:lnTo>
                    <a:pt x="663320" y="61340"/>
                  </a:lnTo>
                  <a:lnTo>
                    <a:pt x="665273" y="70151"/>
                  </a:lnTo>
                  <a:lnTo>
                    <a:pt x="667512" y="79247"/>
                  </a:lnTo>
                  <a:lnTo>
                    <a:pt x="669797" y="90154"/>
                  </a:lnTo>
                  <a:lnTo>
                    <a:pt x="672083" y="100202"/>
                  </a:lnTo>
                  <a:lnTo>
                    <a:pt x="674369" y="109680"/>
                  </a:lnTo>
                  <a:lnTo>
                    <a:pt x="676655" y="118871"/>
                  </a:lnTo>
                  <a:lnTo>
                    <a:pt x="676655" y="124967"/>
                  </a:lnTo>
                  <a:lnTo>
                    <a:pt x="679703" y="134112"/>
                  </a:lnTo>
                  <a:lnTo>
                    <a:pt x="682751" y="140207"/>
                  </a:lnTo>
                </a:path>
                <a:path extrusionOk="0" h="222885" w="807720">
                  <a:moveTo>
                    <a:pt x="627888" y="115824"/>
                  </a:moveTo>
                  <a:lnTo>
                    <a:pt x="667512" y="94487"/>
                  </a:lnTo>
                  <a:lnTo>
                    <a:pt x="676608" y="91725"/>
                  </a:lnTo>
                  <a:lnTo>
                    <a:pt x="685418" y="88391"/>
                  </a:lnTo>
                  <a:lnTo>
                    <a:pt x="693658" y="85058"/>
                  </a:lnTo>
                  <a:lnTo>
                    <a:pt x="701039" y="82295"/>
                  </a:lnTo>
                </a:path>
                <a:path extrusionOk="0" h="222885" w="807720">
                  <a:moveTo>
                    <a:pt x="725424" y="60959"/>
                  </a:moveTo>
                  <a:lnTo>
                    <a:pt x="727186" y="72342"/>
                  </a:lnTo>
                  <a:lnTo>
                    <a:pt x="728090" y="83438"/>
                  </a:lnTo>
                  <a:lnTo>
                    <a:pt x="728424" y="93964"/>
                  </a:lnTo>
                  <a:lnTo>
                    <a:pt x="728471" y="103631"/>
                  </a:lnTo>
                  <a:lnTo>
                    <a:pt x="728471" y="112775"/>
                  </a:lnTo>
                  <a:lnTo>
                    <a:pt x="728471" y="118871"/>
                  </a:lnTo>
                  <a:lnTo>
                    <a:pt x="728471" y="128015"/>
                  </a:lnTo>
                </a:path>
                <a:path extrusionOk="0" h="222885" w="807720">
                  <a:moveTo>
                    <a:pt x="731519" y="67055"/>
                  </a:moveTo>
                  <a:lnTo>
                    <a:pt x="740187" y="71627"/>
                  </a:lnTo>
                  <a:lnTo>
                    <a:pt x="748283" y="76200"/>
                  </a:lnTo>
                  <a:lnTo>
                    <a:pt x="756380" y="80772"/>
                  </a:lnTo>
                  <a:lnTo>
                    <a:pt x="765047" y="85343"/>
                  </a:lnTo>
                  <a:lnTo>
                    <a:pt x="771429" y="91678"/>
                  </a:lnTo>
                  <a:lnTo>
                    <a:pt x="777239" y="97154"/>
                  </a:lnTo>
                  <a:lnTo>
                    <a:pt x="783050" y="102060"/>
                  </a:lnTo>
                  <a:lnTo>
                    <a:pt x="789431" y="106679"/>
                  </a:lnTo>
                  <a:lnTo>
                    <a:pt x="795527" y="109727"/>
                  </a:lnTo>
                  <a:lnTo>
                    <a:pt x="801624" y="109727"/>
                  </a:lnTo>
                  <a:lnTo>
                    <a:pt x="807719" y="64007"/>
                  </a:lnTo>
                  <a:lnTo>
                    <a:pt x="807624" y="52577"/>
                  </a:lnTo>
                  <a:lnTo>
                    <a:pt x="798576" y="9143"/>
                  </a:lnTo>
                  <a:lnTo>
                    <a:pt x="795527" y="6095"/>
                  </a:lnTo>
                  <a:lnTo>
                    <a:pt x="792479" y="0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7" name="Google Shape;2107;p17"/>
            <p:cNvGrpSpPr/>
            <p:nvPr/>
          </p:nvGrpSpPr>
          <p:grpSpPr>
            <a:xfrm>
              <a:off x="4034435" y="1219200"/>
              <a:ext cx="1238053" cy="364409"/>
              <a:chOff x="5855208" y="2039112"/>
              <a:chExt cx="807718" cy="222502"/>
            </a:xfrm>
          </p:grpSpPr>
          <p:pic>
            <p:nvPicPr>
              <p:cNvPr id="2108" name="Google Shape;2108;p1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855208" y="2093976"/>
                <a:ext cx="399286" cy="1676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09" name="Google Shape;2109;p1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284214" y="2078736"/>
                <a:ext cx="216406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0" name="Google Shape;2110;p1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537960" y="2039112"/>
                <a:ext cx="124966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11" name="Google Shape;2111;p1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85487" y="2567024"/>
              <a:ext cx="585957" cy="2945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2" name="Google Shape;2112;p17"/>
            <p:cNvSpPr/>
            <p:nvPr/>
          </p:nvSpPr>
          <p:spPr>
            <a:xfrm>
              <a:off x="1142523" y="4314202"/>
              <a:ext cx="56452" cy="65519"/>
            </a:xfrm>
            <a:custGeom>
              <a:rect b="b" l="l" r="r" t="t"/>
              <a:pathLst>
                <a:path extrusionOk="0" h="40004" w="36829">
                  <a:moveTo>
                    <a:pt x="3048" y="15239"/>
                  </a:moveTo>
                  <a:lnTo>
                    <a:pt x="6095" y="12191"/>
                  </a:lnTo>
                  <a:lnTo>
                    <a:pt x="12191" y="12191"/>
                  </a:lnTo>
                  <a:lnTo>
                    <a:pt x="15239" y="9143"/>
                  </a:lnTo>
                  <a:lnTo>
                    <a:pt x="18287" y="15239"/>
                  </a:lnTo>
                  <a:lnTo>
                    <a:pt x="21336" y="24383"/>
                  </a:lnTo>
                  <a:lnTo>
                    <a:pt x="18287" y="30479"/>
                  </a:lnTo>
                  <a:lnTo>
                    <a:pt x="18287" y="36575"/>
                  </a:lnTo>
                  <a:lnTo>
                    <a:pt x="12191" y="39624"/>
                  </a:lnTo>
                  <a:lnTo>
                    <a:pt x="6095" y="39624"/>
                  </a:lnTo>
                  <a:lnTo>
                    <a:pt x="0" y="39624"/>
                  </a:lnTo>
                  <a:lnTo>
                    <a:pt x="0" y="27431"/>
                  </a:lnTo>
                  <a:lnTo>
                    <a:pt x="0" y="21336"/>
                  </a:lnTo>
                  <a:lnTo>
                    <a:pt x="0" y="12191"/>
                  </a:lnTo>
                  <a:lnTo>
                    <a:pt x="0" y="6095"/>
                  </a:lnTo>
                  <a:lnTo>
                    <a:pt x="12191" y="3048"/>
                  </a:lnTo>
                  <a:lnTo>
                    <a:pt x="15239" y="0"/>
                  </a:lnTo>
                  <a:lnTo>
                    <a:pt x="24383" y="0"/>
                  </a:lnTo>
                  <a:lnTo>
                    <a:pt x="30479" y="3048"/>
                  </a:lnTo>
                  <a:lnTo>
                    <a:pt x="33527" y="6095"/>
                  </a:lnTo>
                  <a:lnTo>
                    <a:pt x="36575" y="12191"/>
                  </a:lnTo>
                  <a:lnTo>
                    <a:pt x="36575" y="15239"/>
                  </a:lnTo>
                  <a:lnTo>
                    <a:pt x="36575" y="21336"/>
                  </a:lnTo>
                  <a:lnTo>
                    <a:pt x="30479" y="21336"/>
                  </a:lnTo>
                  <a:lnTo>
                    <a:pt x="24383" y="2133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13" name="Google Shape;2113;p1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165882" y="3280872"/>
              <a:ext cx="98107" cy="10482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14" name="Google Shape;2114;p17"/>
            <p:cNvGrpSpPr/>
            <p:nvPr/>
          </p:nvGrpSpPr>
          <p:grpSpPr>
            <a:xfrm>
              <a:off x="1777903" y="3096170"/>
              <a:ext cx="784878" cy="340385"/>
              <a:chOff x="4383024" y="3185160"/>
              <a:chExt cx="512062" cy="207834"/>
            </a:xfrm>
          </p:grpSpPr>
          <p:pic>
            <p:nvPicPr>
              <p:cNvPr id="2115" name="Google Shape;2115;p17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383024" y="3185160"/>
                <a:ext cx="108202" cy="2042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6" name="Google Shape;2116;p17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4511040" y="3220450"/>
                <a:ext cx="158494" cy="1506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7" name="Google Shape;2117;p1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690872" y="3243072"/>
                <a:ext cx="67054" cy="1219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18" name="Google Shape;2118;p1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4789170" y="3222498"/>
                <a:ext cx="105916" cy="1704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19" name="Google Shape;2119;p1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3152612" y="3151081"/>
              <a:ext cx="285787" cy="1946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7"/>
            <p:cNvSpPr/>
            <p:nvPr/>
          </p:nvSpPr>
          <p:spPr>
            <a:xfrm>
              <a:off x="4029762" y="2886508"/>
              <a:ext cx="1214697" cy="445115"/>
            </a:xfrm>
            <a:custGeom>
              <a:rect b="b" l="l" r="r" t="t"/>
              <a:pathLst>
                <a:path extrusionOk="0" h="271779" w="792479">
                  <a:moveTo>
                    <a:pt x="0" y="57911"/>
                  </a:moveTo>
                  <a:lnTo>
                    <a:pt x="2809" y="77962"/>
                  </a:lnTo>
                  <a:lnTo>
                    <a:pt x="6476" y="97154"/>
                  </a:lnTo>
                  <a:lnTo>
                    <a:pt x="10715" y="115776"/>
                  </a:lnTo>
                  <a:lnTo>
                    <a:pt x="15239" y="134111"/>
                  </a:lnTo>
                  <a:lnTo>
                    <a:pt x="18859" y="165639"/>
                  </a:lnTo>
                  <a:lnTo>
                    <a:pt x="21336" y="196595"/>
                  </a:lnTo>
                  <a:lnTo>
                    <a:pt x="23812" y="227552"/>
                  </a:lnTo>
                  <a:lnTo>
                    <a:pt x="27431" y="259079"/>
                  </a:lnTo>
                  <a:lnTo>
                    <a:pt x="27431" y="268223"/>
                  </a:lnTo>
                  <a:lnTo>
                    <a:pt x="27431" y="271271"/>
                  </a:lnTo>
                </a:path>
                <a:path extrusionOk="0" h="271779" w="792479">
                  <a:moveTo>
                    <a:pt x="3048" y="118871"/>
                  </a:moveTo>
                  <a:lnTo>
                    <a:pt x="15811" y="114538"/>
                  </a:lnTo>
                  <a:lnTo>
                    <a:pt x="27432" y="111632"/>
                  </a:lnTo>
                  <a:lnTo>
                    <a:pt x="39052" y="111585"/>
                  </a:lnTo>
                  <a:lnTo>
                    <a:pt x="51815" y="115823"/>
                  </a:lnTo>
                  <a:lnTo>
                    <a:pt x="60293" y="119252"/>
                  </a:lnTo>
                  <a:lnTo>
                    <a:pt x="67056" y="124967"/>
                  </a:lnTo>
                  <a:lnTo>
                    <a:pt x="71532" y="132968"/>
                  </a:lnTo>
                  <a:lnTo>
                    <a:pt x="73151" y="143255"/>
                  </a:lnTo>
                  <a:lnTo>
                    <a:pt x="71056" y="154590"/>
                  </a:lnTo>
                  <a:lnTo>
                    <a:pt x="43576" y="186975"/>
                  </a:lnTo>
                  <a:lnTo>
                    <a:pt x="18287" y="198119"/>
                  </a:lnTo>
                  <a:lnTo>
                    <a:pt x="15239" y="198119"/>
                  </a:lnTo>
                  <a:lnTo>
                    <a:pt x="12191" y="195071"/>
                  </a:lnTo>
                  <a:lnTo>
                    <a:pt x="15239" y="192023"/>
                  </a:lnTo>
                </a:path>
                <a:path extrusionOk="0" h="271779" w="792479">
                  <a:moveTo>
                    <a:pt x="109727" y="103631"/>
                  </a:moveTo>
                  <a:lnTo>
                    <a:pt x="120919" y="102107"/>
                  </a:lnTo>
                  <a:lnTo>
                    <a:pt x="128397" y="102869"/>
                  </a:lnTo>
                  <a:lnTo>
                    <a:pt x="134159" y="107060"/>
                  </a:lnTo>
                  <a:lnTo>
                    <a:pt x="153066" y="150113"/>
                  </a:lnTo>
                  <a:lnTo>
                    <a:pt x="155448" y="161543"/>
                  </a:lnTo>
                  <a:lnTo>
                    <a:pt x="155448" y="167639"/>
                  </a:lnTo>
                  <a:lnTo>
                    <a:pt x="155448" y="173735"/>
                  </a:lnTo>
                  <a:lnTo>
                    <a:pt x="155448" y="179831"/>
                  </a:lnTo>
                  <a:lnTo>
                    <a:pt x="146303" y="173735"/>
                  </a:lnTo>
                  <a:lnTo>
                    <a:pt x="146303" y="170687"/>
                  </a:lnTo>
                  <a:lnTo>
                    <a:pt x="143255" y="161543"/>
                  </a:lnTo>
                  <a:lnTo>
                    <a:pt x="139207" y="151876"/>
                  </a:lnTo>
                  <a:lnTo>
                    <a:pt x="136017" y="141350"/>
                  </a:lnTo>
                  <a:lnTo>
                    <a:pt x="133397" y="130254"/>
                  </a:lnTo>
                  <a:lnTo>
                    <a:pt x="131063" y="118871"/>
                  </a:lnTo>
                  <a:lnTo>
                    <a:pt x="131063" y="112775"/>
                  </a:lnTo>
                  <a:lnTo>
                    <a:pt x="128015" y="103631"/>
                  </a:lnTo>
                  <a:lnTo>
                    <a:pt x="131063" y="94487"/>
                  </a:lnTo>
                  <a:lnTo>
                    <a:pt x="131063" y="91439"/>
                  </a:lnTo>
                  <a:lnTo>
                    <a:pt x="134112" y="88391"/>
                  </a:lnTo>
                  <a:lnTo>
                    <a:pt x="134112" y="85343"/>
                  </a:lnTo>
                  <a:lnTo>
                    <a:pt x="131063" y="88391"/>
                  </a:lnTo>
                  <a:lnTo>
                    <a:pt x="128015" y="91439"/>
                  </a:lnTo>
                  <a:lnTo>
                    <a:pt x="124967" y="94487"/>
                  </a:lnTo>
                  <a:lnTo>
                    <a:pt x="118872" y="97535"/>
                  </a:lnTo>
                  <a:lnTo>
                    <a:pt x="112775" y="97535"/>
                  </a:lnTo>
                  <a:lnTo>
                    <a:pt x="106679" y="100583"/>
                  </a:lnTo>
                  <a:lnTo>
                    <a:pt x="99917" y="103489"/>
                  </a:lnTo>
                  <a:lnTo>
                    <a:pt x="81533" y="141731"/>
                  </a:lnTo>
                  <a:lnTo>
                    <a:pt x="81057" y="152780"/>
                  </a:lnTo>
                  <a:lnTo>
                    <a:pt x="82295" y="161543"/>
                  </a:lnTo>
                  <a:lnTo>
                    <a:pt x="106679" y="192023"/>
                  </a:lnTo>
                  <a:lnTo>
                    <a:pt x="117538" y="192643"/>
                  </a:lnTo>
                  <a:lnTo>
                    <a:pt x="127253" y="190118"/>
                  </a:lnTo>
                  <a:lnTo>
                    <a:pt x="152780" y="156590"/>
                  </a:lnTo>
                  <a:lnTo>
                    <a:pt x="155448" y="134111"/>
                  </a:lnTo>
                  <a:lnTo>
                    <a:pt x="156638" y="125015"/>
                  </a:lnTo>
                  <a:lnTo>
                    <a:pt x="155828" y="116204"/>
                  </a:lnTo>
                  <a:lnTo>
                    <a:pt x="153304" y="107965"/>
                  </a:lnTo>
                  <a:lnTo>
                    <a:pt x="149351" y="100583"/>
                  </a:lnTo>
                  <a:lnTo>
                    <a:pt x="149351" y="97535"/>
                  </a:lnTo>
                  <a:lnTo>
                    <a:pt x="146303" y="97535"/>
                  </a:lnTo>
                  <a:lnTo>
                    <a:pt x="140207" y="100583"/>
                  </a:lnTo>
                  <a:lnTo>
                    <a:pt x="143255" y="103631"/>
                  </a:lnTo>
                  <a:lnTo>
                    <a:pt x="143255" y="112775"/>
                  </a:lnTo>
                  <a:lnTo>
                    <a:pt x="149351" y="158495"/>
                  </a:lnTo>
                  <a:lnTo>
                    <a:pt x="158495" y="173735"/>
                  </a:lnTo>
                  <a:lnTo>
                    <a:pt x="167639" y="173735"/>
                  </a:lnTo>
                  <a:lnTo>
                    <a:pt x="176784" y="173735"/>
                  </a:lnTo>
                  <a:lnTo>
                    <a:pt x="179831" y="170687"/>
                  </a:lnTo>
                  <a:lnTo>
                    <a:pt x="185927" y="164591"/>
                  </a:lnTo>
                </a:path>
                <a:path extrusionOk="0" h="271779" w="792479">
                  <a:moveTo>
                    <a:pt x="185927" y="85343"/>
                  </a:moveTo>
                  <a:lnTo>
                    <a:pt x="213360" y="124967"/>
                  </a:lnTo>
                  <a:lnTo>
                    <a:pt x="219455" y="164591"/>
                  </a:lnTo>
                  <a:lnTo>
                    <a:pt x="222503" y="170687"/>
                  </a:lnTo>
                  <a:lnTo>
                    <a:pt x="219455" y="167639"/>
                  </a:lnTo>
                  <a:lnTo>
                    <a:pt x="219455" y="170687"/>
                  </a:lnTo>
                  <a:lnTo>
                    <a:pt x="213693" y="156972"/>
                  </a:lnTo>
                  <a:lnTo>
                    <a:pt x="209931" y="143255"/>
                  </a:lnTo>
                  <a:lnTo>
                    <a:pt x="207883" y="129539"/>
                  </a:lnTo>
                  <a:lnTo>
                    <a:pt x="207263" y="115823"/>
                  </a:lnTo>
                  <a:lnTo>
                    <a:pt x="206930" y="108537"/>
                  </a:lnTo>
                  <a:lnTo>
                    <a:pt x="232219" y="81105"/>
                  </a:lnTo>
                  <a:lnTo>
                    <a:pt x="237743" y="79247"/>
                  </a:lnTo>
                </a:path>
                <a:path extrusionOk="0" h="271779" w="792479">
                  <a:moveTo>
                    <a:pt x="326136" y="115823"/>
                  </a:moveTo>
                  <a:lnTo>
                    <a:pt x="324278" y="108489"/>
                  </a:lnTo>
                  <a:lnTo>
                    <a:pt x="322706" y="100583"/>
                  </a:lnTo>
                  <a:lnTo>
                    <a:pt x="320563" y="92678"/>
                  </a:lnTo>
                  <a:lnTo>
                    <a:pt x="316991" y="85343"/>
                  </a:lnTo>
                  <a:lnTo>
                    <a:pt x="313943" y="79247"/>
                  </a:lnTo>
                  <a:lnTo>
                    <a:pt x="310895" y="76200"/>
                  </a:lnTo>
                  <a:lnTo>
                    <a:pt x="304800" y="76200"/>
                  </a:lnTo>
                  <a:lnTo>
                    <a:pt x="297227" y="77438"/>
                  </a:lnTo>
                  <a:lnTo>
                    <a:pt x="292226" y="83819"/>
                  </a:lnTo>
                  <a:lnTo>
                    <a:pt x="288940" y="92487"/>
                  </a:lnTo>
                  <a:lnTo>
                    <a:pt x="286512" y="100583"/>
                  </a:lnTo>
                  <a:lnTo>
                    <a:pt x="282559" y="112490"/>
                  </a:lnTo>
                  <a:lnTo>
                    <a:pt x="280034" y="124967"/>
                  </a:lnTo>
                  <a:lnTo>
                    <a:pt x="279225" y="137445"/>
                  </a:lnTo>
                  <a:lnTo>
                    <a:pt x="280415" y="149351"/>
                  </a:lnTo>
                  <a:lnTo>
                    <a:pt x="282463" y="157305"/>
                  </a:lnTo>
                  <a:lnTo>
                    <a:pt x="287654" y="162686"/>
                  </a:lnTo>
                  <a:lnTo>
                    <a:pt x="294560" y="165211"/>
                  </a:lnTo>
                  <a:lnTo>
                    <a:pt x="301751" y="164591"/>
                  </a:lnTo>
                  <a:lnTo>
                    <a:pt x="332231" y="140207"/>
                  </a:lnTo>
                  <a:lnTo>
                    <a:pt x="337184" y="118490"/>
                  </a:lnTo>
                  <a:lnTo>
                    <a:pt x="336946" y="106346"/>
                  </a:lnTo>
                  <a:lnTo>
                    <a:pt x="335279" y="94487"/>
                  </a:lnTo>
                  <a:lnTo>
                    <a:pt x="335279" y="91439"/>
                  </a:lnTo>
                  <a:lnTo>
                    <a:pt x="332231" y="88391"/>
                  </a:lnTo>
                  <a:lnTo>
                    <a:pt x="332231" y="97535"/>
                  </a:lnTo>
                  <a:lnTo>
                    <a:pt x="332231" y="100583"/>
                  </a:lnTo>
                  <a:lnTo>
                    <a:pt x="338327" y="109727"/>
                  </a:lnTo>
                  <a:lnTo>
                    <a:pt x="342995" y="117824"/>
                  </a:lnTo>
                  <a:lnTo>
                    <a:pt x="348234" y="124205"/>
                  </a:lnTo>
                  <a:lnTo>
                    <a:pt x="354615" y="129444"/>
                  </a:lnTo>
                  <a:lnTo>
                    <a:pt x="362712" y="134111"/>
                  </a:lnTo>
                </a:path>
                <a:path extrusionOk="0" h="271779" w="792479">
                  <a:moveTo>
                    <a:pt x="387095" y="76200"/>
                  </a:moveTo>
                  <a:lnTo>
                    <a:pt x="384857" y="88963"/>
                  </a:lnTo>
                  <a:lnTo>
                    <a:pt x="382904" y="100583"/>
                  </a:lnTo>
                  <a:lnTo>
                    <a:pt x="381523" y="112204"/>
                  </a:lnTo>
                  <a:lnTo>
                    <a:pt x="381000" y="124967"/>
                  </a:lnTo>
                  <a:lnTo>
                    <a:pt x="381000" y="131063"/>
                  </a:lnTo>
                  <a:lnTo>
                    <a:pt x="381000" y="143255"/>
                  </a:lnTo>
                  <a:lnTo>
                    <a:pt x="387095" y="149351"/>
                  </a:lnTo>
                  <a:lnTo>
                    <a:pt x="390143" y="152400"/>
                  </a:lnTo>
                  <a:lnTo>
                    <a:pt x="393191" y="152400"/>
                  </a:lnTo>
                  <a:lnTo>
                    <a:pt x="394477" y="145541"/>
                  </a:lnTo>
                  <a:lnTo>
                    <a:pt x="394334" y="138683"/>
                  </a:lnTo>
                  <a:lnTo>
                    <a:pt x="393620" y="131825"/>
                  </a:lnTo>
                  <a:lnTo>
                    <a:pt x="393191" y="124967"/>
                  </a:lnTo>
                  <a:lnTo>
                    <a:pt x="392715" y="115347"/>
                  </a:lnTo>
                  <a:lnTo>
                    <a:pt x="391667" y="105155"/>
                  </a:lnTo>
                  <a:lnTo>
                    <a:pt x="390620" y="94964"/>
                  </a:lnTo>
                  <a:lnTo>
                    <a:pt x="390143" y="85343"/>
                  </a:lnTo>
                  <a:lnTo>
                    <a:pt x="390143" y="79247"/>
                  </a:lnTo>
                  <a:lnTo>
                    <a:pt x="393191" y="70103"/>
                  </a:lnTo>
                  <a:lnTo>
                    <a:pt x="399288" y="73151"/>
                  </a:lnTo>
                  <a:lnTo>
                    <a:pt x="405574" y="78724"/>
                  </a:lnTo>
                  <a:lnTo>
                    <a:pt x="410717" y="85724"/>
                  </a:lnTo>
                  <a:lnTo>
                    <a:pt x="414718" y="93297"/>
                  </a:lnTo>
                  <a:lnTo>
                    <a:pt x="417575" y="100583"/>
                  </a:lnTo>
                  <a:lnTo>
                    <a:pt x="421624" y="107918"/>
                  </a:lnTo>
                  <a:lnTo>
                    <a:pt x="424814" y="115823"/>
                  </a:lnTo>
                  <a:lnTo>
                    <a:pt x="427434" y="123729"/>
                  </a:lnTo>
                  <a:lnTo>
                    <a:pt x="429767" y="131063"/>
                  </a:lnTo>
                  <a:lnTo>
                    <a:pt x="432815" y="134111"/>
                  </a:lnTo>
                  <a:lnTo>
                    <a:pt x="432815" y="137159"/>
                  </a:lnTo>
                  <a:lnTo>
                    <a:pt x="432815" y="131063"/>
                  </a:lnTo>
                  <a:lnTo>
                    <a:pt x="432815" y="121919"/>
                  </a:lnTo>
                  <a:lnTo>
                    <a:pt x="432815" y="115823"/>
                  </a:lnTo>
                  <a:lnTo>
                    <a:pt x="432911" y="104441"/>
                  </a:lnTo>
                  <a:lnTo>
                    <a:pt x="441769" y="66484"/>
                  </a:lnTo>
                  <a:lnTo>
                    <a:pt x="450913" y="57721"/>
                  </a:lnTo>
                  <a:lnTo>
                    <a:pt x="457200" y="57911"/>
                  </a:lnTo>
                  <a:lnTo>
                    <a:pt x="488632" y="91963"/>
                  </a:lnTo>
                  <a:lnTo>
                    <a:pt x="493775" y="124967"/>
                  </a:lnTo>
                  <a:lnTo>
                    <a:pt x="495061" y="131825"/>
                  </a:lnTo>
                  <a:lnTo>
                    <a:pt x="494918" y="138683"/>
                  </a:lnTo>
                  <a:lnTo>
                    <a:pt x="494204" y="145541"/>
                  </a:lnTo>
                  <a:lnTo>
                    <a:pt x="493775" y="152400"/>
                  </a:lnTo>
                </a:path>
                <a:path extrusionOk="0" h="271779" w="792479">
                  <a:moveTo>
                    <a:pt x="518160" y="42671"/>
                  </a:moveTo>
                  <a:lnTo>
                    <a:pt x="516445" y="54101"/>
                  </a:lnTo>
                  <a:lnTo>
                    <a:pt x="515874" y="65531"/>
                  </a:lnTo>
                  <a:lnTo>
                    <a:pt x="516445" y="76962"/>
                  </a:lnTo>
                  <a:lnTo>
                    <a:pt x="518160" y="88391"/>
                  </a:lnTo>
                  <a:lnTo>
                    <a:pt x="519160" y="99821"/>
                  </a:lnTo>
                  <a:lnTo>
                    <a:pt x="521588" y="111251"/>
                  </a:lnTo>
                  <a:lnTo>
                    <a:pt x="524589" y="122681"/>
                  </a:lnTo>
                  <a:lnTo>
                    <a:pt x="527303" y="134111"/>
                  </a:lnTo>
                  <a:lnTo>
                    <a:pt x="529732" y="140827"/>
                  </a:lnTo>
                  <a:lnTo>
                    <a:pt x="533019" y="146684"/>
                  </a:lnTo>
                  <a:lnTo>
                    <a:pt x="538019" y="150828"/>
                  </a:lnTo>
                  <a:lnTo>
                    <a:pt x="545591" y="152400"/>
                  </a:lnTo>
                  <a:lnTo>
                    <a:pt x="551688" y="149351"/>
                  </a:lnTo>
                  <a:lnTo>
                    <a:pt x="554736" y="149351"/>
                  </a:lnTo>
                  <a:lnTo>
                    <a:pt x="554736" y="143255"/>
                  </a:lnTo>
                </a:path>
                <a:path extrusionOk="0" h="271779" w="792479">
                  <a:moveTo>
                    <a:pt x="533400" y="94487"/>
                  </a:moveTo>
                  <a:lnTo>
                    <a:pt x="545115" y="95964"/>
                  </a:lnTo>
                  <a:lnTo>
                    <a:pt x="553974" y="94868"/>
                  </a:lnTo>
                  <a:lnTo>
                    <a:pt x="561689" y="89773"/>
                  </a:lnTo>
                  <a:lnTo>
                    <a:pt x="569976" y="79247"/>
                  </a:lnTo>
                  <a:lnTo>
                    <a:pt x="573357" y="72485"/>
                  </a:lnTo>
                  <a:lnTo>
                    <a:pt x="574167" y="66293"/>
                  </a:lnTo>
                  <a:lnTo>
                    <a:pt x="572119" y="61245"/>
                  </a:lnTo>
                  <a:lnTo>
                    <a:pt x="566927" y="57911"/>
                  </a:lnTo>
                  <a:lnTo>
                    <a:pt x="559546" y="52625"/>
                  </a:lnTo>
                  <a:lnTo>
                    <a:pt x="551306" y="49910"/>
                  </a:lnTo>
                  <a:lnTo>
                    <a:pt x="542496" y="48910"/>
                  </a:lnTo>
                  <a:lnTo>
                    <a:pt x="533400" y="48767"/>
                  </a:lnTo>
                  <a:lnTo>
                    <a:pt x="527303" y="45719"/>
                  </a:lnTo>
                  <a:lnTo>
                    <a:pt x="524255" y="45719"/>
                  </a:lnTo>
                  <a:lnTo>
                    <a:pt x="521207" y="42671"/>
                  </a:lnTo>
                </a:path>
                <a:path extrusionOk="0" h="271779" w="792479">
                  <a:moveTo>
                    <a:pt x="627888" y="0"/>
                  </a:moveTo>
                  <a:lnTo>
                    <a:pt x="627888" y="16478"/>
                  </a:lnTo>
                  <a:lnTo>
                    <a:pt x="627888" y="33527"/>
                  </a:lnTo>
                  <a:lnTo>
                    <a:pt x="627888" y="50577"/>
                  </a:lnTo>
                  <a:lnTo>
                    <a:pt x="627888" y="67055"/>
                  </a:lnTo>
                  <a:lnTo>
                    <a:pt x="627983" y="80771"/>
                  </a:lnTo>
                  <a:lnTo>
                    <a:pt x="628650" y="94487"/>
                  </a:lnTo>
                  <a:lnTo>
                    <a:pt x="630459" y="108203"/>
                  </a:lnTo>
                  <a:lnTo>
                    <a:pt x="633984" y="121919"/>
                  </a:lnTo>
                  <a:lnTo>
                    <a:pt x="637031" y="131063"/>
                  </a:lnTo>
                  <a:lnTo>
                    <a:pt x="643127" y="134111"/>
                  </a:lnTo>
                </a:path>
                <a:path extrusionOk="0" h="271779" w="792479">
                  <a:moveTo>
                    <a:pt x="612648" y="67055"/>
                  </a:moveTo>
                  <a:lnTo>
                    <a:pt x="648652" y="51625"/>
                  </a:lnTo>
                  <a:lnTo>
                    <a:pt x="674751" y="48005"/>
                  </a:lnTo>
                  <a:lnTo>
                    <a:pt x="681561" y="48767"/>
                  </a:lnTo>
                  <a:lnTo>
                    <a:pt x="685800" y="51815"/>
                  </a:lnTo>
                  <a:lnTo>
                    <a:pt x="688848" y="54863"/>
                  </a:lnTo>
                  <a:lnTo>
                    <a:pt x="685800" y="70103"/>
                  </a:lnTo>
                  <a:lnTo>
                    <a:pt x="685800" y="76200"/>
                  </a:lnTo>
                  <a:lnTo>
                    <a:pt x="691895" y="121919"/>
                  </a:lnTo>
                  <a:lnTo>
                    <a:pt x="701039" y="124967"/>
                  </a:lnTo>
                  <a:lnTo>
                    <a:pt x="707136" y="124967"/>
                  </a:lnTo>
                  <a:lnTo>
                    <a:pt x="714708" y="121634"/>
                  </a:lnTo>
                  <a:lnTo>
                    <a:pt x="719709" y="116586"/>
                  </a:lnTo>
                  <a:lnTo>
                    <a:pt x="722995" y="110394"/>
                  </a:lnTo>
                  <a:lnTo>
                    <a:pt x="725424" y="103631"/>
                  </a:lnTo>
                </a:path>
                <a:path extrusionOk="0" h="271779" w="792479">
                  <a:moveTo>
                    <a:pt x="688848" y="76200"/>
                  </a:moveTo>
                  <a:lnTo>
                    <a:pt x="725424" y="51815"/>
                  </a:lnTo>
                  <a:lnTo>
                    <a:pt x="719327" y="48767"/>
                  </a:lnTo>
                  <a:lnTo>
                    <a:pt x="711517" y="45719"/>
                  </a:lnTo>
                  <a:lnTo>
                    <a:pt x="702563" y="44957"/>
                  </a:lnTo>
                  <a:lnTo>
                    <a:pt x="693610" y="45338"/>
                  </a:lnTo>
                  <a:lnTo>
                    <a:pt x="685800" y="45719"/>
                  </a:lnTo>
                  <a:lnTo>
                    <a:pt x="676655" y="45719"/>
                  </a:lnTo>
                  <a:lnTo>
                    <a:pt x="682751" y="45719"/>
                  </a:lnTo>
                  <a:lnTo>
                    <a:pt x="679703" y="45719"/>
                  </a:lnTo>
                </a:path>
                <a:path extrusionOk="0" h="271779" w="792479">
                  <a:moveTo>
                    <a:pt x="749807" y="48767"/>
                  </a:moveTo>
                  <a:lnTo>
                    <a:pt x="760237" y="44529"/>
                  </a:lnTo>
                  <a:lnTo>
                    <a:pt x="769238" y="42290"/>
                  </a:lnTo>
                  <a:lnTo>
                    <a:pt x="777668" y="44053"/>
                  </a:lnTo>
                  <a:lnTo>
                    <a:pt x="792384" y="79248"/>
                  </a:lnTo>
                  <a:lnTo>
                    <a:pt x="792479" y="88391"/>
                  </a:lnTo>
                  <a:lnTo>
                    <a:pt x="792479" y="94487"/>
                  </a:lnTo>
                  <a:lnTo>
                    <a:pt x="792479" y="100583"/>
                  </a:lnTo>
                  <a:lnTo>
                    <a:pt x="792479" y="106679"/>
                  </a:lnTo>
                  <a:lnTo>
                    <a:pt x="786384" y="103631"/>
                  </a:lnTo>
                  <a:lnTo>
                    <a:pt x="789431" y="100583"/>
                  </a:lnTo>
                  <a:lnTo>
                    <a:pt x="789431" y="91439"/>
                  </a:lnTo>
                  <a:lnTo>
                    <a:pt x="789003" y="77724"/>
                  </a:lnTo>
                  <a:lnTo>
                    <a:pt x="788288" y="64008"/>
                  </a:lnTo>
                  <a:lnTo>
                    <a:pt x="788146" y="50292"/>
                  </a:lnTo>
                  <a:lnTo>
                    <a:pt x="789431" y="36575"/>
                  </a:lnTo>
                  <a:lnTo>
                    <a:pt x="789908" y="29717"/>
                  </a:lnTo>
                  <a:lnTo>
                    <a:pt x="790955" y="22859"/>
                  </a:lnTo>
                  <a:lnTo>
                    <a:pt x="792003" y="16001"/>
                  </a:lnTo>
                  <a:lnTo>
                    <a:pt x="792479" y="9143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1" name="Google Shape;2121;p17"/>
            <p:cNvSpPr/>
            <p:nvPr/>
          </p:nvSpPr>
          <p:spPr>
            <a:xfrm>
              <a:off x="2235750" y="4254300"/>
              <a:ext cx="19466" cy="95677"/>
            </a:xfrm>
            <a:custGeom>
              <a:rect b="b" l="l" r="r" t="t"/>
              <a:pathLst>
                <a:path extrusionOk="0" h="58420" w="12700">
                  <a:moveTo>
                    <a:pt x="0" y="0"/>
                  </a:moveTo>
                  <a:lnTo>
                    <a:pt x="9144" y="42671"/>
                  </a:lnTo>
                  <a:lnTo>
                    <a:pt x="9144" y="51815"/>
                  </a:lnTo>
                  <a:lnTo>
                    <a:pt x="12192" y="5791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2" name="Google Shape;2122;p17"/>
            <p:cNvSpPr/>
            <p:nvPr/>
          </p:nvSpPr>
          <p:spPr>
            <a:xfrm>
              <a:off x="2198374" y="4124508"/>
              <a:ext cx="37959" cy="35360"/>
            </a:xfrm>
            <a:custGeom>
              <a:rect b="b" l="l" r="r" t="t"/>
              <a:pathLst>
                <a:path extrusionOk="0" h="21589" w="24764">
                  <a:moveTo>
                    <a:pt x="0" y="3048"/>
                  </a:moveTo>
                  <a:lnTo>
                    <a:pt x="0" y="18287"/>
                  </a:lnTo>
                  <a:lnTo>
                    <a:pt x="6095" y="21336"/>
                  </a:lnTo>
                  <a:lnTo>
                    <a:pt x="18287" y="21336"/>
                  </a:lnTo>
                  <a:lnTo>
                    <a:pt x="24383" y="18287"/>
                  </a:lnTo>
                  <a:lnTo>
                    <a:pt x="24383" y="9143"/>
                  </a:lnTo>
                  <a:lnTo>
                    <a:pt x="24383" y="3048"/>
                  </a:lnTo>
                  <a:lnTo>
                    <a:pt x="18287" y="0"/>
                  </a:lnTo>
                  <a:lnTo>
                    <a:pt x="6095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3" name="Google Shape;2123;p17"/>
            <p:cNvGrpSpPr/>
            <p:nvPr/>
          </p:nvGrpSpPr>
          <p:grpSpPr>
            <a:xfrm>
              <a:off x="2291811" y="4184413"/>
              <a:ext cx="387766" cy="284539"/>
              <a:chOff x="4718303" y="3849624"/>
              <a:chExt cx="252983" cy="173735"/>
            </a:xfrm>
          </p:grpSpPr>
          <p:sp>
            <p:nvSpPr>
              <p:cNvPr id="2124" name="Google Shape;2124;p17"/>
              <p:cNvSpPr/>
              <p:nvPr/>
            </p:nvSpPr>
            <p:spPr>
              <a:xfrm>
                <a:off x="4718303" y="3922776"/>
                <a:ext cx="24765" cy="24765"/>
              </a:xfrm>
              <a:custGeom>
                <a:rect b="b" l="l" r="r" t="t"/>
                <a:pathLst>
                  <a:path extrusionOk="0" h="24764" w="24764">
                    <a:moveTo>
                      <a:pt x="0" y="6096"/>
                    </a:moveTo>
                    <a:lnTo>
                      <a:pt x="0" y="18287"/>
                    </a:lnTo>
                    <a:lnTo>
                      <a:pt x="6096" y="24384"/>
                    </a:lnTo>
                    <a:lnTo>
                      <a:pt x="18287" y="24384"/>
                    </a:lnTo>
                    <a:lnTo>
                      <a:pt x="24384" y="18287"/>
                    </a:lnTo>
                    <a:lnTo>
                      <a:pt x="24384" y="12191"/>
                    </a:lnTo>
                    <a:lnTo>
                      <a:pt x="24384" y="6096"/>
                    </a:lnTo>
                    <a:lnTo>
                      <a:pt x="18287" y="0"/>
                    </a:lnTo>
                    <a:lnTo>
                      <a:pt x="6096" y="0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25" name="Google Shape;2125;p1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4764024" y="3849624"/>
                <a:ext cx="70102" cy="1066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6" name="Google Shape;2126;p17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4864607" y="3913632"/>
                <a:ext cx="106679" cy="10972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27" name="Google Shape;2127;p1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3184147" y="3967108"/>
              <a:ext cx="172858" cy="2821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8" name="Google Shape;2128;p17"/>
            <p:cNvGrpSpPr/>
            <p:nvPr/>
          </p:nvGrpSpPr>
          <p:grpSpPr>
            <a:xfrm>
              <a:off x="3445775" y="3775072"/>
              <a:ext cx="507486" cy="589881"/>
              <a:chOff x="5471160" y="3599687"/>
              <a:chExt cx="331089" cy="360172"/>
            </a:xfrm>
          </p:grpSpPr>
          <p:sp>
            <p:nvSpPr>
              <p:cNvPr id="2129" name="Google Shape;2129;p17"/>
              <p:cNvSpPr/>
              <p:nvPr/>
            </p:nvSpPr>
            <p:spPr>
              <a:xfrm>
                <a:off x="5471160" y="3678935"/>
                <a:ext cx="70485" cy="257175"/>
              </a:xfrm>
              <a:custGeom>
                <a:rect b="b" l="l" r="r" t="t"/>
                <a:pathLst>
                  <a:path extrusionOk="0" h="257175" w="70485">
                    <a:moveTo>
                      <a:pt x="27431" y="3048"/>
                    </a:moveTo>
                    <a:lnTo>
                      <a:pt x="24384" y="0"/>
                    </a:lnTo>
                    <a:lnTo>
                      <a:pt x="21336" y="0"/>
                    </a:lnTo>
                    <a:lnTo>
                      <a:pt x="15239" y="0"/>
                    </a:lnTo>
                    <a:lnTo>
                      <a:pt x="12953" y="18287"/>
                    </a:lnTo>
                    <a:lnTo>
                      <a:pt x="10667" y="36575"/>
                    </a:lnTo>
                    <a:lnTo>
                      <a:pt x="8381" y="54863"/>
                    </a:lnTo>
                    <a:lnTo>
                      <a:pt x="6095" y="73151"/>
                    </a:lnTo>
                    <a:lnTo>
                      <a:pt x="3857" y="98774"/>
                    </a:lnTo>
                    <a:lnTo>
                      <a:pt x="1904" y="124967"/>
                    </a:lnTo>
                    <a:lnTo>
                      <a:pt x="523" y="151161"/>
                    </a:lnTo>
                    <a:lnTo>
                      <a:pt x="0" y="176784"/>
                    </a:lnTo>
                    <a:lnTo>
                      <a:pt x="238" y="195024"/>
                    </a:lnTo>
                    <a:lnTo>
                      <a:pt x="15239" y="246887"/>
                    </a:lnTo>
                    <a:lnTo>
                      <a:pt x="40957" y="257174"/>
                    </a:lnTo>
                    <a:lnTo>
                      <a:pt x="48767" y="256031"/>
                    </a:lnTo>
                    <a:lnTo>
                      <a:pt x="56387" y="250602"/>
                    </a:lnTo>
                    <a:lnTo>
                      <a:pt x="61722" y="246887"/>
                    </a:lnTo>
                    <a:lnTo>
                      <a:pt x="65912" y="243173"/>
                    </a:lnTo>
                    <a:lnTo>
                      <a:pt x="70103" y="23774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30" name="Google Shape;2130;p1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5537073" y="3678936"/>
                <a:ext cx="159637" cy="1756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31" name="Google Shape;2131;p17"/>
              <p:cNvSpPr/>
              <p:nvPr/>
            </p:nvSpPr>
            <p:spPr>
              <a:xfrm>
                <a:off x="5693664" y="3599687"/>
                <a:ext cx="108585" cy="304800"/>
              </a:xfrm>
              <a:custGeom>
                <a:rect b="b" l="l" r="r" t="t"/>
                <a:pathLst>
                  <a:path extrusionOk="0" h="304800" w="108585">
                    <a:moveTo>
                      <a:pt x="0" y="0"/>
                    </a:moveTo>
                    <a:lnTo>
                      <a:pt x="38481" y="18287"/>
                    </a:lnTo>
                    <a:lnTo>
                      <a:pt x="70103" y="45720"/>
                    </a:lnTo>
                    <a:lnTo>
                      <a:pt x="98393" y="92011"/>
                    </a:lnTo>
                    <a:lnTo>
                      <a:pt x="108584" y="144779"/>
                    </a:lnTo>
                    <a:lnTo>
                      <a:pt x="108346" y="162877"/>
                    </a:lnTo>
                    <a:lnTo>
                      <a:pt x="93345" y="215646"/>
                    </a:lnTo>
                    <a:lnTo>
                      <a:pt x="73151" y="246887"/>
                    </a:lnTo>
                    <a:lnTo>
                      <a:pt x="65246" y="260985"/>
                    </a:lnTo>
                    <a:lnTo>
                      <a:pt x="55625" y="275082"/>
                    </a:lnTo>
                    <a:lnTo>
                      <a:pt x="44862" y="288036"/>
                    </a:lnTo>
                    <a:lnTo>
                      <a:pt x="33527" y="298703"/>
                    </a:lnTo>
                    <a:lnTo>
                      <a:pt x="24384" y="304800"/>
                    </a:lnTo>
                    <a:lnTo>
                      <a:pt x="21336" y="304800"/>
                    </a:lnTo>
                    <a:lnTo>
                      <a:pt x="15239" y="30480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17"/>
              <p:cNvSpPr/>
              <p:nvPr/>
            </p:nvSpPr>
            <p:spPr>
              <a:xfrm>
                <a:off x="5568696" y="3947159"/>
                <a:ext cx="125095" cy="12700"/>
              </a:xfrm>
              <a:custGeom>
                <a:rect b="b" l="l" r="r" t="t"/>
                <a:pathLst>
                  <a:path extrusionOk="0" h="12700" w="125095">
                    <a:moveTo>
                      <a:pt x="3048" y="9143"/>
                    </a:moveTo>
                    <a:lnTo>
                      <a:pt x="9143" y="9143"/>
                    </a:lnTo>
                    <a:lnTo>
                      <a:pt x="15239" y="6095"/>
                    </a:lnTo>
                    <a:lnTo>
                      <a:pt x="21336" y="6095"/>
                    </a:lnTo>
                    <a:lnTo>
                      <a:pt x="32765" y="6048"/>
                    </a:lnTo>
                    <a:lnTo>
                      <a:pt x="44195" y="5714"/>
                    </a:lnTo>
                    <a:lnTo>
                      <a:pt x="55625" y="4810"/>
                    </a:lnTo>
                    <a:lnTo>
                      <a:pt x="67055" y="3048"/>
                    </a:lnTo>
                    <a:lnTo>
                      <a:pt x="78438" y="3000"/>
                    </a:lnTo>
                    <a:lnTo>
                      <a:pt x="89535" y="2666"/>
                    </a:lnTo>
                    <a:lnTo>
                      <a:pt x="100060" y="1762"/>
                    </a:lnTo>
                    <a:lnTo>
                      <a:pt x="109727" y="0"/>
                    </a:lnTo>
                    <a:lnTo>
                      <a:pt x="115824" y="0"/>
                    </a:lnTo>
                    <a:lnTo>
                      <a:pt x="118871" y="0"/>
                    </a:lnTo>
                    <a:lnTo>
                      <a:pt x="124967" y="0"/>
                    </a:lnTo>
                    <a:lnTo>
                      <a:pt x="111775" y="0"/>
                    </a:lnTo>
                    <a:lnTo>
                      <a:pt x="99440" y="0"/>
                    </a:lnTo>
                    <a:lnTo>
                      <a:pt x="87677" y="0"/>
                    </a:lnTo>
                    <a:lnTo>
                      <a:pt x="76200" y="0"/>
                    </a:lnTo>
                    <a:lnTo>
                      <a:pt x="60245" y="2286"/>
                    </a:lnTo>
                    <a:lnTo>
                      <a:pt x="44576" y="4572"/>
                    </a:lnTo>
                    <a:lnTo>
                      <a:pt x="29479" y="6858"/>
                    </a:lnTo>
                    <a:lnTo>
                      <a:pt x="15239" y="9143"/>
                    </a:lnTo>
                    <a:lnTo>
                      <a:pt x="9143" y="9143"/>
                    </a:lnTo>
                    <a:lnTo>
                      <a:pt x="3048" y="9143"/>
                    </a:lnTo>
                    <a:lnTo>
                      <a:pt x="0" y="9143"/>
                    </a:lnTo>
                    <a:lnTo>
                      <a:pt x="3048" y="9143"/>
                    </a:lnTo>
                    <a:lnTo>
                      <a:pt x="6095" y="12191"/>
                    </a:lnTo>
                    <a:lnTo>
                      <a:pt x="9143" y="9143"/>
                    </a:lnTo>
                    <a:lnTo>
                      <a:pt x="20097" y="8667"/>
                    </a:lnTo>
                    <a:lnTo>
                      <a:pt x="30479" y="7619"/>
                    </a:lnTo>
                    <a:lnTo>
                      <a:pt x="40862" y="6572"/>
                    </a:lnTo>
                    <a:lnTo>
                      <a:pt x="51815" y="6095"/>
                    </a:lnTo>
                    <a:lnTo>
                      <a:pt x="60912" y="6095"/>
                    </a:lnTo>
                    <a:lnTo>
                      <a:pt x="74294" y="6095"/>
                    </a:lnTo>
                    <a:lnTo>
                      <a:pt x="84820" y="6095"/>
                    </a:lnTo>
                    <a:lnTo>
                      <a:pt x="85343" y="6095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33" name="Google Shape;2133;p1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866035" y="3909856"/>
              <a:ext cx="192641" cy="2096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4" name="Google Shape;2134;p1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5142626" y="3570404"/>
              <a:ext cx="531646" cy="5551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18"/>
          <p:cNvGrpSpPr/>
          <p:nvPr/>
        </p:nvGrpSpPr>
        <p:grpSpPr>
          <a:xfrm>
            <a:off x="1406632" y="972722"/>
            <a:ext cx="7234976" cy="2228226"/>
            <a:chOff x="4404359" y="2075402"/>
            <a:chExt cx="5409566" cy="1454561"/>
          </a:xfrm>
        </p:grpSpPr>
        <p:sp>
          <p:nvSpPr>
            <p:cNvPr id="2140" name="Google Shape;2140;p18"/>
            <p:cNvSpPr/>
            <p:nvPr/>
          </p:nvSpPr>
          <p:spPr>
            <a:xfrm>
              <a:off x="4404359" y="2075402"/>
              <a:ext cx="515620" cy="175895"/>
            </a:xfrm>
            <a:custGeom>
              <a:rect b="b" l="l" r="r" t="t"/>
              <a:pathLst>
                <a:path extrusionOk="0" h="175894" w="515620">
                  <a:moveTo>
                    <a:pt x="24384" y="15525"/>
                  </a:moveTo>
                  <a:lnTo>
                    <a:pt x="24860" y="31480"/>
                  </a:lnTo>
                  <a:lnTo>
                    <a:pt x="25907" y="47148"/>
                  </a:lnTo>
                  <a:lnTo>
                    <a:pt x="26955" y="62245"/>
                  </a:lnTo>
                  <a:lnTo>
                    <a:pt x="27431" y="76485"/>
                  </a:lnTo>
                  <a:lnTo>
                    <a:pt x="29717" y="97012"/>
                  </a:lnTo>
                  <a:lnTo>
                    <a:pt x="32003" y="117252"/>
                  </a:lnTo>
                  <a:lnTo>
                    <a:pt x="34289" y="136921"/>
                  </a:lnTo>
                  <a:lnTo>
                    <a:pt x="36575" y="155733"/>
                  </a:lnTo>
                  <a:lnTo>
                    <a:pt x="36623" y="161162"/>
                  </a:lnTo>
                  <a:lnTo>
                    <a:pt x="36957" y="169449"/>
                  </a:lnTo>
                  <a:lnTo>
                    <a:pt x="37861" y="175450"/>
                  </a:lnTo>
                  <a:lnTo>
                    <a:pt x="39624" y="174021"/>
                  </a:lnTo>
                </a:path>
                <a:path extrusionOk="0" h="175894" w="515620">
                  <a:moveTo>
                    <a:pt x="0" y="21621"/>
                  </a:moveTo>
                  <a:lnTo>
                    <a:pt x="10525" y="14097"/>
                  </a:lnTo>
                  <a:lnTo>
                    <a:pt x="20193" y="9429"/>
                  </a:lnTo>
                  <a:lnTo>
                    <a:pt x="30432" y="7048"/>
                  </a:lnTo>
                  <a:lnTo>
                    <a:pt x="42672" y="6381"/>
                  </a:lnTo>
                  <a:lnTo>
                    <a:pt x="54006" y="7000"/>
                  </a:lnTo>
                  <a:lnTo>
                    <a:pt x="89249" y="28193"/>
                  </a:lnTo>
                  <a:lnTo>
                    <a:pt x="92201" y="38385"/>
                  </a:lnTo>
                  <a:lnTo>
                    <a:pt x="91725" y="48577"/>
                  </a:lnTo>
                  <a:lnTo>
                    <a:pt x="63103" y="91630"/>
                  </a:lnTo>
                  <a:lnTo>
                    <a:pt x="30479" y="113061"/>
                  </a:lnTo>
                  <a:lnTo>
                    <a:pt x="30479" y="110013"/>
                  </a:lnTo>
                  <a:lnTo>
                    <a:pt x="30479" y="106965"/>
                  </a:lnTo>
                </a:path>
                <a:path extrusionOk="0" h="175894" w="515620">
                  <a:moveTo>
                    <a:pt x="143255" y="30765"/>
                  </a:moveTo>
                  <a:lnTo>
                    <a:pt x="143303" y="42148"/>
                  </a:lnTo>
                  <a:lnTo>
                    <a:pt x="143637" y="53244"/>
                  </a:lnTo>
                  <a:lnTo>
                    <a:pt x="144541" y="63769"/>
                  </a:lnTo>
                  <a:lnTo>
                    <a:pt x="146303" y="73437"/>
                  </a:lnTo>
                  <a:lnTo>
                    <a:pt x="146780" y="86629"/>
                  </a:lnTo>
                  <a:lnTo>
                    <a:pt x="147827" y="98964"/>
                  </a:lnTo>
                  <a:lnTo>
                    <a:pt x="148875" y="110728"/>
                  </a:lnTo>
                  <a:lnTo>
                    <a:pt x="149351" y="122205"/>
                  </a:lnTo>
                  <a:lnTo>
                    <a:pt x="149733" y="130444"/>
                  </a:lnTo>
                  <a:lnTo>
                    <a:pt x="150113" y="140112"/>
                  </a:lnTo>
                  <a:lnTo>
                    <a:pt x="149351" y="149209"/>
                  </a:lnTo>
                  <a:lnTo>
                    <a:pt x="146303" y="155733"/>
                  </a:lnTo>
                </a:path>
                <a:path extrusionOk="0" h="175894" w="515620">
                  <a:moveTo>
                    <a:pt x="131063" y="24669"/>
                  </a:moveTo>
                  <a:lnTo>
                    <a:pt x="143398" y="18526"/>
                  </a:lnTo>
                  <a:lnTo>
                    <a:pt x="154304" y="14382"/>
                  </a:lnTo>
                  <a:lnTo>
                    <a:pt x="165782" y="13096"/>
                  </a:lnTo>
                  <a:lnTo>
                    <a:pt x="179831" y="15525"/>
                  </a:lnTo>
                  <a:lnTo>
                    <a:pt x="204358" y="56149"/>
                  </a:lnTo>
                  <a:lnTo>
                    <a:pt x="200787" y="68484"/>
                  </a:lnTo>
                  <a:lnTo>
                    <a:pt x="194357" y="80248"/>
                  </a:lnTo>
                  <a:lnTo>
                    <a:pt x="185927" y="91725"/>
                  </a:lnTo>
                  <a:lnTo>
                    <a:pt x="178593" y="98583"/>
                  </a:lnTo>
                  <a:lnTo>
                    <a:pt x="170687" y="105441"/>
                  </a:lnTo>
                  <a:lnTo>
                    <a:pt x="162782" y="112299"/>
                  </a:lnTo>
                  <a:lnTo>
                    <a:pt x="155448" y="119157"/>
                  </a:lnTo>
                  <a:lnTo>
                    <a:pt x="162782" y="119205"/>
                  </a:lnTo>
                  <a:lnTo>
                    <a:pt x="170687" y="119538"/>
                  </a:lnTo>
                  <a:lnTo>
                    <a:pt x="208406" y="129063"/>
                  </a:lnTo>
                  <a:lnTo>
                    <a:pt x="231648" y="143541"/>
                  </a:lnTo>
                  <a:lnTo>
                    <a:pt x="231648" y="146589"/>
                  </a:lnTo>
                  <a:lnTo>
                    <a:pt x="234695" y="146589"/>
                  </a:lnTo>
                </a:path>
                <a:path extrusionOk="0" h="175894" w="515620">
                  <a:moveTo>
                    <a:pt x="256031" y="42957"/>
                  </a:moveTo>
                  <a:lnTo>
                    <a:pt x="262127" y="85629"/>
                  </a:lnTo>
                  <a:lnTo>
                    <a:pt x="266700" y="106965"/>
                  </a:lnTo>
                  <a:lnTo>
                    <a:pt x="268986" y="117348"/>
                  </a:lnTo>
                  <a:lnTo>
                    <a:pt x="271272" y="128301"/>
                  </a:lnTo>
                  <a:lnTo>
                    <a:pt x="271272" y="134397"/>
                  </a:lnTo>
                  <a:lnTo>
                    <a:pt x="274319" y="137445"/>
                  </a:lnTo>
                  <a:lnTo>
                    <a:pt x="274319" y="143541"/>
                  </a:lnTo>
                </a:path>
                <a:path extrusionOk="0" h="175894" w="515620">
                  <a:moveTo>
                    <a:pt x="307848" y="42957"/>
                  </a:moveTo>
                  <a:lnTo>
                    <a:pt x="310895" y="91725"/>
                  </a:lnTo>
                  <a:lnTo>
                    <a:pt x="332993" y="126920"/>
                  </a:lnTo>
                  <a:lnTo>
                    <a:pt x="339851" y="127920"/>
                  </a:lnTo>
                  <a:lnTo>
                    <a:pt x="346710" y="126063"/>
                  </a:lnTo>
                  <a:lnTo>
                    <a:pt x="368998" y="93487"/>
                  </a:lnTo>
                  <a:lnTo>
                    <a:pt x="371855" y="82581"/>
                  </a:lnTo>
                  <a:lnTo>
                    <a:pt x="371189" y="71723"/>
                  </a:lnTo>
                  <a:lnTo>
                    <a:pt x="344042" y="38004"/>
                  </a:lnTo>
                  <a:lnTo>
                    <a:pt x="329184" y="36861"/>
                  </a:lnTo>
                  <a:lnTo>
                    <a:pt x="320039" y="36861"/>
                  </a:lnTo>
                  <a:lnTo>
                    <a:pt x="326136" y="36861"/>
                  </a:lnTo>
                  <a:lnTo>
                    <a:pt x="323088" y="39909"/>
                  </a:lnTo>
                </a:path>
                <a:path extrusionOk="0" h="175894" w="515620">
                  <a:moveTo>
                    <a:pt x="417575" y="15525"/>
                  </a:moveTo>
                  <a:lnTo>
                    <a:pt x="421624" y="26527"/>
                  </a:lnTo>
                  <a:lnTo>
                    <a:pt x="424814" y="37242"/>
                  </a:lnTo>
                  <a:lnTo>
                    <a:pt x="427434" y="48529"/>
                  </a:lnTo>
                  <a:lnTo>
                    <a:pt x="429767" y="61245"/>
                  </a:lnTo>
                  <a:lnTo>
                    <a:pt x="429244" y="72675"/>
                  </a:lnTo>
                  <a:lnTo>
                    <a:pt x="427863" y="84105"/>
                  </a:lnTo>
                  <a:lnTo>
                    <a:pt x="425910" y="95535"/>
                  </a:lnTo>
                  <a:lnTo>
                    <a:pt x="423672" y="106965"/>
                  </a:lnTo>
                  <a:lnTo>
                    <a:pt x="423672" y="113061"/>
                  </a:lnTo>
                  <a:lnTo>
                    <a:pt x="420624" y="122205"/>
                  </a:lnTo>
                  <a:lnTo>
                    <a:pt x="417575" y="128301"/>
                  </a:lnTo>
                </a:path>
                <a:path extrusionOk="0" h="175894" w="515620">
                  <a:moveTo>
                    <a:pt x="411479" y="18573"/>
                  </a:moveTo>
                  <a:lnTo>
                    <a:pt x="448055" y="285"/>
                  </a:lnTo>
                  <a:lnTo>
                    <a:pt x="459390" y="0"/>
                  </a:lnTo>
                  <a:lnTo>
                    <a:pt x="470153" y="285"/>
                  </a:lnTo>
                  <a:lnTo>
                    <a:pt x="479774" y="2857"/>
                  </a:lnTo>
                  <a:lnTo>
                    <a:pt x="487679" y="9429"/>
                  </a:lnTo>
                  <a:lnTo>
                    <a:pt x="492871" y="18240"/>
                  </a:lnTo>
                  <a:lnTo>
                    <a:pt x="494918" y="29622"/>
                  </a:lnTo>
                  <a:lnTo>
                    <a:pt x="494109" y="41576"/>
                  </a:lnTo>
                  <a:lnTo>
                    <a:pt x="465439" y="83820"/>
                  </a:lnTo>
                  <a:lnTo>
                    <a:pt x="454151" y="91725"/>
                  </a:lnTo>
                  <a:lnTo>
                    <a:pt x="451103" y="94773"/>
                  </a:lnTo>
                  <a:lnTo>
                    <a:pt x="448055" y="94773"/>
                  </a:lnTo>
                  <a:lnTo>
                    <a:pt x="451103" y="94773"/>
                  </a:lnTo>
                  <a:lnTo>
                    <a:pt x="457200" y="91725"/>
                  </a:lnTo>
                  <a:lnTo>
                    <a:pt x="460248" y="94773"/>
                  </a:lnTo>
                  <a:lnTo>
                    <a:pt x="467058" y="95821"/>
                  </a:lnTo>
                  <a:lnTo>
                    <a:pt x="473583" y="98583"/>
                  </a:lnTo>
                  <a:lnTo>
                    <a:pt x="479536" y="102488"/>
                  </a:lnTo>
                  <a:lnTo>
                    <a:pt x="484631" y="106965"/>
                  </a:lnTo>
                  <a:lnTo>
                    <a:pt x="490966" y="112013"/>
                  </a:lnTo>
                  <a:lnTo>
                    <a:pt x="496443" y="117633"/>
                  </a:lnTo>
                  <a:lnTo>
                    <a:pt x="501348" y="123253"/>
                  </a:lnTo>
                  <a:lnTo>
                    <a:pt x="505967" y="128301"/>
                  </a:lnTo>
                  <a:lnTo>
                    <a:pt x="509015" y="131349"/>
                  </a:lnTo>
                  <a:lnTo>
                    <a:pt x="512063" y="134397"/>
                  </a:lnTo>
                  <a:lnTo>
                    <a:pt x="515112" y="137445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18"/>
            <p:cNvSpPr/>
            <p:nvPr/>
          </p:nvSpPr>
          <p:spPr>
            <a:xfrm>
              <a:off x="4468367" y="2325623"/>
              <a:ext cx="448309" cy="36830"/>
            </a:xfrm>
            <a:custGeom>
              <a:rect b="b" l="l" r="r" t="t"/>
              <a:pathLst>
                <a:path extrusionOk="0" h="36830" w="448310">
                  <a:moveTo>
                    <a:pt x="0" y="36575"/>
                  </a:moveTo>
                  <a:lnTo>
                    <a:pt x="29241" y="33813"/>
                  </a:lnTo>
                  <a:lnTo>
                    <a:pt x="57912" y="30479"/>
                  </a:lnTo>
                  <a:lnTo>
                    <a:pt x="86582" y="27146"/>
                  </a:lnTo>
                  <a:lnTo>
                    <a:pt x="115824" y="24384"/>
                  </a:lnTo>
                  <a:lnTo>
                    <a:pt x="157495" y="18573"/>
                  </a:lnTo>
                  <a:lnTo>
                    <a:pt x="200025" y="14477"/>
                  </a:lnTo>
                  <a:lnTo>
                    <a:pt x="243125" y="11525"/>
                  </a:lnTo>
                  <a:lnTo>
                    <a:pt x="286512" y="9143"/>
                  </a:lnTo>
                  <a:lnTo>
                    <a:pt x="325421" y="7381"/>
                  </a:lnTo>
                  <a:lnTo>
                    <a:pt x="364617" y="6477"/>
                  </a:lnTo>
                  <a:lnTo>
                    <a:pt x="404383" y="6143"/>
                  </a:lnTo>
                  <a:lnTo>
                    <a:pt x="445008" y="6096"/>
                  </a:lnTo>
                  <a:lnTo>
                    <a:pt x="448056" y="6096"/>
                  </a:lnTo>
                  <a:lnTo>
                    <a:pt x="438912" y="3048"/>
                  </a:lnTo>
                  <a:lnTo>
                    <a:pt x="432816" y="0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2" name="Google Shape;214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95088" y="2624328"/>
              <a:ext cx="166495" cy="178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3" name="Google Shape;214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18176" y="2621280"/>
              <a:ext cx="152780" cy="128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8"/>
            <p:cNvSpPr/>
            <p:nvPr/>
          </p:nvSpPr>
          <p:spPr>
            <a:xfrm>
              <a:off x="5629655" y="2508504"/>
              <a:ext cx="256540" cy="271780"/>
            </a:xfrm>
            <a:custGeom>
              <a:rect b="b" l="l" r="r" t="t"/>
              <a:pathLst>
                <a:path extrusionOk="0" h="271780" w="256539">
                  <a:moveTo>
                    <a:pt x="0" y="240792"/>
                  </a:moveTo>
                  <a:lnTo>
                    <a:pt x="4143" y="248888"/>
                  </a:lnTo>
                  <a:lnTo>
                    <a:pt x="8001" y="255270"/>
                  </a:lnTo>
                  <a:lnTo>
                    <a:pt x="12430" y="260508"/>
                  </a:lnTo>
                  <a:lnTo>
                    <a:pt x="18288" y="265175"/>
                  </a:lnTo>
                  <a:lnTo>
                    <a:pt x="21336" y="268224"/>
                  </a:lnTo>
                  <a:lnTo>
                    <a:pt x="33528" y="271272"/>
                  </a:lnTo>
                  <a:lnTo>
                    <a:pt x="39624" y="268224"/>
                  </a:lnTo>
                  <a:lnTo>
                    <a:pt x="48148" y="259413"/>
                  </a:lnTo>
                  <a:lnTo>
                    <a:pt x="55245" y="248031"/>
                  </a:lnTo>
                  <a:lnTo>
                    <a:pt x="60626" y="236077"/>
                  </a:lnTo>
                  <a:lnTo>
                    <a:pt x="64008" y="225551"/>
                  </a:lnTo>
                  <a:lnTo>
                    <a:pt x="72104" y="204977"/>
                  </a:lnTo>
                  <a:lnTo>
                    <a:pt x="83724" y="163829"/>
                  </a:lnTo>
                  <a:lnTo>
                    <a:pt x="92440" y="124968"/>
                  </a:lnTo>
                  <a:lnTo>
                    <a:pt x="100584" y="70104"/>
                  </a:lnTo>
                  <a:lnTo>
                    <a:pt x="100584" y="64008"/>
                  </a:lnTo>
                  <a:lnTo>
                    <a:pt x="100584" y="57912"/>
                  </a:lnTo>
                  <a:lnTo>
                    <a:pt x="100584" y="54863"/>
                  </a:lnTo>
                  <a:lnTo>
                    <a:pt x="103632" y="60960"/>
                  </a:lnTo>
                  <a:lnTo>
                    <a:pt x="106680" y="67056"/>
                  </a:lnTo>
                  <a:lnTo>
                    <a:pt x="128587" y="100584"/>
                  </a:lnTo>
                  <a:lnTo>
                    <a:pt x="146304" y="119395"/>
                  </a:lnTo>
                  <a:lnTo>
                    <a:pt x="155448" y="129921"/>
                  </a:lnTo>
                  <a:lnTo>
                    <a:pt x="164592" y="141017"/>
                  </a:lnTo>
                  <a:lnTo>
                    <a:pt x="173736" y="152400"/>
                  </a:lnTo>
                  <a:lnTo>
                    <a:pt x="182880" y="163353"/>
                  </a:lnTo>
                  <a:lnTo>
                    <a:pt x="192024" y="173736"/>
                  </a:lnTo>
                  <a:lnTo>
                    <a:pt x="201168" y="184118"/>
                  </a:lnTo>
                  <a:lnTo>
                    <a:pt x="210312" y="195072"/>
                  </a:lnTo>
                  <a:lnTo>
                    <a:pt x="214884" y="200072"/>
                  </a:lnTo>
                  <a:lnTo>
                    <a:pt x="219456" y="205359"/>
                  </a:lnTo>
                  <a:lnTo>
                    <a:pt x="224028" y="210073"/>
                  </a:lnTo>
                  <a:lnTo>
                    <a:pt x="228600" y="213360"/>
                  </a:lnTo>
                  <a:lnTo>
                    <a:pt x="228600" y="216408"/>
                  </a:lnTo>
                  <a:lnTo>
                    <a:pt x="231648" y="216408"/>
                  </a:lnTo>
                  <a:lnTo>
                    <a:pt x="231695" y="209073"/>
                  </a:lnTo>
                  <a:lnTo>
                    <a:pt x="232029" y="201168"/>
                  </a:lnTo>
                  <a:lnTo>
                    <a:pt x="232933" y="193262"/>
                  </a:lnTo>
                  <a:lnTo>
                    <a:pt x="234696" y="185928"/>
                  </a:lnTo>
                  <a:lnTo>
                    <a:pt x="236982" y="158019"/>
                  </a:lnTo>
                  <a:lnTo>
                    <a:pt x="239268" y="129539"/>
                  </a:lnTo>
                  <a:lnTo>
                    <a:pt x="241554" y="101060"/>
                  </a:lnTo>
                  <a:lnTo>
                    <a:pt x="243840" y="73151"/>
                  </a:lnTo>
                  <a:lnTo>
                    <a:pt x="246126" y="56626"/>
                  </a:lnTo>
                  <a:lnTo>
                    <a:pt x="248412" y="39243"/>
                  </a:lnTo>
                  <a:lnTo>
                    <a:pt x="250698" y="21288"/>
                  </a:lnTo>
                  <a:lnTo>
                    <a:pt x="252984" y="3048"/>
                  </a:lnTo>
                  <a:lnTo>
                    <a:pt x="256032" y="0"/>
                  </a:lnTo>
                  <a:lnTo>
                    <a:pt x="252984" y="3048"/>
                  </a:lnTo>
                  <a:lnTo>
                    <a:pt x="249936" y="3048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5" name="Google Shape;2145;p18"/>
            <p:cNvSpPr/>
            <p:nvPr/>
          </p:nvSpPr>
          <p:spPr>
            <a:xfrm>
              <a:off x="6016228" y="2353055"/>
              <a:ext cx="116839" cy="530860"/>
            </a:xfrm>
            <a:custGeom>
              <a:rect b="b" l="l" r="r" t="t"/>
              <a:pathLst>
                <a:path extrusionOk="0" h="530860" w="116839">
                  <a:moveTo>
                    <a:pt x="98059" y="0"/>
                  </a:moveTo>
                  <a:lnTo>
                    <a:pt x="85105" y="3048"/>
                  </a:lnTo>
                  <a:lnTo>
                    <a:pt x="76723" y="8382"/>
                  </a:lnTo>
                  <a:lnTo>
                    <a:pt x="70627" y="17145"/>
                  </a:lnTo>
                  <a:lnTo>
                    <a:pt x="64531" y="30480"/>
                  </a:lnTo>
                  <a:lnTo>
                    <a:pt x="51435" y="53911"/>
                  </a:lnTo>
                  <a:lnTo>
                    <a:pt x="29813" y="104203"/>
                  </a:lnTo>
                  <a:lnTo>
                    <a:pt x="10001" y="181070"/>
                  </a:lnTo>
                  <a:lnTo>
                    <a:pt x="2428" y="233934"/>
                  </a:lnTo>
                  <a:lnTo>
                    <a:pt x="0" y="287940"/>
                  </a:lnTo>
                  <a:lnTo>
                    <a:pt x="3571" y="341376"/>
                  </a:lnTo>
                  <a:lnTo>
                    <a:pt x="21097" y="395859"/>
                  </a:lnTo>
                  <a:lnTo>
                    <a:pt x="43195" y="448056"/>
                  </a:lnTo>
                  <a:lnTo>
                    <a:pt x="62626" y="483870"/>
                  </a:lnTo>
                  <a:lnTo>
                    <a:pt x="88915" y="515112"/>
                  </a:lnTo>
                  <a:lnTo>
                    <a:pt x="92725" y="520493"/>
                  </a:lnTo>
                  <a:lnTo>
                    <a:pt x="98821" y="526161"/>
                  </a:lnTo>
                  <a:lnTo>
                    <a:pt x="106060" y="530113"/>
                  </a:lnTo>
                  <a:lnTo>
                    <a:pt x="113299" y="530352"/>
                  </a:lnTo>
                  <a:lnTo>
                    <a:pt x="116347" y="527304"/>
                  </a:lnTo>
                  <a:lnTo>
                    <a:pt x="116347" y="524256"/>
                  </a:lnTo>
                  <a:lnTo>
                    <a:pt x="116347" y="521208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6" name="Google Shape;214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79642" y="2487168"/>
              <a:ext cx="151636" cy="198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7" name="Google Shape;2147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769608" y="2465832"/>
              <a:ext cx="137158" cy="1615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48" name="Google Shape;2148;p18"/>
            <p:cNvGrpSpPr/>
            <p:nvPr/>
          </p:nvGrpSpPr>
          <p:grpSpPr>
            <a:xfrm>
              <a:off x="7232904" y="2209800"/>
              <a:ext cx="1258822" cy="771525"/>
              <a:chOff x="7232904" y="2209800"/>
              <a:chExt cx="1258822" cy="771525"/>
            </a:xfrm>
          </p:grpSpPr>
          <p:sp>
            <p:nvSpPr>
              <p:cNvPr id="2149" name="Google Shape;2149;p18"/>
              <p:cNvSpPr/>
              <p:nvPr/>
            </p:nvSpPr>
            <p:spPr>
              <a:xfrm>
                <a:off x="7232904" y="2209800"/>
                <a:ext cx="1176655" cy="771525"/>
              </a:xfrm>
              <a:custGeom>
                <a:rect b="b" l="l" r="r" t="t"/>
                <a:pathLst>
                  <a:path extrusionOk="0" h="771525" w="1176654">
                    <a:moveTo>
                      <a:pt x="0" y="0"/>
                    </a:moveTo>
                    <a:lnTo>
                      <a:pt x="39862" y="30003"/>
                    </a:lnTo>
                    <a:lnTo>
                      <a:pt x="69008" y="63865"/>
                    </a:lnTo>
                    <a:lnTo>
                      <a:pt x="97678" y="110823"/>
                    </a:lnTo>
                    <a:lnTo>
                      <a:pt x="122301" y="169211"/>
                    </a:lnTo>
                    <a:lnTo>
                      <a:pt x="140589" y="234457"/>
                    </a:lnTo>
                    <a:lnTo>
                      <a:pt x="150304" y="304323"/>
                    </a:lnTo>
                    <a:lnTo>
                      <a:pt x="154876" y="375380"/>
                    </a:lnTo>
                    <a:lnTo>
                      <a:pt x="155448" y="411479"/>
                    </a:lnTo>
                    <a:lnTo>
                      <a:pt x="152590" y="447579"/>
                    </a:lnTo>
                    <a:lnTo>
                      <a:pt x="143446" y="518636"/>
                    </a:lnTo>
                    <a:lnTo>
                      <a:pt x="131540" y="584930"/>
                    </a:lnTo>
                    <a:lnTo>
                      <a:pt x="115728" y="646461"/>
                    </a:lnTo>
                    <a:lnTo>
                      <a:pt x="106680" y="676655"/>
                    </a:lnTo>
                    <a:lnTo>
                      <a:pt x="101631" y="694943"/>
                    </a:lnTo>
                    <a:lnTo>
                      <a:pt x="96012" y="713231"/>
                    </a:lnTo>
                    <a:lnTo>
                      <a:pt x="90392" y="731519"/>
                    </a:lnTo>
                    <a:lnTo>
                      <a:pt x="85344" y="749808"/>
                    </a:lnTo>
                    <a:lnTo>
                      <a:pt x="82296" y="758951"/>
                    </a:lnTo>
                    <a:lnTo>
                      <a:pt x="82296" y="765048"/>
                    </a:lnTo>
                    <a:lnTo>
                      <a:pt x="79248" y="771144"/>
                    </a:lnTo>
                    <a:lnTo>
                      <a:pt x="79248" y="764286"/>
                    </a:lnTo>
                    <a:lnTo>
                      <a:pt x="79248" y="757427"/>
                    </a:lnTo>
                    <a:lnTo>
                      <a:pt x="79248" y="750569"/>
                    </a:lnTo>
                    <a:lnTo>
                      <a:pt x="79248" y="743712"/>
                    </a:lnTo>
                  </a:path>
                  <a:path extrusionOk="0" h="771525" w="1176654">
                    <a:moveTo>
                      <a:pt x="33528" y="304800"/>
                    </a:moveTo>
                    <a:lnTo>
                      <a:pt x="48768" y="268224"/>
                    </a:lnTo>
                    <a:lnTo>
                      <a:pt x="90773" y="247221"/>
                    </a:lnTo>
                    <a:lnTo>
                      <a:pt x="133588" y="242649"/>
                    </a:lnTo>
                    <a:lnTo>
                      <a:pt x="159639" y="243459"/>
                    </a:lnTo>
                    <a:lnTo>
                      <a:pt x="210312" y="249936"/>
                    </a:lnTo>
                    <a:lnTo>
                      <a:pt x="250936" y="258317"/>
                    </a:lnTo>
                    <a:lnTo>
                      <a:pt x="290703" y="268985"/>
                    </a:lnTo>
                    <a:lnTo>
                      <a:pt x="329898" y="280796"/>
                    </a:lnTo>
                    <a:lnTo>
                      <a:pt x="368808" y="292608"/>
                    </a:lnTo>
                    <a:lnTo>
                      <a:pt x="400859" y="303514"/>
                    </a:lnTo>
                    <a:lnTo>
                      <a:pt x="433197" y="313563"/>
                    </a:lnTo>
                    <a:lnTo>
                      <a:pt x="499872" y="332232"/>
                    </a:lnTo>
                    <a:lnTo>
                      <a:pt x="538734" y="340804"/>
                    </a:lnTo>
                    <a:lnTo>
                      <a:pt x="577596" y="348234"/>
                    </a:lnTo>
                    <a:lnTo>
                      <a:pt x="616458" y="354520"/>
                    </a:lnTo>
                    <a:lnTo>
                      <a:pt x="655320" y="359663"/>
                    </a:lnTo>
                    <a:lnTo>
                      <a:pt x="699277" y="364236"/>
                    </a:lnTo>
                    <a:lnTo>
                      <a:pt x="744093" y="368808"/>
                    </a:lnTo>
                    <a:lnTo>
                      <a:pt x="789479" y="373380"/>
                    </a:lnTo>
                    <a:lnTo>
                      <a:pt x="835152" y="377951"/>
                    </a:lnTo>
                    <a:lnTo>
                      <a:pt x="874537" y="380237"/>
                    </a:lnTo>
                    <a:lnTo>
                      <a:pt x="914781" y="382523"/>
                    </a:lnTo>
                    <a:lnTo>
                      <a:pt x="955595" y="384809"/>
                    </a:lnTo>
                    <a:lnTo>
                      <a:pt x="996696" y="387095"/>
                    </a:lnTo>
                    <a:lnTo>
                      <a:pt x="1028700" y="387095"/>
                    </a:lnTo>
                    <a:lnTo>
                      <a:pt x="1060704" y="387095"/>
                    </a:lnTo>
                    <a:lnTo>
                      <a:pt x="1092708" y="387095"/>
                    </a:lnTo>
                    <a:lnTo>
                      <a:pt x="1124712" y="387095"/>
                    </a:lnTo>
                    <a:lnTo>
                      <a:pt x="1135380" y="387905"/>
                    </a:lnTo>
                    <a:lnTo>
                      <a:pt x="1150620" y="389000"/>
                    </a:lnTo>
                    <a:lnTo>
                      <a:pt x="1165860" y="388381"/>
                    </a:lnTo>
                    <a:lnTo>
                      <a:pt x="1176528" y="384047"/>
                    </a:lnTo>
                    <a:lnTo>
                      <a:pt x="1176528" y="380999"/>
                    </a:lnTo>
                    <a:lnTo>
                      <a:pt x="1170432" y="377951"/>
                    </a:lnTo>
                    <a:lnTo>
                      <a:pt x="1164336" y="374903"/>
                    </a:lnTo>
                    <a:lnTo>
                      <a:pt x="1158240" y="371855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50" name="Google Shape;2150;p1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324088" y="2523744"/>
                <a:ext cx="167638" cy="1798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51" name="Google Shape;2151;p18"/>
            <p:cNvSpPr/>
            <p:nvPr/>
          </p:nvSpPr>
          <p:spPr>
            <a:xfrm>
              <a:off x="8592311" y="2242089"/>
              <a:ext cx="177165" cy="825500"/>
            </a:xfrm>
            <a:custGeom>
              <a:rect b="b" l="l" r="r" t="t"/>
              <a:pathLst>
                <a:path extrusionOk="0" h="825500" w="177165">
                  <a:moveTo>
                    <a:pt x="140207" y="19526"/>
                  </a:moveTo>
                  <a:lnTo>
                    <a:pt x="104393" y="0"/>
                  </a:lnTo>
                  <a:lnTo>
                    <a:pt x="92963" y="476"/>
                  </a:lnTo>
                  <a:lnTo>
                    <a:pt x="43052" y="13049"/>
                  </a:lnTo>
                  <a:lnTo>
                    <a:pt x="18287" y="28670"/>
                  </a:lnTo>
                  <a:lnTo>
                    <a:pt x="9429" y="33813"/>
                  </a:lnTo>
                  <a:lnTo>
                    <a:pt x="4571" y="40100"/>
                  </a:lnTo>
                  <a:lnTo>
                    <a:pt x="2000" y="47529"/>
                  </a:lnTo>
                  <a:lnTo>
                    <a:pt x="0" y="56102"/>
                  </a:lnTo>
                  <a:lnTo>
                    <a:pt x="1523" y="76676"/>
                  </a:lnTo>
                  <a:lnTo>
                    <a:pt x="5333" y="97250"/>
                  </a:lnTo>
                  <a:lnTo>
                    <a:pt x="10286" y="117824"/>
                  </a:lnTo>
                  <a:lnTo>
                    <a:pt x="15239" y="138398"/>
                  </a:lnTo>
                  <a:lnTo>
                    <a:pt x="22050" y="181356"/>
                  </a:lnTo>
                  <a:lnTo>
                    <a:pt x="28574" y="223742"/>
                  </a:lnTo>
                  <a:lnTo>
                    <a:pt x="34528" y="266128"/>
                  </a:lnTo>
                  <a:lnTo>
                    <a:pt x="39623" y="309086"/>
                  </a:lnTo>
                  <a:lnTo>
                    <a:pt x="45958" y="359854"/>
                  </a:lnTo>
                  <a:lnTo>
                    <a:pt x="51434" y="411194"/>
                  </a:lnTo>
                  <a:lnTo>
                    <a:pt x="56340" y="462534"/>
                  </a:lnTo>
                  <a:lnTo>
                    <a:pt x="60959" y="513302"/>
                  </a:lnTo>
                  <a:lnTo>
                    <a:pt x="65008" y="564070"/>
                  </a:lnTo>
                  <a:lnTo>
                    <a:pt x="68198" y="615410"/>
                  </a:lnTo>
                  <a:lnTo>
                    <a:pt x="70818" y="666750"/>
                  </a:lnTo>
                  <a:lnTo>
                    <a:pt x="73151" y="717518"/>
                  </a:lnTo>
                  <a:lnTo>
                    <a:pt x="74961" y="739902"/>
                  </a:lnTo>
                  <a:lnTo>
                    <a:pt x="76199" y="761714"/>
                  </a:lnTo>
                  <a:lnTo>
                    <a:pt x="77438" y="783526"/>
                  </a:lnTo>
                  <a:lnTo>
                    <a:pt x="79247" y="805910"/>
                  </a:lnTo>
                  <a:lnTo>
                    <a:pt x="79247" y="812006"/>
                  </a:lnTo>
                  <a:lnTo>
                    <a:pt x="76199" y="818102"/>
                  </a:lnTo>
                  <a:lnTo>
                    <a:pt x="82295" y="824198"/>
                  </a:lnTo>
                  <a:lnTo>
                    <a:pt x="88249" y="824960"/>
                  </a:lnTo>
                  <a:lnTo>
                    <a:pt x="95630" y="823436"/>
                  </a:lnTo>
                  <a:lnTo>
                    <a:pt x="102441" y="820769"/>
                  </a:lnTo>
                  <a:lnTo>
                    <a:pt x="106679" y="818102"/>
                  </a:lnTo>
                  <a:lnTo>
                    <a:pt x="119872" y="813958"/>
                  </a:lnTo>
                  <a:lnTo>
                    <a:pt x="132206" y="810101"/>
                  </a:lnTo>
                  <a:lnTo>
                    <a:pt x="143970" y="805672"/>
                  </a:lnTo>
                  <a:lnTo>
                    <a:pt x="155447" y="799814"/>
                  </a:lnTo>
                  <a:lnTo>
                    <a:pt x="167639" y="793718"/>
                  </a:lnTo>
                  <a:lnTo>
                    <a:pt x="170687" y="790670"/>
                  </a:lnTo>
                  <a:lnTo>
                    <a:pt x="176783" y="787622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2" name="Google Shape;2152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092184" y="2448544"/>
              <a:ext cx="179830" cy="1574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3" name="Google Shape;2153;p18"/>
            <p:cNvSpPr/>
            <p:nvPr/>
          </p:nvSpPr>
          <p:spPr>
            <a:xfrm>
              <a:off x="9616440" y="2151888"/>
              <a:ext cx="197485" cy="871855"/>
            </a:xfrm>
            <a:custGeom>
              <a:rect b="b" l="l" r="r" t="t"/>
              <a:pathLst>
                <a:path extrusionOk="0" h="871855" w="197484">
                  <a:moveTo>
                    <a:pt x="6095" y="24384"/>
                  </a:moveTo>
                  <a:lnTo>
                    <a:pt x="3047" y="15239"/>
                  </a:lnTo>
                  <a:lnTo>
                    <a:pt x="0" y="15239"/>
                  </a:lnTo>
                  <a:lnTo>
                    <a:pt x="3047" y="12191"/>
                  </a:lnTo>
                  <a:lnTo>
                    <a:pt x="12668" y="11715"/>
                  </a:lnTo>
                  <a:lnTo>
                    <a:pt x="22859" y="10668"/>
                  </a:lnTo>
                  <a:lnTo>
                    <a:pt x="33051" y="9620"/>
                  </a:lnTo>
                  <a:lnTo>
                    <a:pt x="42671" y="9144"/>
                  </a:lnTo>
                  <a:lnTo>
                    <a:pt x="60483" y="6858"/>
                  </a:lnTo>
                  <a:lnTo>
                    <a:pt x="77723" y="4572"/>
                  </a:lnTo>
                  <a:lnTo>
                    <a:pt x="94964" y="2286"/>
                  </a:lnTo>
                  <a:lnTo>
                    <a:pt x="112775" y="0"/>
                  </a:lnTo>
                  <a:lnTo>
                    <a:pt x="124253" y="0"/>
                  </a:lnTo>
                  <a:lnTo>
                    <a:pt x="136017" y="0"/>
                  </a:lnTo>
                  <a:lnTo>
                    <a:pt x="148352" y="0"/>
                  </a:lnTo>
                  <a:lnTo>
                    <a:pt x="161545" y="0"/>
                  </a:lnTo>
                  <a:lnTo>
                    <a:pt x="169116" y="1142"/>
                  </a:lnTo>
                  <a:lnTo>
                    <a:pt x="183832" y="39385"/>
                  </a:lnTo>
                  <a:lnTo>
                    <a:pt x="188404" y="83867"/>
                  </a:lnTo>
                  <a:lnTo>
                    <a:pt x="188975" y="106679"/>
                  </a:lnTo>
                  <a:lnTo>
                    <a:pt x="192500" y="145541"/>
                  </a:lnTo>
                  <a:lnTo>
                    <a:pt x="194309" y="184403"/>
                  </a:lnTo>
                  <a:lnTo>
                    <a:pt x="194976" y="223265"/>
                  </a:lnTo>
                  <a:lnTo>
                    <a:pt x="195071" y="262127"/>
                  </a:lnTo>
                  <a:lnTo>
                    <a:pt x="196786" y="307800"/>
                  </a:lnTo>
                  <a:lnTo>
                    <a:pt x="197357" y="353187"/>
                  </a:lnTo>
                  <a:lnTo>
                    <a:pt x="196786" y="398002"/>
                  </a:lnTo>
                  <a:lnTo>
                    <a:pt x="195071" y="441960"/>
                  </a:lnTo>
                  <a:lnTo>
                    <a:pt x="192833" y="481298"/>
                  </a:lnTo>
                  <a:lnTo>
                    <a:pt x="190880" y="521207"/>
                  </a:lnTo>
                  <a:lnTo>
                    <a:pt x="189499" y="561117"/>
                  </a:lnTo>
                  <a:lnTo>
                    <a:pt x="188975" y="600456"/>
                  </a:lnTo>
                  <a:lnTo>
                    <a:pt x="189023" y="631983"/>
                  </a:lnTo>
                  <a:lnTo>
                    <a:pt x="189356" y="662939"/>
                  </a:lnTo>
                  <a:lnTo>
                    <a:pt x="190261" y="693896"/>
                  </a:lnTo>
                  <a:lnTo>
                    <a:pt x="192023" y="725424"/>
                  </a:lnTo>
                  <a:lnTo>
                    <a:pt x="192500" y="745998"/>
                  </a:lnTo>
                  <a:lnTo>
                    <a:pt x="193547" y="766572"/>
                  </a:lnTo>
                  <a:lnTo>
                    <a:pt x="194595" y="787146"/>
                  </a:lnTo>
                  <a:lnTo>
                    <a:pt x="195071" y="807720"/>
                  </a:lnTo>
                  <a:lnTo>
                    <a:pt x="195500" y="817340"/>
                  </a:lnTo>
                  <a:lnTo>
                    <a:pt x="196215" y="827532"/>
                  </a:lnTo>
                  <a:lnTo>
                    <a:pt x="196357" y="837723"/>
                  </a:lnTo>
                  <a:lnTo>
                    <a:pt x="195072" y="847344"/>
                  </a:lnTo>
                  <a:lnTo>
                    <a:pt x="192024" y="850391"/>
                  </a:lnTo>
                  <a:lnTo>
                    <a:pt x="192024" y="853439"/>
                  </a:lnTo>
                  <a:lnTo>
                    <a:pt x="188976" y="859536"/>
                  </a:lnTo>
                  <a:lnTo>
                    <a:pt x="185928" y="856488"/>
                  </a:lnTo>
                  <a:lnTo>
                    <a:pt x="182880" y="856488"/>
                  </a:lnTo>
                  <a:lnTo>
                    <a:pt x="173783" y="854725"/>
                  </a:lnTo>
                  <a:lnTo>
                    <a:pt x="164972" y="853820"/>
                  </a:lnTo>
                  <a:lnTo>
                    <a:pt x="156733" y="853487"/>
                  </a:lnTo>
                  <a:lnTo>
                    <a:pt x="149352" y="853439"/>
                  </a:lnTo>
                  <a:lnTo>
                    <a:pt x="127444" y="854487"/>
                  </a:lnTo>
                  <a:lnTo>
                    <a:pt x="106679" y="857250"/>
                  </a:lnTo>
                  <a:lnTo>
                    <a:pt x="85915" y="861155"/>
                  </a:lnTo>
                  <a:lnTo>
                    <a:pt x="64007" y="865632"/>
                  </a:lnTo>
                  <a:lnTo>
                    <a:pt x="50006" y="867441"/>
                  </a:lnTo>
                  <a:lnTo>
                    <a:pt x="38862" y="868679"/>
                  </a:lnTo>
                  <a:lnTo>
                    <a:pt x="28861" y="869918"/>
                  </a:lnTo>
                  <a:lnTo>
                    <a:pt x="18287" y="871727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18"/>
            <p:cNvSpPr/>
            <p:nvPr/>
          </p:nvSpPr>
          <p:spPr>
            <a:xfrm>
              <a:off x="9363456" y="2642616"/>
              <a:ext cx="18415" cy="12700"/>
            </a:xfrm>
            <a:custGeom>
              <a:rect b="b" l="l" r="r" t="t"/>
              <a:pathLst>
                <a:path extrusionOk="0" h="12700" w="18415">
                  <a:moveTo>
                    <a:pt x="0" y="0"/>
                  </a:moveTo>
                  <a:lnTo>
                    <a:pt x="12191" y="9144"/>
                  </a:lnTo>
                  <a:lnTo>
                    <a:pt x="18287" y="12192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5" name="Google Shape;2155;p18"/>
            <p:cNvSpPr/>
            <p:nvPr/>
          </p:nvSpPr>
          <p:spPr>
            <a:xfrm>
              <a:off x="9448800" y="2721864"/>
              <a:ext cx="24765" cy="24765"/>
            </a:xfrm>
            <a:custGeom>
              <a:rect b="b" l="l" r="r" t="t"/>
              <a:pathLst>
                <a:path extrusionOk="0" h="24764" w="24765">
                  <a:moveTo>
                    <a:pt x="0" y="6096"/>
                  </a:moveTo>
                  <a:lnTo>
                    <a:pt x="0" y="18287"/>
                  </a:lnTo>
                  <a:lnTo>
                    <a:pt x="6096" y="24384"/>
                  </a:lnTo>
                  <a:lnTo>
                    <a:pt x="18288" y="24384"/>
                  </a:lnTo>
                  <a:lnTo>
                    <a:pt x="24384" y="18287"/>
                  </a:lnTo>
                  <a:lnTo>
                    <a:pt x="24384" y="12191"/>
                  </a:lnTo>
                  <a:lnTo>
                    <a:pt x="24384" y="6096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007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18"/>
            <p:cNvSpPr/>
            <p:nvPr/>
          </p:nvSpPr>
          <p:spPr>
            <a:xfrm>
              <a:off x="9525000" y="2798064"/>
              <a:ext cx="24765" cy="24765"/>
            </a:xfrm>
            <a:custGeom>
              <a:rect b="b" l="l" r="r" t="t"/>
              <a:pathLst>
                <a:path extrusionOk="0" h="24764" w="24765">
                  <a:moveTo>
                    <a:pt x="0" y="6096"/>
                  </a:moveTo>
                  <a:lnTo>
                    <a:pt x="0" y="18287"/>
                  </a:lnTo>
                  <a:lnTo>
                    <a:pt x="6096" y="24384"/>
                  </a:lnTo>
                  <a:lnTo>
                    <a:pt x="18288" y="24384"/>
                  </a:lnTo>
                  <a:lnTo>
                    <a:pt x="24384" y="18287"/>
                  </a:lnTo>
                  <a:lnTo>
                    <a:pt x="24384" y="12191"/>
                  </a:lnTo>
                  <a:lnTo>
                    <a:pt x="24384" y="6096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007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57" name="Google Shape;2157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95104" y="2758964"/>
              <a:ext cx="137158" cy="191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8" name="Google Shape;2158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711184" y="2242661"/>
              <a:ext cx="182878" cy="1774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59" name="Google Shape;2159;p18"/>
            <p:cNvGrpSpPr/>
            <p:nvPr/>
          </p:nvGrpSpPr>
          <p:grpSpPr>
            <a:xfrm>
              <a:off x="6224016" y="2801112"/>
              <a:ext cx="142366" cy="390142"/>
              <a:chOff x="6224016" y="2801112"/>
              <a:chExt cx="142366" cy="390142"/>
            </a:xfrm>
          </p:grpSpPr>
          <p:sp>
            <p:nvSpPr>
              <p:cNvPr id="2160" name="Google Shape;2160;p18"/>
              <p:cNvSpPr/>
              <p:nvPr/>
            </p:nvSpPr>
            <p:spPr>
              <a:xfrm>
                <a:off x="6266687" y="2801112"/>
                <a:ext cx="99695" cy="338455"/>
              </a:xfrm>
              <a:custGeom>
                <a:rect b="b" l="l" r="r" t="t"/>
                <a:pathLst>
                  <a:path extrusionOk="0" h="338455" w="99695">
                    <a:moveTo>
                      <a:pt x="97536" y="0"/>
                    </a:moveTo>
                    <a:lnTo>
                      <a:pt x="97536" y="16001"/>
                    </a:lnTo>
                    <a:lnTo>
                      <a:pt x="97536" y="32003"/>
                    </a:lnTo>
                    <a:lnTo>
                      <a:pt x="97536" y="48005"/>
                    </a:lnTo>
                    <a:lnTo>
                      <a:pt x="97536" y="64008"/>
                    </a:lnTo>
                    <a:lnTo>
                      <a:pt x="99202" y="86391"/>
                    </a:lnTo>
                    <a:lnTo>
                      <a:pt x="97964" y="130016"/>
                    </a:lnTo>
                    <a:lnTo>
                      <a:pt x="88820" y="179260"/>
                    </a:lnTo>
                    <a:lnTo>
                      <a:pt x="71770" y="229552"/>
                    </a:lnTo>
                    <a:lnTo>
                      <a:pt x="51292" y="270748"/>
                    </a:lnTo>
                    <a:lnTo>
                      <a:pt x="29670" y="303990"/>
                    </a:lnTo>
                    <a:lnTo>
                      <a:pt x="13715" y="324612"/>
                    </a:lnTo>
                    <a:lnTo>
                      <a:pt x="9143" y="329184"/>
                    </a:lnTo>
                    <a:lnTo>
                      <a:pt x="4571" y="333756"/>
                    </a:lnTo>
                    <a:lnTo>
                      <a:pt x="0" y="338327"/>
                    </a:lnTo>
                    <a:lnTo>
                      <a:pt x="0" y="332232"/>
                    </a:lnTo>
                    <a:lnTo>
                      <a:pt x="0" y="329184"/>
                    </a:lnTo>
                    <a:lnTo>
                      <a:pt x="0" y="323088"/>
                    </a:lnTo>
                    <a:lnTo>
                      <a:pt x="0" y="316991"/>
                    </a:lnTo>
                    <a:lnTo>
                      <a:pt x="0" y="313943"/>
                    </a:lnTo>
                    <a:lnTo>
                      <a:pt x="0" y="307848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61" name="Google Shape;2161;p18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6224016" y="3084576"/>
                <a:ext cx="88390" cy="1066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2" name="Google Shape;2162;p18"/>
            <p:cNvGrpSpPr/>
            <p:nvPr/>
          </p:nvGrpSpPr>
          <p:grpSpPr>
            <a:xfrm>
              <a:off x="6018610" y="3240023"/>
              <a:ext cx="309165" cy="257555"/>
              <a:chOff x="6018610" y="3240023"/>
              <a:chExt cx="309165" cy="257555"/>
            </a:xfrm>
          </p:grpSpPr>
          <p:pic>
            <p:nvPicPr>
              <p:cNvPr id="2163" name="Google Shape;216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6018610" y="3349752"/>
                <a:ext cx="107869" cy="1478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64" name="Google Shape;2164;p18"/>
              <p:cNvSpPr/>
              <p:nvPr/>
            </p:nvSpPr>
            <p:spPr>
              <a:xfrm>
                <a:off x="6172200" y="3240023"/>
                <a:ext cx="155575" cy="238125"/>
              </a:xfrm>
              <a:custGeom>
                <a:rect b="b" l="l" r="r" t="t"/>
                <a:pathLst>
                  <a:path extrusionOk="0" h="238125" w="155575">
                    <a:moveTo>
                      <a:pt x="0" y="143255"/>
                    </a:moveTo>
                    <a:lnTo>
                      <a:pt x="523" y="153781"/>
                    </a:lnTo>
                    <a:lnTo>
                      <a:pt x="1904" y="163449"/>
                    </a:lnTo>
                    <a:lnTo>
                      <a:pt x="3857" y="173688"/>
                    </a:lnTo>
                    <a:lnTo>
                      <a:pt x="6096" y="185927"/>
                    </a:lnTo>
                    <a:lnTo>
                      <a:pt x="8382" y="195072"/>
                    </a:lnTo>
                    <a:lnTo>
                      <a:pt x="10668" y="204216"/>
                    </a:lnTo>
                    <a:lnTo>
                      <a:pt x="12954" y="213360"/>
                    </a:lnTo>
                    <a:lnTo>
                      <a:pt x="15239" y="222503"/>
                    </a:lnTo>
                    <a:lnTo>
                      <a:pt x="15239" y="231648"/>
                    </a:lnTo>
                  </a:path>
                  <a:path extrusionOk="0" h="238125" w="155575">
                    <a:moveTo>
                      <a:pt x="42672" y="131063"/>
                    </a:moveTo>
                    <a:lnTo>
                      <a:pt x="43195" y="144303"/>
                    </a:lnTo>
                    <a:lnTo>
                      <a:pt x="44576" y="156972"/>
                    </a:lnTo>
                    <a:lnTo>
                      <a:pt x="46529" y="169640"/>
                    </a:lnTo>
                    <a:lnTo>
                      <a:pt x="48767" y="182879"/>
                    </a:lnTo>
                    <a:lnTo>
                      <a:pt x="50530" y="196072"/>
                    </a:lnTo>
                    <a:lnTo>
                      <a:pt x="51435" y="208406"/>
                    </a:lnTo>
                    <a:lnTo>
                      <a:pt x="51768" y="220170"/>
                    </a:lnTo>
                    <a:lnTo>
                      <a:pt x="51815" y="231648"/>
                    </a:lnTo>
                    <a:lnTo>
                      <a:pt x="51815" y="234696"/>
                    </a:lnTo>
                    <a:lnTo>
                      <a:pt x="51815" y="237743"/>
                    </a:lnTo>
                  </a:path>
                  <a:path extrusionOk="0" h="238125" w="155575">
                    <a:moveTo>
                      <a:pt x="15239" y="146303"/>
                    </a:moveTo>
                    <a:lnTo>
                      <a:pt x="41576" y="114014"/>
                    </a:lnTo>
                    <a:lnTo>
                      <a:pt x="69484" y="107727"/>
                    </a:lnTo>
                    <a:lnTo>
                      <a:pt x="82296" y="109727"/>
                    </a:lnTo>
                    <a:lnTo>
                      <a:pt x="88011" y="113537"/>
                    </a:lnTo>
                    <a:lnTo>
                      <a:pt x="91439" y="119634"/>
                    </a:lnTo>
                    <a:lnTo>
                      <a:pt x="92582" y="126873"/>
                    </a:lnTo>
                    <a:lnTo>
                      <a:pt x="91439" y="134112"/>
                    </a:lnTo>
                    <a:lnTo>
                      <a:pt x="87629" y="146827"/>
                    </a:lnTo>
                    <a:lnTo>
                      <a:pt x="81533" y="158114"/>
                    </a:lnTo>
                    <a:lnTo>
                      <a:pt x="74294" y="168830"/>
                    </a:lnTo>
                    <a:lnTo>
                      <a:pt x="67055" y="179831"/>
                    </a:lnTo>
                    <a:lnTo>
                      <a:pt x="60960" y="185927"/>
                    </a:lnTo>
                    <a:lnTo>
                      <a:pt x="54863" y="192024"/>
                    </a:lnTo>
                    <a:lnTo>
                      <a:pt x="51815" y="198120"/>
                    </a:lnTo>
                    <a:lnTo>
                      <a:pt x="61436" y="198120"/>
                    </a:lnTo>
                    <a:lnTo>
                      <a:pt x="109727" y="198120"/>
                    </a:lnTo>
                    <a:lnTo>
                      <a:pt x="115824" y="201167"/>
                    </a:lnTo>
                    <a:lnTo>
                      <a:pt x="118872" y="201167"/>
                    </a:lnTo>
                    <a:lnTo>
                      <a:pt x="121920" y="204215"/>
                    </a:lnTo>
                    <a:lnTo>
                      <a:pt x="124967" y="204215"/>
                    </a:lnTo>
                  </a:path>
                  <a:path extrusionOk="0" h="238125" w="155575">
                    <a:moveTo>
                      <a:pt x="137160" y="0"/>
                    </a:moveTo>
                    <a:lnTo>
                      <a:pt x="149351" y="39624"/>
                    </a:lnTo>
                    <a:lnTo>
                      <a:pt x="155448" y="79248"/>
                    </a:lnTo>
                    <a:lnTo>
                      <a:pt x="155448" y="85343"/>
                    </a:lnTo>
                    <a:lnTo>
                      <a:pt x="155448" y="88391"/>
                    </a:lnTo>
                    <a:lnTo>
                      <a:pt x="155448" y="94487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65" name="Google Shape;2165;p18"/>
            <p:cNvSpPr/>
            <p:nvPr/>
          </p:nvSpPr>
          <p:spPr>
            <a:xfrm>
              <a:off x="6544056" y="2636520"/>
              <a:ext cx="31750" cy="64135"/>
            </a:xfrm>
            <a:custGeom>
              <a:rect b="b" l="l" r="r" t="t"/>
              <a:pathLst>
                <a:path extrusionOk="0" h="64135" w="31750">
                  <a:moveTo>
                    <a:pt x="21336" y="0"/>
                  </a:moveTo>
                  <a:lnTo>
                    <a:pt x="27051" y="8715"/>
                  </a:lnTo>
                  <a:lnTo>
                    <a:pt x="30480" y="17144"/>
                  </a:lnTo>
                  <a:lnTo>
                    <a:pt x="31623" y="26146"/>
                  </a:lnTo>
                  <a:lnTo>
                    <a:pt x="30480" y="36575"/>
                  </a:lnTo>
                  <a:lnTo>
                    <a:pt x="28908" y="44291"/>
                  </a:lnTo>
                  <a:lnTo>
                    <a:pt x="24765" y="52577"/>
                  </a:lnTo>
                  <a:lnTo>
                    <a:pt x="18907" y="59721"/>
                  </a:lnTo>
                  <a:lnTo>
                    <a:pt x="12192" y="64007"/>
                  </a:lnTo>
                  <a:lnTo>
                    <a:pt x="6096" y="64007"/>
                  </a:lnTo>
                  <a:lnTo>
                    <a:pt x="0" y="60959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6" name="Google Shape;2166;p18"/>
            <p:cNvSpPr/>
            <p:nvPr/>
          </p:nvSpPr>
          <p:spPr>
            <a:xfrm>
              <a:off x="6297167" y="3290315"/>
              <a:ext cx="52069" cy="56515"/>
            </a:xfrm>
            <a:custGeom>
              <a:rect b="b" l="l" r="r" t="t"/>
              <a:pathLst>
                <a:path extrusionOk="0" h="56514" w="52070">
                  <a:moveTo>
                    <a:pt x="33528" y="4571"/>
                  </a:moveTo>
                  <a:lnTo>
                    <a:pt x="26717" y="2000"/>
                  </a:lnTo>
                  <a:lnTo>
                    <a:pt x="20193" y="0"/>
                  </a:lnTo>
                  <a:lnTo>
                    <a:pt x="14239" y="285"/>
                  </a:lnTo>
                  <a:lnTo>
                    <a:pt x="0" y="32003"/>
                  </a:lnTo>
                  <a:lnTo>
                    <a:pt x="0" y="41147"/>
                  </a:lnTo>
                  <a:lnTo>
                    <a:pt x="3048" y="50291"/>
                  </a:lnTo>
                  <a:lnTo>
                    <a:pt x="12192" y="53339"/>
                  </a:lnTo>
                  <a:lnTo>
                    <a:pt x="18287" y="56387"/>
                  </a:lnTo>
                  <a:lnTo>
                    <a:pt x="30480" y="56387"/>
                  </a:lnTo>
                  <a:lnTo>
                    <a:pt x="36576" y="53339"/>
                  </a:lnTo>
                  <a:lnTo>
                    <a:pt x="45720" y="53339"/>
                  </a:lnTo>
                  <a:lnTo>
                    <a:pt x="48768" y="47243"/>
                  </a:lnTo>
                  <a:lnTo>
                    <a:pt x="51816" y="41147"/>
                  </a:lnTo>
                </a:path>
              </a:pathLst>
            </a:custGeom>
            <a:noFill/>
            <a:ln cap="flat" cmpd="sng" w="24375">
              <a:solidFill>
                <a:srgbClr val="007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67" name="Google Shape;2167;p1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7299293" y="3365516"/>
              <a:ext cx="122585" cy="16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8" name="Google Shape;2168;p1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549896" y="3321939"/>
              <a:ext cx="155446" cy="171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9" name="Google Shape;2169;p1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601712" y="3093720"/>
              <a:ext cx="259079" cy="166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0" name="Google Shape;2170;p1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851904" y="2328672"/>
              <a:ext cx="85342" cy="100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1" name="Google Shape;2171;p1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989064" y="2432304"/>
              <a:ext cx="149350" cy="1706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72" name="Google Shape;2172;p18"/>
            <p:cNvGrpSpPr/>
            <p:nvPr/>
          </p:nvGrpSpPr>
          <p:grpSpPr>
            <a:xfrm>
              <a:off x="6985634" y="2791968"/>
              <a:ext cx="235076" cy="536446"/>
              <a:chOff x="6985634" y="2791968"/>
              <a:chExt cx="235076" cy="536446"/>
            </a:xfrm>
          </p:grpSpPr>
          <p:sp>
            <p:nvSpPr>
              <p:cNvPr id="2173" name="Google Shape;2173;p18"/>
              <p:cNvSpPr/>
              <p:nvPr/>
            </p:nvSpPr>
            <p:spPr>
              <a:xfrm>
                <a:off x="6985634" y="2791968"/>
                <a:ext cx="180340" cy="478790"/>
              </a:xfrm>
              <a:custGeom>
                <a:rect b="b" l="l" r="r" t="t"/>
                <a:pathLst>
                  <a:path extrusionOk="0" h="478789" w="180340">
                    <a:moveTo>
                      <a:pt x="3428" y="0"/>
                    </a:moveTo>
                    <a:lnTo>
                      <a:pt x="428" y="20145"/>
                    </a:lnTo>
                    <a:lnTo>
                      <a:pt x="0" y="40005"/>
                    </a:lnTo>
                    <a:lnTo>
                      <a:pt x="1285" y="60436"/>
                    </a:lnTo>
                    <a:lnTo>
                      <a:pt x="8667" y="130254"/>
                    </a:lnTo>
                    <a:lnTo>
                      <a:pt x="15621" y="177926"/>
                    </a:lnTo>
                    <a:lnTo>
                      <a:pt x="24860" y="225028"/>
                    </a:lnTo>
                    <a:lnTo>
                      <a:pt x="36956" y="271272"/>
                    </a:lnTo>
                    <a:lnTo>
                      <a:pt x="53054" y="319039"/>
                    </a:lnTo>
                    <a:lnTo>
                      <a:pt x="74294" y="365379"/>
                    </a:lnTo>
                    <a:lnTo>
                      <a:pt x="101250" y="408860"/>
                    </a:lnTo>
                    <a:lnTo>
                      <a:pt x="134492" y="448056"/>
                    </a:lnTo>
                    <a:lnTo>
                      <a:pt x="174116" y="478536"/>
                    </a:lnTo>
                    <a:lnTo>
                      <a:pt x="180212" y="478536"/>
                    </a:lnTo>
                    <a:lnTo>
                      <a:pt x="177164" y="478536"/>
                    </a:lnTo>
                    <a:lnTo>
                      <a:pt x="174116" y="478536"/>
                    </a:lnTo>
                    <a:lnTo>
                      <a:pt x="171069" y="475488"/>
                    </a:lnTo>
                  </a:path>
                </a:pathLst>
              </a:custGeom>
              <a:noFill/>
              <a:ln cap="flat" cmpd="sng" w="24375">
                <a:solidFill>
                  <a:srgbClr val="007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74" name="Google Shape;2174;p1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101840" y="3227832"/>
                <a:ext cx="118870" cy="1005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175" name="Google Shape;2175;p18"/>
          <p:cNvGrpSpPr/>
          <p:nvPr/>
        </p:nvGrpSpPr>
        <p:grpSpPr>
          <a:xfrm>
            <a:off x="1214573" y="4267200"/>
            <a:ext cx="7975434" cy="2437719"/>
            <a:chOff x="2986754" y="4005072"/>
            <a:chExt cx="6846729" cy="1825750"/>
          </a:xfrm>
        </p:grpSpPr>
        <p:pic>
          <p:nvPicPr>
            <p:cNvPr id="2176" name="Google Shape;2176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151632" y="4053840"/>
              <a:ext cx="213596" cy="216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7" name="Google Shape;2177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566160" y="4005072"/>
              <a:ext cx="448816" cy="238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8" name="Google Shape;2178;p18"/>
            <p:cNvSpPr/>
            <p:nvPr/>
          </p:nvSpPr>
          <p:spPr>
            <a:xfrm>
              <a:off x="2993135" y="4355591"/>
              <a:ext cx="1222375" cy="121920"/>
            </a:xfrm>
            <a:custGeom>
              <a:rect b="b" l="l" r="r" t="t"/>
              <a:pathLst>
                <a:path extrusionOk="0" h="121920" w="1222375">
                  <a:moveTo>
                    <a:pt x="0" y="121920"/>
                  </a:moveTo>
                  <a:lnTo>
                    <a:pt x="16478" y="118348"/>
                  </a:lnTo>
                  <a:lnTo>
                    <a:pt x="33527" y="116205"/>
                  </a:lnTo>
                  <a:lnTo>
                    <a:pt x="50577" y="114633"/>
                  </a:lnTo>
                  <a:lnTo>
                    <a:pt x="67056" y="112776"/>
                  </a:lnTo>
                  <a:lnTo>
                    <a:pt x="103584" y="107727"/>
                  </a:lnTo>
                  <a:lnTo>
                    <a:pt x="139826" y="102108"/>
                  </a:lnTo>
                  <a:lnTo>
                    <a:pt x="175498" y="96488"/>
                  </a:lnTo>
                  <a:lnTo>
                    <a:pt x="210312" y="91440"/>
                  </a:lnTo>
                  <a:lnTo>
                    <a:pt x="249650" y="84629"/>
                  </a:lnTo>
                  <a:lnTo>
                    <a:pt x="289560" y="78105"/>
                  </a:lnTo>
                  <a:lnTo>
                    <a:pt x="329469" y="72151"/>
                  </a:lnTo>
                  <a:lnTo>
                    <a:pt x="368808" y="67056"/>
                  </a:lnTo>
                  <a:lnTo>
                    <a:pt x="412765" y="63007"/>
                  </a:lnTo>
                  <a:lnTo>
                    <a:pt x="457581" y="59817"/>
                  </a:lnTo>
                  <a:lnTo>
                    <a:pt x="502967" y="57197"/>
                  </a:lnTo>
                  <a:lnTo>
                    <a:pt x="548640" y="54864"/>
                  </a:lnTo>
                  <a:lnTo>
                    <a:pt x="597122" y="53054"/>
                  </a:lnTo>
                  <a:lnTo>
                    <a:pt x="646176" y="51816"/>
                  </a:lnTo>
                  <a:lnTo>
                    <a:pt x="695229" y="50577"/>
                  </a:lnTo>
                  <a:lnTo>
                    <a:pt x="743712" y="48768"/>
                  </a:lnTo>
                  <a:lnTo>
                    <a:pt x="793956" y="48196"/>
                  </a:lnTo>
                  <a:lnTo>
                    <a:pt x="843914" y="46482"/>
                  </a:lnTo>
                  <a:lnTo>
                    <a:pt x="893302" y="43624"/>
                  </a:lnTo>
                  <a:lnTo>
                    <a:pt x="941831" y="39624"/>
                  </a:lnTo>
                  <a:lnTo>
                    <a:pt x="996696" y="35052"/>
                  </a:lnTo>
                  <a:lnTo>
                    <a:pt x="1051560" y="30480"/>
                  </a:lnTo>
                  <a:lnTo>
                    <a:pt x="1106424" y="25908"/>
                  </a:lnTo>
                  <a:lnTo>
                    <a:pt x="1161288" y="21336"/>
                  </a:lnTo>
                  <a:lnTo>
                    <a:pt x="1175003" y="20859"/>
                  </a:lnTo>
                  <a:lnTo>
                    <a:pt x="1188719" y="19812"/>
                  </a:lnTo>
                  <a:lnTo>
                    <a:pt x="1202435" y="18764"/>
                  </a:lnTo>
                  <a:lnTo>
                    <a:pt x="1216152" y="18287"/>
                  </a:lnTo>
                  <a:lnTo>
                    <a:pt x="1222248" y="18287"/>
                  </a:lnTo>
                  <a:lnTo>
                    <a:pt x="1219200" y="15240"/>
                  </a:lnTo>
                  <a:lnTo>
                    <a:pt x="1212341" y="12430"/>
                  </a:lnTo>
                  <a:lnTo>
                    <a:pt x="1205483" y="8763"/>
                  </a:lnTo>
                  <a:lnTo>
                    <a:pt x="1198625" y="4524"/>
                  </a:lnTo>
                  <a:lnTo>
                    <a:pt x="1191767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79" name="Google Shape;2179;p18"/>
            <p:cNvGrpSpPr/>
            <p:nvPr/>
          </p:nvGrpSpPr>
          <p:grpSpPr>
            <a:xfrm>
              <a:off x="7388352" y="5276088"/>
              <a:ext cx="731806" cy="220169"/>
              <a:chOff x="7388352" y="5276088"/>
              <a:chExt cx="731806" cy="220169"/>
            </a:xfrm>
          </p:grpSpPr>
          <p:pic>
            <p:nvPicPr>
              <p:cNvPr id="2180" name="Google Shape;2180;p18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388352" y="5303520"/>
                <a:ext cx="137158" cy="1927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81" name="Google Shape;2181;p18"/>
              <p:cNvSpPr/>
              <p:nvPr/>
            </p:nvSpPr>
            <p:spPr>
              <a:xfrm>
                <a:off x="7577328" y="5306568"/>
                <a:ext cx="271780" cy="155575"/>
              </a:xfrm>
              <a:custGeom>
                <a:rect b="b" l="l" r="r" t="t"/>
                <a:pathLst>
                  <a:path extrusionOk="0" h="155575" w="271779">
                    <a:moveTo>
                      <a:pt x="0" y="33527"/>
                    </a:moveTo>
                    <a:lnTo>
                      <a:pt x="476" y="47243"/>
                    </a:lnTo>
                    <a:lnTo>
                      <a:pt x="1523" y="60959"/>
                    </a:lnTo>
                    <a:lnTo>
                      <a:pt x="2571" y="74675"/>
                    </a:lnTo>
                    <a:lnTo>
                      <a:pt x="3047" y="88391"/>
                    </a:lnTo>
                    <a:lnTo>
                      <a:pt x="5286" y="101631"/>
                    </a:lnTo>
                    <a:lnTo>
                      <a:pt x="7238" y="114299"/>
                    </a:lnTo>
                    <a:lnTo>
                      <a:pt x="8620" y="126968"/>
                    </a:lnTo>
                    <a:lnTo>
                      <a:pt x="9143" y="140207"/>
                    </a:lnTo>
                    <a:lnTo>
                      <a:pt x="9143" y="146303"/>
                    </a:lnTo>
                    <a:lnTo>
                      <a:pt x="12191" y="149351"/>
                    </a:lnTo>
                    <a:lnTo>
                      <a:pt x="12191" y="155447"/>
                    </a:lnTo>
                  </a:path>
                  <a:path extrusionOk="0" h="155575" w="271779">
                    <a:moveTo>
                      <a:pt x="42671" y="67055"/>
                    </a:moveTo>
                    <a:lnTo>
                      <a:pt x="33861" y="77152"/>
                    </a:lnTo>
                    <a:lnTo>
                      <a:pt x="29337" y="86105"/>
                    </a:lnTo>
                    <a:lnTo>
                      <a:pt x="27670" y="96202"/>
                    </a:lnTo>
                    <a:lnTo>
                      <a:pt x="27431" y="109727"/>
                    </a:lnTo>
                    <a:lnTo>
                      <a:pt x="28575" y="118776"/>
                    </a:lnTo>
                    <a:lnTo>
                      <a:pt x="69722" y="143255"/>
                    </a:lnTo>
                    <a:lnTo>
                      <a:pt x="81295" y="141065"/>
                    </a:lnTo>
                    <a:lnTo>
                      <a:pt x="116300" y="114442"/>
                    </a:lnTo>
                    <a:lnTo>
                      <a:pt x="110299" y="75818"/>
                    </a:lnTo>
                    <a:lnTo>
                      <a:pt x="88391" y="112775"/>
                    </a:lnTo>
                    <a:lnTo>
                      <a:pt x="131063" y="128015"/>
                    </a:lnTo>
                    <a:lnTo>
                      <a:pt x="134111" y="128015"/>
                    </a:lnTo>
                    <a:lnTo>
                      <a:pt x="137159" y="121919"/>
                    </a:lnTo>
                  </a:path>
                  <a:path extrusionOk="0" h="155575" w="271779">
                    <a:moveTo>
                      <a:pt x="155447" y="18287"/>
                    </a:moveTo>
                    <a:lnTo>
                      <a:pt x="152399" y="9143"/>
                    </a:lnTo>
                    <a:lnTo>
                      <a:pt x="152399" y="6095"/>
                    </a:lnTo>
                    <a:lnTo>
                      <a:pt x="149351" y="0"/>
                    </a:lnTo>
                    <a:lnTo>
                      <a:pt x="156971" y="47720"/>
                    </a:lnTo>
                    <a:lnTo>
                      <a:pt x="161544" y="62483"/>
                    </a:lnTo>
                    <a:lnTo>
                      <a:pt x="166116" y="77247"/>
                    </a:lnTo>
                    <a:lnTo>
                      <a:pt x="170687" y="91439"/>
                    </a:lnTo>
                    <a:lnTo>
                      <a:pt x="173116" y="99488"/>
                    </a:lnTo>
                    <a:lnTo>
                      <a:pt x="176402" y="105536"/>
                    </a:lnTo>
                    <a:lnTo>
                      <a:pt x="181403" y="109870"/>
                    </a:lnTo>
                    <a:lnTo>
                      <a:pt x="188975" y="112775"/>
                    </a:lnTo>
                  </a:path>
                  <a:path extrusionOk="0" h="155575" w="271779">
                    <a:moveTo>
                      <a:pt x="204215" y="79247"/>
                    </a:moveTo>
                    <a:lnTo>
                      <a:pt x="204215" y="70103"/>
                    </a:lnTo>
                    <a:lnTo>
                      <a:pt x="204215" y="64007"/>
                    </a:lnTo>
                    <a:lnTo>
                      <a:pt x="204215" y="57911"/>
                    </a:lnTo>
                    <a:lnTo>
                      <a:pt x="210311" y="57911"/>
                    </a:lnTo>
                    <a:lnTo>
                      <a:pt x="210311" y="64007"/>
                    </a:lnTo>
                    <a:lnTo>
                      <a:pt x="213359" y="67055"/>
                    </a:lnTo>
                    <a:lnTo>
                      <a:pt x="217884" y="75723"/>
                    </a:lnTo>
                    <a:lnTo>
                      <a:pt x="222122" y="83819"/>
                    </a:lnTo>
                    <a:lnTo>
                      <a:pt x="225790" y="91916"/>
                    </a:lnTo>
                    <a:lnTo>
                      <a:pt x="228599" y="100583"/>
                    </a:lnTo>
                    <a:lnTo>
                      <a:pt x="231647" y="106679"/>
                    </a:lnTo>
                    <a:lnTo>
                      <a:pt x="234695" y="115823"/>
                    </a:lnTo>
                    <a:lnTo>
                      <a:pt x="234695" y="124967"/>
                    </a:lnTo>
                    <a:lnTo>
                      <a:pt x="234695" y="128015"/>
                    </a:lnTo>
                  </a:path>
                  <a:path extrusionOk="0" h="155575" w="271779">
                    <a:moveTo>
                      <a:pt x="268223" y="64007"/>
                    </a:moveTo>
                    <a:lnTo>
                      <a:pt x="267795" y="73104"/>
                    </a:lnTo>
                    <a:lnTo>
                      <a:pt x="267080" y="81914"/>
                    </a:lnTo>
                    <a:lnTo>
                      <a:pt x="266938" y="90154"/>
                    </a:lnTo>
                    <a:lnTo>
                      <a:pt x="268223" y="97535"/>
                    </a:lnTo>
                    <a:lnTo>
                      <a:pt x="268223" y="100583"/>
                    </a:lnTo>
                    <a:lnTo>
                      <a:pt x="271271" y="10058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p18"/>
              <p:cNvSpPr/>
              <p:nvPr/>
            </p:nvSpPr>
            <p:spPr>
              <a:xfrm>
                <a:off x="7824216" y="5276088"/>
                <a:ext cx="21590" cy="21590"/>
              </a:xfrm>
              <a:custGeom>
                <a:rect b="b" l="l" r="r" t="t"/>
                <a:pathLst>
                  <a:path extrusionOk="0" h="21589" w="21590">
                    <a:moveTo>
                      <a:pt x="0" y="3048"/>
                    </a:moveTo>
                    <a:lnTo>
                      <a:pt x="0" y="18287"/>
                    </a:lnTo>
                    <a:lnTo>
                      <a:pt x="3047" y="21336"/>
                    </a:lnTo>
                    <a:lnTo>
                      <a:pt x="18287" y="21336"/>
                    </a:lnTo>
                    <a:lnTo>
                      <a:pt x="21335" y="18287"/>
                    </a:lnTo>
                    <a:lnTo>
                      <a:pt x="21335" y="9143"/>
                    </a:lnTo>
                    <a:lnTo>
                      <a:pt x="21335" y="3048"/>
                    </a:lnTo>
                    <a:lnTo>
                      <a:pt x="18287" y="0"/>
                    </a:lnTo>
                    <a:lnTo>
                      <a:pt x="3047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18"/>
              <p:cNvSpPr/>
              <p:nvPr/>
            </p:nvSpPr>
            <p:spPr>
              <a:xfrm>
                <a:off x="7883938" y="5282184"/>
                <a:ext cx="236220" cy="128270"/>
              </a:xfrm>
              <a:custGeom>
                <a:rect b="b" l="l" r="r" t="t"/>
                <a:pathLst>
                  <a:path extrusionOk="0" h="128270" w="236220">
                    <a:moveTo>
                      <a:pt x="4286" y="15240"/>
                    </a:moveTo>
                    <a:lnTo>
                      <a:pt x="2095" y="30765"/>
                    </a:lnTo>
                    <a:lnTo>
                      <a:pt x="476" y="45720"/>
                    </a:lnTo>
                    <a:lnTo>
                      <a:pt x="0" y="60674"/>
                    </a:lnTo>
                    <a:lnTo>
                      <a:pt x="1238" y="76200"/>
                    </a:lnTo>
                    <a:lnTo>
                      <a:pt x="13430" y="115824"/>
                    </a:lnTo>
                    <a:lnTo>
                      <a:pt x="16478" y="121920"/>
                    </a:lnTo>
                    <a:lnTo>
                      <a:pt x="16478" y="118872"/>
                    </a:lnTo>
                    <a:lnTo>
                      <a:pt x="19526" y="118872"/>
                    </a:lnTo>
                    <a:lnTo>
                      <a:pt x="22574" y="112776"/>
                    </a:lnTo>
                    <a:lnTo>
                      <a:pt x="22574" y="103632"/>
                    </a:lnTo>
                    <a:lnTo>
                      <a:pt x="22574" y="97536"/>
                    </a:lnTo>
                    <a:lnTo>
                      <a:pt x="25622" y="91440"/>
                    </a:lnTo>
                    <a:lnTo>
                      <a:pt x="25622" y="82296"/>
                    </a:lnTo>
                    <a:lnTo>
                      <a:pt x="31718" y="79248"/>
                    </a:lnTo>
                    <a:lnTo>
                      <a:pt x="37814" y="76200"/>
                    </a:lnTo>
                    <a:lnTo>
                      <a:pt x="43910" y="79248"/>
                    </a:lnTo>
                    <a:lnTo>
                      <a:pt x="50006" y="82296"/>
                    </a:lnTo>
                    <a:lnTo>
                      <a:pt x="56102" y="85344"/>
                    </a:lnTo>
                    <a:lnTo>
                      <a:pt x="56102" y="91440"/>
                    </a:lnTo>
                    <a:lnTo>
                      <a:pt x="56102" y="100584"/>
                    </a:lnTo>
                    <a:lnTo>
                      <a:pt x="56102" y="106680"/>
                    </a:lnTo>
                    <a:lnTo>
                      <a:pt x="56102" y="112776"/>
                    </a:lnTo>
                    <a:lnTo>
                      <a:pt x="56102" y="118872"/>
                    </a:lnTo>
                  </a:path>
                  <a:path extrusionOk="0" h="128270" w="236220">
                    <a:moveTo>
                      <a:pt x="83534" y="54864"/>
                    </a:moveTo>
                    <a:lnTo>
                      <a:pt x="81295" y="66294"/>
                    </a:lnTo>
                    <a:lnTo>
                      <a:pt x="79343" y="77724"/>
                    </a:lnTo>
                    <a:lnTo>
                      <a:pt x="77962" y="89154"/>
                    </a:lnTo>
                    <a:lnTo>
                      <a:pt x="77438" y="100584"/>
                    </a:lnTo>
                    <a:lnTo>
                      <a:pt x="75914" y="109585"/>
                    </a:lnTo>
                    <a:lnTo>
                      <a:pt x="76676" y="117729"/>
                    </a:lnTo>
                    <a:lnTo>
                      <a:pt x="80867" y="124158"/>
                    </a:lnTo>
                    <a:lnTo>
                      <a:pt x="89630" y="128016"/>
                    </a:lnTo>
                    <a:lnTo>
                      <a:pt x="98679" y="128206"/>
                    </a:lnTo>
                    <a:lnTo>
                      <a:pt x="107156" y="124968"/>
                    </a:lnTo>
                    <a:lnTo>
                      <a:pt x="114490" y="119443"/>
                    </a:lnTo>
                    <a:lnTo>
                      <a:pt x="120110" y="112776"/>
                    </a:lnTo>
                    <a:lnTo>
                      <a:pt x="121777" y="105013"/>
                    </a:lnTo>
                    <a:lnTo>
                      <a:pt x="122015" y="96393"/>
                    </a:lnTo>
                    <a:lnTo>
                      <a:pt x="120538" y="88344"/>
                    </a:lnTo>
                    <a:lnTo>
                      <a:pt x="92678" y="70104"/>
                    </a:lnTo>
                  </a:path>
                  <a:path extrusionOk="0" h="128270" w="236220">
                    <a:moveTo>
                      <a:pt x="153638" y="60960"/>
                    </a:moveTo>
                    <a:lnTo>
                      <a:pt x="151495" y="69627"/>
                    </a:lnTo>
                    <a:lnTo>
                      <a:pt x="150209" y="77724"/>
                    </a:lnTo>
                    <a:lnTo>
                      <a:pt x="150637" y="85820"/>
                    </a:lnTo>
                    <a:lnTo>
                      <a:pt x="153638" y="94488"/>
                    </a:lnTo>
                    <a:lnTo>
                      <a:pt x="156686" y="103632"/>
                    </a:lnTo>
                    <a:lnTo>
                      <a:pt x="162782" y="106680"/>
                    </a:lnTo>
                    <a:lnTo>
                      <a:pt x="171926" y="106680"/>
                    </a:lnTo>
                    <a:lnTo>
                      <a:pt x="184118" y="106680"/>
                    </a:lnTo>
                    <a:lnTo>
                      <a:pt x="184118" y="94488"/>
                    </a:lnTo>
                    <a:lnTo>
                      <a:pt x="184118" y="85344"/>
                    </a:lnTo>
                    <a:lnTo>
                      <a:pt x="182546" y="77247"/>
                    </a:lnTo>
                    <a:lnTo>
                      <a:pt x="178403" y="70866"/>
                    </a:lnTo>
                    <a:lnTo>
                      <a:pt x="172545" y="65627"/>
                    </a:lnTo>
                    <a:lnTo>
                      <a:pt x="165830" y="60960"/>
                    </a:lnTo>
                    <a:lnTo>
                      <a:pt x="159734" y="54864"/>
                    </a:lnTo>
                    <a:lnTo>
                      <a:pt x="150590" y="51816"/>
                    </a:lnTo>
                    <a:lnTo>
                      <a:pt x="144494" y="48768"/>
                    </a:lnTo>
                  </a:path>
                  <a:path extrusionOk="0" h="128270" w="236220">
                    <a:moveTo>
                      <a:pt x="217646" y="0"/>
                    </a:moveTo>
                    <a:lnTo>
                      <a:pt x="223742" y="48768"/>
                    </a:lnTo>
                    <a:lnTo>
                      <a:pt x="226028" y="57959"/>
                    </a:lnTo>
                    <a:lnTo>
                      <a:pt x="228314" y="67437"/>
                    </a:lnTo>
                    <a:lnTo>
                      <a:pt x="230600" y="77485"/>
                    </a:lnTo>
                    <a:lnTo>
                      <a:pt x="232886" y="88392"/>
                    </a:lnTo>
                    <a:lnTo>
                      <a:pt x="232886" y="94488"/>
                    </a:lnTo>
                    <a:lnTo>
                      <a:pt x="235934" y="94488"/>
                    </a:lnTo>
                    <a:lnTo>
                      <a:pt x="235934" y="97536"/>
                    </a:lnTo>
                    <a:lnTo>
                      <a:pt x="235934" y="91440"/>
                    </a:lnTo>
                    <a:lnTo>
                      <a:pt x="235934" y="88392"/>
                    </a:lnTo>
                    <a:lnTo>
                      <a:pt x="232886" y="82296"/>
                    </a:lnTo>
                    <a:lnTo>
                      <a:pt x="225980" y="75152"/>
                    </a:lnTo>
                    <a:lnTo>
                      <a:pt x="218789" y="68580"/>
                    </a:lnTo>
                    <a:lnTo>
                      <a:pt x="211026" y="64293"/>
                    </a:lnTo>
                    <a:lnTo>
                      <a:pt x="202406" y="64008"/>
                    </a:lnTo>
                    <a:lnTo>
                      <a:pt x="196167" y="67818"/>
                    </a:lnTo>
                    <a:lnTo>
                      <a:pt x="191357" y="73914"/>
                    </a:lnTo>
                    <a:lnTo>
                      <a:pt x="188261" y="81153"/>
                    </a:lnTo>
                    <a:lnTo>
                      <a:pt x="187166" y="88392"/>
                    </a:lnTo>
                    <a:lnTo>
                      <a:pt x="187166" y="97536"/>
                    </a:lnTo>
                    <a:lnTo>
                      <a:pt x="187166" y="106680"/>
                    </a:lnTo>
                    <a:lnTo>
                      <a:pt x="199358" y="109728"/>
                    </a:lnTo>
                    <a:lnTo>
                      <a:pt x="209788" y="110442"/>
                    </a:lnTo>
                    <a:lnTo>
                      <a:pt x="218789" y="108585"/>
                    </a:lnTo>
                    <a:lnTo>
                      <a:pt x="227218" y="105013"/>
                    </a:lnTo>
                    <a:lnTo>
                      <a:pt x="235934" y="100584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84" name="Google Shape;2184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105323" y="5382768"/>
              <a:ext cx="119204" cy="1463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5" name="Google Shape;2185;p18"/>
            <p:cNvSpPr/>
            <p:nvPr/>
          </p:nvSpPr>
          <p:spPr>
            <a:xfrm>
              <a:off x="6478619" y="4258055"/>
              <a:ext cx="212090" cy="822960"/>
            </a:xfrm>
            <a:custGeom>
              <a:rect b="b" l="l" r="r" t="t"/>
              <a:pathLst>
                <a:path extrusionOk="0" h="822960" w="212090">
                  <a:moveTo>
                    <a:pt x="211740" y="0"/>
                  </a:moveTo>
                  <a:lnTo>
                    <a:pt x="167163" y="28289"/>
                  </a:lnTo>
                  <a:lnTo>
                    <a:pt x="129778" y="73485"/>
                  </a:lnTo>
                  <a:lnTo>
                    <a:pt x="107727" y="106299"/>
                  </a:lnTo>
                  <a:lnTo>
                    <a:pt x="87391" y="140827"/>
                  </a:lnTo>
                  <a:lnTo>
                    <a:pt x="68484" y="176784"/>
                  </a:lnTo>
                  <a:lnTo>
                    <a:pt x="46910" y="228171"/>
                  </a:lnTo>
                  <a:lnTo>
                    <a:pt x="28479" y="281559"/>
                  </a:lnTo>
                  <a:lnTo>
                    <a:pt x="14049" y="336661"/>
                  </a:lnTo>
                  <a:lnTo>
                    <a:pt x="4476" y="393192"/>
                  </a:lnTo>
                  <a:lnTo>
                    <a:pt x="0" y="443436"/>
                  </a:lnTo>
                  <a:lnTo>
                    <a:pt x="666" y="493395"/>
                  </a:lnTo>
                  <a:lnTo>
                    <a:pt x="7048" y="542782"/>
                  </a:lnTo>
                  <a:lnTo>
                    <a:pt x="19716" y="591312"/>
                  </a:lnTo>
                  <a:lnTo>
                    <a:pt x="32765" y="629078"/>
                  </a:lnTo>
                  <a:lnTo>
                    <a:pt x="48672" y="664845"/>
                  </a:lnTo>
                  <a:lnTo>
                    <a:pt x="66865" y="698896"/>
                  </a:lnTo>
                  <a:lnTo>
                    <a:pt x="86772" y="731520"/>
                  </a:lnTo>
                  <a:lnTo>
                    <a:pt x="114585" y="770382"/>
                  </a:lnTo>
                  <a:lnTo>
                    <a:pt x="144684" y="804672"/>
                  </a:lnTo>
                  <a:lnTo>
                    <a:pt x="178212" y="822960"/>
                  </a:lnTo>
                  <a:lnTo>
                    <a:pt x="184308" y="819912"/>
                  </a:lnTo>
                  <a:lnTo>
                    <a:pt x="187356" y="816864"/>
                  </a:lnTo>
                  <a:lnTo>
                    <a:pt x="187356" y="810768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86" name="Google Shape;2186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259116" y="4509849"/>
              <a:ext cx="131919" cy="257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7" name="Google Shape;2187;p1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479280" y="4706112"/>
              <a:ext cx="131062" cy="1889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88" name="Google Shape;2188;p18"/>
            <p:cNvGrpSpPr/>
            <p:nvPr/>
          </p:nvGrpSpPr>
          <p:grpSpPr>
            <a:xfrm>
              <a:off x="9372600" y="5023104"/>
              <a:ext cx="374902" cy="192022"/>
              <a:chOff x="9372600" y="5023104"/>
              <a:chExt cx="374902" cy="192022"/>
            </a:xfrm>
          </p:grpSpPr>
          <p:pic>
            <p:nvPicPr>
              <p:cNvPr id="2189" name="Google Shape;2189;p18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9372600" y="5023104"/>
                <a:ext cx="204214" cy="1920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90" name="Google Shape;2190;p18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9609106" y="5038344"/>
                <a:ext cx="138396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91" name="Google Shape;2191;p18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530465" y="4934712"/>
              <a:ext cx="116965" cy="1981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92" name="Google Shape;2192;p18"/>
            <p:cNvGrpSpPr/>
            <p:nvPr/>
          </p:nvGrpSpPr>
          <p:grpSpPr>
            <a:xfrm>
              <a:off x="2986754" y="4657343"/>
              <a:ext cx="537447" cy="640080"/>
              <a:chOff x="2986754" y="4657343"/>
              <a:chExt cx="537447" cy="640080"/>
            </a:xfrm>
          </p:grpSpPr>
          <p:sp>
            <p:nvSpPr>
              <p:cNvPr id="2193" name="Google Shape;2193;p18"/>
              <p:cNvSpPr/>
              <p:nvPr/>
            </p:nvSpPr>
            <p:spPr>
              <a:xfrm>
                <a:off x="3020568" y="4824983"/>
                <a:ext cx="33655" cy="272415"/>
              </a:xfrm>
              <a:custGeom>
                <a:rect b="b" l="l" r="r" t="t"/>
                <a:pathLst>
                  <a:path extrusionOk="0" h="272414" w="33655">
                    <a:moveTo>
                      <a:pt x="0" y="0"/>
                    </a:moveTo>
                    <a:lnTo>
                      <a:pt x="3857" y="48434"/>
                    </a:lnTo>
                    <a:lnTo>
                      <a:pt x="10191" y="89154"/>
                    </a:lnTo>
                    <a:lnTo>
                      <a:pt x="13716" y="114300"/>
                    </a:lnTo>
                    <a:lnTo>
                      <a:pt x="17240" y="139445"/>
                    </a:lnTo>
                    <a:lnTo>
                      <a:pt x="21335" y="164592"/>
                    </a:lnTo>
                    <a:lnTo>
                      <a:pt x="23622" y="185689"/>
                    </a:lnTo>
                    <a:lnTo>
                      <a:pt x="25908" y="207644"/>
                    </a:lnTo>
                    <a:lnTo>
                      <a:pt x="28194" y="230171"/>
                    </a:lnTo>
                    <a:lnTo>
                      <a:pt x="30479" y="252984"/>
                    </a:lnTo>
                    <a:lnTo>
                      <a:pt x="30527" y="259270"/>
                    </a:lnTo>
                    <a:lnTo>
                      <a:pt x="30860" y="266700"/>
                    </a:lnTo>
                    <a:lnTo>
                      <a:pt x="31765" y="271843"/>
                    </a:lnTo>
                    <a:lnTo>
                      <a:pt x="33527" y="271272"/>
                    </a:lnTo>
                    <a:lnTo>
                      <a:pt x="33527" y="268224"/>
                    </a:lnTo>
                    <a:lnTo>
                      <a:pt x="33527" y="265176"/>
                    </a:lnTo>
                    <a:lnTo>
                      <a:pt x="33527" y="262128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94" name="Google Shape;2194;p1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2986754" y="4776216"/>
                <a:ext cx="166114" cy="188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5" name="Google Shape;2195;p18"/>
              <p:cNvSpPr/>
              <p:nvPr/>
            </p:nvSpPr>
            <p:spPr>
              <a:xfrm>
                <a:off x="3206115" y="4657343"/>
                <a:ext cx="128905" cy="640080"/>
              </a:xfrm>
              <a:custGeom>
                <a:rect b="b" l="l" r="r" t="t"/>
                <a:pathLst>
                  <a:path extrusionOk="0" h="640079" w="128904">
                    <a:moveTo>
                      <a:pt x="97916" y="0"/>
                    </a:moveTo>
                    <a:lnTo>
                      <a:pt x="67436" y="39624"/>
                    </a:lnTo>
                    <a:lnTo>
                      <a:pt x="51053" y="92964"/>
                    </a:lnTo>
                    <a:lnTo>
                      <a:pt x="36956" y="146304"/>
                    </a:lnTo>
                    <a:lnTo>
                      <a:pt x="27908" y="187452"/>
                    </a:lnTo>
                    <a:lnTo>
                      <a:pt x="19430" y="228600"/>
                    </a:lnTo>
                    <a:lnTo>
                      <a:pt x="12096" y="269748"/>
                    </a:lnTo>
                    <a:lnTo>
                      <a:pt x="6476" y="310896"/>
                    </a:lnTo>
                    <a:lnTo>
                      <a:pt x="2238" y="357044"/>
                    </a:lnTo>
                    <a:lnTo>
                      <a:pt x="0" y="403479"/>
                    </a:lnTo>
                    <a:lnTo>
                      <a:pt x="1762" y="449341"/>
                    </a:lnTo>
                    <a:lnTo>
                      <a:pt x="9525" y="493776"/>
                    </a:lnTo>
                    <a:lnTo>
                      <a:pt x="29336" y="545973"/>
                    </a:lnTo>
                    <a:lnTo>
                      <a:pt x="58292" y="591312"/>
                    </a:lnTo>
                    <a:lnTo>
                      <a:pt x="84962" y="618744"/>
                    </a:lnTo>
                    <a:lnTo>
                      <a:pt x="116204" y="637032"/>
                    </a:lnTo>
                    <a:lnTo>
                      <a:pt x="119252" y="640080"/>
                    </a:lnTo>
                    <a:lnTo>
                      <a:pt x="125349" y="640080"/>
                    </a:lnTo>
                    <a:lnTo>
                      <a:pt x="128396" y="640080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96" name="Google Shape;2196;p18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3362706" y="4809744"/>
                <a:ext cx="161495" cy="1774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97" name="Google Shape;2197;p18"/>
            <p:cNvSpPr/>
            <p:nvPr/>
          </p:nvSpPr>
          <p:spPr>
            <a:xfrm>
              <a:off x="3587496" y="4693920"/>
              <a:ext cx="33655" cy="551815"/>
            </a:xfrm>
            <a:custGeom>
              <a:rect b="b" l="l" r="r" t="t"/>
              <a:pathLst>
                <a:path extrusionOk="0" h="551814" w="33654">
                  <a:moveTo>
                    <a:pt x="33527" y="0"/>
                  </a:moveTo>
                  <a:lnTo>
                    <a:pt x="33480" y="18240"/>
                  </a:lnTo>
                  <a:lnTo>
                    <a:pt x="33146" y="36195"/>
                  </a:lnTo>
                  <a:lnTo>
                    <a:pt x="32242" y="53578"/>
                  </a:lnTo>
                  <a:lnTo>
                    <a:pt x="30479" y="70104"/>
                  </a:lnTo>
                  <a:lnTo>
                    <a:pt x="28146" y="99822"/>
                  </a:lnTo>
                  <a:lnTo>
                    <a:pt x="25526" y="129540"/>
                  </a:lnTo>
                  <a:lnTo>
                    <a:pt x="22336" y="159258"/>
                  </a:lnTo>
                  <a:lnTo>
                    <a:pt x="18287" y="188976"/>
                  </a:lnTo>
                  <a:lnTo>
                    <a:pt x="14239" y="227314"/>
                  </a:lnTo>
                  <a:lnTo>
                    <a:pt x="11048" y="264795"/>
                  </a:lnTo>
                  <a:lnTo>
                    <a:pt x="8429" y="301704"/>
                  </a:lnTo>
                  <a:lnTo>
                    <a:pt x="6095" y="338328"/>
                  </a:lnTo>
                  <a:lnTo>
                    <a:pt x="6095" y="372094"/>
                  </a:lnTo>
                  <a:lnTo>
                    <a:pt x="6095" y="405003"/>
                  </a:lnTo>
                  <a:lnTo>
                    <a:pt x="6095" y="437340"/>
                  </a:lnTo>
                  <a:lnTo>
                    <a:pt x="6095" y="469392"/>
                  </a:lnTo>
                  <a:lnTo>
                    <a:pt x="6572" y="489966"/>
                  </a:lnTo>
                  <a:lnTo>
                    <a:pt x="7619" y="510540"/>
                  </a:lnTo>
                  <a:lnTo>
                    <a:pt x="8667" y="531114"/>
                  </a:lnTo>
                  <a:lnTo>
                    <a:pt x="9143" y="551688"/>
                  </a:lnTo>
                  <a:lnTo>
                    <a:pt x="9143" y="548640"/>
                  </a:lnTo>
                  <a:lnTo>
                    <a:pt x="9143" y="545592"/>
                  </a:lnTo>
                  <a:lnTo>
                    <a:pt x="6857" y="536495"/>
                  </a:lnTo>
                  <a:lnTo>
                    <a:pt x="4571" y="527685"/>
                  </a:lnTo>
                  <a:lnTo>
                    <a:pt x="2285" y="519445"/>
                  </a:lnTo>
                  <a:lnTo>
                    <a:pt x="0" y="512064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98" name="Google Shape;2198;p18"/>
            <p:cNvGrpSpPr/>
            <p:nvPr/>
          </p:nvGrpSpPr>
          <p:grpSpPr>
            <a:xfrm>
              <a:off x="3712082" y="4849367"/>
              <a:ext cx="469772" cy="391795"/>
              <a:chOff x="3712082" y="4849367"/>
              <a:chExt cx="469772" cy="391795"/>
            </a:xfrm>
          </p:grpSpPr>
          <p:sp>
            <p:nvSpPr>
              <p:cNvPr id="2199" name="Google Shape;2199;p18"/>
              <p:cNvSpPr/>
              <p:nvPr/>
            </p:nvSpPr>
            <p:spPr>
              <a:xfrm>
                <a:off x="3712082" y="4849367"/>
                <a:ext cx="88900" cy="391795"/>
              </a:xfrm>
              <a:custGeom>
                <a:rect b="b" l="l" r="r" t="t"/>
                <a:pathLst>
                  <a:path extrusionOk="0" h="391795" w="88900">
                    <a:moveTo>
                      <a:pt x="43052" y="33528"/>
                    </a:moveTo>
                    <a:lnTo>
                      <a:pt x="27812" y="0"/>
                    </a:lnTo>
                    <a:lnTo>
                      <a:pt x="24764" y="6096"/>
                    </a:lnTo>
                    <a:lnTo>
                      <a:pt x="21716" y="9144"/>
                    </a:lnTo>
                    <a:lnTo>
                      <a:pt x="3428" y="51816"/>
                    </a:lnTo>
                    <a:lnTo>
                      <a:pt x="0" y="73152"/>
                    </a:lnTo>
                    <a:lnTo>
                      <a:pt x="428" y="84391"/>
                    </a:lnTo>
                    <a:lnTo>
                      <a:pt x="3428" y="94488"/>
                    </a:lnTo>
                    <a:lnTo>
                      <a:pt x="8477" y="100869"/>
                    </a:lnTo>
                    <a:lnTo>
                      <a:pt x="14096" y="106680"/>
                    </a:lnTo>
                    <a:lnTo>
                      <a:pt x="19716" y="112490"/>
                    </a:lnTo>
                    <a:lnTo>
                      <a:pt x="24764" y="118872"/>
                    </a:lnTo>
                    <a:lnTo>
                      <a:pt x="46529" y="152400"/>
                    </a:lnTo>
                    <a:lnTo>
                      <a:pt x="48005" y="161544"/>
                    </a:lnTo>
                    <a:lnTo>
                      <a:pt x="47767" y="170688"/>
                    </a:lnTo>
                    <a:lnTo>
                      <a:pt x="46100" y="179832"/>
                    </a:lnTo>
                    <a:lnTo>
                      <a:pt x="44529" y="190785"/>
                    </a:lnTo>
                    <a:lnTo>
                      <a:pt x="40385" y="201168"/>
                    </a:lnTo>
                    <a:lnTo>
                      <a:pt x="34528" y="211550"/>
                    </a:lnTo>
                    <a:lnTo>
                      <a:pt x="27812" y="222504"/>
                    </a:lnTo>
                    <a:lnTo>
                      <a:pt x="24764" y="225552"/>
                    </a:lnTo>
                    <a:lnTo>
                      <a:pt x="21716" y="228600"/>
                    </a:lnTo>
                    <a:lnTo>
                      <a:pt x="29003" y="229266"/>
                    </a:lnTo>
                    <a:lnTo>
                      <a:pt x="36575" y="231648"/>
                    </a:lnTo>
                    <a:lnTo>
                      <a:pt x="43576" y="236315"/>
                    </a:lnTo>
                    <a:lnTo>
                      <a:pt x="49149" y="243840"/>
                    </a:lnTo>
                    <a:lnTo>
                      <a:pt x="52196" y="251221"/>
                    </a:lnTo>
                    <a:lnTo>
                      <a:pt x="52958" y="259461"/>
                    </a:lnTo>
                    <a:lnTo>
                      <a:pt x="52577" y="268271"/>
                    </a:lnTo>
                    <a:lnTo>
                      <a:pt x="52196" y="277368"/>
                    </a:lnTo>
                    <a:lnTo>
                      <a:pt x="51720" y="291084"/>
                    </a:lnTo>
                    <a:lnTo>
                      <a:pt x="50673" y="304800"/>
                    </a:lnTo>
                    <a:lnTo>
                      <a:pt x="49625" y="318515"/>
                    </a:lnTo>
                    <a:lnTo>
                      <a:pt x="49149" y="332232"/>
                    </a:lnTo>
                    <a:lnTo>
                      <a:pt x="46958" y="342328"/>
                    </a:lnTo>
                    <a:lnTo>
                      <a:pt x="45338" y="353568"/>
                    </a:lnTo>
                    <a:lnTo>
                      <a:pt x="44862" y="364807"/>
                    </a:lnTo>
                    <a:lnTo>
                      <a:pt x="46100" y="374904"/>
                    </a:lnTo>
                    <a:lnTo>
                      <a:pt x="49149" y="381000"/>
                    </a:lnTo>
                    <a:lnTo>
                      <a:pt x="55244" y="390144"/>
                    </a:lnTo>
                    <a:lnTo>
                      <a:pt x="61340" y="390144"/>
                    </a:lnTo>
                    <a:lnTo>
                      <a:pt x="71199" y="391287"/>
                    </a:lnTo>
                    <a:lnTo>
                      <a:pt x="78486" y="390144"/>
                    </a:lnTo>
                    <a:lnTo>
                      <a:pt x="84058" y="386715"/>
                    </a:lnTo>
                    <a:lnTo>
                      <a:pt x="88772" y="381000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00" name="Google Shape;2200;p18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3822192" y="4867656"/>
                <a:ext cx="359662" cy="23774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1" name="Google Shape;2201;p18"/>
              <p:cNvSpPr/>
              <p:nvPr/>
            </p:nvSpPr>
            <p:spPr>
              <a:xfrm>
                <a:off x="3792854" y="4907279"/>
                <a:ext cx="99695" cy="238125"/>
              </a:xfrm>
              <a:custGeom>
                <a:rect b="b" l="l" r="r" t="t"/>
                <a:pathLst>
                  <a:path extrusionOk="0" h="238125" w="99695">
                    <a:moveTo>
                      <a:pt x="20193" y="0"/>
                    </a:moveTo>
                    <a:lnTo>
                      <a:pt x="3905" y="42433"/>
                    </a:lnTo>
                    <a:lnTo>
                      <a:pt x="238" y="82486"/>
                    </a:lnTo>
                    <a:lnTo>
                      <a:pt x="0" y="105155"/>
                    </a:lnTo>
                    <a:lnTo>
                      <a:pt x="1476" y="127825"/>
                    </a:lnTo>
                    <a:lnTo>
                      <a:pt x="12525" y="169783"/>
                    </a:lnTo>
                    <a:lnTo>
                      <a:pt x="34528" y="207216"/>
                    </a:lnTo>
                    <a:lnTo>
                      <a:pt x="72771" y="233552"/>
                    </a:lnTo>
                    <a:lnTo>
                      <a:pt x="84963" y="235791"/>
                    </a:lnTo>
                    <a:lnTo>
                      <a:pt x="99441" y="237743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2" name="Google Shape;2202;p18"/>
            <p:cNvSpPr/>
            <p:nvPr/>
          </p:nvSpPr>
          <p:spPr>
            <a:xfrm>
              <a:off x="4242815" y="4980432"/>
              <a:ext cx="24765" cy="21590"/>
            </a:xfrm>
            <a:custGeom>
              <a:rect b="b" l="l" r="r" t="t"/>
              <a:pathLst>
                <a:path extrusionOk="0" h="21589" w="24764">
                  <a:moveTo>
                    <a:pt x="0" y="3047"/>
                  </a:moveTo>
                  <a:lnTo>
                    <a:pt x="0" y="15239"/>
                  </a:lnTo>
                  <a:lnTo>
                    <a:pt x="6096" y="21335"/>
                  </a:lnTo>
                  <a:lnTo>
                    <a:pt x="18287" y="21335"/>
                  </a:lnTo>
                  <a:lnTo>
                    <a:pt x="24384" y="15239"/>
                  </a:lnTo>
                  <a:lnTo>
                    <a:pt x="24384" y="9143"/>
                  </a:lnTo>
                  <a:lnTo>
                    <a:pt x="24384" y="3047"/>
                  </a:lnTo>
                  <a:lnTo>
                    <a:pt x="18287" y="0"/>
                  </a:lnTo>
                  <a:lnTo>
                    <a:pt x="6096" y="0"/>
                  </a:lnTo>
                  <a:lnTo>
                    <a:pt x="0" y="304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18"/>
            <p:cNvSpPr/>
            <p:nvPr/>
          </p:nvSpPr>
          <p:spPr>
            <a:xfrm>
              <a:off x="4334255" y="4980432"/>
              <a:ext cx="12700" cy="9525"/>
            </a:xfrm>
            <a:custGeom>
              <a:rect b="b" l="l" r="r" t="t"/>
              <a:pathLst>
                <a:path extrusionOk="0" h="9525" w="12700">
                  <a:moveTo>
                    <a:pt x="0" y="9143"/>
                  </a:moveTo>
                  <a:lnTo>
                    <a:pt x="3048" y="6095"/>
                  </a:lnTo>
                  <a:lnTo>
                    <a:pt x="6096" y="3047"/>
                  </a:lnTo>
                  <a:lnTo>
                    <a:pt x="12192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18"/>
            <p:cNvSpPr/>
            <p:nvPr/>
          </p:nvSpPr>
          <p:spPr>
            <a:xfrm>
              <a:off x="4437888" y="4956047"/>
              <a:ext cx="9525" cy="12700"/>
            </a:xfrm>
            <a:custGeom>
              <a:rect b="b" l="l" r="r" t="t"/>
              <a:pathLst>
                <a:path extrusionOk="0" h="12700" w="9525">
                  <a:moveTo>
                    <a:pt x="0" y="12191"/>
                  </a:moveTo>
                  <a:lnTo>
                    <a:pt x="6096" y="6095"/>
                  </a:lnTo>
                  <a:lnTo>
                    <a:pt x="9144" y="0"/>
                  </a:lnTo>
                  <a:lnTo>
                    <a:pt x="6096" y="3047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18"/>
            <p:cNvSpPr/>
            <p:nvPr/>
          </p:nvSpPr>
          <p:spPr>
            <a:xfrm>
              <a:off x="4562855" y="4337303"/>
              <a:ext cx="890269" cy="835660"/>
            </a:xfrm>
            <a:custGeom>
              <a:rect b="b" l="l" r="r" t="t"/>
              <a:pathLst>
                <a:path extrusionOk="0" h="835660" w="890270">
                  <a:moveTo>
                    <a:pt x="3048" y="658368"/>
                  </a:moveTo>
                  <a:lnTo>
                    <a:pt x="11858" y="660415"/>
                  </a:lnTo>
                  <a:lnTo>
                    <a:pt x="16383" y="663321"/>
                  </a:lnTo>
                  <a:lnTo>
                    <a:pt x="18049" y="669083"/>
                  </a:lnTo>
                  <a:lnTo>
                    <a:pt x="18288" y="679704"/>
                  </a:lnTo>
                  <a:lnTo>
                    <a:pt x="17240" y="688800"/>
                  </a:lnTo>
                  <a:lnTo>
                    <a:pt x="14478" y="697611"/>
                  </a:lnTo>
                  <a:lnTo>
                    <a:pt x="10572" y="705850"/>
                  </a:lnTo>
                  <a:lnTo>
                    <a:pt x="6096" y="713232"/>
                  </a:lnTo>
                  <a:lnTo>
                    <a:pt x="3048" y="716280"/>
                  </a:lnTo>
                  <a:lnTo>
                    <a:pt x="0" y="716280"/>
                  </a:lnTo>
                </a:path>
                <a:path extrusionOk="0" h="835660" w="890270">
                  <a:moveTo>
                    <a:pt x="70104" y="481584"/>
                  </a:moveTo>
                  <a:lnTo>
                    <a:pt x="64817" y="494871"/>
                  </a:lnTo>
                  <a:lnTo>
                    <a:pt x="62103" y="507873"/>
                  </a:lnTo>
                  <a:lnTo>
                    <a:pt x="61102" y="521446"/>
                  </a:lnTo>
                  <a:lnTo>
                    <a:pt x="60960" y="536448"/>
                  </a:lnTo>
                  <a:lnTo>
                    <a:pt x="61102" y="554736"/>
                  </a:lnTo>
                  <a:lnTo>
                    <a:pt x="70104" y="609600"/>
                  </a:lnTo>
                  <a:lnTo>
                    <a:pt x="103632" y="640080"/>
                  </a:lnTo>
                  <a:lnTo>
                    <a:pt x="112776" y="640080"/>
                  </a:lnTo>
                  <a:lnTo>
                    <a:pt x="115824" y="640080"/>
                  </a:lnTo>
                  <a:lnTo>
                    <a:pt x="121920" y="633984"/>
                  </a:lnTo>
                </a:path>
                <a:path extrusionOk="0" h="835660" w="890270">
                  <a:moveTo>
                    <a:pt x="112776" y="548640"/>
                  </a:moveTo>
                  <a:lnTo>
                    <a:pt x="112776" y="542544"/>
                  </a:lnTo>
                  <a:lnTo>
                    <a:pt x="112776" y="539496"/>
                  </a:lnTo>
                  <a:lnTo>
                    <a:pt x="109728" y="536448"/>
                  </a:lnTo>
                  <a:lnTo>
                    <a:pt x="117062" y="534304"/>
                  </a:lnTo>
                  <a:lnTo>
                    <a:pt x="124968" y="533019"/>
                  </a:lnTo>
                  <a:lnTo>
                    <a:pt x="132873" y="533447"/>
                  </a:lnTo>
                  <a:lnTo>
                    <a:pt x="146304" y="563880"/>
                  </a:lnTo>
                  <a:lnTo>
                    <a:pt x="145732" y="572452"/>
                  </a:lnTo>
                  <a:lnTo>
                    <a:pt x="144018" y="579882"/>
                  </a:lnTo>
                  <a:lnTo>
                    <a:pt x="141160" y="586168"/>
                  </a:lnTo>
                  <a:lnTo>
                    <a:pt x="137160" y="591312"/>
                  </a:lnTo>
                  <a:lnTo>
                    <a:pt x="134112" y="591312"/>
                  </a:lnTo>
                </a:path>
                <a:path extrusionOk="0" h="835660" w="890270">
                  <a:moveTo>
                    <a:pt x="161544" y="518160"/>
                  </a:moveTo>
                  <a:lnTo>
                    <a:pt x="161544" y="527351"/>
                  </a:lnTo>
                  <a:lnTo>
                    <a:pt x="161544" y="536829"/>
                  </a:lnTo>
                  <a:lnTo>
                    <a:pt x="161544" y="546877"/>
                  </a:lnTo>
                  <a:lnTo>
                    <a:pt x="161544" y="557784"/>
                  </a:lnTo>
                  <a:lnTo>
                    <a:pt x="162258" y="567785"/>
                  </a:lnTo>
                  <a:lnTo>
                    <a:pt x="164973" y="578358"/>
                  </a:lnTo>
                  <a:lnTo>
                    <a:pt x="170545" y="587787"/>
                  </a:lnTo>
                  <a:lnTo>
                    <a:pt x="179832" y="594360"/>
                  </a:lnTo>
                  <a:lnTo>
                    <a:pt x="182880" y="594360"/>
                  </a:lnTo>
                  <a:lnTo>
                    <a:pt x="185928" y="594360"/>
                  </a:lnTo>
                </a:path>
                <a:path extrusionOk="0" h="835660" w="890270">
                  <a:moveTo>
                    <a:pt x="201168" y="591312"/>
                  </a:moveTo>
                  <a:lnTo>
                    <a:pt x="201644" y="598170"/>
                  </a:lnTo>
                  <a:lnTo>
                    <a:pt x="202692" y="605028"/>
                  </a:lnTo>
                  <a:lnTo>
                    <a:pt x="203739" y="611886"/>
                  </a:lnTo>
                  <a:lnTo>
                    <a:pt x="204216" y="618744"/>
                  </a:lnTo>
                  <a:lnTo>
                    <a:pt x="207264" y="621792"/>
                  </a:lnTo>
                  <a:lnTo>
                    <a:pt x="207264" y="627888"/>
                  </a:lnTo>
                  <a:lnTo>
                    <a:pt x="207264" y="633984"/>
                  </a:lnTo>
                  <a:lnTo>
                    <a:pt x="207359" y="625316"/>
                  </a:lnTo>
                  <a:lnTo>
                    <a:pt x="208026" y="617220"/>
                  </a:lnTo>
                  <a:lnTo>
                    <a:pt x="225552" y="588264"/>
                  </a:lnTo>
                  <a:lnTo>
                    <a:pt x="231648" y="588264"/>
                  </a:lnTo>
                  <a:lnTo>
                    <a:pt x="237744" y="591312"/>
                  </a:lnTo>
                  <a:lnTo>
                    <a:pt x="240792" y="597408"/>
                  </a:lnTo>
                  <a:lnTo>
                    <a:pt x="243840" y="606552"/>
                  </a:lnTo>
                  <a:lnTo>
                    <a:pt x="243840" y="612648"/>
                  </a:lnTo>
                  <a:lnTo>
                    <a:pt x="246888" y="621792"/>
                  </a:lnTo>
                </a:path>
                <a:path extrusionOk="0" h="835660" w="890270">
                  <a:moveTo>
                    <a:pt x="295656" y="597408"/>
                  </a:moveTo>
                  <a:lnTo>
                    <a:pt x="292846" y="606504"/>
                  </a:lnTo>
                  <a:lnTo>
                    <a:pt x="289179" y="615315"/>
                  </a:lnTo>
                  <a:lnTo>
                    <a:pt x="284940" y="623554"/>
                  </a:lnTo>
                  <a:lnTo>
                    <a:pt x="280416" y="630936"/>
                  </a:lnTo>
                  <a:lnTo>
                    <a:pt x="280416" y="637032"/>
                  </a:lnTo>
                  <a:lnTo>
                    <a:pt x="277368" y="643128"/>
                  </a:lnTo>
                  <a:lnTo>
                    <a:pt x="277368" y="649224"/>
                  </a:lnTo>
                </a:path>
                <a:path extrusionOk="0" h="835660" w="890270">
                  <a:moveTo>
                    <a:pt x="316992" y="502920"/>
                  </a:moveTo>
                  <a:lnTo>
                    <a:pt x="332232" y="539496"/>
                  </a:lnTo>
                  <a:lnTo>
                    <a:pt x="344424" y="539496"/>
                  </a:lnTo>
                  <a:lnTo>
                    <a:pt x="368808" y="515112"/>
                  </a:lnTo>
                  <a:lnTo>
                    <a:pt x="368808" y="512064"/>
                  </a:lnTo>
                  <a:lnTo>
                    <a:pt x="368808" y="505968"/>
                  </a:lnTo>
                  <a:lnTo>
                    <a:pt x="368808" y="502920"/>
                  </a:lnTo>
                  <a:lnTo>
                    <a:pt x="371856" y="509016"/>
                  </a:lnTo>
                  <a:lnTo>
                    <a:pt x="371856" y="518160"/>
                  </a:lnTo>
                  <a:lnTo>
                    <a:pt x="371856" y="524256"/>
                  </a:lnTo>
                  <a:lnTo>
                    <a:pt x="374475" y="536590"/>
                  </a:lnTo>
                  <a:lnTo>
                    <a:pt x="376809" y="549783"/>
                  </a:lnTo>
                  <a:lnTo>
                    <a:pt x="377428" y="562403"/>
                  </a:lnTo>
                  <a:lnTo>
                    <a:pt x="374904" y="573024"/>
                  </a:lnTo>
                  <a:lnTo>
                    <a:pt x="371570" y="578834"/>
                  </a:lnTo>
                  <a:lnTo>
                    <a:pt x="366522" y="582930"/>
                  </a:lnTo>
                  <a:lnTo>
                    <a:pt x="360330" y="585882"/>
                  </a:lnTo>
                  <a:lnTo>
                    <a:pt x="353568" y="588264"/>
                  </a:lnTo>
                  <a:lnTo>
                    <a:pt x="350520" y="588264"/>
                  </a:lnTo>
                  <a:lnTo>
                    <a:pt x="347472" y="588264"/>
                  </a:lnTo>
                  <a:lnTo>
                    <a:pt x="344424" y="588264"/>
                  </a:lnTo>
                </a:path>
                <a:path extrusionOk="0" h="835660" w="890270">
                  <a:moveTo>
                    <a:pt x="417576" y="569976"/>
                  </a:moveTo>
                  <a:lnTo>
                    <a:pt x="411480" y="603504"/>
                  </a:lnTo>
                  <a:lnTo>
                    <a:pt x="411480" y="606552"/>
                  </a:lnTo>
                  <a:lnTo>
                    <a:pt x="408432" y="606552"/>
                  </a:lnTo>
                  <a:lnTo>
                    <a:pt x="408479" y="599694"/>
                  </a:lnTo>
                  <a:lnTo>
                    <a:pt x="408813" y="592836"/>
                  </a:lnTo>
                  <a:lnTo>
                    <a:pt x="409717" y="585978"/>
                  </a:lnTo>
                  <a:lnTo>
                    <a:pt x="411480" y="579120"/>
                  </a:lnTo>
                  <a:lnTo>
                    <a:pt x="412099" y="572309"/>
                  </a:lnTo>
                  <a:lnTo>
                    <a:pt x="414147" y="565785"/>
                  </a:lnTo>
                  <a:lnTo>
                    <a:pt x="417909" y="559831"/>
                  </a:lnTo>
                  <a:lnTo>
                    <a:pt x="423672" y="554736"/>
                  </a:lnTo>
                  <a:lnTo>
                    <a:pt x="426720" y="551688"/>
                  </a:lnTo>
                  <a:lnTo>
                    <a:pt x="432816" y="551688"/>
                  </a:lnTo>
                  <a:lnTo>
                    <a:pt x="435864" y="557784"/>
                  </a:lnTo>
                  <a:lnTo>
                    <a:pt x="440674" y="563356"/>
                  </a:lnTo>
                  <a:lnTo>
                    <a:pt x="442340" y="570357"/>
                  </a:lnTo>
                  <a:lnTo>
                    <a:pt x="442293" y="577929"/>
                  </a:lnTo>
                  <a:lnTo>
                    <a:pt x="441960" y="585216"/>
                  </a:lnTo>
                  <a:lnTo>
                    <a:pt x="441960" y="588264"/>
                  </a:lnTo>
                  <a:lnTo>
                    <a:pt x="441960" y="591312"/>
                  </a:lnTo>
                  <a:lnTo>
                    <a:pt x="441960" y="597408"/>
                  </a:lnTo>
                </a:path>
                <a:path extrusionOk="0" h="835660" w="890270">
                  <a:moveTo>
                    <a:pt x="441960" y="426720"/>
                  </a:moveTo>
                  <a:lnTo>
                    <a:pt x="484632" y="441960"/>
                  </a:lnTo>
                  <a:lnTo>
                    <a:pt x="504348" y="481393"/>
                  </a:lnTo>
                  <a:lnTo>
                    <a:pt x="507111" y="514111"/>
                  </a:lnTo>
                  <a:lnTo>
                    <a:pt x="505968" y="529971"/>
                  </a:lnTo>
                  <a:lnTo>
                    <a:pt x="491775" y="573547"/>
                  </a:lnTo>
                  <a:lnTo>
                    <a:pt x="480536" y="595550"/>
                  </a:lnTo>
                  <a:lnTo>
                    <a:pt x="475488" y="606552"/>
                  </a:lnTo>
                  <a:lnTo>
                    <a:pt x="475488" y="609600"/>
                  </a:lnTo>
                </a:path>
                <a:path extrusionOk="0" h="835660" w="890270">
                  <a:moveTo>
                    <a:pt x="502920" y="338328"/>
                  </a:moveTo>
                  <a:lnTo>
                    <a:pt x="512921" y="333994"/>
                  </a:lnTo>
                  <a:lnTo>
                    <a:pt x="521208" y="331089"/>
                  </a:lnTo>
                  <a:lnTo>
                    <a:pt x="529494" y="331041"/>
                  </a:lnTo>
                  <a:lnTo>
                    <a:pt x="539496" y="335280"/>
                  </a:lnTo>
                  <a:lnTo>
                    <a:pt x="566070" y="363569"/>
                  </a:lnTo>
                  <a:lnTo>
                    <a:pt x="581025" y="408813"/>
                  </a:lnTo>
                  <a:lnTo>
                    <a:pt x="582168" y="445008"/>
                  </a:lnTo>
                  <a:lnTo>
                    <a:pt x="581787" y="461962"/>
                  </a:lnTo>
                  <a:lnTo>
                    <a:pt x="581406" y="480060"/>
                  </a:lnTo>
                  <a:lnTo>
                    <a:pt x="588121" y="521350"/>
                  </a:lnTo>
                  <a:lnTo>
                    <a:pt x="606552" y="530352"/>
                  </a:lnTo>
                  <a:lnTo>
                    <a:pt x="612648" y="533400"/>
                  </a:lnTo>
                  <a:lnTo>
                    <a:pt x="618744" y="533400"/>
                  </a:lnTo>
                  <a:lnTo>
                    <a:pt x="624840" y="527304"/>
                  </a:lnTo>
                  <a:lnTo>
                    <a:pt x="630936" y="524256"/>
                  </a:lnTo>
                  <a:lnTo>
                    <a:pt x="627888" y="524256"/>
                  </a:lnTo>
                  <a:lnTo>
                    <a:pt x="627888" y="521208"/>
                  </a:lnTo>
                  <a:lnTo>
                    <a:pt x="621601" y="526303"/>
                  </a:lnTo>
                  <a:lnTo>
                    <a:pt x="604313" y="563880"/>
                  </a:lnTo>
                  <a:lnTo>
                    <a:pt x="600456" y="618744"/>
                  </a:lnTo>
                  <a:lnTo>
                    <a:pt x="600884" y="632888"/>
                  </a:lnTo>
                  <a:lnTo>
                    <a:pt x="601599" y="647319"/>
                  </a:lnTo>
                  <a:lnTo>
                    <a:pt x="601741" y="661177"/>
                  </a:lnTo>
                  <a:lnTo>
                    <a:pt x="586311" y="698039"/>
                  </a:lnTo>
                  <a:lnTo>
                    <a:pt x="553212" y="704469"/>
                  </a:lnTo>
                  <a:lnTo>
                    <a:pt x="540924" y="704040"/>
                  </a:lnTo>
                  <a:lnTo>
                    <a:pt x="530352" y="701040"/>
                  </a:lnTo>
                  <a:lnTo>
                    <a:pt x="527304" y="697992"/>
                  </a:lnTo>
                  <a:lnTo>
                    <a:pt x="524256" y="694944"/>
                  </a:lnTo>
                </a:path>
                <a:path extrusionOk="0" h="835660" w="890270">
                  <a:moveTo>
                    <a:pt x="624840" y="0"/>
                  </a:moveTo>
                  <a:lnTo>
                    <a:pt x="677132" y="18859"/>
                  </a:lnTo>
                  <a:lnTo>
                    <a:pt x="721280" y="46815"/>
                  </a:lnTo>
                  <a:lnTo>
                    <a:pt x="768238" y="91297"/>
                  </a:lnTo>
                  <a:lnTo>
                    <a:pt x="812911" y="151161"/>
                  </a:lnTo>
                  <a:lnTo>
                    <a:pt x="833247" y="188214"/>
                  </a:lnTo>
                  <a:lnTo>
                    <a:pt x="850725" y="226409"/>
                  </a:lnTo>
                  <a:lnTo>
                    <a:pt x="865632" y="265176"/>
                  </a:lnTo>
                  <a:lnTo>
                    <a:pt x="877157" y="308610"/>
                  </a:lnTo>
                  <a:lnTo>
                    <a:pt x="884682" y="352044"/>
                  </a:lnTo>
                  <a:lnTo>
                    <a:pt x="888777" y="395478"/>
                  </a:lnTo>
                  <a:lnTo>
                    <a:pt x="890016" y="438912"/>
                  </a:lnTo>
                  <a:lnTo>
                    <a:pt x="888301" y="483155"/>
                  </a:lnTo>
                  <a:lnTo>
                    <a:pt x="883158" y="525399"/>
                  </a:lnTo>
                  <a:lnTo>
                    <a:pt x="874585" y="567070"/>
                  </a:lnTo>
                  <a:lnTo>
                    <a:pt x="862584" y="609600"/>
                  </a:lnTo>
                  <a:lnTo>
                    <a:pt x="848296" y="645652"/>
                  </a:lnTo>
                  <a:lnTo>
                    <a:pt x="832866" y="680847"/>
                  </a:lnTo>
                  <a:lnTo>
                    <a:pt x="816292" y="715470"/>
                  </a:lnTo>
                  <a:lnTo>
                    <a:pt x="798576" y="749808"/>
                  </a:lnTo>
                  <a:lnTo>
                    <a:pt x="778383" y="786384"/>
                  </a:lnTo>
                  <a:lnTo>
                    <a:pt x="755904" y="822960"/>
                  </a:lnTo>
                  <a:lnTo>
                    <a:pt x="755904" y="826008"/>
                  </a:lnTo>
                  <a:lnTo>
                    <a:pt x="752856" y="832104"/>
                  </a:lnTo>
                  <a:lnTo>
                    <a:pt x="752856" y="835152"/>
                  </a:lnTo>
                  <a:lnTo>
                    <a:pt x="753332" y="828294"/>
                  </a:lnTo>
                  <a:lnTo>
                    <a:pt x="754380" y="821436"/>
                  </a:lnTo>
                  <a:lnTo>
                    <a:pt x="755427" y="814578"/>
                  </a:lnTo>
                  <a:lnTo>
                    <a:pt x="755904" y="807720"/>
                  </a:lnTo>
                  <a:lnTo>
                    <a:pt x="757666" y="797814"/>
                  </a:lnTo>
                  <a:lnTo>
                    <a:pt x="758571" y="790194"/>
                  </a:lnTo>
                  <a:lnTo>
                    <a:pt x="758904" y="783717"/>
                  </a:lnTo>
                  <a:lnTo>
                    <a:pt x="758952" y="77724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06" name="Google Shape;2206;p1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747337" y="4593336"/>
              <a:ext cx="187117" cy="1981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07" name="Google Shape;2207;p18"/>
            <p:cNvGrpSpPr/>
            <p:nvPr/>
          </p:nvGrpSpPr>
          <p:grpSpPr>
            <a:xfrm>
              <a:off x="6747129" y="4367784"/>
              <a:ext cx="596120" cy="401446"/>
              <a:chOff x="6747129" y="4367784"/>
              <a:chExt cx="596120" cy="401446"/>
            </a:xfrm>
          </p:grpSpPr>
          <p:sp>
            <p:nvSpPr>
              <p:cNvPr id="2208" name="Google Shape;2208;p18"/>
              <p:cNvSpPr/>
              <p:nvPr/>
            </p:nvSpPr>
            <p:spPr>
              <a:xfrm>
                <a:off x="6747129" y="4410455"/>
                <a:ext cx="92710" cy="358775"/>
              </a:xfrm>
              <a:custGeom>
                <a:rect b="b" l="l" r="r" t="t"/>
                <a:pathLst>
                  <a:path extrusionOk="0" h="358775" w="92709">
                    <a:moveTo>
                      <a:pt x="59054" y="24384"/>
                    </a:moveTo>
                    <a:lnTo>
                      <a:pt x="57054" y="15859"/>
                    </a:lnTo>
                    <a:lnTo>
                      <a:pt x="54482" y="8762"/>
                    </a:lnTo>
                    <a:lnTo>
                      <a:pt x="49625" y="3381"/>
                    </a:lnTo>
                    <a:lnTo>
                      <a:pt x="40766" y="0"/>
                    </a:lnTo>
                    <a:lnTo>
                      <a:pt x="32146" y="142"/>
                    </a:lnTo>
                    <a:lnTo>
                      <a:pt x="1142" y="30861"/>
                    </a:lnTo>
                    <a:lnTo>
                      <a:pt x="0" y="43005"/>
                    </a:lnTo>
                    <a:lnTo>
                      <a:pt x="1142" y="54864"/>
                    </a:lnTo>
                    <a:lnTo>
                      <a:pt x="25526" y="97536"/>
                    </a:lnTo>
                    <a:lnTo>
                      <a:pt x="38480" y="113157"/>
                    </a:lnTo>
                    <a:lnTo>
                      <a:pt x="43529" y="121110"/>
                    </a:lnTo>
                    <a:lnTo>
                      <a:pt x="46862" y="131064"/>
                    </a:lnTo>
                    <a:lnTo>
                      <a:pt x="49815" y="141160"/>
                    </a:lnTo>
                    <a:lnTo>
                      <a:pt x="49910" y="152400"/>
                    </a:lnTo>
                    <a:lnTo>
                      <a:pt x="47720" y="163639"/>
                    </a:lnTo>
                    <a:lnTo>
                      <a:pt x="43814" y="173736"/>
                    </a:lnTo>
                    <a:lnTo>
                      <a:pt x="35480" y="192833"/>
                    </a:lnTo>
                    <a:lnTo>
                      <a:pt x="25145" y="209931"/>
                    </a:lnTo>
                    <a:lnTo>
                      <a:pt x="14239" y="226456"/>
                    </a:lnTo>
                    <a:lnTo>
                      <a:pt x="4190" y="243840"/>
                    </a:lnTo>
                    <a:lnTo>
                      <a:pt x="4190" y="246888"/>
                    </a:lnTo>
                    <a:lnTo>
                      <a:pt x="11525" y="246507"/>
                    </a:lnTo>
                    <a:lnTo>
                      <a:pt x="43672" y="270081"/>
                    </a:lnTo>
                    <a:lnTo>
                      <a:pt x="43814" y="277368"/>
                    </a:lnTo>
                    <a:lnTo>
                      <a:pt x="43291" y="288845"/>
                    </a:lnTo>
                    <a:lnTo>
                      <a:pt x="41910" y="300609"/>
                    </a:lnTo>
                    <a:lnTo>
                      <a:pt x="39957" y="312943"/>
                    </a:lnTo>
                    <a:lnTo>
                      <a:pt x="37718" y="326136"/>
                    </a:lnTo>
                    <a:lnTo>
                      <a:pt x="37337" y="332136"/>
                    </a:lnTo>
                    <a:lnTo>
                      <a:pt x="52958" y="358521"/>
                    </a:lnTo>
                    <a:lnTo>
                      <a:pt x="59626" y="358282"/>
                    </a:lnTo>
                    <a:lnTo>
                      <a:pt x="65150" y="356616"/>
                    </a:lnTo>
                    <a:lnTo>
                      <a:pt x="73294" y="351520"/>
                    </a:lnTo>
                    <a:lnTo>
                      <a:pt x="80009" y="345567"/>
                    </a:lnTo>
                    <a:lnTo>
                      <a:pt x="86153" y="339042"/>
                    </a:lnTo>
                    <a:lnTo>
                      <a:pt x="92582" y="332232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09" name="Google Shape;2209;p18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856095" y="4367784"/>
                <a:ext cx="487154" cy="2499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10" name="Google Shape;2210;p18"/>
            <p:cNvSpPr/>
            <p:nvPr/>
          </p:nvSpPr>
          <p:spPr>
            <a:xfrm>
              <a:off x="7427976" y="4477511"/>
              <a:ext cx="24765" cy="21590"/>
            </a:xfrm>
            <a:custGeom>
              <a:rect b="b" l="l" r="r" t="t"/>
              <a:pathLst>
                <a:path extrusionOk="0" h="21589" w="24765">
                  <a:moveTo>
                    <a:pt x="0" y="3048"/>
                  </a:moveTo>
                  <a:lnTo>
                    <a:pt x="0" y="18287"/>
                  </a:lnTo>
                  <a:lnTo>
                    <a:pt x="6095" y="21336"/>
                  </a:lnTo>
                  <a:lnTo>
                    <a:pt x="18287" y="21336"/>
                  </a:lnTo>
                  <a:lnTo>
                    <a:pt x="24383" y="18287"/>
                  </a:lnTo>
                  <a:lnTo>
                    <a:pt x="24383" y="12191"/>
                  </a:lnTo>
                  <a:lnTo>
                    <a:pt x="24383" y="3048"/>
                  </a:lnTo>
                  <a:lnTo>
                    <a:pt x="18287" y="0"/>
                  </a:lnTo>
                  <a:lnTo>
                    <a:pt x="6095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18"/>
            <p:cNvSpPr/>
            <p:nvPr/>
          </p:nvSpPr>
          <p:spPr>
            <a:xfrm>
              <a:off x="7559040" y="4453128"/>
              <a:ext cx="24765" cy="21590"/>
            </a:xfrm>
            <a:custGeom>
              <a:rect b="b" l="l" r="r" t="t"/>
              <a:pathLst>
                <a:path extrusionOk="0" h="21589" w="24765">
                  <a:moveTo>
                    <a:pt x="0" y="6096"/>
                  </a:moveTo>
                  <a:lnTo>
                    <a:pt x="0" y="18287"/>
                  </a:lnTo>
                  <a:lnTo>
                    <a:pt x="6096" y="21336"/>
                  </a:lnTo>
                  <a:lnTo>
                    <a:pt x="18287" y="21336"/>
                  </a:lnTo>
                  <a:lnTo>
                    <a:pt x="24384" y="18287"/>
                  </a:lnTo>
                  <a:lnTo>
                    <a:pt x="24384" y="12192"/>
                  </a:lnTo>
                  <a:lnTo>
                    <a:pt x="24384" y="6096"/>
                  </a:lnTo>
                  <a:lnTo>
                    <a:pt x="18287" y="0"/>
                  </a:lnTo>
                  <a:lnTo>
                    <a:pt x="6096" y="0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18"/>
            <p:cNvSpPr/>
            <p:nvPr/>
          </p:nvSpPr>
          <p:spPr>
            <a:xfrm>
              <a:off x="7665719" y="4437888"/>
              <a:ext cx="21590" cy="21590"/>
            </a:xfrm>
            <a:custGeom>
              <a:rect b="b" l="l" r="r" t="t"/>
              <a:pathLst>
                <a:path extrusionOk="0" h="21589" w="21590">
                  <a:moveTo>
                    <a:pt x="0" y="3048"/>
                  </a:moveTo>
                  <a:lnTo>
                    <a:pt x="0" y="18287"/>
                  </a:lnTo>
                  <a:lnTo>
                    <a:pt x="3048" y="21336"/>
                  </a:lnTo>
                  <a:lnTo>
                    <a:pt x="18288" y="21336"/>
                  </a:lnTo>
                  <a:lnTo>
                    <a:pt x="21336" y="18287"/>
                  </a:lnTo>
                  <a:lnTo>
                    <a:pt x="21336" y="12191"/>
                  </a:lnTo>
                  <a:lnTo>
                    <a:pt x="21336" y="3048"/>
                  </a:lnTo>
                  <a:lnTo>
                    <a:pt x="18288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13" name="Google Shape;2213;p18"/>
            <p:cNvGrpSpPr/>
            <p:nvPr/>
          </p:nvGrpSpPr>
          <p:grpSpPr>
            <a:xfrm>
              <a:off x="7872746" y="4135040"/>
              <a:ext cx="786114" cy="498475"/>
              <a:chOff x="7872746" y="4135040"/>
              <a:chExt cx="786114" cy="498475"/>
            </a:xfrm>
          </p:grpSpPr>
          <p:pic>
            <p:nvPicPr>
              <p:cNvPr id="2214" name="Google Shape;2214;p18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7872746" y="4315968"/>
                <a:ext cx="445244" cy="16801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5" name="Google Shape;2215;p18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8339328" y="4267009"/>
                <a:ext cx="68197" cy="1556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6" name="Google Shape;2216;p18"/>
              <p:cNvSpPr/>
              <p:nvPr/>
            </p:nvSpPr>
            <p:spPr>
              <a:xfrm>
                <a:off x="8397240" y="4135040"/>
                <a:ext cx="261620" cy="498475"/>
              </a:xfrm>
              <a:custGeom>
                <a:rect b="b" l="l" r="r" t="t"/>
                <a:pathLst>
                  <a:path extrusionOk="0" h="498475" w="261620">
                    <a:moveTo>
                      <a:pt x="0" y="13287"/>
                    </a:moveTo>
                    <a:lnTo>
                      <a:pt x="8286" y="5810"/>
                    </a:lnTo>
                    <a:lnTo>
                      <a:pt x="16001" y="1476"/>
                    </a:lnTo>
                    <a:lnTo>
                      <a:pt x="24860" y="0"/>
                    </a:lnTo>
                    <a:lnTo>
                      <a:pt x="36576" y="1095"/>
                    </a:lnTo>
                    <a:lnTo>
                      <a:pt x="74580" y="38909"/>
                    </a:lnTo>
                    <a:lnTo>
                      <a:pt x="82296" y="89487"/>
                    </a:lnTo>
                    <a:lnTo>
                      <a:pt x="82248" y="110061"/>
                    </a:lnTo>
                    <a:lnTo>
                      <a:pt x="81915" y="130635"/>
                    </a:lnTo>
                    <a:lnTo>
                      <a:pt x="81010" y="151209"/>
                    </a:lnTo>
                    <a:lnTo>
                      <a:pt x="79248" y="171783"/>
                    </a:lnTo>
                    <a:lnTo>
                      <a:pt x="77057" y="187737"/>
                    </a:lnTo>
                    <a:lnTo>
                      <a:pt x="75438" y="203406"/>
                    </a:lnTo>
                    <a:lnTo>
                      <a:pt x="81915" y="246840"/>
                    </a:lnTo>
                    <a:lnTo>
                      <a:pt x="109347" y="256365"/>
                    </a:lnTo>
                    <a:lnTo>
                      <a:pt x="116347" y="255793"/>
                    </a:lnTo>
                    <a:lnTo>
                      <a:pt x="121920" y="254079"/>
                    </a:lnTo>
                    <a:lnTo>
                      <a:pt x="128016" y="251031"/>
                    </a:lnTo>
                    <a:lnTo>
                      <a:pt x="128016" y="247983"/>
                    </a:lnTo>
                    <a:lnTo>
                      <a:pt x="121920" y="247983"/>
                    </a:lnTo>
                    <a:lnTo>
                      <a:pt x="115824" y="254079"/>
                    </a:lnTo>
                    <a:lnTo>
                      <a:pt x="110013" y="261985"/>
                    </a:lnTo>
                    <a:lnTo>
                      <a:pt x="98821" y="305133"/>
                    </a:lnTo>
                    <a:lnTo>
                      <a:pt x="97536" y="339423"/>
                    </a:lnTo>
                    <a:lnTo>
                      <a:pt x="97536" y="345519"/>
                    </a:lnTo>
                    <a:lnTo>
                      <a:pt x="100584" y="354663"/>
                    </a:lnTo>
                    <a:lnTo>
                      <a:pt x="91440" y="357711"/>
                    </a:lnTo>
                    <a:lnTo>
                      <a:pt x="83105" y="361235"/>
                    </a:lnTo>
                    <a:lnTo>
                      <a:pt x="72771" y="363045"/>
                    </a:lnTo>
                    <a:lnTo>
                      <a:pt x="61864" y="363712"/>
                    </a:lnTo>
                    <a:lnTo>
                      <a:pt x="51816" y="363807"/>
                    </a:lnTo>
                    <a:lnTo>
                      <a:pt x="48482" y="362331"/>
                    </a:lnTo>
                    <a:lnTo>
                      <a:pt x="50292" y="358854"/>
                    </a:lnTo>
                    <a:lnTo>
                      <a:pt x="54387" y="354806"/>
                    </a:lnTo>
                    <a:lnTo>
                      <a:pt x="57912" y="351615"/>
                    </a:lnTo>
                  </a:path>
                  <a:path extrusionOk="0" h="498475" w="261620">
                    <a:moveTo>
                      <a:pt x="259080" y="52911"/>
                    </a:moveTo>
                    <a:lnTo>
                      <a:pt x="260794" y="71199"/>
                    </a:lnTo>
                    <a:lnTo>
                      <a:pt x="261366" y="89487"/>
                    </a:lnTo>
                    <a:lnTo>
                      <a:pt x="260794" y="107775"/>
                    </a:lnTo>
                    <a:lnTo>
                      <a:pt x="253984" y="155828"/>
                    </a:lnTo>
                    <a:lnTo>
                      <a:pt x="241506" y="216503"/>
                    </a:lnTo>
                    <a:lnTo>
                      <a:pt x="225552" y="282273"/>
                    </a:lnTo>
                    <a:lnTo>
                      <a:pt x="216408" y="316563"/>
                    </a:lnTo>
                    <a:lnTo>
                      <a:pt x="207264" y="350853"/>
                    </a:lnTo>
                    <a:lnTo>
                      <a:pt x="198120" y="385143"/>
                    </a:lnTo>
                    <a:lnTo>
                      <a:pt x="193119" y="407527"/>
                    </a:lnTo>
                    <a:lnTo>
                      <a:pt x="187833" y="429339"/>
                    </a:lnTo>
                    <a:lnTo>
                      <a:pt x="183118" y="451151"/>
                    </a:lnTo>
                    <a:lnTo>
                      <a:pt x="179832" y="473535"/>
                    </a:lnTo>
                    <a:lnTo>
                      <a:pt x="176784" y="479631"/>
                    </a:lnTo>
                    <a:lnTo>
                      <a:pt x="176784" y="488775"/>
                    </a:lnTo>
                    <a:lnTo>
                      <a:pt x="176784" y="494871"/>
                    </a:lnTo>
                    <a:lnTo>
                      <a:pt x="176784" y="497919"/>
                    </a:lnTo>
                    <a:lnTo>
                      <a:pt x="176784" y="488775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7" name="Google Shape;2217;p18"/>
            <p:cNvGrpSpPr/>
            <p:nvPr/>
          </p:nvGrpSpPr>
          <p:grpSpPr>
            <a:xfrm>
              <a:off x="8725186" y="4111751"/>
              <a:ext cx="364584" cy="509270"/>
              <a:chOff x="8725186" y="4111751"/>
              <a:chExt cx="364584" cy="509270"/>
            </a:xfrm>
          </p:grpSpPr>
          <p:pic>
            <p:nvPicPr>
              <p:cNvPr id="2218" name="Google Shape;2218;p18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8725186" y="4389120"/>
                <a:ext cx="146112" cy="1535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19" name="Google Shape;2219;p18"/>
              <p:cNvSpPr/>
              <p:nvPr/>
            </p:nvSpPr>
            <p:spPr>
              <a:xfrm>
                <a:off x="8921495" y="4111751"/>
                <a:ext cx="168275" cy="509270"/>
              </a:xfrm>
              <a:custGeom>
                <a:rect b="b" l="l" r="r" t="t"/>
                <a:pathLst>
                  <a:path extrusionOk="0" h="509270" w="168275">
                    <a:moveTo>
                      <a:pt x="0" y="0"/>
                    </a:moveTo>
                    <a:lnTo>
                      <a:pt x="16287" y="3476"/>
                    </a:lnTo>
                    <a:lnTo>
                      <a:pt x="29718" y="9525"/>
                    </a:lnTo>
                    <a:lnTo>
                      <a:pt x="42005" y="18430"/>
                    </a:lnTo>
                    <a:lnTo>
                      <a:pt x="54864" y="30480"/>
                    </a:lnTo>
                    <a:lnTo>
                      <a:pt x="83343" y="55054"/>
                    </a:lnTo>
                    <a:lnTo>
                      <a:pt x="131159" y="114490"/>
                    </a:lnTo>
                    <a:lnTo>
                      <a:pt x="149352" y="149351"/>
                    </a:lnTo>
                    <a:lnTo>
                      <a:pt x="166116" y="209550"/>
                    </a:lnTo>
                    <a:lnTo>
                      <a:pt x="168211" y="241935"/>
                    </a:lnTo>
                    <a:lnTo>
                      <a:pt x="164592" y="274320"/>
                    </a:lnTo>
                    <a:lnTo>
                      <a:pt x="155114" y="305752"/>
                    </a:lnTo>
                    <a:lnTo>
                      <a:pt x="141351" y="336042"/>
                    </a:lnTo>
                    <a:lnTo>
                      <a:pt x="124729" y="365188"/>
                    </a:lnTo>
                    <a:lnTo>
                      <a:pt x="106680" y="393192"/>
                    </a:lnTo>
                    <a:lnTo>
                      <a:pt x="89582" y="422386"/>
                    </a:lnTo>
                    <a:lnTo>
                      <a:pt x="70485" y="450723"/>
                    </a:lnTo>
                    <a:lnTo>
                      <a:pt x="49673" y="478488"/>
                    </a:lnTo>
                    <a:lnTo>
                      <a:pt x="27432" y="505968"/>
                    </a:lnTo>
                    <a:lnTo>
                      <a:pt x="24384" y="505968"/>
                    </a:lnTo>
                    <a:lnTo>
                      <a:pt x="24384" y="509016"/>
                    </a:lnTo>
                    <a:lnTo>
                      <a:pt x="24384" y="499872"/>
                    </a:lnTo>
                    <a:lnTo>
                      <a:pt x="27432" y="493776"/>
                    </a:lnTo>
                    <a:lnTo>
                      <a:pt x="27432" y="487680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0" name="Google Shape;2220;p18"/>
            <p:cNvSpPr/>
            <p:nvPr/>
          </p:nvSpPr>
          <p:spPr>
            <a:xfrm>
              <a:off x="9250680" y="4319015"/>
              <a:ext cx="3175" cy="3175"/>
            </a:xfrm>
            <a:custGeom>
              <a:rect b="b" l="l" r="r" t="t"/>
              <a:pathLst>
                <a:path extrusionOk="0" h="3175" w="3175">
                  <a:moveTo>
                    <a:pt x="3047" y="0"/>
                  </a:moveTo>
                  <a:lnTo>
                    <a:pt x="3047" y="3048"/>
                  </a:lnTo>
                  <a:lnTo>
                    <a:pt x="0" y="3048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21" name="Google Shape;2221;p18"/>
            <p:cNvGrpSpPr/>
            <p:nvPr/>
          </p:nvGrpSpPr>
          <p:grpSpPr>
            <a:xfrm>
              <a:off x="9406128" y="4072128"/>
              <a:ext cx="427355" cy="301750"/>
              <a:chOff x="9406128" y="4072128"/>
              <a:chExt cx="427355" cy="301750"/>
            </a:xfrm>
          </p:grpSpPr>
          <p:pic>
            <p:nvPicPr>
              <p:cNvPr id="2222" name="Google Shape;2222;p18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9406128" y="4184904"/>
                <a:ext cx="106869" cy="188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3" name="Google Shape;2223;p18"/>
              <p:cNvSpPr/>
              <p:nvPr/>
            </p:nvSpPr>
            <p:spPr>
              <a:xfrm>
                <a:off x="9552146" y="4117848"/>
                <a:ext cx="46355" cy="252729"/>
              </a:xfrm>
              <a:custGeom>
                <a:rect b="b" l="l" r="r" t="t"/>
                <a:pathLst>
                  <a:path extrusionOk="0" h="252729" w="46354">
                    <a:moveTo>
                      <a:pt x="27717" y="0"/>
                    </a:moveTo>
                    <a:lnTo>
                      <a:pt x="9286" y="49291"/>
                    </a:lnTo>
                    <a:lnTo>
                      <a:pt x="2857" y="94011"/>
                    </a:lnTo>
                    <a:lnTo>
                      <a:pt x="381" y="146780"/>
                    </a:lnTo>
                    <a:lnTo>
                      <a:pt x="285" y="173736"/>
                    </a:lnTo>
                    <a:lnTo>
                      <a:pt x="0" y="191976"/>
                    </a:lnTo>
                    <a:lnTo>
                      <a:pt x="9429" y="243839"/>
                    </a:lnTo>
                    <a:lnTo>
                      <a:pt x="27718" y="252222"/>
                    </a:lnTo>
                    <a:lnTo>
                      <a:pt x="36861" y="250698"/>
                    </a:lnTo>
                    <a:lnTo>
                      <a:pt x="46005" y="246887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24" name="Google Shape;2224;p18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9627442" y="4157472"/>
                <a:ext cx="123109" cy="1343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5" name="Google Shape;2225;p18"/>
              <p:cNvSpPr/>
              <p:nvPr/>
            </p:nvSpPr>
            <p:spPr>
              <a:xfrm>
                <a:off x="9741408" y="4072128"/>
                <a:ext cx="92075" cy="253365"/>
              </a:xfrm>
              <a:custGeom>
                <a:rect b="b" l="l" r="r" t="t"/>
                <a:pathLst>
                  <a:path extrusionOk="0" h="253364" w="92075">
                    <a:moveTo>
                      <a:pt x="21335" y="0"/>
                    </a:moveTo>
                    <a:lnTo>
                      <a:pt x="54340" y="21859"/>
                    </a:lnTo>
                    <a:lnTo>
                      <a:pt x="85725" y="68199"/>
                    </a:lnTo>
                    <a:lnTo>
                      <a:pt x="91439" y="112775"/>
                    </a:lnTo>
                    <a:lnTo>
                      <a:pt x="91487" y="132873"/>
                    </a:lnTo>
                    <a:lnTo>
                      <a:pt x="87249" y="152400"/>
                    </a:lnTo>
                    <a:lnTo>
                      <a:pt x="67055" y="192024"/>
                    </a:lnTo>
                    <a:lnTo>
                      <a:pt x="43052" y="221742"/>
                    </a:lnTo>
                    <a:lnTo>
                      <a:pt x="12191" y="246887"/>
                    </a:lnTo>
                    <a:lnTo>
                      <a:pt x="9145" y="249936"/>
                    </a:lnTo>
                    <a:lnTo>
                      <a:pt x="3047" y="249936"/>
                    </a:lnTo>
                    <a:lnTo>
                      <a:pt x="0" y="252984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6" name="Google Shape;2226;p18"/>
            <p:cNvGrpSpPr/>
            <p:nvPr/>
          </p:nvGrpSpPr>
          <p:grpSpPr>
            <a:xfrm>
              <a:off x="4020074" y="5529072"/>
              <a:ext cx="682988" cy="301750"/>
              <a:chOff x="4020074" y="5529072"/>
              <a:chExt cx="682988" cy="301750"/>
            </a:xfrm>
          </p:grpSpPr>
          <p:pic>
            <p:nvPicPr>
              <p:cNvPr id="2227" name="Google Shape;2227;p18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4020074" y="5666232"/>
                <a:ext cx="85818" cy="1645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8" name="Google Shape;2228;p18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4126992" y="5586983"/>
                <a:ext cx="432814" cy="2048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9" name="Google Shape;2229;p18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4587240" y="5529072"/>
                <a:ext cx="115822" cy="1883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4" name="Google Shape;2234;p19"/>
          <p:cNvGrpSpPr/>
          <p:nvPr/>
        </p:nvGrpSpPr>
        <p:grpSpPr>
          <a:xfrm>
            <a:off x="2779645" y="481891"/>
            <a:ext cx="5921500" cy="1781690"/>
            <a:chOff x="4155950" y="539734"/>
            <a:chExt cx="5921500" cy="1781690"/>
          </a:xfrm>
        </p:grpSpPr>
        <p:pic>
          <p:nvPicPr>
            <p:cNvPr id="2235" name="Google Shape;223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55950" y="1007115"/>
              <a:ext cx="243669" cy="333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6" name="Google Shape;2236;p19"/>
            <p:cNvSpPr/>
            <p:nvPr/>
          </p:nvSpPr>
          <p:spPr>
            <a:xfrm>
              <a:off x="4837268" y="844962"/>
              <a:ext cx="289449" cy="1476462"/>
            </a:xfrm>
            <a:custGeom>
              <a:rect b="b" l="l" r="r" t="t"/>
              <a:pathLst>
                <a:path extrusionOk="0" h="943610" w="206375">
                  <a:moveTo>
                    <a:pt x="87249" y="0"/>
                  </a:moveTo>
                  <a:lnTo>
                    <a:pt x="82200" y="16049"/>
                  </a:lnTo>
                  <a:lnTo>
                    <a:pt x="76581" y="32385"/>
                  </a:lnTo>
                  <a:lnTo>
                    <a:pt x="70961" y="49291"/>
                  </a:lnTo>
                  <a:lnTo>
                    <a:pt x="65912" y="67056"/>
                  </a:lnTo>
                  <a:lnTo>
                    <a:pt x="55054" y="104155"/>
                  </a:lnTo>
                  <a:lnTo>
                    <a:pt x="45338" y="142112"/>
                  </a:lnTo>
                  <a:lnTo>
                    <a:pt x="36766" y="180641"/>
                  </a:lnTo>
                  <a:lnTo>
                    <a:pt x="29337" y="219456"/>
                  </a:lnTo>
                  <a:lnTo>
                    <a:pt x="20764" y="265747"/>
                  </a:lnTo>
                  <a:lnTo>
                    <a:pt x="13335" y="313182"/>
                  </a:lnTo>
                  <a:lnTo>
                    <a:pt x="7048" y="361759"/>
                  </a:lnTo>
                  <a:lnTo>
                    <a:pt x="1905" y="411480"/>
                  </a:lnTo>
                  <a:lnTo>
                    <a:pt x="238" y="455437"/>
                  </a:lnTo>
                  <a:lnTo>
                    <a:pt x="0" y="500253"/>
                  </a:lnTo>
                  <a:lnTo>
                    <a:pt x="1476" y="545639"/>
                  </a:lnTo>
                  <a:lnTo>
                    <a:pt x="4952" y="591312"/>
                  </a:lnTo>
                  <a:lnTo>
                    <a:pt x="10191" y="632936"/>
                  </a:lnTo>
                  <a:lnTo>
                    <a:pt x="17145" y="675131"/>
                  </a:lnTo>
                  <a:lnTo>
                    <a:pt x="26384" y="717327"/>
                  </a:lnTo>
                  <a:lnTo>
                    <a:pt x="38481" y="758951"/>
                  </a:lnTo>
                  <a:lnTo>
                    <a:pt x="65913" y="822198"/>
                  </a:lnTo>
                  <a:lnTo>
                    <a:pt x="102488" y="880872"/>
                  </a:lnTo>
                  <a:lnTo>
                    <a:pt x="134493" y="915542"/>
                  </a:lnTo>
                  <a:lnTo>
                    <a:pt x="175640" y="938784"/>
                  </a:lnTo>
                  <a:lnTo>
                    <a:pt x="199644" y="943070"/>
                  </a:lnTo>
                  <a:lnTo>
                    <a:pt x="206121" y="94183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19"/>
            <p:cNvSpPr/>
            <p:nvPr/>
          </p:nvSpPr>
          <p:spPr>
            <a:xfrm>
              <a:off x="5340106" y="1064343"/>
              <a:ext cx="103311" cy="606085"/>
            </a:xfrm>
            <a:custGeom>
              <a:rect b="b" l="l" r="r" t="t"/>
              <a:pathLst>
                <a:path extrusionOk="0" h="387350" w="73660">
                  <a:moveTo>
                    <a:pt x="73151" y="0"/>
                  </a:moveTo>
                  <a:lnTo>
                    <a:pt x="61341" y="39624"/>
                  </a:lnTo>
                  <a:lnTo>
                    <a:pt x="51815" y="79248"/>
                  </a:lnTo>
                  <a:lnTo>
                    <a:pt x="39624" y="144780"/>
                  </a:lnTo>
                  <a:lnTo>
                    <a:pt x="33813" y="177831"/>
                  </a:lnTo>
                  <a:lnTo>
                    <a:pt x="27431" y="210312"/>
                  </a:lnTo>
                  <a:lnTo>
                    <a:pt x="22431" y="240029"/>
                  </a:lnTo>
                  <a:lnTo>
                    <a:pt x="17145" y="269748"/>
                  </a:lnTo>
                  <a:lnTo>
                    <a:pt x="12430" y="299466"/>
                  </a:lnTo>
                  <a:lnTo>
                    <a:pt x="9143" y="329184"/>
                  </a:lnTo>
                  <a:lnTo>
                    <a:pt x="6858" y="342423"/>
                  </a:lnTo>
                  <a:lnTo>
                    <a:pt x="4572" y="355092"/>
                  </a:lnTo>
                  <a:lnTo>
                    <a:pt x="2286" y="367760"/>
                  </a:lnTo>
                  <a:lnTo>
                    <a:pt x="0" y="381000"/>
                  </a:lnTo>
                  <a:lnTo>
                    <a:pt x="0" y="384048"/>
                  </a:lnTo>
                  <a:lnTo>
                    <a:pt x="0" y="387096"/>
                  </a:lnTo>
                  <a:lnTo>
                    <a:pt x="0" y="381000"/>
                  </a:lnTo>
                  <a:lnTo>
                    <a:pt x="0" y="377951"/>
                  </a:lnTo>
                  <a:lnTo>
                    <a:pt x="0" y="374903"/>
                  </a:lnTo>
                  <a:lnTo>
                    <a:pt x="0" y="371855"/>
                  </a:lnTo>
                  <a:lnTo>
                    <a:pt x="0" y="368808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19"/>
            <p:cNvSpPr/>
            <p:nvPr/>
          </p:nvSpPr>
          <p:spPr>
            <a:xfrm>
              <a:off x="5228959" y="978499"/>
              <a:ext cx="624318" cy="643841"/>
            </a:xfrm>
            <a:custGeom>
              <a:rect b="b" l="l" r="r" t="t"/>
              <a:pathLst>
                <a:path extrusionOk="0" h="411480" w="445135">
                  <a:moveTo>
                    <a:pt x="240791" y="70103"/>
                  </a:moveTo>
                  <a:lnTo>
                    <a:pt x="245411" y="90630"/>
                  </a:lnTo>
                  <a:lnTo>
                    <a:pt x="250317" y="110871"/>
                  </a:lnTo>
                  <a:lnTo>
                    <a:pt x="255793" y="130540"/>
                  </a:lnTo>
                  <a:lnTo>
                    <a:pt x="262127" y="149351"/>
                  </a:lnTo>
                  <a:lnTo>
                    <a:pt x="268986" y="172688"/>
                  </a:lnTo>
                  <a:lnTo>
                    <a:pt x="275844" y="196595"/>
                  </a:lnTo>
                  <a:lnTo>
                    <a:pt x="282702" y="220503"/>
                  </a:lnTo>
                  <a:lnTo>
                    <a:pt x="289560" y="243839"/>
                  </a:lnTo>
                  <a:lnTo>
                    <a:pt x="296370" y="266223"/>
                  </a:lnTo>
                  <a:lnTo>
                    <a:pt x="302895" y="288035"/>
                  </a:lnTo>
                  <a:lnTo>
                    <a:pt x="308848" y="309848"/>
                  </a:lnTo>
                  <a:lnTo>
                    <a:pt x="313944" y="332231"/>
                  </a:lnTo>
                  <a:lnTo>
                    <a:pt x="318563" y="345947"/>
                  </a:lnTo>
                  <a:lnTo>
                    <a:pt x="323469" y="359663"/>
                  </a:lnTo>
                  <a:lnTo>
                    <a:pt x="328945" y="373379"/>
                  </a:lnTo>
                  <a:lnTo>
                    <a:pt x="335279" y="387095"/>
                  </a:lnTo>
                  <a:lnTo>
                    <a:pt x="335279" y="393191"/>
                  </a:lnTo>
                  <a:lnTo>
                    <a:pt x="338327" y="399288"/>
                  </a:lnTo>
                  <a:lnTo>
                    <a:pt x="341375" y="405384"/>
                  </a:lnTo>
                  <a:lnTo>
                    <a:pt x="341375" y="408431"/>
                  </a:lnTo>
                  <a:lnTo>
                    <a:pt x="344424" y="411479"/>
                  </a:lnTo>
                  <a:lnTo>
                    <a:pt x="341375" y="408431"/>
                  </a:lnTo>
                  <a:lnTo>
                    <a:pt x="341375" y="405384"/>
                  </a:lnTo>
                  <a:lnTo>
                    <a:pt x="338327" y="402336"/>
                  </a:lnTo>
                </a:path>
                <a:path extrusionOk="0" h="411480" w="445135">
                  <a:moveTo>
                    <a:pt x="0" y="57912"/>
                  </a:moveTo>
                  <a:lnTo>
                    <a:pt x="16097" y="49053"/>
                  </a:lnTo>
                  <a:lnTo>
                    <a:pt x="32765" y="44196"/>
                  </a:lnTo>
                  <a:lnTo>
                    <a:pt x="50577" y="41624"/>
                  </a:lnTo>
                  <a:lnTo>
                    <a:pt x="70103" y="39624"/>
                  </a:lnTo>
                  <a:lnTo>
                    <a:pt x="104393" y="35575"/>
                  </a:lnTo>
                  <a:lnTo>
                    <a:pt x="138683" y="32384"/>
                  </a:lnTo>
                  <a:lnTo>
                    <a:pt x="172973" y="29765"/>
                  </a:lnTo>
                  <a:lnTo>
                    <a:pt x="207263" y="27431"/>
                  </a:lnTo>
                  <a:lnTo>
                    <a:pt x="243839" y="25098"/>
                  </a:lnTo>
                  <a:lnTo>
                    <a:pt x="280415" y="22478"/>
                  </a:lnTo>
                  <a:lnTo>
                    <a:pt x="353567" y="15239"/>
                  </a:lnTo>
                  <a:lnTo>
                    <a:pt x="397763" y="8762"/>
                  </a:lnTo>
                  <a:lnTo>
                    <a:pt x="441960" y="0"/>
                  </a:lnTo>
                  <a:lnTo>
                    <a:pt x="445008" y="0"/>
                  </a:lnTo>
                  <a:lnTo>
                    <a:pt x="438912" y="3048"/>
                  </a:lnTo>
                  <a:lnTo>
                    <a:pt x="438912" y="6095"/>
                  </a:lnTo>
                  <a:lnTo>
                    <a:pt x="429767" y="9143"/>
                  </a:lnTo>
                  <a:lnTo>
                    <a:pt x="420624" y="12191"/>
                  </a:lnTo>
                  <a:lnTo>
                    <a:pt x="417575" y="12191"/>
                  </a:lnTo>
                  <a:lnTo>
                    <a:pt x="411479" y="15239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9" name="Google Shape;2239;p19"/>
            <p:cNvGrpSpPr/>
            <p:nvPr/>
          </p:nvGrpSpPr>
          <p:grpSpPr>
            <a:xfrm>
              <a:off x="5231497" y="1856031"/>
              <a:ext cx="335536" cy="244344"/>
              <a:chOff x="5354098" y="2755392"/>
              <a:chExt cx="239235" cy="156161"/>
            </a:xfrm>
          </p:grpSpPr>
          <p:pic>
            <p:nvPicPr>
              <p:cNvPr id="2240" name="Google Shape;2240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354098" y="2755392"/>
                <a:ext cx="65244" cy="1561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1" name="Google Shape;2241;p19"/>
              <p:cNvSpPr/>
              <p:nvPr/>
            </p:nvSpPr>
            <p:spPr>
              <a:xfrm>
                <a:off x="5465063" y="2804160"/>
                <a:ext cx="128270" cy="86995"/>
              </a:xfrm>
              <a:custGeom>
                <a:rect b="b" l="l" r="r" t="t"/>
                <a:pathLst>
                  <a:path extrusionOk="0" h="86994" w="128270">
                    <a:moveTo>
                      <a:pt x="0" y="27431"/>
                    </a:moveTo>
                    <a:lnTo>
                      <a:pt x="6858" y="28765"/>
                    </a:lnTo>
                    <a:lnTo>
                      <a:pt x="13716" y="28955"/>
                    </a:lnTo>
                    <a:lnTo>
                      <a:pt x="20574" y="29146"/>
                    </a:lnTo>
                    <a:lnTo>
                      <a:pt x="27432" y="30479"/>
                    </a:lnTo>
                    <a:lnTo>
                      <a:pt x="30480" y="30479"/>
                    </a:lnTo>
                    <a:lnTo>
                      <a:pt x="33527" y="33527"/>
                    </a:lnTo>
                  </a:path>
                  <a:path extrusionOk="0" h="86994" w="128270">
                    <a:moveTo>
                      <a:pt x="21336" y="85343"/>
                    </a:moveTo>
                    <a:lnTo>
                      <a:pt x="30479" y="85772"/>
                    </a:lnTo>
                    <a:lnTo>
                      <a:pt x="39624" y="86486"/>
                    </a:lnTo>
                    <a:lnTo>
                      <a:pt x="48768" y="86629"/>
                    </a:lnTo>
                    <a:lnTo>
                      <a:pt x="57912" y="85343"/>
                    </a:lnTo>
                    <a:lnTo>
                      <a:pt x="67056" y="85343"/>
                    </a:lnTo>
                    <a:lnTo>
                      <a:pt x="70103" y="85343"/>
                    </a:lnTo>
                    <a:lnTo>
                      <a:pt x="73151" y="82295"/>
                    </a:lnTo>
                  </a:path>
                  <a:path extrusionOk="0" h="86994" w="128270">
                    <a:moveTo>
                      <a:pt x="124968" y="0"/>
                    </a:moveTo>
                    <a:lnTo>
                      <a:pt x="124968" y="10953"/>
                    </a:lnTo>
                    <a:lnTo>
                      <a:pt x="124968" y="21336"/>
                    </a:lnTo>
                    <a:lnTo>
                      <a:pt x="124968" y="31718"/>
                    </a:lnTo>
                    <a:lnTo>
                      <a:pt x="124968" y="42672"/>
                    </a:lnTo>
                    <a:lnTo>
                      <a:pt x="126730" y="50006"/>
                    </a:lnTo>
                    <a:lnTo>
                      <a:pt x="127634" y="57912"/>
                    </a:lnTo>
                    <a:lnTo>
                      <a:pt x="127968" y="65817"/>
                    </a:lnTo>
                    <a:lnTo>
                      <a:pt x="128015" y="73151"/>
                    </a:lnTo>
                    <a:lnTo>
                      <a:pt x="128015" y="7620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42" name="Google Shape;2242;p19"/>
            <p:cNvSpPr/>
            <p:nvPr/>
          </p:nvSpPr>
          <p:spPr>
            <a:xfrm>
              <a:off x="5404230" y="827674"/>
              <a:ext cx="111326" cy="127178"/>
            </a:xfrm>
            <a:custGeom>
              <a:rect b="b" l="l" r="r" t="t"/>
              <a:pathLst>
                <a:path extrusionOk="0" h="81280" w="79375">
                  <a:moveTo>
                    <a:pt x="3048" y="1905"/>
                  </a:moveTo>
                  <a:lnTo>
                    <a:pt x="3048" y="1905"/>
                  </a:lnTo>
                  <a:lnTo>
                    <a:pt x="3048" y="74247"/>
                  </a:lnTo>
                  <a:lnTo>
                    <a:pt x="3048" y="81153"/>
                  </a:lnTo>
                </a:path>
                <a:path extrusionOk="0" h="81280" w="79375">
                  <a:moveTo>
                    <a:pt x="0" y="20193"/>
                  </a:moveTo>
                  <a:lnTo>
                    <a:pt x="41148" y="0"/>
                  </a:lnTo>
                  <a:lnTo>
                    <a:pt x="51339" y="1476"/>
                  </a:lnTo>
                  <a:lnTo>
                    <a:pt x="79248" y="38481"/>
                  </a:lnTo>
                  <a:lnTo>
                    <a:pt x="79200" y="48053"/>
                  </a:lnTo>
                  <a:lnTo>
                    <a:pt x="78866" y="57912"/>
                  </a:lnTo>
                  <a:lnTo>
                    <a:pt x="77962" y="67198"/>
                  </a:lnTo>
                  <a:lnTo>
                    <a:pt x="76200" y="75057"/>
                  </a:lnTo>
                  <a:lnTo>
                    <a:pt x="76200" y="78105"/>
                  </a:lnTo>
                  <a:lnTo>
                    <a:pt x="73152" y="78105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3" name="Google Shape;2243;p19"/>
            <p:cNvSpPr/>
            <p:nvPr/>
          </p:nvSpPr>
          <p:spPr>
            <a:xfrm>
              <a:off x="6071121" y="968961"/>
              <a:ext cx="124686" cy="23846"/>
            </a:xfrm>
            <a:custGeom>
              <a:rect b="b" l="l" r="r" t="t"/>
              <a:pathLst>
                <a:path extrusionOk="0" h="15239" w="88900">
                  <a:moveTo>
                    <a:pt x="0" y="15239"/>
                  </a:moveTo>
                  <a:lnTo>
                    <a:pt x="13715" y="12477"/>
                  </a:lnTo>
                  <a:lnTo>
                    <a:pt x="27431" y="9144"/>
                  </a:lnTo>
                  <a:lnTo>
                    <a:pt x="41147" y="5810"/>
                  </a:lnTo>
                  <a:lnTo>
                    <a:pt x="54863" y="3048"/>
                  </a:lnTo>
                  <a:lnTo>
                    <a:pt x="63484" y="2571"/>
                  </a:lnTo>
                  <a:lnTo>
                    <a:pt x="71246" y="1524"/>
                  </a:lnTo>
                  <a:lnTo>
                    <a:pt x="78438" y="476"/>
                  </a:lnTo>
                  <a:lnTo>
                    <a:pt x="85343" y="0"/>
                  </a:lnTo>
                  <a:lnTo>
                    <a:pt x="88391" y="0"/>
                  </a:lnTo>
                  <a:lnTo>
                    <a:pt x="85343" y="3048"/>
                  </a:lnTo>
                  <a:lnTo>
                    <a:pt x="82295" y="3048"/>
                  </a:lnTo>
                  <a:lnTo>
                    <a:pt x="79247" y="6096"/>
                  </a:lnTo>
                  <a:lnTo>
                    <a:pt x="76200" y="6096"/>
                  </a:lnTo>
                  <a:lnTo>
                    <a:pt x="73151" y="3048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4" name="Google Shape;2244;p19"/>
            <p:cNvGrpSpPr/>
            <p:nvPr/>
          </p:nvGrpSpPr>
          <p:grpSpPr>
            <a:xfrm>
              <a:off x="6312119" y="552475"/>
              <a:ext cx="1067844" cy="564132"/>
              <a:chOff x="6124574" y="1922287"/>
              <a:chExt cx="761365" cy="360538"/>
            </a:xfrm>
          </p:grpSpPr>
          <p:sp>
            <p:nvSpPr>
              <p:cNvPr id="2245" name="Google Shape;2245;p19"/>
              <p:cNvSpPr/>
              <p:nvPr/>
            </p:nvSpPr>
            <p:spPr>
              <a:xfrm>
                <a:off x="6124574" y="2042160"/>
                <a:ext cx="72390" cy="240665"/>
              </a:xfrm>
              <a:custGeom>
                <a:rect b="b" l="l" r="r" t="t"/>
                <a:pathLst>
                  <a:path extrusionOk="0" h="240664" w="72389">
                    <a:moveTo>
                      <a:pt x="20192" y="0"/>
                    </a:moveTo>
                    <a:lnTo>
                      <a:pt x="12191" y="24669"/>
                    </a:lnTo>
                    <a:lnTo>
                      <a:pt x="6476" y="48767"/>
                    </a:lnTo>
                    <a:lnTo>
                      <a:pt x="3048" y="72866"/>
                    </a:lnTo>
                    <a:lnTo>
                      <a:pt x="1904" y="97536"/>
                    </a:lnTo>
                    <a:lnTo>
                      <a:pt x="238" y="120872"/>
                    </a:lnTo>
                    <a:lnTo>
                      <a:pt x="1476" y="168687"/>
                    </a:lnTo>
                    <a:lnTo>
                      <a:pt x="13715" y="215646"/>
                    </a:lnTo>
                    <a:lnTo>
                      <a:pt x="47625" y="240411"/>
                    </a:lnTo>
                    <a:lnTo>
                      <a:pt x="56769" y="239410"/>
                    </a:lnTo>
                    <a:lnTo>
                      <a:pt x="65912" y="234695"/>
                    </a:lnTo>
                    <a:lnTo>
                      <a:pt x="68961" y="231648"/>
                    </a:lnTo>
                    <a:lnTo>
                      <a:pt x="72009" y="22860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46" name="Google Shape;2246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193536" y="2072640"/>
                <a:ext cx="134110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47" name="Google Shape;2247;p19"/>
              <p:cNvSpPr/>
              <p:nvPr/>
            </p:nvSpPr>
            <p:spPr>
              <a:xfrm>
                <a:off x="6382511" y="1947672"/>
                <a:ext cx="295910" cy="180340"/>
              </a:xfrm>
              <a:custGeom>
                <a:rect b="b" l="l" r="r" t="t"/>
                <a:pathLst>
                  <a:path extrusionOk="0" h="180339" w="295909">
                    <a:moveTo>
                      <a:pt x="0" y="167639"/>
                    </a:moveTo>
                    <a:lnTo>
                      <a:pt x="9096" y="167068"/>
                    </a:lnTo>
                    <a:lnTo>
                      <a:pt x="17907" y="165353"/>
                    </a:lnTo>
                    <a:lnTo>
                      <a:pt x="26146" y="162496"/>
                    </a:lnTo>
                    <a:lnTo>
                      <a:pt x="33527" y="158495"/>
                    </a:lnTo>
                    <a:lnTo>
                      <a:pt x="39624" y="158495"/>
                    </a:lnTo>
                    <a:lnTo>
                      <a:pt x="42672" y="155448"/>
                    </a:lnTo>
                    <a:lnTo>
                      <a:pt x="45720" y="152400"/>
                    </a:lnTo>
                  </a:path>
                  <a:path extrusionOk="0" h="180339" w="295909">
                    <a:moveTo>
                      <a:pt x="76200" y="118872"/>
                    </a:moveTo>
                    <a:lnTo>
                      <a:pt x="76247" y="126206"/>
                    </a:lnTo>
                    <a:lnTo>
                      <a:pt x="76581" y="134112"/>
                    </a:lnTo>
                    <a:lnTo>
                      <a:pt x="77485" y="142017"/>
                    </a:lnTo>
                    <a:lnTo>
                      <a:pt x="79248" y="149351"/>
                    </a:lnTo>
                    <a:lnTo>
                      <a:pt x="79248" y="158495"/>
                    </a:lnTo>
                    <a:lnTo>
                      <a:pt x="82296" y="167639"/>
                    </a:lnTo>
                    <a:lnTo>
                      <a:pt x="85343" y="173736"/>
                    </a:lnTo>
                    <a:lnTo>
                      <a:pt x="88391" y="176783"/>
                    </a:lnTo>
                    <a:lnTo>
                      <a:pt x="91439" y="176783"/>
                    </a:lnTo>
                    <a:lnTo>
                      <a:pt x="94487" y="170687"/>
                    </a:lnTo>
                    <a:lnTo>
                      <a:pt x="94487" y="167639"/>
                    </a:lnTo>
                    <a:lnTo>
                      <a:pt x="97536" y="161543"/>
                    </a:lnTo>
                    <a:lnTo>
                      <a:pt x="100584" y="155448"/>
                    </a:lnTo>
                    <a:lnTo>
                      <a:pt x="100584" y="152400"/>
                    </a:lnTo>
                    <a:lnTo>
                      <a:pt x="106679" y="149351"/>
                    </a:lnTo>
                    <a:lnTo>
                      <a:pt x="109727" y="149351"/>
                    </a:lnTo>
                    <a:lnTo>
                      <a:pt x="115824" y="158495"/>
                    </a:lnTo>
                    <a:lnTo>
                      <a:pt x="118872" y="161543"/>
                    </a:lnTo>
                    <a:lnTo>
                      <a:pt x="123491" y="166068"/>
                    </a:lnTo>
                    <a:lnTo>
                      <a:pt x="128397" y="170306"/>
                    </a:lnTo>
                    <a:lnTo>
                      <a:pt x="133873" y="173974"/>
                    </a:lnTo>
                    <a:lnTo>
                      <a:pt x="140208" y="176783"/>
                    </a:lnTo>
                    <a:lnTo>
                      <a:pt x="143255" y="176783"/>
                    </a:lnTo>
                    <a:lnTo>
                      <a:pt x="155448" y="179831"/>
                    </a:lnTo>
                    <a:lnTo>
                      <a:pt x="158496" y="176783"/>
                    </a:lnTo>
                    <a:lnTo>
                      <a:pt x="164591" y="173736"/>
                    </a:lnTo>
                    <a:lnTo>
                      <a:pt x="164591" y="161543"/>
                    </a:lnTo>
                    <a:lnTo>
                      <a:pt x="164591" y="155448"/>
                    </a:lnTo>
                    <a:lnTo>
                      <a:pt x="164068" y="146780"/>
                    </a:lnTo>
                    <a:lnTo>
                      <a:pt x="162687" y="138684"/>
                    </a:lnTo>
                    <a:lnTo>
                      <a:pt x="160734" y="130587"/>
                    </a:lnTo>
                    <a:lnTo>
                      <a:pt x="158496" y="121919"/>
                    </a:lnTo>
                    <a:lnTo>
                      <a:pt x="155448" y="109727"/>
                    </a:lnTo>
                    <a:lnTo>
                      <a:pt x="155448" y="106679"/>
                    </a:lnTo>
                    <a:lnTo>
                      <a:pt x="155448" y="97536"/>
                    </a:lnTo>
                  </a:path>
                  <a:path extrusionOk="0" h="180339" w="295909">
                    <a:moveTo>
                      <a:pt x="152400" y="12191"/>
                    </a:moveTo>
                    <a:lnTo>
                      <a:pt x="159257" y="9905"/>
                    </a:lnTo>
                    <a:lnTo>
                      <a:pt x="166115" y="7619"/>
                    </a:lnTo>
                    <a:lnTo>
                      <a:pt x="172974" y="5333"/>
                    </a:lnTo>
                    <a:lnTo>
                      <a:pt x="179832" y="3048"/>
                    </a:lnTo>
                    <a:lnTo>
                      <a:pt x="182879" y="3048"/>
                    </a:lnTo>
                    <a:lnTo>
                      <a:pt x="185927" y="0"/>
                    </a:lnTo>
                    <a:lnTo>
                      <a:pt x="182879" y="0"/>
                    </a:lnTo>
                    <a:lnTo>
                      <a:pt x="179832" y="3048"/>
                    </a:lnTo>
                    <a:lnTo>
                      <a:pt x="176784" y="9143"/>
                    </a:lnTo>
                    <a:lnTo>
                      <a:pt x="175021" y="16001"/>
                    </a:lnTo>
                    <a:lnTo>
                      <a:pt x="174116" y="22860"/>
                    </a:lnTo>
                    <a:lnTo>
                      <a:pt x="173783" y="29718"/>
                    </a:lnTo>
                    <a:lnTo>
                      <a:pt x="173736" y="36575"/>
                    </a:lnTo>
                    <a:lnTo>
                      <a:pt x="173783" y="43862"/>
                    </a:lnTo>
                    <a:lnTo>
                      <a:pt x="174117" y="51434"/>
                    </a:lnTo>
                    <a:lnTo>
                      <a:pt x="175021" y="58435"/>
                    </a:lnTo>
                    <a:lnTo>
                      <a:pt x="176784" y="64007"/>
                    </a:lnTo>
                    <a:lnTo>
                      <a:pt x="179832" y="67055"/>
                    </a:lnTo>
                    <a:lnTo>
                      <a:pt x="179832" y="70103"/>
                    </a:lnTo>
                  </a:path>
                  <a:path extrusionOk="0" h="180339" w="295909">
                    <a:moveTo>
                      <a:pt x="219455" y="73151"/>
                    </a:moveTo>
                    <a:lnTo>
                      <a:pt x="229076" y="72818"/>
                    </a:lnTo>
                    <a:lnTo>
                      <a:pt x="239267" y="72770"/>
                    </a:lnTo>
                    <a:lnTo>
                      <a:pt x="249459" y="74437"/>
                    </a:lnTo>
                    <a:lnTo>
                      <a:pt x="259079" y="79248"/>
                    </a:lnTo>
                    <a:lnTo>
                      <a:pt x="262080" y="85296"/>
                    </a:lnTo>
                    <a:lnTo>
                      <a:pt x="262508" y="93344"/>
                    </a:lnTo>
                    <a:lnTo>
                      <a:pt x="261223" y="101965"/>
                    </a:lnTo>
                    <a:lnTo>
                      <a:pt x="234696" y="137160"/>
                    </a:lnTo>
                    <a:lnTo>
                      <a:pt x="228600" y="143255"/>
                    </a:lnTo>
                    <a:lnTo>
                      <a:pt x="231648" y="140207"/>
                    </a:lnTo>
                    <a:lnTo>
                      <a:pt x="231648" y="137160"/>
                    </a:lnTo>
                  </a:path>
                  <a:path extrusionOk="0" h="180339" w="295909">
                    <a:moveTo>
                      <a:pt x="283463" y="60960"/>
                    </a:moveTo>
                    <a:lnTo>
                      <a:pt x="267795" y="102298"/>
                    </a:lnTo>
                    <a:lnTo>
                      <a:pt x="267081" y="111251"/>
                    </a:lnTo>
                    <a:lnTo>
                      <a:pt x="283463" y="146303"/>
                    </a:lnTo>
                    <a:lnTo>
                      <a:pt x="289560" y="146303"/>
                    </a:lnTo>
                    <a:lnTo>
                      <a:pt x="292608" y="146303"/>
                    </a:lnTo>
                    <a:lnTo>
                      <a:pt x="295655" y="14630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8" name="Google Shape;2248;p19"/>
              <p:cNvSpPr/>
              <p:nvPr/>
            </p:nvSpPr>
            <p:spPr>
              <a:xfrm>
                <a:off x="6708647" y="2036064"/>
                <a:ext cx="21590" cy="24765"/>
              </a:xfrm>
              <a:custGeom>
                <a:rect b="b" l="l" r="r" t="t"/>
                <a:pathLst>
                  <a:path extrusionOk="0" h="24764" w="21590">
                    <a:moveTo>
                      <a:pt x="0" y="6096"/>
                    </a:moveTo>
                    <a:lnTo>
                      <a:pt x="0" y="18287"/>
                    </a:lnTo>
                    <a:lnTo>
                      <a:pt x="6096" y="24384"/>
                    </a:lnTo>
                    <a:lnTo>
                      <a:pt x="18288" y="24384"/>
                    </a:lnTo>
                    <a:lnTo>
                      <a:pt x="21336" y="18287"/>
                    </a:lnTo>
                    <a:lnTo>
                      <a:pt x="21336" y="12191"/>
                    </a:lnTo>
                    <a:lnTo>
                      <a:pt x="21336" y="6096"/>
                    </a:lnTo>
                    <a:lnTo>
                      <a:pt x="18288" y="0"/>
                    </a:lnTo>
                    <a:lnTo>
                      <a:pt x="6096" y="0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9" name="Google Shape;2249;p19"/>
              <p:cNvSpPr/>
              <p:nvPr/>
            </p:nvSpPr>
            <p:spPr>
              <a:xfrm>
                <a:off x="6705599" y="1922287"/>
                <a:ext cx="180340" cy="234315"/>
              </a:xfrm>
              <a:custGeom>
                <a:rect b="b" l="l" r="r" t="t"/>
                <a:pathLst>
                  <a:path extrusionOk="0" h="234314" w="180340">
                    <a:moveTo>
                      <a:pt x="3048" y="174736"/>
                    </a:moveTo>
                    <a:lnTo>
                      <a:pt x="1285" y="181641"/>
                    </a:lnTo>
                    <a:lnTo>
                      <a:pt x="381" y="188833"/>
                    </a:lnTo>
                    <a:lnTo>
                      <a:pt x="47" y="196596"/>
                    </a:lnTo>
                    <a:lnTo>
                      <a:pt x="0" y="205216"/>
                    </a:lnTo>
                    <a:lnTo>
                      <a:pt x="0" y="208264"/>
                    </a:lnTo>
                    <a:lnTo>
                      <a:pt x="0" y="214360"/>
                    </a:lnTo>
                    <a:lnTo>
                      <a:pt x="0" y="220456"/>
                    </a:lnTo>
                  </a:path>
                  <a:path extrusionOk="0" h="234314" w="180340">
                    <a:moveTo>
                      <a:pt x="51816" y="22336"/>
                    </a:moveTo>
                    <a:lnTo>
                      <a:pt x="80105" y="60912"/>
                    </a:lnTo>
                    <a:lnTo>
                      <a:pt x="90678" y="115681"/>
                    </a:lnTo>
                    <a:lnTo>
                      <a:pt x="91440" y="156448"/>
                    </a:lnTo>
                    <a:lnTo>
                      <a:pt x="88534" y="172402"/>
                    </a:lnTo>
                    <a:lnTo>
                      <a:pt x="84201" y="188071"/>
                    </a:lnTo>
                    <a:lnTo>
                      <a:pt x="78152" y="203168"/>
                    </a:lnTo>
                    <a:lnTo>
                      <a:pt x="70104" y="217408"/>
                    </a:lnTo>
                    <a:lnTo>
                      <a:pt x="67341" y="223218"/>
                    </a:lnTo>
                    <a:lnTo>
                      <a:pt x="64008" y="229600"/>
                    </a:lnTo>
                    <a:lnTo>
                      <a:pt x="60674" y="233695"/>
                    </a:lnTo>
                    <a:lnTo>
                      <a:pt x="57912" y="232648"/>
                    </a:lnTo>
                    <a:lnTo>
                      <a:pt x="57912" y="229600"/>
                    </a:lnTo>
                  </a:path>
                  <a:path extrusionOk="0" h="234314" w="180340">
                    <a:moveTo>
                      <a:pt x="112776" y="19288"/>
                    </a:moveTo>
                    <a:lnTo>
                      <a:pt x="117967" y="11715"/>
                    </a:lnTo>
                    <a:lnTo>
                      <a:pt x="124587" y="4429"/>
                    </a:lnTo>
                    <a:lnTo>
                      <a:pt x="132921" y="0"/>
                    </a:lnTo>
                    <a:lnTo>
                      <a:pt x="143256" y="1000"/>
                    </a:lnTo>
                    <a:lnTo>
                      <a:pt x="152400" y="4048"/>
                    </a:lnTo>
                    <a:lnTo>
                      <a:pt x="152400" y="13192"/>
                    </a:lnTo>
                    <a:lnTo>
                      <a:pt x="152400" y="22336"/>
                    </a:lnTo>
                    <a:lnTo>
                      <a:pt x="150066" y="29194"/>
                    </a:lnTo>
                    <a:lnTo>
                      <a:pt x="147447" y="36052"/>
                    </a:lnTo>
                    <a:lnTo>
                      <a:pt x="144256" y="42910"/>
                    </a:lnTo>
                    <a:lnTo>
                      <a:pt x="140208" y="49768"/>
                    </a:lnTo>
                    <a:lnTo>
                      <a:pt x="137160" y="55864"/>
                    </a:lnTo>
                    <a:lnTo>
                      <a:pt x="140208" y="55864"/>
                    </a:lnTo>
                    <a:lnTo>
                      <a:pt x="140208" y="58912"/>
                    </a:lnTo>
                    <a:lnTo>
                      <a:pt x="146304" y="58912"/>
                    </a:lnTo>
                    <a:lnTo>
                      <a:pt x="152400" y="58912"/>
                    </a:lnTo>
                    <a:lnTo>
                      <a:pt x="161544" y="58912"/>
                    </a:lnTo>
                    <a:lnTo>
                      <a:pt x="167640" y="58912"/>
                    </a:lnTo>
                    <a:lnTo>
                      <a:pt x="173736" y="55864"/>
                    </a:lnTo>
                    <a:lnTo>
                      <a:pt x="179832" y="52816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0" name="Google Shape;2250;p19"/>
            <p:cNvSpPr/>
            <p:nvPr/>
          </p:nvSpPr>
          <p:spPr>
            <a:xfrm>
              <a:off x="8670283" y="778193"/>
              <a:ext cx="17812" cy="181825"/>
            </a:xfrm>
            <a:custGeom>
              <a:rect b="b" l="l" r="r" t="t"/>
              <a:pathLst>
                <a:path extrusionOk="0" h="116205" w="12700">
                  <a:moveTo>
                    <a:pt x="0" y="0"/>
                  </a:moveTo>
                  <a:lnTo>
                    <a:pt x="476" y="14239"/>
                  </a:lnTo>
                  <a:lnTo>
                    <a:pt x="1524" y="29336"/>
                  </a:lnTo>
                  <a:lnTo>
                    <a:pt x="2571" y="45005"/>
                  </a:lnTo>
                  <a:lnTo>
                    <a:pt x="3048" y="60959"/>
                  </a:lnTo>
                  <a:lnTo>
                    <a:pt x="5286" y="72437"/>
                  </a:lnTo>
                  <a:lnTo>
                    <a:pt x="7239" y="84200"/>
                  </a:lnTo>
                  <a:lnTo>
                    <a:pt x="8620" y="96535"/>
                  </a:lnTo>
                  <a:lnTo>
                    <a:pt x="9144" y="109727"/>
                  </a:lnTo>
                  <a:lnTo>
                    <a:pt x="9144" y="112775"/>
                  </a:lnTo>
                  <a:lnTo>
                    <a:pt x="9144" y="115823"/>
                  </a:lnTo>
                  <a:lnTo>
                    <a:pt x="12192" y="115823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51" name="Google Shape;225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22361" y="1269420"/>
              <a:ext cx="151356" cy="2628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2" name="Google Shape;2252;p19"/>
            <p:cNvGrpSpPr/>
            <p:nvPr/>
          </p:nvGrpSpPr>
          <p:grpSpPr>
            <a:xfrm>
              <a:off x="6554188" y="988038"/>
              <a:ext cx="660834" cy="367224"/>
              <a:chOff x="6297167" y="2200656"/>
              <a:chExt cx="471170" cy="234694"/>
            </a:xfrm>
          </p:grpSpPr>
          <p:sp>
            <p:nvSpPr>
              <p:cNvPr id="2253" name="Google Shape;2253;p19"/>
              <p:cNvSpPr/>
              <p:nvPr/>
            </p:nvSpPr>
            <p:spPr>
              <a:xfrm>
                <a:off x="6297167" y="2200656"/>
                <a:ext cx="471170" cy="77470"/>
              </a:xfrm>
              <a:custGeom>
                <a:rect b="b" l="l" r="r" t="t"/>
                <a:pathLst>
                  <a:path extrusionOk="0" h="77469" w="471170">
                    <a:moveTo>
                      <a:pt x="0" y="76200"/>
                    </a:moveTo>
                    <a:lnTo>
                      <a:pt x="20097" y="76914"/>
                    </a:lnTo>
                    <a:lnTo>
                      <a:pt x="39624" y="75057"/>
                    </a:lnTo>
                    <a:lnTo>
                      <a:pt x="59150" y="71485"/>
                    </a:lnTo>
                    <a:lnTo>
                      <a:pt x="79248" y="67056"/>
                    </a:lnTo>
                    <a:lnTo>
                      <a:pt x="114061" y="60198"/>
                    </a:lnTo>
                    <a:lnTo>
                      <a:pt x="185975" y="46481"/>
                    </a:lnTo>
                    <a:lnTo>
                      <a:pt x="259080" y="32813"/>
                    </a:lnTo>
                    <a:lnTo>
                      <a:pt x="332232" y="20335"/>
                    </a:lnTo>
                    <a:lnTo>
                      <a:pt x="368808" y="15240"/>
                    </a:lnTo>
                    <a:lnTo>
                      <a:pt x="389858" y="11191"/>
                    </a:lnTo>
                    <a:lnTo>
                      <a:pt x="411480" y="8000"/>
                    </a:lnTo>
                    <a:lnTo>
                      <a:pt x="433101" y="5381"/>
                    </a:lnTo>
                    <a:lnTo>
                      <a:pt x="454152" y="3048"/>
                    </a:lnTo>
                    <a:lnTo>
                      <a:pt x="457819" y="2571"/>
                    </a:lnTo>
                    <a:lnTo>
                      <a:pt x="465201" y="1524"/>
                    </a:lnTo>
                    <a:lnTo>
                      <a:pt x="470868" y="476"/>
                    </a:lnTo>
                    <a:lnTo>
                      <a:pt x="469392" y="0"/>
                    </a:lnTo>
                    <a:lnTo>
                      <a:pt x="462534" y="0"/>
                    </a:lnTo>
                    <a:lnTo>
                      <a:pt x="455675" y="0"/>
                    </a:lnTo>
                    <a:lnTo>
                      <a:pt x="448817" y="0"/>
                    </a:lnTo>
                    <a:lnTo>
                      <a:pt x="441960" y="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54" name="Google Shape;2254;p1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406896" y="2323576"/>
                <a:ext cx="85342" cy="1117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55" name="Google Shape;2255;p19"/>
            <p:cNvSpPr/>
            <p:nvPr/>
          </p:nvSpPr>
          <p:spPr>
            <a:xfrm>
              <a:off x="7456200" y="539734"/>
              <a:ext cx="179904" cy="1411879"/>
            </a:xfrm>
            <a:custGeom>
              <a:rect b="b" l="l" r="r" t="t"/>
              <a:pathLst>
                <a:path extrusionOk="0" h="902335" w="128270">
                  <a:moveTo>
                    <a:pt x="54864" y="0"/>
                  </a:moveTo>
                  <a:lnTo>
                    <a:pt x="84439" y="46720"/>
                  </a:lnTo>
                  <a:lnTo>
                    <a:pt x="100012" y="93678"/>
                  </a:lnTo>
                  <a:lnTo>
                    <a:pt x="113728" y="151876"/>
                  </a:lnTo>
                  <a:lnTo>
                    <a:pt x="122872" y="214121"/>
                  </a:lnTo>
                  <a:lnTo>
                    <a:pt x="127444" y="282701"/>
                  </a:lnTo>
                  <a:lnTo>
                    <a:pt x="128016" y="316991"/>
                  </a:lnTo>
                  <a:lnTo>
                    <a:pt x="127873" y="355377"/>
                  </a:lnTo>
                  <a:lnTo>
                    <a:pt x="126873" y="393191"/>
                  </a:lnTo>
                  <a:lnTo>
                    <a:pt x="124158" y="431006"/>
                  </a:lnTo>
                  <a:lnTo>
                    <a:pt x="118872" y="469391"/>
                  </a:lnTo>
                  <a:lnTo>
                    <a:pt x="113776" y="508206"/>
                  </a:lnTo>
                  <a:lnTo>
                    <a:pt x="107823" y="546734"/>
                  </a:lnTo>
                  <a:lnTo>
                    <a:pt x="101298" y="584692"/>
                  </a:lnTo>
                  <a:lnTo>
                    <a:pt x="94487" y="621791"/>
                  </a:lnTo>
                  <a:lnTo>
                    <a:pt x="89344" y="653795"/>
                  </a:lnTo>
                  <a:lnTo>
                    <a:pt x="75628" y="717803"/>
                  </a:lnTo>
                  <a:lnTo>
                    <a:pt x="59197" y="774430"/>
                  </a:lnTo>
                  <a:lnTo>
                    <a:pt x="40052" y="821388"/>
                  </a:lnTo>
                  <a:lnTo>
                    <a:pt x="30480" y="844295"/>
                  </a:lnTo>
                  <a:lnTo>
                    <a:pt x="25384" y="856202"/>
                  </a:lnTo>
                  <a:lnTo>
                    <a:pt x="19431" y="868679"/>
                  </a:lnTo>
                  <a:lnTo>
                    <a:pt x="12906" y="881157"/>
                  </a:lnTo>
                  <a:lnTo>
                    <a:pt x="6096" y="893063"/>
                  </a:lnTo>
                  <a:lnTo>
                    <a:pt x="6096" y="896111"/>
                  </a:lnTo>
                  <a:lnTo>
                    <a:pt x="6096" y="899159"/>
                  </a:lnTo>
                  <a:lnTo>
                    <a:pt x="3048" y="902207"/>
                  </a:lnTo>
                  <a:lnTo>
                    <a:pt x="0" y="896111"/>
                  </a:lnTo>
                  <a:lnTo>
                    <a:pt x="0" y="893063"/>
                  </a:lnTo>
                  <a:lnTo>
                    <a:pt x="0" y="88696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19"/>
            <p:cNvSpPr/>
            <p:nvPr/>
          </p:nvSpPr>
          <p:spPr>
            <a:xfrm>
              <a:off x="7879418" y="1240805"/>
              <a:ext cx="34734" cy="38750"/>
            </a:xfrm>
            <a:custGeom>
              <a:rect b="b" l="l" r="r" t="t"/>
              <a:pathLst>
                <a:path extrusionOk="0" h="24764" w="24765">
                  <a:moveTo>
                    <a:pt x="0" y="6096"/>
                  </a:moveTo>
                  <a:lnTo>
                    <a:pt x="0" y="18287"/>
                  </a:lnTo>
                  <a:lnTo>
                    <a:pt x="6096" y="24384"/>
                  </a:lnTo>
                  <a:lnTo>
                    <a:pt x="18288" y="24384"/>
                  </a:lnTo>
                  <a:lnTo>
                    <a:pt x="24384" y="18287"/>
                  </a:lnTo>
                  <a:lnTo>
                    <a:pt x="24384" y="12191"/>
                  </a:lnTo>
                  <a:lnTo>
                    <a:pt x="24384" y="6096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19"/>
            <p:cNvSpPr/>
            <p:nvPr/>
          </p:nvSpPr>
          <p:spPr>
            <a:xfrm>
              <a:off x="8080342" y="644656"/>
              <a:ext cx="111326" cy="1379091"/>
            </a:xfrm>
            <a:custGeom>
              <a:rect b="b" l="l" r="r" t="t"/>
              <a:pathLst>
                <a:path extrusionOk="0" h="881380" w="79375">
                  <a:moveTo>
                    <a:pt x="57912" y="0"/>
                  </a:moveTo>
                  <a:lnTo>
                    <a:pt x="55102" y="16001"/>
                  </a:lnTo>
                  <a:lnTo>
                    <a:pt x="51435" y="32003"/>
                  </a:lnTo>
                  <a:lnTo>
                    <a:pt x="47196" y="48005"/>
                  </a:lnTo>
                  <a:lnTo>
                    <a:pt x="42672" y="64008"/>
                  </a:lnTo>
                  <a:lnTo>
                    <a:pt x="34051" y="107442"/>
                  </a:lnTo>
                  <a:lnTo>
                    <a:pt x="26289" y="150876"/>
                  </a:lnTo>
                  <a:lnTo>
                    <a:pt x="19097" y="194310"/>
                  </a:lnTo>
                  <a:lnTo>
                    <a:pt x="12192" y="237744"/>
                  </a:lnTo>
                  <a:lnTo>
                    <a:pt x="6429" y="285273"/>
                  </a:lnTo>
                  <a:lnTo>
                    <a:pt x="2667" y="332232"/>
                  </a:lnTo>
                  <a:lnTo>
                    <a:pt x="619" y="379190"/>
                  </a:lnTo>
                  <a:lnTo>
                    <a:pt x="0" y="426720"/>
                  </a:lnTo>
                  <a:lnTo>
                    <a:pt x="571" y="465105"/>
                  </a:lnTo>
                  <a:lnTo>
                    <a:pt x="2286" y="502919"/>
                  </a:lnTo>
                  <a:lnTo>
                    <a:pt x="5143" y="540734"/>
                  </a:lnTo>
                  <a:lnTo>
                    <a:pt x="9144" y="579120"/>
                  </a:lnTo>
                  <a:lnTo>
                    <a:pt x="11525" y="616124"/>
                  </a:lnTo>
                  <a:lnTo>
                    <a:pt x="18573" y="690133"/>
                  </a:lnTo>
                  <a:lnTo>
                    <a:pt x="29098" y="752332"/>
                  </a:lnTo>
                  <a:lnTo>
                    <a:pt x="41957" y="803862"/>
                  </a:lnTo>
                  <a:lnTo>
                    <a:pt x="56435" y="840438"/>
                  </a:lnTo>
                  <a:lnTo>
                    <a:pt x="76200" y="874776"/>
                  </a:lnTo>
                  <a:lnTo>
                    <a:pt x="76200" y="877824"/>
                  </a:lnTo>
                  <a:lnTo>
                    <a:pt x="79248" y="880872"/>
                  </a:lnTo>
                  <a:lnTo>
                    <a:pt x="78771" y="874013"/>
                  </a:lnTo>
                  <a:lnTo>
                    <a:pt x="77724" y="867155"/>
                  </a:lnTo>
                  <a:lnTo>
                    <a:pt x="76676" y="860297"/>
                  </a:lnTo>
                  <a:lnTo>
                    <a:pt x="76200" y="853439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19"/>
            <p:cNvSpPr/>
            <p:nvPr/>
          </p:nvSpPr>
          <p:spPr>
            <a:xfrm>
              <a:off x="8546309" y="1131112"/>
              <a:ext cx="64124" cy="401407"/>
            </a:xfrm>
            <a:custGeom>
              <a:rect b="b" l="l" r="r" t="t"/>
              <a:pathLst>
                <a:path extrusionOk="0" h="256539" w="45720">
                  <a:moveTo>
                    <a:pt x="45719" y="0"/>
                  </a:moveTo>
                  <a:lnTo>
                    <a:pt x="42957" y="18287"/>
                  </a:lnTo>
                  <a:lnTo>
                    <a:pt x="39623" y="36575"/>
                  </a:lnTo>
                  <a:lnTo>
                    <a:pt x="36290" y="54863"/>
                  </a:lnTo>
                  <a:lnTo>
                    <a:pt x="33527" y="73151"/>
                  </a:lnTo>
                  <a:lnTo>
                    <a:pt x="28479" y="100583"/>
                  </a:lnTo>
                  <a:lnTo>
                    <a:pt x="22859" y="128015"/>
                  </a:lnTo>
                  <a:lnTo>
                    <a:pt x="17240" y="155447"/>
                  </a:lnTo>
                  <a:lnTo>
                    <a:pt x="12191" y="182879"/>
                  </a:lnTo>
                  <a:lnTo>
                    <a:pt x="9429" y="198881"/>
                  </a:lnTo>
                  <a:lnTo>
                    <a:pt x="6095" y="214883"/>
                  </a:lnTo>
                  <a:lnTo>
                    <a:pt x="2762" y="230885"/>
                  </a:lnTo>
                  <a:lnTo>
                    <a:pt x="0" y="246887"/>
                  </a:lnTo>
                  <a:lnTo>
                    <a:pt x="0" y="249936"/>
                  </a:lnTo>
                  <a:lnTo>
                    <a:pt x="0" y="252983"/>
                  </a:lnTo>
                  <a:lnTo>
                    <a:pt x="0" y="256031"/>
                  </a:lnTo>
                  <a:lnTo>
                    <a:pt x="0" y="249936"/>
                  </a:lnTo>
                  <a:lnTo>
                    <a:pt x="0" y="246887"/>
                  </a:lnTo>
                  <a:lnTo>
                    <a:pt x="0" y="240791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19"/>
            <p:cNvSpPr/>
            <p:nvPr/>
          </p:nvSpPr>
          <p:spPr>
            <a:xfrm>
              <a:off x="8465085" y="1054805"/>
              <a:ext cx="436400" cy="429227"/>
            </a:xfrm>
            <a:custGeom>
              <a:rect b="b" l="l" r="r" t="t"/>
              <a:pathLst>
                <a:path extrusionOk="0" h="274319" w="311150">
                  <a:moveTo>
                    <a:pt x="185928" y="64008"/>
                  </a:moveTo>
                  <a:lnTo>
                    <a:pt x="188261" y="80010"/>
                  </a:lnTo>
                  <a:lnTo>
                    <a:pt x="190881" y="96012"/>
                  </a:lnTo>
                  <a:lnTo>
                    <a:pt x="194071" y="112013"/>
                  </a:lnTo>
                  <a:lnTo>
                    <a:pt x="198120" y="128016"/>
                  </a:lnTo>
                  <a:lnTo>
                    <a:pt x="202168" y="148590"/>
                  </a:lnTo>
                  <a:lnTo>
                    <a:pt x="205359" y="169164"/>
                  </a:lnTo>
                  <a:lnTo>
                    <a:pt x="207978" y="189738"/>
                  </a:lnTo>
                  <a:lnTo>
                    <a:pt x="210312" y="210312"/>
                  </a:lnTo>
                  <a:lnTo>
                    <a:pt x="212550" y="222218"/>
                  </a:lnTo>
                  <a:lnTo>
                    <a:pt x="214503" y="234696"/>
                  </a:lnTo>
                  <a:lnTo>
                    <a:pt x="215884" y="247173"/>
                  </a:lnTo>
                  <a:lnTo>
                    <a:pt x="216408" y="259080"/>
                  </a:lnTo>
                  <a:lnTo>
                    <a:pt x="216408" y="265175"/>
                  </a:lnTo>
                  <a:lnTo>
                    <a:pt x="216408" y="268224"/>
                  </a:lnTo>
                  <a:lnTo>
                    <a:pt x="216408" y="274320"/>
                  </a:lnTo>
                  <a:lnTo>
                    <a:pt x="216408" y="262127"/>
                  </a:lnTo>
                </a:path>
                <a:path extrusionOk="0" h="274319" w="311150">
                  <a:moveTo>
                    <a:pt x="0" y="51816"/>
                  </a:moveTo>
                  <a:lnTo>
                    <a:pt x="55245" y="34671"/>
                  </a:lnTo>
                  <a:lnTo>
                    <a:pt x="112776" y="24384"/>
                  </a:lnTo>
                  <a:lnTo>
                    <a:pt x="156210" y="19335"/>
                  </a:lnTo>
                  <a:lnTo>
                    <a:pt x="199644" y="13716"/>
                  </a:lnTo>
                  <a:lnTo>
                    <a:pt x="243078" y="8096"/>
                  </a:lnTo>
                  <a:lnTo>
                    <a:pt x="286512" y="3048"/>
                  </a:lnTo>
                  <a:lnTo>
                    <a:pt x="295656" y="3048"/>
                  </a:lnTo>
                  <a:lnTo>
                    <a:pt x="301752" y="0"/>
                  </a:lnTo>
                  <a:lnTo>
                    <a:pt x="310896" y="0"/>
                  </a:lnTo>
                  <a:lnTo>
                    <a:pt x="304800" y="0"/>
                  </a:lnTo>
                  <a:lnTo>
                    <a:pt x="298704" y="3048"/>
                  </a:lnTo>
                  <a:lnTo>
                    <a:pt x="295656" y="3048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60" name="Google Shape;2260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499286" y="1631879"/>
              <a:ext cx="294968" cy="224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1" name="Google Shape;2261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576235" y="852712"/>
              <a:ext cx="141070" cy="13726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62" name="Google Shape;2262;p19"/>
            <p:cNvGrpSpPr/>
            <p:nvPr/>
          </p:nvGrpSpPr>
          <p:grpSpPr>
            <a:xfrm>
              <a:off x="9149076" y="844962"/>
              <a:ext cx="521541" cy="252764"/>
              <a:chOff x="8147304" y="2109216"/>
              <a:chExt cx="371855" cy="161542"/>
            </a:xfrm>
          </p:grpSpPr>
          <p:sp>
            <p:nvSpPr>
              <p:cNvPr id="2263" name="Google Shape;2263;p19"/>
              <p:cNvSpPr/>
              <p:nvPr/>
            </p:nvSpPr>
            <p:spPr>
              <a:xfrm>
                <a:off x="8147304" y="2206751"/>
                <a:ext cx="97790" cy="18415"/>
              </a:xfrm>
              <a:custGeom>
                <a:rect b="b" l="l" r="r" t="t"/>
                <a:pathLst>
                  <a:path extrusionOk="0" h="18414" w="97790">
                    <a:moveTo>
                      <a:pt x="0" y="18287"/>
                    </a:moveTo>
                    <a:lnTo>
                      <a:pt x="44148" y="14430"/>
                    </a:lnTo>
                    <a:lnTo>
                      <a:pt x="67008" y="9953"/>
                    </a:lnTo>
                    <a:lnTo>
                      <a:pt x="75819" y="8001"/>
                    </a:lnTo>
                    <a:lnTo>
                      <a:pt x="84058" y="6619"/>
                    </a:lnTo>
                    <a:lnTo>
                      <a:pt x="91440" y="6096"/>
                    </a:lnTo>
                    <a:lnTo>
                      <a:pt x="94488" y="3048"/>
                    </a:lnTo>
                    <a:lnTo>
                      <a:pt x="97536" y="3048"/>
                    </a:lnTo>
                    <a:lnTo>
                      <a:pt x="94488" y="3048"/>
                    </a:lnTo>
                    <a:lnTo>
                      <a:pt x="91440" y="0"/>
                    </a:lnTo>
                    <a:lnTo>
                      <a:pt x="85344" y="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64" name="Google Shape;2264;p19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8299704" y="2109216"/>
                <a:ext cx="219455" cy="1615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265" name="Google Shape;2265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089227" y="1269420"/>
              <a:ext cx="162445" cy="2532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6" name="Google Shape;2266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589395" y="660603"/>
              <a:ext cx="132520" cy="1414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7" name="Google Shape;2267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397023" y="1126344"/>
              <a:ext cx="397566" cy="286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8" name="Google Shape;2268;p19"/>
            <p:cNvSpPr/>
            <p:nvPr/>
          </p:nvSpPr>
          <p:spPr>
            <a:xfrm>
              <a:off x="9952764" y="601732"/>
              <a:ext cx="124686" cy="1096914"/>
            </a:xfrm>
            <a:custGeom>
              <a:rect b="b" l="l" r="r" t="t"/>
              <a:pathLst>
                <a:path extrusionOk="0" h="701039" w="88900">
                  <a:moveTo>
                    <a:pt x="0" y="3048"/>
                  </a:moveTo>
                  <a:lnTo>
                    <a:pt x="0" y="0"/>
                  </a:lnTo>
                  <a:lnTo>
                    <a:pt x="3048" y="0"/>
                  </a:lnTo>
                  <a:lnTo>
                    <a:pt x="9144" y="0"/>
                  </a:lnTo>
                  <a:lnTo>
                    <a:pt x="14144" y="5524"/>
                  </a:lnTo>
                  <a:lnTo>
                    <a:pt x="39243" y="47244"/>
                  </a:lnTo>
                  <a:lnTo>
                    <a:pt x="48768" y="70104"/>
                  </a:lnTo>
                  <a:lnTo>
                    <a:pt x="55102" y="85629"/>
                  </a:lnTo>
                  <a:lnTo>
                    <a:pt x="60579" y="100584"/>
                  </a:lnTo>
                  <a:lnTo>
                    <a:pt x="65484" y="115538"/>
                  </a:lnTo>
                  <a:lnTo>
                    <a:pt x="70104" y="131064"/>
                  </a:lnTo>
                  <a:lnTo>
                    <a:pt x="72866" y="147542"/>
                  </a:lnTo>
                  <a:lnTo>
                    <a:pt x="76200" y="164591"/>
                  </a:lnTo>
                  <a:lnTo>
                    <a:pt x="79533" y="181641"/>
                  </a:lnTo>
                  <a:lnTo>
                    <a:pt x="82296" y="198120"/>
                  </a:lnTo>
                  <a:lnTo>
                    <a:pt x="82772" y="214122"/>
                  </a:lnTo>
                  <a:lnTo>
                    <a:pt x="83820" y="230124"/>
                  </a:lnTo>
                  <a:lnTo>
                    <a:pt x="84867" y="246125"/>
                  </a:lnTo>
                  <a:lnTo>
                    <a:pt x="85344" y="262128"/>
                  </a:lnTo>
                  <a:lnTo>
                    <a:pt x="85344" y="279939"/>
                  </a:lnTo>
                  <a:lnTo>
                    <a:pt x="85344" y="297180"/>
                  </a:lnTo>
                  <a:lnTo>
                    <a:pt x="85344" y="314420"/>
                  </a:lnTo>
                  <a:lnTo>
                    <a:pt x="85344" y="332232"/>
                  </a:lnTo>
                  <a:lnTo>
                    <a:pt x="85820" y="350567"/>
                  </a:lnTo>
                  <a:lnTo>
                    <a:pt x="86868" y="369189"/>
                  </a:lnTo>
                  <a:lnTo>
                    <a:pt x="87915" y="388381"/>
                  </a:lnTo>
                  <a:lnTo>
                    <a:pt x="88392" y="408432"/>
                  </a:lnTo>
                  <a:lnTo>
                    <a:pt x="88344" y="424434"/>
                  </a:lnTo>
                  <a:lnTo>
                    <a:pt x="88011" y="440436"/>
                  </a:lnTo>
                  <a:lnTo>
                    <a:pt x="87106" y="456438"/>
                  </a:lnTo>
                  <a:lnTo>
                    <a:pt x="85344" y="472440"/>
                  </a:lnTo>
                  <a:lnTo>
                    <a:pt x="83058" y="486632"/>
                  </a:lnTo>
                  <a:lnTo>
                    <a:pt x="80772" y="501396"/>
                  </a:lnTo>
                  <a:lnTo>
                    <a:pt x="78486" y="516159"/>
                  </a:lnTo>
                  <a:lnTo>
                    <a:pt x="76200" y="530352"/>
                  </a:lnTo>
                  <a:lnTo>
                    <a:pt x="71628" y="544068"/>
                  </a:lnTo>
                  <a:lnTo>
                    <a:pt x="67056" y="557784"/>
                  </a:lnTo>
                  <a:lnTo>
                    <a:pt x="62484" y="571500"/>
                  </a:lnTo>
                  <a:lnTo>
                    <a:pt x="57912" y="585216"/>
                  </a:lnTo>
                  <a:lnTo>
                    <a:pt x="53340" y="598408"/>
                  </a:lnTo>
                  <a:lnTo>
                    <a:pt x="48768" y="610743"/>
                  </a:lnTo>
                  <a:lnTo>
                    <a:pt x="44196" y="622506"/>
                  </a:lnTo>
                  <a:lnTo>
                    <a:pt x="39624" y="633984"/>
                  </a:lnTo>
                  <a:lnTo>
                    <a:pt x="37338" y="640842"/>
                  </a:lnTo>
                  <a:lnTo>
                    <a:pt x="35052" y="647700"/>
                  </a:lnTo>
                  <a:lnTo>
                    <a:pt x="32766" y="654558"/>
                  </a:lnTo>
                  <a:lnTo>
                    <a:pt x="30480" y="661416"/>
                  </a:lnTo>
                  <a:lnTo>
                    <a:pt x="27432" y="667512"/>
                  </a:lnTo>
                  <a:lnTo>
                    <a:pt x="27432" y="673608"/>
                  </a:lnTo>
                  <a:lnTo>
                    <a:pt x="24384" y="676656"/>
                  </a:lnTo>
                  <a:lnTo>
                    <a:pt x="21336" y="682752"/>
                  </a:lnTo>
                  <a:lnTo>
                    <a:pt x="15240" y="688848"/>
                  </a:lnTo>
                  <a:lnTo>
                    <a:pt x="12192" y="694944"/>
                  </a:lnTo>
                  <a:lnTo>
                    <a:pt x="9144" y="697992"/>
                  </a:lnTo>
                  <a:lnTo>
                    <a:pt x="9144" y="701040"/>
                  </a:lnTo>
                  <a:lnTo>
                    <a:pt x="9144" y="694944"/>
                  </a:lnTo>
                  <a:lnTo>
                    <a:pt x="9144" y="691896"/>
                  </a:lnTo>
                  <a:lnTo>
                    <a:pt x="9144" y="68580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9" name="Google Shape;2269;p19"/>
          <p:cNvGrpSpPr/>
          <p:nvPr/>
        </p:nvGrpSpPr>
        <p:grpSpPr>
          <a:xfrm>
            <a:off x="2858617" y="2480998"/>
            <a:ext cx="5554811" cy="2145736"/>
            <a:chOff x="4102980" y="2552333"/>
            <a:chExt cx="5554811" cy="2145736"/>
          </a:xfrm>
        </p:grpSpPr>
        <p:grpSp>
          <p:nvGrpSpPr>
            <p:cNvPr id="2270" name="Google Shape;2270;p19"/>
            <p:cNvGrpSpPr/>
            <p:nvPr/>
          </p:nvGrpSpPr>
          <p:grpSpPr>
            <a:xfrm>
              <a:off x="8443712" y="2552333"/>
              <a:ext cx="440318" cy="844544"/>
              <a:chOff x="7644384" y="3200400"/>
              <a:chExt cx="313943" cy="539750"/>
            </a:xfrm>
          </p:grpSpPr>
          <p:pic>
            <p:nvPicPr>
              <p:cNvPr id="2271" name="Google Shape;2271;p1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44384" y="3444240"/>
                <a:ext cx="109726" cy="91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2" name="Google Shape;2272;p19"/>
              <p:cNvSpPr/>
              <p:nvPr/>
            </p:nvSpPr>
            <p:spPr>
              <a:xfrm>
                <a:off x="7790687" y="3502152"/>
                <a:ext cx="3175" cy="55244"/>
              </a:xfrm>
              <a:custGeom>
                <a:rect b="b" l="l" r="r" t="t"/>
                <a:pathLst>
                  <a:path extrusionOk="0" h="55245" w="3175">
                    <a:moveTo>
                      <a:pt x="0" y="0"/>
                    </a:moveTo>
                    <a:lnTo>
                      <a:pt x="1762" y="10953"/>
                    </a:lnTo>
                    <a:lnTo>
                      <a:pt x="2667" y="21336"/>
                    </a:lnTo>
                    <a:lnTo>
                      <a:pt x="3000" y="31718"/>
                    </a:lnTo>
                    <a:lnTo>
                      <a:pt x="3048" y="42672"/>
                    </a:lnTo>
                    <a:lnTo>
                      <a:pt x="3048" y="45720"/>
                    </a:lnTo>
                    <a:lnTo>
                      <a:pt x="3048" y="51815"/>
                    </a:lnTo>
                    <a:lnTo>
                      <a:pt x="3048" y="5486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3" name="Google Shape;2273;p19"/>
              <p:cNvSpPr/>
              <p:nvPr/>
            </p:nvSpPr>
            <p:spPr>
              <a:xfrm>
                <a:off x="7787639" y="3432048"/>
                <a:ext cx="24765" cy="24765"/>
              </a:xfrm>
              <a:custGeom>
                <a:rect b="b" l="l" r="r" t="t"/>
                <a:pathLst>
                  <a:path extrusionOk="0" h="24764" w="24765">
                    <a:moveTo>
                      <a:pt x="0" y="6096"/>
                    </a:moveTo>
                    <a:lnTo>
                      <a:pt x="0" y="18287"/>
                    </a:lnTo>
                    <a:lnTo>
                      <a:pt x="6096" y="24384"/>
                    </a:lnTo>
                    <a:lnTo>
                      <a:pt x="18287" y="24384"/>
                    </a:lnTo>
                    <a:lnTo>
                      <a:pt x="24384" y="18287"/>
                    </a:lnTo>
                    <a:lnTo>
                      <a:pt x="24384" y="12191"/>
                    </a:lnTo>
                    <a:lnTo>
                      <a:pt x="24384" y="6096"/>
                    </a:lnTo>
                    <a:lnTo>
                      <a:pt x="18287" y="0"/>
                    </a:lnTo>
                    <a:lnTo>
                      <a:pt x="6096" y="0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74" name="Google Shape;2274;p19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793736" y="3321225"/>
                <a:ext cx="82294" cy="894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5" name="Google Shape;2275;p19"/>
              <p:cNvSpPr/>
              <p:nvPr/>
            </p:nvSpPr>
            <p:spPr>
              <a:xfrm>
                <a:off x="7882127" y="3200400"/>
                <a:ext cx="76200" cy="539750"/>
              </a:xfrm>
              <a:custGeom>
                <a:rect b="b" l="l" r="r" t="t"/>
                <a:pathLst>
                  <a:path extrusionOk="0" h="539750" w="76200">
                    <a:moveTo>
                      <a:pt x="21335" y="0"/>
                    </a:moveTo>
                    <a:lnTo>
                      <a:pt x="45338" y="33909"/>
                    </a:lnTo>
                    <a:lnTo>
                      <a:pt x="57911" y="70103"/>
                    </a:lnTo>
                    <a:lnTo>
                      <a:pt x="67817" y="134111"/>
                    </a:lnTo>
                    <a:lnTo>
                      <a:pt x="73151" y="198120"/>
                    </a:lnTo>
                    <a:lnTo>
                      <a:pt x="75818" y="261746"/>
                    </a:lnTo>
                    <a:lnTo>
                      <a:pt x="76199" y="323088"/>
                    </a:lnTo>
                    <a:lnTo>
                      <a:pt x="72818" y="350996"/>
                    </a:lnTo>
                    <a:lnTo>
                      <a:pt x="60340" y="407955"/>
                    </a:lnTo>
                    <a:lnTo>
                      <a:pt x="44386" y="456438"/>
                    </a:lnTo>
                    <a:lnTo>
                      <a:pt x="26098" y="497586"/>
                    </a:lnTo>
                    <a:lnTo>
                      <a:pt x="11144" y="524494"/>
                    </a:lnTo>
                    <a:lnTo>
                      <a:pt x="7619" y="529970"/>
                    </a:lnTo>
                    <a:lnTo>
                      <a:pt x="4095" y="534876"/>
                    </a:lnTo>
                    <a:lnTo>
                      <a:pt x="0" y="539496"/>
                    </a:lnTo>
                    <a:lnTo>
                      <a:pt x="0" y="533400"/>
                    </a:lnTo>
                    <a:lnTo>
                      <a:pt x="0" y="530351"/>
                    </a:lnTo>
                    <a:lnTo>
                      <a:pt x="3047" y="524255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276" name="Google Shape;2276;p1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102980" y="3572939"/>
              <a:ext cx="236789" cy="2527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7" name="Google Shape;2277;p19"/>
            <p:cNvSpPr/>
            <p:nvPr/>
          </p:nvSpPr>
          <p:spPr>
            <a:xfrm>
              <a:off x="5057960" y="3587245"/>
              <a:ext cx="154076" cy="9936"/>
            </a:xfrm>
            <a:custGeom>
              <a:rect b="b" l="l" r="r" t="t"/>
              <a:pathLst>
                <a:path extrusionOk="0" h="6350" w="109854">
                  <a:moveTo>
                    <a:pt x="0" y="0"/>
                  </a:moveTo>
                  <a:lnTo>
                    <a:pt x="15525" y="3524"/>
                  </a:lnTo>
                  <a:lnTo>
                    <a:pt x="30480" y="5334"/>
                  </a:lnTo>
                  <a:lnTo>
                    <a:pt x="45434" y="6000"/>
                  </a:lnTo>
                  <a:lnTo>
                    <a:pt x="60960" y="6096"/>
                  </a:lnTo>
                  <a:lnTo>
                    <a:pt x="71866" y="6096"/>
                  </a:lnTo>
                  <a:lnTo>
                    <a:pt x="81914" y="6096"/>
                  </a:lnTo>
                  <a:lnTo>
                    <a:pt x="91392" y="6096"/>
                  </a:lnTo>
                  <a:lnTo>
                    <a:pt x="100584" y="6096"/>
                  </a:lnTo>
                  <a:lnTo>
                    <a:pt x="109728" y="3048"/>
                  </a:lnTo>
                  <a:lnTo>
                    <a:pt x="103632" y="6096"/>
                  </a:lnTo>
                  <a:lnTo>
                    <a:pt x="100584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19"/>
            <p:cNvSpPr/>
            <p:nvPr/>
          </p:nvSpPr>
          <p:spPr>
            <a:xfrm>
              <a:off x="5399956" y="3310634"/>
              <a:ext cx="312605" cy="338811"/>
            </a:xfrm>
            <a:custGeom>
              <a:rect b="b" l="l" r="r" t="t"/>
              <a:pathLst>
                <a:path extrusionOk="0" h="216535" w="222885">
                  <a:moveTo>
                    <a:pt x="170687" y="0"/>
                  </a:moveTo>
                  <a:lnTo>
                    <a:pt x="156162" y="619"/>
                  </a:lnTo>
                  <a:lnTo>
                    <a:pt x="143636" y="2666"/>
                  </a:lnTo>
                  <a:lnTo>
                    <a:pt x="131683" y="6429"/>
                  </a:lnTo>
                  <a:lnTo>
                    <a:pt x="118871" y="12191"/>
                  </a:lnTo>
                  <a:lnTo>
                    <a:pt x="97393" y="20240"/>
                  </a:lnTo>
                  <a:lnTo>
                    <a:pt x="72771" y="30860"/>
                  </a:lnTo>
                  <a:lnTo>
                    <a:pt x="49863" y="44338"/>
                  </a:lnTo>
                  <a:lnTo>
                    <a:pt x="33527" y="60959"/>
                  </a:lnTo>
                  <a:lnTo>
                    <a:pt x="33527" y="64007"/>
                  </a:lnTo>
                  <a:lnTo>
                    <a:pt x="30479" y="64007"/>
                  </a:lnTo>
                  <a:lnTo>
                    <a:pt x="38338" y="69294"/>
                  </a:lnTo>
                  <a:lnTo>
                    <a:pt x="47625" y="72008"/>
                  </a:lnTo>
                  <a:lnTo>
                    <a:pt x="57483" y="73009"/>
                  </a:lnTo>
                  <a:lnTo>
                    <a:pt x="67055" y="73151"/>
                  </a:lnTo>
                  <a:lnTo>
                    <a:pt x="90439" y="74437"/>
                  </a:lnTo>
                  <a:lnTo>
                    <a:pt x="114680" y="74294"/>
                  </a:lnTo>
                  <a:lnTo>
                    <a:pt x="139493" y="73580"/>
                  </a:lnTo>
                  <a:lnTo>
                    <a:pt x="164591" y="73151"/>
                  </a:lnTo>
                  <a:lnTo>
                    <a:pt x="174259" y="74628"/>
                  </a:lnTo>
                  <a:lnTo>
                    <a:pt x="187071" y="75818"/>
                  </a:lnTo>
                  <a:lnTo>
                    <a:pt x="199310" y="78724"/>
                  </a:lnTo>
                  <a:lnTo>
                    <a:pt x="207263" y="85343"/>
                  </a:lnTo>
                  <a:lnTo>
                    <a:pt x="206882" y="94392"/>
                  </a:lnTo>
                  <a:lnTo>
                    <a:pt x="199643" y="102869"/>
                  </a:lnTo>
                  <a:lnTo>
                    <a:pt x="190118" y="110204"/>
                  </a:lnTo>
                  <a:lnTo>
                    <a:pt x="182879" y="115823"/>
                  </a:lnTo>
                  <a:lnTo>
                    <a:pt x="164068" y="129016"/>
                  </a:lnTo>
                  <a:lnTo>
                    <a:pt x="144399" y="141350"/>
                  </a:lnTo>
                  <a:lnTo>
                    <a:pt x="124158" y="153114"/>
                  </a:lnTo>
                  <a:lnTo>
                    <a:pt x="103631" y="164591"/>
                  </a:lnTo>
                  <a:lnTo>
                    <a:pt x="84820" y="175498"/>
                  </a:lnTo>
                  <a:lnTo>
                    <a:pt x="65150" y="185546"/>
                  </a:lnTo>
                  <a:lnTo>
                    <a:pt x="44910" y="195024"/>
                  </a:lnTo>
                  <a:lnTo>
                    <a:pt x="24383" y="204215"/>
                  </a:lnTo>
                  <a:lnTo>
                    <a:pt x="19288" y="206549"/>
                  </a:lnTo>
                  <a:lnTo>
                    <a:pt x="13334" y="209169"/>
                  </a:lnTo>
                  <a:lnTo>
                    <a:pt x="6810" y="212359"/>
                  </a:lnTo>
                  <a:lnTo>
                    <a:pt x="0" y="216407"/>
                  </a:lnTo>
                  <a:lnTo>
                    <a:pt x="3047" y="216407"/>
                  </a:lnTo>
                  <a:lnTo>
                    <a:pt x="18287" y="216407"/>
                  </a:lnTo>
                  <a:lnTo>
                    <a:pt x="21336" y="216407"/>
                  </a:lnTo>
                  <a:lnTo>
                    <a:pt x="41910" y="215884"/>
                  </a:lnTo>
                  <a:lnTo>
                    <a:pt x="62484" y="214502"/>
                  </a:lnTo>
                  <a:lnTo>
                    <a:pt x="83058" y="212550"/>
                  </a:lnTo>
                  <a:lnTo>
                    <a:pt x="103631" y="210312"/>
                  </a:lnTo>
                  <a:lnTo>
                    <a:pt x="122443" y="208073"/>
                  </a:lnTo>
                  <a:lnTo>
                    <a:pt x="142112" y="206121"/>
                  </a:lnTo>
                  <a:lnTo>
                    <a:pt x="162353" y="204739"/>
                  </a:lnTo>
                  <a:lnTo>
                    <a:pt x="182879" y="204215"/>
                  </a:lnTo>
                  <a:lnTo>
                    <a:pt x="190357" y="204215"/>
                  </a:lnTo>
                  <a:lnTo>
                    <a:pt x="203835" y="204215"/>
                  </a:lnTo>
                  <a:lnTo>
                    <a:pt x="216741" y="204215"/>
                  </a:lnTo>
                  <a:lnTo>
                    <a:pt x="222503" y="204215"/>
                  </a:lnTo>
                  <a:lnTo>
                    <a:pt x="219455" y="204215"/>
                  </a:lnTo>
                  <a:lnTo>
                    <a:pt x="216407" y="204215"/>
                  </a:lnTo>
                  <a:lnTo>
                    <a:pt x="213359" y="204215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9" name="Google Shape;2279;p19"/>
            <p:cNvGrpSpPr/>
            <p:nvPr/>
          </p:nvGrpSpPr>
          <p:grpSpPr>
            <a:xfrm>
              <a:off x="5391405" y="3739861"/>
              <a:ext cx="273594" cy="152813"/>
              <a:chOff x="5468111" y="3959352"/>
              <a:chExt cx="195071" cy="97663"/>
            </a:xfrm>
          </p:grpSpPr>
          <p:sp>
            <p:nvSpPr>
              <p:cNvPr id="2280" name="Google Shape;2280;p19"/>
              <p:cNvSpPr/>
              <p:nvPr/>
            </p:nvSpPr>
            <p:spPr>
              <a:xfrm>
                <a:off x="5498591" y="3992880"/>
                <a:ext cx="3175" cy="64135"/>
              </a:xfrm>
              <a:custGeom>
                <a:rect b="b" l="l" r="r" t="t"/>
                <a:pathLst>
                  <a:path extrusionOk="0" h="64135" w="3175">
                    <a:moveTo>
                      <a:pt x="0" y="0"/>
                    </a:moveTo>
                    <a:lnTo>
                      <a:pt x="47" y="14192"/>
                    </a:lnTo>
                    <a:lnTo>
                      <a:pt x="381" y="28956"/>
                    </a:lnTo>
                    <a:lnTo>
                      <a:pt x="1285" y="43719"/>
                    </a:lnTo>
                    <a:lnTo>
                      <a:pt x="3048" y="57912"/>
                    </a:lnTo>
                    <a:lnTo>
                      <a:pt x="3048" y="64008"/>
                    </a:lnTo>
                    <a:lnTo>
                      <a:pt x="0" y="60960"/>
                    </a:lnTo>
                    <a:lnTo>
                      <a:pt x="0" y="64008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1" name="Google Shape;2281;p19"/>
              <p:cNvSpPr/>
              <p:nvPr/>
            </p:nvSpPr>
            <p:spPr>
              <a:xfrm>
                <a:off x="5468111" y="3959352"/>
                <a:ext cx="24765" cy="21590"/>
              </a:xfrm>
              <a:custGeom>
                <a:rect b="b" l="l" r="r" t="t"/>
                <a:pathLst>
                  <a:path extrusionOk="0" h="21589" w="24764">
                    <a:moveTo>
                      <a:pt x="0" y="6096"/>
                    </a:moveTo>
                    <a:lnTo>
                      <a:pt x="0" y="18287"/>
                    </a:lnTo>
                    <a:lnTo>
                      <a:pt x="6096" y="21336"/>
                    </a:lnTo>
                    <a:lnTo>
                      <a:pt x="18287" y="21336"/>
                    </a:lnTo>
                    <a:lnTo>
                      <a:pt x="24384" y="18287"/>
                    </a:lnTo>
                    <a:lnTo>
                      <a:pt x="24384" y="12192"/>
                    </a:lnTo>
                    <a:lnTo>
                      <a:pt x="24384" y="6096"/>
                    </a:lnTo>
                    <a:lnTo>
                      <a:pt x="18287" y="0"/>
                    </a:lnTo>
                    <a:lnTo>
                      <a:pt x="6096" y="0"/>
                    </a:lnTo>
                    <a:lnTo>
                      <a:pt x="0" y="6096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82" name="Google Shape;2282;p19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541264" y="3959352"/>
                <a:ext cx="121918" cy="975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83" name="Google Shape;2283;p19"/>
            <p:cNvSpPr/>
            <p:nvPr/>
          </p:nvSpPr>
          <p:spPr>
            <a:xfrm>
              <a:off x="5436627" y="3138941"/>
              <a:ext cx="75702" cy="105320"/>
            </a:xfrm>
            <a:custGeom>
              <a:rect b="b" l="l" r="r" t="t"/>
              <a:pathLst>
                <a:path extrusionOk="0" h="67310" w="53975">
                  <a:moveTo>
                    <a:pt x="1285" y="24384"/>
                  </a:moveTo>
                  <a:lnTo>
                    <a:pt x="857" y="31242"/>
                  </a:lnTo>
                  <a:lnTo>
                    <a:pt x="142" y="38100"/>
                  </a:lnTo>
                  <a:lnTo>
                    <a:pt x="0" y="44958"/>
                  </a:lnTo>
                  <a:lnTo>
                    <a:pt x="1285" y="51816"/>
                  </a:lnTo>
                  <a:lnTo>
                    <a:pt x="4333" y="51816"/>
                  </a:lnTo>
                  <a:lnTo>
                    <a:pt x="4333" y="48768"/>
                  </a:lnTo>
                  <a:lnTo>
                    <a:pt x="4333" y="39624"/>
                  </a:lnTo>
                  <a:lnTo>
                    <a:pt x="4333" y="36575"/>
                  </a:lnTo>
                  <a:lnTo>
                    <a:pt x="7238" y="27050"/>
                  </a:lnTo>
                  <a:lnTo>
                    <a:pt x="11572" y="17525"/>
                  </a:lnTo>
                  <a:lnTo>
                    <a:pt x="17621" y="9143"/>
                  </a:lnTo>
                  <a:lnTo>
                    <a:pt x="25669" y="3048"/>
                  </a:lnTo>
                  <a:lnTo>
                    <a:pt x="31765" y="0"/>
                  </a:lnTo>
                  <a:lnTo>
                    <a:pt x="43957" y="0"/>
                  </a:lnTo>
                  <a:lnTo>
                    <a:pt x="47005" y="6096"/>
                  </a:lnTo>
                  <a:lnTo>
                    <a:pt x="51815" y="13477"/>
                  </a:lnTo>
                  <a:lnTo>
                    <a:pt x="53482" y="21717"/>
                  </a:lnTo>
                  <a:lnTo>
                    <a:pt x="53435" y="30527"/>
                  </a:lnTo>
                  <a:lnTo>
                    <a:pt x="53101" y="39624"/>
                  </a:lnTo>
                  <a:lnTo>
                    <a:pt x="53054" y="46482"/>
                  </a:lnTo>
                  <a:lnTo>
                    <a:pt x="52720" y="53340"/>
                  </a:lnTo>
                  <a:lnTo>
                    <a:pt x="51815" y="60198"/>
                  </a:lnTo>
                  <a:lnTo>
                    <a:pt x="50053" y="6705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4" name="Google Shape;2284;p19"/>
            <p:cNvGrpSpPr/>
            <p:nvPr/>
          </p:nvGrpSpPr>
          <p:grpSpPr>
            <a:xfrm>
              <a:off x="5823175" y="2956000"/>
              <a:ext cx="949033" cy="926933"/>
              <a:chOff x="5775960" y="3458385"/>
              <a:chExt cx="676654" cy="592405"/>
            </a:xfrm>
          </p:grpSpPr>
          <p:pic>
            <p:nvPicPr>
              <p:cNvPr id="2285" name="Google Shape;2285;p19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788152" y="3697224"/>
                <a:ext cx="76960" cy="1341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86" name="Google Shape;2286;p19"/>
              <p:cNvSpPr/>
              <p:nvPr/>
            </p:nvSpPr>
            <p:spPr>
              <a:xfrm>
                <a:off x="5897070" y="3776472"/>
                <a:ext cx="6985" cy="60960"/>
              </a:xfrm>
              <a:custGeom>
                <a:rect b="b" l="l" r="r" t="t"/>
                <a:pathLst>
                  <a:path extrusionOk="0" h="60960" w="6985">
                    <a:moveTo>
                      <a:pt x="6905" y="0"/>
                    </a:moveTo>
                    <a:lnTo>
                      <a:pt x="6429" y="8667"/>
                    </a:lnTo>
                    <a:lnTo>
                      <a:pt x="5381" y="16763"/>
                    </a:lnTo>
                    <a:lnTo>
                      <a:pt x="4333" y="24860"/>
                    </a:lnTo>
                    <a:lnTo>
                      <a:pt x="3857" y="33527"/>
                    </a:lnTo>
                    <a:lnTo>
                      <a:pt x="2571" y="42529"/>
                    </a:lnTo>
                    <a:lnTo>
                      <a:pt x="428" y="52959"/>
                    </a:lnTo>
                    <a:lnTo>
                      <a:pt x="0" y="60531"/>
                    </a:lnTo>
                    <a:lnTo>
                      <a:pt x="3857" y="60960"/>
                    </a:lnTo>
                    <a:lnTo>
                      <a:pt x="3857" y="5791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7" name="Google Shape;2287;p19"/>
              <p:cNvSpPr/>
              <p:nvPr/>
            </p:nvSpPr>
            <p:spPr>
              <a:xfrm>
                <a:off x="5888736" y="3681984"/>
                <a:ext cx="21590" cy="21590"/>
              </a:xfrm>
              <a:custGeom>
                <a:rect b="b" l="l" r="r" t="t"/>
                <a:pathLst>
                  <a:path extrusionOk="0" h="21589" w="21589">
                    <a:moveTo>
                      <a:pt x="0" y="3048"/>
                    </a:moveTo>
                    <a:lnTo>
                      <a:pt x="0" y="15239"/>
                    </a:lnTo>
                    <a:lnTo>
                      <a:pt x="3048" y="21336"/>
                    </a:lnTo>
                    <a:lnTo>
                      <a:pt x="15239" y="21336"/>
                    </a:lnTo>
                    <a:lnTo>
                      <a:pt x="21336" y="15239"/>
                    </a:lnTo>
                    <a:lnTo>
                      <a:pt x="21336" y="9143"/>
                    </a:lnTo>
                    <a:lnTo>
                      <a:pt x="21336" y="3048"/>
                    </a:lnTo>
                    <a:lnTo>
                      <a:pt x="15239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88" name="Google Shape;2288;p19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958840" y="3557016"/>
                <a:ext cx="195070" cy="210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9" name="Google Shape;2289;p19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175248" y="3550920"/>
                <a:ext cx="207262" cy="225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0" name="Google Shape;2290;p19"/>
              <p:cNvSpPr/>
              <p:nvPr/>
            </p:nvSpPr>
            <p:spPr>
              <a:xfrm>
                <a:off x="5775960" y="3660648"/>
                <a:ext cx="119380" cy="241935"/>
              </a:xfrm>
              <a:custGeom>
                <a:rect b="b" l="l" r="r" t="t"/>
                <a:pathLst>
                  <a:path extrusionOk="0" h="241935" w="119379">
                    <a:moveTo>
                      <a:pt x="18287" y="6096"/>
                    </a:moveTo>
                    <a:lnTo>
                      <a:pt x="15239" y="3048"/>
                    </a:lnTo>
                    <a:lnTo>
                      <a:pt x="9143" y="3048"/>
                    </a:lnTo>
                    <a:lnTo>
                      <a:pt x="6095" y="0"/>
                    </a:lnTo>
                    <a:lnTo>
                      <a:pt x="2571" y="9620"/>
                    </a:lnTo>
                    <a:lnTo>
                      <a:pt x="762" y="19812"/>
                    </a:lnTo>
                    <a:lnTo>
                      <a:pt x="95" y="30003"/>
                    </a:lnTo>
                    <a:lnTo>
                      <a:pt x="0" y="39624"/>
                    </a:lnTo>
                    <a:lnTo>
                      <a:pt x="47" y="64770"/>
                    </a:lnTo>
                    <a:lnTo>
                      <a:pt x="1285" y="115062"/>
                    </a:lnTo>
                    <a:lnTo>
                      <a:pt x="6572" y="162115"/>
                    </a:lnTo>
                    <a:lnTo>
                      <a:pt x="22764" y="207073"/>
                    </a:lnTo>
                    <a:lnTo>
                      <a:pt x="55864" y="238172"/>
                    </a:lnTo>
                    <a:lnTo>
                      <a:pt x="76581" y="241934"/>
                    </a:lnTo>
                    <a:lnTo>
                      <a:pt x="97869" y="240553"/>
                    </a:lnTo>
                    <a:lnTo>
                      <a:pt x="118872" y="23774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91" name="Google Shape;2291;p19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6348984" y="3458385"/>
                <a:ext cx="103630" cy="9863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2" name="Google Shape;2292;p19"/>
              <p:cNvSpPr/>
              <p:nvPr/>
            </p:nvSpPr>
            <p:spPr>
              <a:xfrm>
                <a:off x="5852160" y="3861816"/>
                <a:ext cx="429895" cy="91440"/>
              </a:xfrm>
              <a:custGeom>
                <a:rect b="b" l="l" r="r" t="t"/>
                <a:pathLst>
                  <a:path extrusionOk="0" h="91439" w="429895">
                    <a:moveTo>
                      <a:pt x="0" y="91439"/>
                    </a:moveTo>
                    <a:lnTo>
                      <a:pt x="18287" y="86391"/>
                    </a:lnTo>
                    <a:lnTo>
                      <a:pt x="36575" y="80772"/>
                    </a:lnTo>
                    <a:lnTo>
                      <a:pt x="54863" y="75152"/>
                    </a:lnTo>
                    <a:lnTo>
                      <a:pt x="73151" y="70104"/>
                    </a:lnTo>
                    <a:lnTo>
                      <a:pt x="102869" y="62769"/>
                    </a:lnTo>
                    <a:lnTo>
                      <a:pt x="132587" y="54864"/>
                    </a:lnTo>
                    <a:lnTo>
                      <a:pt x="162306" y="46958"/>
                    </a:lnTo>
                    <a:lnTo>
                      <a:pt x="192024" y="39624"/>
                    </a:lnTo>
                    <a:lnTo>
                      <a:pt x="225837" y="31003"/>
                    </a:lnTo>
                    <a:lnTo>
                      <a:pt x="292322" y="16049"/>
                    </a:lnTo>
                    <a:lnTo>
                      <a:pt x="348519" y="6905"/>
                    </a:lnTo>
                    <a:lnTo>
                      <a:pt x="392144" y="3571"/>
                    </a:lnTo>
                    <a:lnTo>
                      <a:pt x="414527" y="3048"/>
                    </a:lnTo>
                    <a:lnTo>
                      <a:pt x="423672" y="3048"/>
                    </a:lnTo>
                    <a:lnTo>
                      <a:pt x="429767" y="3048"/>
                    </a:lnTo>
                    <a:lnTo>
                      <a:pt x="423672" y="3048"/>
                    </a:lnTo>
                    <a:lnTo>
                      <a:pt x="423672" y="0"/>
                    </a:lnTo>
                    <a:lnTo>
                      <a:pt x="414527" y="0"/>
                    </a:lnTo>
                    <a:lnTo>
                      <a:pt x="411479" y="0"/>
                    </a:lnTo>
                    <a:lnTo>
                      <a:pt x="408431" y="0"/>
                    </a:lnTo>
                    <a:lnTo>
                      <a:pt x="405384" y="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293" name="Google Shape;2293;p19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6050280" y="3945112"/>
                <a:ext cx="109726" cy="1056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94" name="Google Shape;2294;p19"/>
            <p:cNvSpPr/>
            <p:nvPr/>
          </p:nvSpPr>
          <p:spPr>
            <a:xfrm>
              <a:off x="4902393" y="3181864"/>
              <a:ext cx="343776" cy="1516205"/>
            </a:xfrm>
            <a:custGeom>
              <a:rect b="b" l="l" r="r" t="t"/>
              <a:pathLst>
                <a:path extrusionOk="0" h="969010" w="245110">
                  <a:moveTo>
                    <a:pt x="49958" y="0"/>
                  </a:moveTo>
                  <a:lnTo>
                    <a:pt x="31289" y="35813"/>
                  </a:lnTo>
                  <a:lnTo>
                    <a:pt x="19478" y="76200"/>
                  </a:lnTo>
                  <a:lnTo>
                    <a:pt x="11906" y="117395"/>
                  </a:lnTo>
                  <a:lnTo>
                    <a:pt x="6905" y="158876"/>
                  </a:lnTo>
                  <a:lnTo>
                    <a:pt x="3619" y="200929"/>
                  </a:lnTo>
                  <a:lnTo>
                    <a:pt x="1190" y="243839"/>
                  </a:lnTo>
                  <a:lnTo>
                    <a:pt x="0" y="295941"/>
                  </a:lnTo>
                  <a:lnTo>
                    <a:pt x="809" y="347472"/>
                  </a:lnTo>
                  <a:lnTo>
                    <a:pt x="3333" y="399002"/>
                  </a:lnTo>
                  <a:lnTo>
                    <a:pt x="7286" y="451103"/>
                  </a:lnTo>
                  <a:lnTo>
                    <a:pt x="11358" y="500774"/>
                  </a:lnTo>
                  <a:lnTo>
                    <a:pt x="16455" y="550737"/>
                  </a:lnTo>
                  <a:lnTo>
                    <a:pt x="22868" y="600553"/>
                  </a:lnTo>
                  <a:lnTo>
                    <a:pt x="30890" y="649784"/>
                  </a:lnTo>
                  <a:lnTo>
                    <a:pt x="40814" y="697991"/>
                  </a:lnTo>
                  <a:lnTo>
                    <a:pt x="50625" y="740854"/>
                  </a:lnTo>
                  <a:lnTo>
                    <a:pt x="62150" y="782574"/>
                  </a:lnTo>
                  <a:lnTo>
                    <a:pt x="75961" y="823150"/>
                  </a:lnTo>
                  <a:lnTo>
                    <a:pt x="92630" y="862584"/>
                  </a:lnTo>
                  <a:lnTo>
                    <a:pt x="125396" y="917066"/>
                  </a:lnTo>
                  <a:lnTo>
                    <a:pt x="171878" y="960119"/>
                  </a:lnTo>
                  <a:lnTo>
                    <a:pt x="207311" y="968883"/>
                  </a:lnTo>
                  <a:lnTo>
                    <a:pt x="225456" y="968263"/>
                  </a:lnTo>
                  <a:lnTo>
                    <a:pt x="245030" y="966215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19"/>
            <p:cNvSpPr/>
            <p:nvPr/>
          </p:nvSpPr>
          <p:spPr>
            <a:xfrm>
              <a:off x="7916826" y="2685870"/>
              <a:ext cx="146951" cy="953838"/>
            </a:xfrm>
            <a:custGeom>
              <a:rect b="b" l="l" r="r" t="t"/>
              <a:pathLst>
                <a:path extrusionOk="0" h="609600" w="104775">
                  <a:moveTo>
                    <a:pt x="12954" y="0"/>
                  </a:moveTo>
                  <a:lnTo>
                    <a:pt x="4619" y="6048"/>
                  </a:lnTo>
                  <a:lnTo>
                    <a:pt x="1143" y="11811"/>
                  </a:lnTo>
                  <a:lnTo>
                    <a:pt x="523" y="19288"/>
                  </a:lnTo>
                  <a:lnTo>
                    <a:pt x="762" y="30479"/>
                  </a:lnTo>
                  <a:lnTo>
                    <a:pt x="381" y="82581"/>
                  </a:lnTo>
                  <a:lnTo>
                    <a:pt x="0" y="134112"/>
                  </a:lnTo>
                  <a:lnTo>
                    <a:pt x="762" y="185642"/>
                  </a:lnTo>
                  <a:lnTo>
                    <a:pt x="3810" y="237743"/>
                  </a:lnTo>
                  <a:lnTo>
                    <a:pt x="10287" y="309371"/>
                  </a:lnTo>
                  <a:lnTo>
                    <a:pt x="19050" y="381000"/>
                  </a:lnTo>
                  <a:lnTo>
                    <a:pt x="28575" y="438911"/>
                  </a:lnTo>
                  <a:lnTo>
                    <a:pt x="40386" y="496823"/>
                  </a:lnTo>
                  <a:lnTo>
                    <a:pt x="45148" y="521874"/>
                  </a:lnTo>
                  <a:lnTo>
                    <a:pt x="59245" y="569690"/>
                  </a:lnTo>
                  <a:lnTo>
                    <a:pt x="81153" y="603884"/>
                  </a:lnTo>
                  <a:lnTo>
                    <a:pt x="98298" y="609600"/>
                  </a:lnTo>
                  <a:lnTo>
                    <a:pt x="101346" y="609600"/>
                  </a:lnTo>
                  <a:lnTo>
                    <a:pt x="104394" y="60960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19"/>
            <p:cNvSpPr/>
            <p:nvPr/>
          </p:nvSpPr>
          <p:spPr>
            <a:xfrm>
              <a:off x="6866258" y="2890945"/>
              <a:ext cx="207513" cy="1499314"/>
            </a:xfrm>
            <a:custGeom>
              <a:rect b="b" l="l" r="r" t="t"/>
              <a:pathLst>
                <a:path extrusionOk="0" h="958214" w="147954">
                  <a:moveTo>
                    <a:pt x="21335" y="0"/>
                  </a:moveTo>
                  <a:lnTo>
                    <a:pt x="57769" y="24431"/>
                  </a:lnTo>
                  <a:lnTo>
                    <a:pt x="81438" y="60483"/>
                  </a:lnTo>
                  <a:lnTo>
                    <a:pt x="102203" y="112871"/>
                  </a:lnTo>
                  <a:lnTo>
                    <a:pt x="109727" y="140207"/>
                  </a:lnTo>
                  <a:lnTo>
                    <a:pt x="121824" y="179641"/>
                  </a:lnTo>
                  <a:lnTo>
                    <a:pt x="131063" y="220217"/>
                  </a:lnTo>
                  <a:lnTo>
                    <a:pt x="138017" y="261937"/>
                  </a:lnTo>
                  <a:lnTo>
                    <a:pt x="143255" y="304800"/>
                  </a:lnTo>
                  <a:lnTo>
                    <a:pt x="146684" y="352805"/>
                  </a:lnTo>
                  <a:lnTo>
                    <a:pt x="147827" y="400811"/>
                  </a:lnTo>
                  <a:lnTo>
                    <a:pt x="146684" y="448817"/>
                  </a:lnTo>
                  <a:lnTo>
                    <a:pt x="143255" y="496824"/>
                  </a:lnTo>
                  <a:lnTo>
                    <a:pt x="137062" y="544372"/>
                  </a:lnTo>
                  <a:lnTo>
                    <a:pt x="129552" y="591921"/>
                  </a:lnTo>
                  <a:lnTo>
                    <a:pt x="120871" y="639470"/>
                  </a:lnTo>
                  <a:lnTo>
                    <a:pt x="111166" y="687019"/>
                  </a:lnTo>
                  <a:lnTo>
                    <a:pt x="100583" y="734567"/>
                  </a:lnTo>
                  <a:lnTo>
                    <a:pt x="80009" y="805814"/>
                  </a:lnTo>
                  <a:lnTo>
                    <a:pt x="54863" y="874776"/>
                  </a:lnTo>
                  <a:lnTo>
                    <a:pt x="38861" y="911351"/>
                  </a:lnTo>
                  <a:lnTo>
                    <a:pt x="18287" y="947927"/>
                  </a:lnTo>
                  <a:lnTo>
                    <a:pt x="6715" y="958214"/>
                  </a:lnTo>
                  <a:lnTo>
                    <a:pt x="3047" y="957071"/>
                  </a:lnTo>
                  <a:lnTo>
                    <a:pt x="0" y="954024"/>
                  </a:lnTo>
                  <a:lnTo>
                    <a:pt x="0" y="95097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97" name="Google Shape;2297;p19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738881" y="3668323"/>
              <a:ext cx="136261" cy="262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8" name="Google Shape;2298;p19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973804" y="2881407"/>
              <a:ext cx="119695" cy="1049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99" name="Google Shape;2299;p19"/>
            <p:cNvGrpSpPr/>
            <p:nvPr/>
          </p:nvGrpSpPr>
          <p:grpSpPr>
            <a:xfrm>
              <a:off x="9149076" y="2738331"/>
              <a:ext cx="354817" cy="586608"/>
              <a:chOff x="8147304" y="3319272"/>
              <a:chExt cx="252982" cy="374902"/>
            </a:xfrm>
          </p:grpSpPr>
          <p:pic>
            <p:nvPicPr>
              <p:cNvPr id="2300" name="Google Shape;2300;p19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8177784" y="3319272"/>
                <a:ext cx="201166" cy="1737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1" name="Google Shape;2301;p19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147304" y="3512772"/>
                <a:ext cx="252982" cy="1814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02" name="Google Shape;2302;p19"/>
            <p:cNvSpPr/>
            <p:nvPr/>
          </p:nvSpPr>
          <p:spPr>
            <a:xfrm>
              <a:off x="8031713" y="2671562"/>
              <a:ext cx="96186" cy="172882"/>
            </a:xfrm>
            <a:custGeom>
              <a:rect b="b" l="l" r="r" t="t"/>
              <a:pathLst>
                <a:path extrusionOk="0" h="110489" w="68579">
                  <a:moveTo>
                    <a:pt x="40766" y="0"/>
                  </a:moveTo>
                  <a:lnTo>
                    <a:pt x="42576" y="10953"/>
                  </a:lnTo>
                  <a:lnTo>
                    <a:pt x="43814" y="21336"/>
                  </a:lnTo>
                  <a:lnTo>
                    <a:pt x="45053" y="31718"/>
                  </a:lnTo>
                  <a:lnTo>
                    <a:pt x="46862" y="42672"/>
                  </a:lnTo>
                  <a:lnTo>
                    <a:pt x="47291" y="55054"/>
                  </a:lnTo>
                  <a:lnTo>
                    <a:pt x="48005" y="68580"/>
                  </a:lnTo>
                  <a:lnTo>
                    <a:pt x="48148" y="82105"/>
                  </a:lnTo>
                  <a:lnTo>
                    <a:pt x="46862" y="94487"/>
                  </a:lnTo>
                  <a:lnTo>
                    <a:pt x="43814" y="97536"/>
                  </a:lnTo>
                  <a:lnTo>
                    <a:pt x="40766" y="94487"/>
                  </a:lnTo>
                  <a:lnTo>
                    <a:pt x="37718" y="88391"/>
                  </a:lnTo>
                  <a:lnTo>
                    <a:pt x="33623" y="83343"/>
                  </a:lnTo>
                  <a:lnTo>
                    <a:pt x="30098" y="77724"/>
                  </a:lnTo>
                  <a:lnTo>
                    <a:pt x="26574" y="72104"/>
                  </a:lnTo>
                  <a:lnTo>
                    <a:pt x="22478" y="67055"/>
                  </a:lnTo>
                  <a:lnTo>
                    <a:pt x="19430" y="64008"/>
                  </a:lnTo>
                  <a:lnTo>
                    <a:pt x="10286" y="54863"/>
                  </a:lnTo>
                  <a:lnTo>
                    <a:pt x="7238" y="60960"/>
                  </a:lnTo>
                  <a:lnTo>
                    <a:pt x="1142" y="64008"/>
                  </a:lnTo>
                  <a:lnTo>
                    <a:pt x="1142" y="76200"/>
                  </a:lnTo>
                  <a:lnTo>
                    <a:pt x="1142" y="85344"/>
                  </a:lnTo>
                  <a:lnTo>
                    <a:pt x="0" y="92106"/>
                  </a:lnTo>
                  <a:lnTo>
                    <a:pt x="1142" y="98298"/>
                  </a:lnTo>
                  <a:lnTo>
                    <a:pt x="4571" y="103346"/>
                  </a:lnTo>
                  <a:lnTo>
                    <a:pt x="10286" y="106679"/>
                  </a:lnTo>
                  <a:lnTo>
                    <a:pt x="19430" y="109727"/>
                  </a:lnTo>
                  <a:lnTo>
                    <a:pt x="28574" y="110489"/>
                  </a:lnTo>
                  <a:lnTo>
                    <a:pt x="37718" y="110108"/>
                  </a:lnTo>
                  <a:lnTo>
                    <a:pt x="46862" y="109727"/>
                  </a:lnTo>
                  <a:lnTo>
                    <a:pt x="56006" y="109727"/>
                  </a:lnTo>
                  <a:lnTo>
                    <a:pt x="59054" y="109727"/>
                  </a:lnTo>
                  <a:lnTo>
                    <a:pt x="68198" y="10363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19"/>
            <p:cNvSpPr/>
            <p:nvPr/>
          </p:nvSpPr>
          <p:spPr>
            <a:xfrm>
              <a:off x="7819571" y="2910022"/>
              <a:ext cx="512992" cy="290126"/>
            </a:xfrm>
            <a:custGeom>
              <a:rect b="b" l="l" r="r" t="t"/>
              <a:pathLst>
                <a:path extrusionOk="0" h="185420" w="365759">
                  <a:moveTo>
                    <a:pt x="0" y="149351"/>
                  </a:moveTo>
                  <a:lnTo>
                    <a:pt x="9620" y="148875"/>
                  </a:lnTo>
                  <a:lnTo>
                    <a:pt x="19811" y="147827"/>
                  </a:lnTo>
                  <a:lnTo>
                    <a:pt x="30003" y="146780"/>
                  </a:lnTo>
                  <a:lnTo>
                    <a:pt x="39623" y="146303"/>
                  </a:lnTo>
                  <a:lnTo>
                    <a:pt x="49244" y="144065"/>
                  </a:lnTo>
                  <a:lnTo>
                    <a:pt x="59435" y="142112"/>
                  </a:lnTo>
                  <a:lnTo>
                    <a:pt x="69627" y="140731"/>
                  </a:lnTo>
                  <a:lnTo>
                    <a:pt x="79247" y="140208"/>
                  </a:lnTo>
                  <a:lnTo>
                    <a:pt x="82295" y="140208"/>
                  </a:lnTo>
                  <a:lnTo>
                    <a:pt x="82295" y="137160"/>
                  </a:lnTo>
                </a:path>
                <a:path extrusionOk="0" h="185420" w="365759">
                  <a:moveTo>
                    <a:pt x="329183" y="0"/>
                  </a:moveTo>
                  <a:lnTo>
                    <a:pt x="289559" y="3048"/>
                  </a:lnTo>
                  <a:lnTo>
                    <a:pt x="235981" y="20621"/>
                  </a:lnTo>
                  <a:lnTo>
                    <a:pt x="195881" y="41148"/>
                  </a:lnTo>
                  <a:lnTo>
                    <a:pt x="192023" y="48767"/>
                  </a:lnTo>
                  <a:lnTo>
                    <a:pt x="198072" y="52339"/>
                  </a:lnTo>
                  <a:lnTo>
                    <a:pt x="206120" y="54482"/>
                  </a:lnTo>
                  <a:lnTo>
                    <a:pt x="214741" y="56054"/>
                  </a:lnTo>
                  <a:lnTo>
                    <a:pt x="222503" y="57912"/>
                  </a:lnTo>
                  <a:lnTo>
                    <a:pt x="265175" y="62865"/>
                  </a:lnTo>
                  <a:lnTo>
                    <a:pt x="307847" y="70103"/>
                  </a:lnTo>
                  <a:lnTo>
                    <a:pt x="313943" y="73151"/>
                  </a:lnTo>
                  <a:lnTo>
                    <a:pt x="316991" y="73151"/>
                  </a:lnTo>
                  <a:lnTo>
                    <a:pt x="312705" y="81248"/>
                  </a:lnTo>
                  <a:lnTo>
                    <a:pt x="268985" y="108489"/>
                  </a:lnTo>
                  <a:lnTo>
                    <a:pt x="248411" y="118872"/>
                  </a:lnTo>
                  <a:lnTo>
                    <a:pt x="227837" y="129254"/>
                  </a:lnTo>
                  <a:lnTo>
                    <a:pt x="207263" y="140208"/>
                  </a:lnTo>
                  <a:lnTo>
                    <a:pt x="193119" y="149351"/>
                  </a:lnTo>
                  <a:lnTo>
                    <a:pt x="178688" y="158495"/>
                  </a:lnTo>
                  <a:lnTo>
                    <a:pt x="164830" y="167639"/>
                  </a:lnTo>
                  <a:lnTo>
                    <a:pt x="152399" y="176784"/>
                  </a:lnTo>
                  <a:lnTo>
                    <a:pt x="146303" y="179832"/>
                  </a:lnTo>
                  <a:lnTo>
                    <a:pt x="146303" y="182879"/>
                  </a:lnTo>
                  <a:lnTo>
                    <a:pt x="156400" y="184594"/>
                  </a:lnTo>
                  <a:lnTo>
                    <a:pt x="167639" y="185165"/>
                  </a:lnTo>
                  <a:lnTo>
                    <a:pt x="178879" y="184594"/>
                  </a:lnTo>
                  <a:lnTo>
                    <a:pt x="188975" y="182879"/>
                  </a:lnTo>
                  <a:lnTo>
                    <a:pt x="213598" y="180117"/>
                  </a:lnTo>
                  <a:lnTo>
                    <a:pt x="237362" y="176784"/>
                  </a:lnTo>
                  <a:lnTo>
                    <a:pt x="260556" y="173450"/>
                  </a:lnTo>
                  <a:lnTo>
                    <a:pt x="283463" y="170687"/>
                  </a:lnTo>
                  <a:lnTo>
                    <a:pt x="299942" y="168401"/>
                  </a:lnTo>
                  <a:lnTo>
                    <a:pt x="316991" y="166115"/>
                  </a:lnTo>
                  <a:lnTo>
                    <a:pt x="334041" y="163829"/>
                  </a:lnTo>
                  <a:lnTo>
                    <a:pt x="350519" y="161544"/>
                  </a:lnTo>
                  <a:lnTo>
                    <a:pt x="356615" y="161544"/>
                  </a:lnTo>
                  <a:lnTo>
                    <a:pt x="359663" y="161544"/>
                  </a:lnTo>
                  <a:lnTo>
                    <a:pt x="365759" y="164591"/>
                  </a:lnTo>
                  <a:lnTo>
                    <a:pt x="356615" y="167639"/>
                  </a:lnTo>
                  <a:lnTo>
                    <a:pt x="350519" y="170687"/>
                  </a:lnTo>
                  <a:lnTo>
                    <a:pt x="344423" y="173736"/>
                  </a:lnTo>
                  <a:lnTo>
                    <a:pt x="341375" y="176784"/>
                  </a:lnTo>
                  <a:lnTo>
                    <a:pt x="338327" y="176784"/>
                  </a:lnTo>
                  <a:lnTo>
                    <a:pt x="335279" y="176784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4" name="Google Shape;2304;p19"/>
            <p:cNvGrpSpPr/>
            <p:nvPr/>
          </p:nvGrpSpPr>
          <p:grpSpPr>
            <a:xfrm>
              <a:off x="8007668" y="3315403"/>
              <a:ext cx="269499" cy="162946"/>
              <a:chOff x="7333488" y="3688080"/>
              <a:chExt cx="192151" cy="104139"/>
            </a:xfrm>
          </p:grpSpPr>
          <p:sp>
            <p:nvSpPr>
              <p:cNvPr id="2305" name="Google Shape;2305;p19"/>
              <p:cNvSpPr/>
              <p:nvPr/>
            </p:nvSpPr>
            <p:spPr>
              <a:xfrm>
                <a:off x="7351776" y="3733800"/>
                <a:ext cx="3175" cy="58419"/>
              </a:xfrm>
              <a:custGeom>
                <a:rect b="b" l="l" r="r" t="t"/>
                <a:pathLst>
                  <a:path extrusionOk="0" h="58420" w="3175">
                    <a:moveTo>
                      <a:pt x="0" y="0"/>
                    </a:moveTo>
                    <a:lnTo>
                      <a:pt x="47" y="9143"/>
                    </a:lnTo>
                    <a:lnTo>
                      <a:pt x="380" y="18287"/>
                    </a:lnTo>
                    <a:lnTo>
                      <a:pt x="1285" y="27432"/>
                    </a:lnTo>
                    <a:lnTo>
                      <a:pt x="3047" y="36575"/>
                    </a:lnTo>
                    <a:lnTo>
                      <a:pt x="3047" y="42672"/>
                    </a:lnTo>
                    <a:lnTo>
                      <a:pt x="3047" y="51815"/>
                    </a:lnTo>
                    <a:lnTo>
                      <a:pt x="3047" y="57912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6" name="Google Shape;2306;p19"/>
              <p:cNvSpPr/>
              <p:nvPr/>
            </p:nvSpPr>
            <p:spPr>
              <a:xfrm>
                <a:off x="7333488" y="3688080"/>
                <a:ext cx="21590" cy="21590"/>
              </a:xfrm>
              <a:custGeom>
                <a:rect b="b" l="l" r="r" t="t"/>
                <a:pathLst>
                  <a:path extrusionOk="0" h="21589" w="21590">
                    <a:moveTo>
                      <a:pt x="0" y="3048"/>
                    </a:moveTo>
                    <a:lnTo>
                      <a:pt x="0" y="15240"/>
                    </a:lnTo>
                    <a:lnTo>
                      <a:pt x="6095" y="21336"/>
                    </a:lnTo>
                    <a:lnTo>
                      <a:pt x="18287" y="21336"/>
                    </a:lnTo>
                    <a:lnTo>
                      <a:pt x="21336" y="15240"/>
                    </a:lnTo>
                    <a:lnTo>
                      <a:pt x="21336" y="9144"/>
                    </a:lnTo>
                    <a:lnTo>
                      <a:pt x="21336" y="3048"/>
                    </a:lnTo>
                    <a:lnTo>
                      <a:pt x="18287" y="0"/>
                    </a:lnTo>
                    <a:lnTo>
                      <a:pt x="6095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07" name="Google Shape;2307;p19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403592" y="3703320"/>
                <a:ext cx="76198" cy="761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08" name="Google Shape;2308;p19"/>
              <p:cNvSpPr/>
              <p:nvPr/>
            </p:nvSpPr>
            <p:spPr>
              <a:xfrm>
                <a:off x="7522464" y="3697224"/>
                <a:ext cx="3175" cy="70485"/>
              </a:xfrm>
              <a:custGeom>
                <a:rect b="b" l="l" r="r" t="t"/>
                <a:pathLst>
                  <a:path extrusionOk="0" h="70485" w="3175">
                    <a:moveTo>
                      <a:pt x="3048" y="0"/>
                    </a:moveTo>
                    <a:lnTo>
                      <a:pt x="2571" y="11429"/>
                    </a:lnTo>
                    <a:lnTo>
                      <a:pt x="1524" y="22859"/>
                    </a:lnTo>
                    <a:lnTo>
                      <a:pt x="476" y="34289"/>
                    </a:lnTo>
                    <a:lnTo>
                      <a:pt x="0" y="45720"/>
                    </a:lnTo>
                    <a:lnTo>
                      <a:pt x="0" y="51815"/>
                    </a:lnTo>
                    <a:lnTo>
                      <a:pt x="0" y="60960"/>
                    </a:lnTo>
                    <a:lnTo>
                      <a:pt x="3048" y="7010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09" name="Google Shape;2309;p19"/>
            <p:cNvSpPr/>
            <p:nvPr/>
          </p:nvSpPr>
          <p:spPr>
            <a:xfrm>
              <a:off x="8144465" y="3611091"/>
              <a:ext cx="552179" cy="33782"/>
            </a:xfrm>
            <a:custGeom>
              <a:rect b="b" l="l" r="r" t="t"/>
              <a:pathLst>
                <a:path extrusionOk="0" h="21589" w="393700">
                  <a:moveTo>
                    <a:pt x="0" y="15240"/>
                  </a:moveTo>
                  <a:lnTo>
                    <a:pt x="10953" y="17049"/>
                  </a:lnTo>
                  <a:lnTo>
                    <a:pt x="21335" y="18288"/>
                  </a:lnTo>
                  <a:lnTo>
                    <a:pt x="31718" y="19526"/>
                  </a:lnTo>
                  <a:lnTo>
                    <a:pt x="42671" y="21336"/>
                  </a:lnTo>
                  <a:lnTo>
                    <a:pt x="56387" y="21336"/>
                  </a:lnTo>
                  <a:lnTo>
                    <a:pt x="70103" y="21336"/>
                  </a:lnTo>
                  <a:lnTo>
                    <a:pt x="83819" y="21336"/>
                  </a:lnTo>
                  <a:lnTo>
                    <a:pt x="97535" y="21336"/>
                  </a:lnTo>
                  <a:lnTo>
                    <a:pt x="113490" y="21288"/>
                  </a:lnTo>
                  <a:lnTo>
                    <a:pt x="129158" y="20954"/>
                  </a:lnTo>
                  <a:lnTo>
                    <a:pt x="144256" y="20050"/>
                  </a:lnTo>
                  <a:lnTo>
                    <a:pt x="158495" y="18288"/>
                  </a:lnTo>
                  <a:lnTo>
                    <a:pt x="174497" y="16049"/>
                  </a:lnTo>
                  <a:lnTo>
                    <a:pt x="190499" y="14097"/>
                  </a:lnTo>
                  <a:lnTo>
                    <a:pt x="206501" y="12715"/>
                  </a:lnTo>
                  <a:lnTo>
                    <a:pt x="222503" y="12192"/>
                  </a:lnTo>
                  <a:lnTo>
                    <a:pt x="236219" y="10429"/>
                  </a:lnTo>
                  <a:lnTo>
                    <a:pt x="249935" y="9525"/>
                  </a:lnTo>
                  <a:lnTo>
                    <a:pt x="263651" y="9191"/>
                  </a:lnTo>
                  <a:lnTo>
                    <a:pt x="277367" y="9144"/>
                  </a:lnTo>
                  <a:lnTo>
                    <a:pt x="297894" y="9572"/>
                  </a:lnTo>
                  <a:lnTo>
                    <a:pt x="318134" y="10287"/>
                  </a:lnTo>
                  <a:lnTo>
                    <a:pt x="337804" y="10429"/>
                  </a:lnTo>
                  <a:lnTo>
                    <a:pt x="356615" y="9144"/>
                  </a:lnTo>
                  <a:lnTo>
                    <a:pt x="365759" y="9144"/>
                  </a:lnTo>
                  <a:lnTo>
                    <a:pt x="371855" y="6096"/>
                  </a:lnTo>
                  <a:lnTo>
                    <a:pt x="380999" y="6096"/>
                  </a:lnTo>
                  <a:lnTo>
                    <a:pt x="384047" y="6096"/>
                  </a:lnTo>
                  <a:lnTo>
                    <a:pt x="387095" y="6096"/>
                  </a:lnTo>
                  <a:lnTo>
                    <a:pt x="393191" y="6096"/>
                  </a:lnTo>
                  <a:lnTo>
                    <a:pt x="390143" y="3048"/>
                  </a:lnTo>
                  <a:lnTo>
                    <a:pt x="387095" y="3048"/>
                  </a:lnTo>
                  <a:lnTo>
                    <a:pt x="384047" y="0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10" name="Google Shape;2310;p19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491270" y="3739861"/>
              <a:ext cx="268784" cy="2766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11" name="Google Shape;2311;p19"/>
            <p:cNvGrpSpPr/>
            <p:nvPr/>
          </p:nvGrpSpPr>
          <p:grpSpPr>
            <a:xfrm>
              <a:off x="9089227" y="3799997"/>
              <a:ext cx="568564" cy="421549"/>
              <a:chOff x="8104632" y="3997785"/>
              <a:chExt cx="405382" cy="269413"/>
            </a:xfrm>
          </p:grpSpPr>
          <p:pic>
            <p:nvPicPr>
              <p:cNvPr id="2312" name="Google Shape;2312;p19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8104632" y="4084320"/>
                <a:ext cx="64006" cy="182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3" name="Google Shape;2313;p19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8199501" y="4108704"/>
                <a:ext cx="110107" cy="1097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4" name="Google Shape;2314;p19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330184" y="3997785"/>
                <a:ext cx="179830" cy="2328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15" name="Google Shape;2315;p19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120416" y="3997397"/>
              <a:ext cx="134191" cy="27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6" name="Google Shape;2316;p19"/>
          <p:cNvGrpSpPr/>
          <p:nvPr/>
        </p:nvGrpSpPr>
        <p:grpSpPr>
          <a:xfrm>
            <a:off x="1748626" y="5189695"/>
            <a:ext cx="7763819" cy="1197064"/>
            <a:chOff x="1748626" y="5189695"/>
            <a:chExt cx="7763819" cy="1197064"/>
          </a:xfrm>
        </p:grpSpPr>
        <p:grpSp>
          <p:nvGrpSpPr>
            <p:cNvPr id="2317" name="Google Shape;2317;p19"/>
            <p:cNvGrpSpPr/>
            <p:nvPr/>
          </p:nvGrpSpPr>
          <p:grpSpPr>
            <a:xfrm>
              <a:off x="6297691" y="6033842"/>
              <a:ext cx="787301" cy="352917"/>
              <a:chOff x="6114287" y="5425440"/>
              <a:chExt cx="561340" cy="225550"/>
            </a:xfrm>
          </p:grpSpPr>
          <p:sp>
            <p:nvSpPr>
              <p:cNvPr id="2318" name="Google Shape;2318;p19"/>
              <p:cNvSpPr/>
              <p:nvPr/>
            </p:nvSpPr>
            <p:spPr>
              <a:xfrm>
                <a:off x="6114287" y="5425440"/>
                <a:ext cx="561340" cy="48895"/>
              </a:xfrm>
              <a:custGeom>
                <a:rect b="b" l="l" r="r" t="t"/>
                <a:pathLst>
                  <a:path extrusionOk="0" h="48895" w="561340">
                    <a:moveTo>
                      <a:pt x="0" y="48767"/>
                    </a:moveTo>
                    <a:lnTo>
                      <a:pt x="52054" y="46767"/>
                    </a:lnTo>
                    <a:lnTo>
                      <a:pt x="103250" y="41909"/>
                    </a:lnTo>
                    <a:lnTo>
                      <a:pt x="153876" y="35909"/>
                    </a:lnTo>
                    <a:lnTo>
                      <a:pt x="204215" y="30479"/>
                    </a:lnTo>
                    <a:lnTo>
                      <a:pt x="249936" y="24145"/>
                    </a:lnTo>
                    <a:lnTo>
                      <a:pt x="295656" y="18668"/>
                    </a:lnTo>
                    <a:lnTo>
                      <a:pt x="341376" y="13763"/>
                    </a:lnTo>
                    <a:lnTo>
                      <a:pt x="387096" y="9143"/>
                    </a:lnTo>
                    <a:lnTo>
                      <a:pt x="419100" y="6857"/>
                    </a:lnTo>
                    <a:lnTo>
                      <a:pt x="451103" y="4571"/>
                    </a:lnTo>
                    <a:lnTo>
                      <a:pt x="483107" y="2285"/>
                    </a:lnTo>
                    <a:lnTo>
                      <a:pt x="515112" y="0"/>
                    </a:lnTo>
                    <a:lnTo>
                      <a:pt x="526494" y="0"/>
                    </a:lnTo>
                    <a:lnTo>
                      <a:pt x="537590" y="0"/>
                    </a:lnTo>
                    <a:lnTo>
                      <a:pt x="548116" y="0"/>
                    </a:lnTo>
                    <a:lnTo>
                      <a:pt x="557784" y="0"/>
                    </a:lnTo>
                    <a:lnTo>
                      <a:pt x="560832" y="0"/>
                    </a:lnTo>
                    <a:lnTo>
                      <a:pt x="551688" y="0"/>
                    </a:lnTo>
                    <a:lnTo>
                      <a:pt x="545591" y="0"/>
                    </a:lnTo>
                    <a:lnTo>
                      <a:pt x="536448" y="0"/>
                    </a:lnTo>
                    <a:lnTo>
                      <a:pt x="524256" y="3047"/>
                    </a:lnTo>
                    <a:lnTo>
                      <a:pt x="521208" y="3047"/>
                    </a:lnTo>
                    <a:lnTo>
                      <a:pt x="512063" y="3047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19" name="Google Shape;2319;p19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385560" y="5521833"/>
                <a:ext cx="149350" cy="1291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20" name="Google Shape;2320;p19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748626" y="5823997"/>
              <a:ext cx="372785" cy="4959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21" name="Google Shape;2321;p19"/>
            <p:cNvGrpSpPr/>
            <p:nvPr/>
          </p:nvGrpSpPr>
          <p:grpSpPr>
            <a:xfrm>
              <a:off x="2385589" y="5547382"/>
              <a:ext cx="615411" cy="829641"/>
              <a:chOff x="3324986" y="5114543"/>
              <a:chExt cx="438784" cy="530225"/>
            </a:xfrm>
          </p:grpSpPr>
          <p:pic>
            <p:nvPicPr>
              <p:cNvPr id="2322" name="Google Shape;2322;p19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3392424" y="5240084"/>
                <a:ext cx="97534" cy="1884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3" name="Google Shape;2323;p19"/>
              <p:cNvSpPr/>
              <p:nvPr/>
            </p:nvSpPr>
            <p:spPr>
              <a:xfrm>
                <a:off x="3532631" y="5187695"/>
                <a:ext cx="60960" cy="323215"/>
              </a:xfrm>
              <a:custGeom>
                <a:rect b="b" l="l" r="r" t="t"/>
                <a:pathLst>
                  <a:path extrusionOk="0" h="323214" w="60960">
                    <a:moveTo>
                      <a:pt x="6096" y="0"/>
                    </a:moveTo>
                    <a:lnTo>
                      <a:pt x="5619" y="13716"/>
                    </a:lnTo>
                    <a:lnTo>
                      <a:pt x="4572" y="27432"/>
                    </a:lnTo>
                    <a:lnTo>
                      <a:pt x="3524" y="41148"/>
                    </a:lnTo>
                    <a:lnTo>
                      <a:pt x="3048" y="54864"/>
                    </a:lnTo>
                    <a:lnTo>
                      <a:pt x="1285" y="80010"/>
                    </a:lnTo>
                    <a:lnTo>
                      <a:pt x="381" y="105156"/>
                    </a:lnTo>
                    <a:lnTo>
                      <a:pt x="47" y="130302"/>
                    </a:lnTo>
                    <a:lnTo>
                      <a:pt x="0" y="155448"/>
                    </a:lnTo>
                    <a:lnTo>
                      <a:pt x="95" y="182880"/>
                    </a:lnTo>
                    <a:lnTo>
                      <a:pt x="2571" y="237744"/>
                    </a:lnTo>
                    <a:lnTo>
                      <a:pt x="9144" y="281082"/>
                    </a:lnTo>
                    <a:lnTo>
                      <a:pt x="36575" y="323088"/>
                    </a:lnTo>
                    <a:lnTo>
                      <a:pt x="48767" y="323088"/>
                    </a:lnTo>
                    <a:lnTo>
                      <a:pt x="51815" y="323088"/>
                    </a:lnTo>
                    <a:lnTo>
                      <a:pt x="60959" y="31699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24" name="Google Shape;2324;p19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3581400" y="5254752"/>
                <a:ext cx="131062" cy="1280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5" name="Google Shape;2325;p19"/>
              <p:cNvSpPr/>
              <p:nvPr/>
            </p:nvSpPr>
            <p:spPr>
              <a:xfrm>
                <a:off x="3324986" y="5114543"/>
                <a:ext cx="438784" cy="530225"/>
              </a:xfrm>
              <a:custGeom>
                <a:rect b="b" l="l" r="r" t="t"/>
                <a:pathLst>
                  <a:path extrusionOk="0" h="530225" w="438785">
                    <a:moveTo>
                      <a:pt x="430149" y="70104"/>
                    </a:moveTo>
                    <a:lnTo>
                      <a:pt x="432387" y="81534"/>
                    </a:lnTo>
                    <a:lnTo>
                      <a:pt x="434339" y="92964"/>
                    </a:lnTo>
                    <a:lnTo>
                      <a:pt x="435721" y="104394"/>
                    </a:lnTo>
                    <a:lnTo>
                      <a:pt x="436245" y="115824"/>
                    </a:lnTo>
                    <a:lnTo>
                      <a:pt x="437959" y="150590"/>
                    </a:lnTo>
                    <a:lnTo>
                      <a:pt x="438531" y="185928"/>
                    </a:lnTo>
                    <a:lnTo>
                      <a:pt x="437959" y="221265"/>
                    </a:lnTo>
                    <a:lnTo>
                      <a:pt x="436245" y="256032"/>
                    </a:lnTo>
                    <a:lnTo>
                      <a:pt x="433959" y="277082"/>
                    </a:lnTo>
                    <a:lnTo>
                      <a:pt x="431673" y="298704"/>
                    </a:lnTo>
                    <a:lnTo>
                      <a:pt x="429387" y="320325"/>
                    </a:lnTo>
                    <a:lnTo>
                      <a:pt x="427100" y="341376"/>
                    </a:lnTo>
                    <a:lnTo>
                      <a:pt x="427100" y="349996"/>
                    </a:lnTo>
                    <a:lnTo>
                      <a:pt x="427100" y="357759"/>
                    </a:lnTo>
                    <a:lnTo>
                      <a:pt x="427100" y="364950"/>
                    </a:lnTo>
                    <a:lnTo>
                      <a:pt x="427100" y="371856"/>
                    </a:lnTo>
                    <a:lnTo>
                      <a:pt x="427100" y="372903"/>
                    </a:lnTo>
                    <a:lnTo>
                      <a:pt x="427100" y="368808"/>
                    </a:lnTo>
                    <a:lnTo>
                      <a:pt x="427100" y="362426"/>
                    </a:lnTo>
                    <a:lnTo>
                      <a:pt x="427100" y="356616"/>
                    </a:lnTo>
                  </a:path>
                  <a:path extrusionOk="0" h="530225" w="438785">
                    <a:moveTo>
                      <a:pt x="52197" y="0"/>
                    </a:moveTo>
                    <a:lnTo>
                      <a:pt x="29479" y="35575"/>
                    </a:lnTo>
                    <a:lnTo>
                      <a:pt x="16716" y="74390"/>
                    </a:lnTo>
                    <a:lnTo>
                      <a:pt x="6334" y="126777"/>
                    </a:lnTo>
                    <a:lnTo>
                      <a:pt x="1285" y="191690"/>
                    </a:lnTo>
                    <a:lnTo>
                      <a:pt x="0" y="231267"/>
                    </a:lnTo>
                    <a:lnTo>
                      <a:pt x="428" y="270271"/>
                    </a:lnTo>
                    <a:lnTo>
                      <a:pt x="9667" y="342042"/>
                    </a:lnTo>
                    <a:lnTo>
                      <a:pt x="31289" y="408146"/>
                    </a:lnTo>
                    <a:lnTo>
                      <a:pt x="60436" y="461533"/>
                    </a:lnTo>
                    <a:lnTo>
                      <a:pt x="93678" y="501062"/>
                    </a:lnTo>
                    <a:lnTo>
                      <a:pt x="126539" y="523398"/>
                    </a:lnTo>
                    <a:lnTo>
                      <a:pt x="159019" y="529685"/>
                    </a:lnTo>
                    <a:lnTo>
                      <a:pt x="174117" y="524256"/>
                    </a:lnTo>
                    <a:lnTo>
                      <a:pt x="177165" y="521208"/>
                    </a:lnTo>
                    <a:lnTo>
                      <a:pt x="180213" y="518160"/>
                    </a:lnTo>
                    <a:lnTo>
                      <a:pt x="183261" y="5151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6" name="Google Shape;2326;p19"/>
            <p:cNvGrpSpPr/>
            <p:nvPr/>
          </p:nvGrpSpPr>
          <p:grpSpPr>
            <a:xfrm>
              <a:off x="3117140" y="5409076"/>
              <a:ext cx="739741" cy="668580"/>
              <a:chOff x="3846576" y="5026151"/>
              <a:chExt cx="527430" cy="427291"/>
            </a:xfrm>
          </p:grpSpPr>
          <p:pic>
            <p:nvPicPr>
              <p:cNvPr id="2327" name="Google Shape;2327;p19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3846576" y="5288280"/>
                <a:ext cx="323086" cy="1651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8" name="Google Shape;2328;p19"/>
              <p:cNvSpPr/>
              <p:nvPr/>
            </p:nvSpPr>
            <p:spPr>
              <a:xfrm>
                <a:off x="4172711" y="5026151"/>
                <a:ext cx="201295" cy="396240"/>
              </a:xfrm>
              <a:custGeom>
                <a:rect b="b" l="l" r="r" t="t"/>
                <a:pathLst>
                  <a:path extrusionOk="0" h="396239" w="201295">
                    <a:moveTo>
                      <a:pt x="0" y="121920"/>
                    </a:moveTo>
                    <a:lnTo>
                      <a:pt x="36575" y="146304"/>
                    </a:lnTo>
                    <a:lnTo>
                      <a:pt x="58007" y="195595"/>
                    </a:lnTo>
                    <a:lnTo>
                      <a:pt x="63150" y="234362"/>
                    </a:lnTo>
                    <a:lnTo>
                      <a:pt x="65246" y="276367"/>
                    </a:lnTo>
                    <a:lnTo>
                      <a:pt x="64008" y="295656"/>
                    </a:lnTo>
                    <a:lnTo>
                      <a:pt x="58912" y="318468"/>
                    </a:lnTo>
                    <a:lnTo>
                      <a:pt x="52959" y="340995"/>
                    </a:lnTo>
                    <a:lnTo>
                      <a:pt x="46434" y="362950"/>
                    </a:lnTo>
                    <a:lnTo>
                      <a:pt x="39624" y="384048"/>
                    </a:lnTo>
                    <a:lnTo>
                      <a:pt x="39624" y="390144"/>
                    </a:lnTo>
                    <a:lnTo>
                      <a:pt x="36575" y="390144"/>
                    </a:lnTo>
                    <a:lnTo>
                      <a:pt x="33527" y="396240"/>
                    </a:lnTo>
                  </a:path>
                  <a:path extrusionOk="0" h="396239" w="201295">
                    <a:moveTo>
                      <a:pt x="124967" y="0"/>
                    </a:moveTo>
                    <a:lnTo>
                      <a:pt x="131825" y="16001"/>
                    </a:lnTo>
                    <a:lnTo>
                      <a:pt x="138684" y="32003"/>
                    </a:lnTo>
                    <a:lnTo>
                      <a:pt x="145542" y="48005"/>
                    </a:lnTo>
                    <a:lnTo>
                      <a:pt x="152400" y="64008"/>
                    </a:lnTo>
                    <a:lnTo>
                      <a:pt x="170307" y="108204"/>
                    </a:lnTo>
                    <a:lnTo>
                      <a:pt x="185927" y="152400"/>
                    </a:lnTo>
                    <a:lnTo>
                      <a:pt x="196976" y="198120"/>
                    </a:lnTo>
                    <a:lnTo>
                      <a:pt x="201167" y="243840"/>
                    </a:lnTo>
                    <a:lnTo>
                      <a:pt x="201025" y="264414"/>
                    </a:lnTo>
                    <a:lnTo>
                      <a:pt x="197310" y="305562"/>
                    </a:lnTo>
                    <a:lnTo>
                      <a:pt x="182117" y="351663"/>
                    </a:lnTo>
                    <a:lnTo>
                      <a:pt x="161543" y="381000"/>
                    </a:lnTo>
                    <a:lnTo>
                      <a:pt x="161543" y="374904"/>
                    </a:lnTo>
                    <a:lnTo>
                      <a:pt x="161543" y="371856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29" name="Google Shape;2329;p19"/>
            <p:cNvSpPr/>
            <p:nvPr/>
          </p:nvSpPr>
          <p:spPr>
            <a:xfrm>
              <a:off x="4391070" y="5742919"/>
              <a:ext cx="111326" cy="129166"/>
            </a:xfrm>
            <a:custGeom>
              <a:rect b="b" l="l" r="r" t="t"/>
              <a:pathLst>
                <a:path extrusionOk="0" h="82550" w="79375">
                  <a:moveTo>
                    <a:pt x="0" y="15239"/>
                  </a:moveTo>
                  <a:lnTo>
                    <a:pt x="11430" y="11191"/>
                  </a:lnTo>
                  <a:lnTo>
                    <a:pt x="22860" y="8000"/>
                  </a:lnTo>
                  <a:lnTo>
                    <a:pt x="34290" y="5381"/>
                  </a:lnTo>
                  <a:lnTo>
                    <a:pt x="45720" y="3048"/>
                  </a:lnTo>
                  <a:lnTo>
                    <a:pt x="51816" y="0"/>
                  </a:lnTo>
                  <a:lnTo>
                    <a:pt x="60960" y="0"/>
                  </a:lnTo>
                  <a:lnTo>
                    <a:pt x="67056" y="0"/>
                  </a:lnTo>
                </a:path>
                <a:path extrusionOk="0" h="82550" w="79375">
                  <a:moveTo>
                    <a:pt x="15240" y="82295"/>
                  </a:moveTo>
                  <a:lnTo>
                    <a:pt x="27955" y="81772"/>
                  </a:lnTo>
                  <a:lnTo>
                    <a:pt x="39243" y="80391"/>
                  </a:lnTo>
                  <a:lnTo>
                    <a:pt x="49958" y="78438"/>
                  </a:lnTo>
                  <a:lnTo>
                    <a:pt x="60960" y="76200"/>
                  </a:lnTo>
                  <a:lnTo>
                    <a:pt x="67056" y="76200"/>
                  </a:lnTo>
                  <a:lnTo>
                    <a:pt x="73152" y="76200"/>
                  </a:lnTo>
                  <a:lnTo>
                    <a:pt x="79248" y="73151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19"/>
            <p:cNvSpPr/>
            <p:nvPr/>
          </p:nvSpPr>
          <p:spPr>
            <a:xfrm>
              <a:off x="4425271" y="5981379"/>
              <a:ext cx="111326" cy="9936"/>
            </a:xfrm>
            <a:custGeom>
              <a:rect b="b" l="l" r="r" t="t"/>
              <a:pathLst>
                <a:path extrusionOk="0" h="6350" w="79375">
                  <a:moveTo>
                    <a:pt x="0" y="3048"/>
                  </a:moveTo>
                  <a:lnTo>
                    <a:pt x="11477" y="4810"/>
                  </a:lnTo>
                  <a:lnTo>
                    <a:pt x="23241" y="5714"/>
                  </a:lnTo>
                  <a:lnTo>
                    <a:pt x="35575" y="6048"/>
                  </a:lnTo>
                  <a:lnTo>
                    <a:pt x="48768" y="6095"/>
                  </a:lnTo>
                  <a:lnTo>
                    <a:pt x="56102" y="5572"/>
                  </a:lnTo>
                  <a:lnTo>
                    <a:pt x="64008" y="4191"/>
                  </a:lnTo>
                  <a:lnTo>
                    <a:pt x="71913" y="2238"/>
                  </a:lnTo>
                  <a:lnTo>
                    <a:pt x="79248" y="0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1" name="Google Shape;2331;p19"/>
            <p:cNvGrpSpPr/>
            <p:nvPr/>
          </p:nvGrpSpPr>
          <p:grpSpPr>
            <a:xfrm>
              <a:off x="5169509" y="5494923"/>
              <a:ext cx="871864" cy="544483"/>
              <a:chOff x="5309901" y="5081016"/>
              <a:chExt cx="621633" cy="347980"/>
            </a:xfrm>
          </p:grpSpPr>
          <p:sp>
            <p:nvSpPr>
              <p:cNvPr id="2332" name="Google Shape;2332;p19"/>
              <p:cNvSpPr/>
              <p:nvPr/>
            </p:nvSpPr>
            <p:spPr>
              <a:xfrm>
                <a:off x="5309901" y="5081016"/>
                <a:ext cx="281305" cy="347980"/>
              </a:xfrm>
              <a:custGeom>
                <a:rect b="b" l="l" r="r" t="t"/>
                <a:pathLst>
                  <a:path extrusionOk="0" h="347979" w="281304">
                    <a:moveTo>
                      <a:pt x="103346" y="27431"/>
                    </a:moveTo>
                    <a:lnTo>
                      <a:pt x="60483" y="54435"/>
                    </a:lnTo>
                    <a:lnTo>
                      <a:pt x="31480" y="88249"/>
                    </a:lnTo>
                    <a:lnTo>
                      <a:pt x="7762" y="135207"/>
                    </a:lnTo>
                    <a:lnTo>
                      <a:pt x="0" y="191261"/>
                    </a:lnTo>
                    <a:lnTo>
                      <a:pt x="1238" y="220979"/>
                    </a:lnTo>
                    <a:lnTo>
                      <a:pt x="18002" y="280415"/>
                    </a:lnTo>
                    <a:lnTo>
                      <a:pt x="47720" y="321563"/>
                    </a:lnTo>
                    <a:lnTo>
                      <a:pt x="91154" y="344423"/>
                    </a:lnTo>
                    <a:lnTo>
                      <a:pt x="118014" y="347519"/>
                    </a:lnTo>
                    <a:lnTo>
                      <a:pt x="143732" y="344042"/>
                    </a:lnTo>
                    <a:lnTo>
                      <a:pt x="191738" y="323088"/>
                    </a:lnTo>
                    <a:lnTo>
                      <a:pt x="234029" y="288035"/>
                    </a:lnTo>
                    <a:lnTo>
                      <a:pt x="264890" y="243839"/>
                    </a:lnTo>
                    <a:lnTo>
                      <a:pt x="279368" y="197738"/>
                    </a:lnTo>
                    <a:lnTo>
                      <a:pt x="281178" y="173116"/>
                    </a:lnTo>
                    <a:lnTo>
                      <a:pt x="280130" y="149351"/>
                    </a:lnTo>
                    <a:lnTo>
                      <a:pt x="261461" y="92582"/>
                    </a:lnTo>
                    <a:lnTo>
                      <a:pt x="231362" y="42671"/>
                    </a:lnTo>
                    <a:lnTo>
                      <a:pt x="190214" y="8762"/>
                    </a:lnTo>
                    <a:lnTo>
                      <a:pt x="139922" y="0"/>
                    </a:lnTo>
                    <a:lnTo>
                      <a:pt x="112823" y="6953"/>
                    </a:lnTo>
                    <a:lnTo>
                      <a:pt x="90011" y="21335"/>
                    </a:lnTo>
                    <a:lnTo>
                      <a:pt x="70056" y="40290"/>
                    </a:lnTo>
                    <a:lnTo>
                      <a:pt x="51530" y="60959"/>
                    </a:lnTo>
                    <a:lnTo>
                      <a:pt x="48482" y="67056"/>
                    </a:lnTo>
                    <a:lnTo>
                      <a:pt x="42386" y="73151"/>
                    </a:lnTo>
                    <a:lnTo>
                      <a:pt x="39338" y="79247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3" name="Google Shape;2333;p19"/>
              <p:cNvSpPr/>
              <p:nvPr/>
            </p:nvSpPr>
            <p:spPr>
              <a:xfrm>
                <a:off x="5425439" y="5169408"/>
                <a:ext cx="506095" cy="241300"/>
              </a:xfrm>
              <a:custGeom>
                <a:rect b="b" l="l" r="r" t="t"/>
                <a:pathLst>
                  <a:path extrusionOk="0" h="241300" w="506095">
                    <a:moveTo>
                      <a:pt x="15239" y="97536"/>
                    </a:moveTo>
                    <a:lnTo>
                      <a:pt x="9144" y="97536"/>
                    </a:lnTo>
                    <a:lnTo>
                      <a:pt x="3048" y="100584"/>
                    </a:lnTo>
                    <a:lnTo>
                      <a:pt x="0" y="100584"/>
                    </a:lnTo>
                    <a:lnTo>
                      <a:pt x="13668" y="102346"/>
                    </a:lnTo>
                    <a:lnTo>
                      <a:pt x="27050" y="103250"/>
                    </a:lnTo>
                    <a:lnTo>
                      <a:pt x="39862" y="103584"/>
                    </a:lnTo>
                    <a:lnTo>
                      <a:pt x="51815" y="103631"/>
                    </a:lnTo>
                    <a:lnTo>
                      <a:pt x="65150" y="102822"/>
                    </a:lnTo>
                    <a:lnTo>
                      <a:pt x="80772" y="101726"/>
                    </a:lnTo>
                    <a:lnTo>
                      <a:pt x="96393" y="102346"/>
                    </a:lnTo>
                    <a:lnTo>
                      <a:pt x="109727" y="106680"/>
                    </a:lnTo>
                    <a:lnTo>
                      <a:pt x="112775" y="106680"/>
                    </a:lnTo>
                    <a:lnTo>
                      <a:pt x="109727" y="109728"/>
                    </a:lnTo>
                    <a:lnTo>
                      <a:pt x="106680" y="109728"/>
                    </a:lnTo>
                    <a:lnTo>
                      <a:pt x="103632" y="109728"/>
                    </a:lnTo>
                  </a:path>
                  <a:path extrusionOk="0" h="241300" w="506095">
                    <a:moveTo>
                      <a:pt x="441960" y="0"/>
                    </a:moveTo>
                    <a:lnTo>
                      <a:pt x="428244" y="4572"/>
                    </a:lnTo>
                    <a:lnTo>
                      <a:pt x="414528" y="9144"/>
                    </a:lnTo>
                    <a:lnTo>
                      <a:pt x="400812" y="13716"/>
                    </a:lnTo>
                    <a:lnTo>
                      <a:pt x="387096" y="18287"/>
                    </a:lnTo>
                    <a:lnTo>
                      <a:pt x="371094" y="25145"/>
                    </a:lnTo>
                    <a:lnTo>
                      <a:pt x="355092" y="32003"/>
                    </a:lnTo>
                    <a:lnTo>
                      <a:pt x="339090" y="38861"/>
                    </a:lnTo>
                    <a:lnTo>
                      <a:pt x="323088" y="45719"/>
                    </a:lnTo>
                    <a:lnTo>
                      <a:pt x="316992" y="48768"/>
                    </a:lnTo>
                    <a:lnTo>
                      <a:pt x="307848" y="51816"/>
                    </a:lnTo>
                    <a:lnTo>
                      <a:pt x="301751" y="54864"/>
                    </a:lnTo>
                    <a:lnTo>
                      <a:pt x="307848" y="60960"/>
                    </a:lnTo>
                    <a:lnTo>
                      <a:pt x="313944" y="60960"/>
                    </a:lnTo>
                    <a:lnTo>
                      <a:pt x="323088" y="64008"/>
                    </a:lnTo>
                    <a:lnTo>
                      <a:pt x="339566" y="66293"/>
                    </a:lnTo>
                    <a:lnTo>
                      <a:pt x="356616" y="68580"/>
                    </a:lnTo>
                    <a:lnTo>
                      <a:pt x="373665" y="70866"/>
                    </a:lnTo>
                    <a:lnTo>
                      <a:pt x="420243" y="78867"/>
                    </a:lnTo>
                    <a:lnTo>
                      <a:pt x="454485" y="98774"/>
                    </a:lnTo>
                    <a:lnTo>
                      <a:pt x="456056" y="106680"/>
                    </a:lnTo>
                    <a:lnTo>
                      <a:pt x="453628" y="114585"/>
                    </a:lnTo>
                    <a:lnTo>
                      <a:pt x="415671" y="147066"/>
                    </a:lnTo>
                    <a:lnTo>
                      <a:pt x="381000" y="167640"/>
                    </a:lnTo>
                    <a:lnTo>
                      <a:pt x="333375" y="190500"/>
                    </a:lnTo>
                    <a:lnTo>
                      <a:pt x="283463" y="213360"/>
                    </a:lnTo>
                    <a:lnTo>
                      <a:pt x="253364" y="225552"/>
                    </a:lnTo>
                    <a:lnTo>
                      <a:pt x="239315" y="231362"/>
                    </a:lnTo>
                    <a:lnTo>
                      <a:pt x="225551" y="237744"/>
                    </a:lnTo>
                    <a:lnTo>
                      <a:pt x="232076" y="239506"/>
                    </a:lnTo>
                    <a:lnTo>
                      <a:pt x="241173" y="240411"/>
                    </a:lnTo>
                    <a:lnTo>
                      <a:pt x="250840" y="240744"/>
                    </a:lnTo>
                    <a:lnTo>
                      <a:pt x="259080" y="240792"/>
                    </a:lnTo>
                    <a:lnTo>
                      <a:pt x="293417" y="236220"/>
                    </a:lnTo>
                    <a:lnTo>
                      <a:pt x="328040" y="231648"/>
                    </a:lnTo>
                    <a:lnTo>
                      <a:pt x="363235" y="227075"/>
                    </a:lnTo>
                    <a:lnTo>
                      <a:pt x="399288" y="222504"/>
                    </a:lnTo>
                    <a:lnTo>
                      <a:pt x="419862" y="218455"/>
                    </a:lnTo>
                    <a:lnTo>
                      <a:pt x="440436" y="215265"/>
                    </a:lnTo>
                    <a:lnTo>
                      <a:pt x="461010" y="212645"/>
                    </a:lnTo>
                    <a:lnTo>
                      <a:pt x="481584" y="210312"/>
                    </a:lnTo>
                    <a:lnTo>
                      <a:pt x="490727" y="210312"/>
                    </a:lnTo>
                    <a:lnTo>
                      <a:pt x="496824" y="207264"/>
                    </a:lnTo>
                    <a:lnTo>
                      <a:pt x="505968" y="207264"/>
                    </a:lnTo>
                    <a:lnTo>
                      <a:pt x="499872" y="207264"/>
                    </a:lnTo>
                    <a:lnTo>
                      <a:pt x="493775" y="210312"/>
                    </a:lnTo>
                    <a:lnTo>
                      <a:pt x="487680" y="2103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4" name="Google Shape;2334;p19"/>
            <p:cNvGrpSpPr/>
            <p:nvPr/>
          </p:nvGrpSpPr>
          <p:grpSpPr>
            <a:xfrm>
              <a:off x="5665002" y="6153071"/>
              <a:ext cx="318483" cy="196331"/>
              <a:chOff x="5663184" y="5501640"/>
              <a:chExt cx="227076" cy="125475"/>
            </a:xfrm>
          </p:grpSpPr>
          <p:sp>
            <p:nvSpPr>
              <p:cNvPr id="2335" name="Google Shape;2335;p19"/>
              <p:cNvSpPr/>
              <p:nvPr/>
            </p:nvSpPr>
            <p:spPr>
              <a:xfrm>
                <a:off x="5681472" y="5568696"/>
                <a:ext cx="6350" cy="58419"/>
              </a:xfrm>
              <a:custGeom>
                <a:rect b="b" l="l" r="r" t="t"/>
                <a:pathLst>
                  <a:path extrusionOk="0" h="58420" w="6350">
                    <a:moveTo>
                      <a:pt x="0" y="0"/>
                    </a:moveTo>
                    <a:lnTo>
                      <a:pt x="2238" y="11001"/>
                    </a:lnTo>
                    <a:lnTo>
                      <a:pt x="4190" y="21717"/>
                    </a:lnTo>
                    <a:lnTo>
                      <a:pt x="5572" y="33004"/>
                    </a:lnTo>
                    <a:lnTo>
                      <a:pt x="6095" y="45720"/>
                    </a:lnTo>
                    <a:lnTo>
                      <a:pt x="6095" y="48768"/>
                    </a:lnTo>
                    <a:lnTo>
                      <a:pt x="6095" y="54864"/>
                    </a:lnTo>
                    <a:lnTo>
                      <a:pt x="3048" y="579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6" name="Google Shape;2336;p19"/>
              <p:cNvSpPr/>
              <p:nvPr/>
            </p:nvSpPr>
            <p:spPr>
              <a:xfrm>
                <a:off x="5663184" y="5501640"/>
                <a:ext cx="24765" cy="21590"/>
              </a:xfrm>
              <a:custGeom>
                <a:rect b="b" l="l" r="r" t="t"/>
                <a:pathLst>
                  <a:path extrusionOk="0" h="21589" w="24764">
                    <a:moveTo>
                      <a:pt x="0" y="6095"/>
                    </a:moveTo>
                    <a:lnTo>
                      <a:pt x="0" y="18287"/>
                    </a:lnTo>
                    <a:lnTo>
                      <a:pt x="6095" y="21335"/>
                    </a:lnTo>
                    <a:lnTo>
                      <a:pt x="18287" y="21335"/>
                    </a:lnTo>
                    <a:lnTo>
                      <a:pt x="24383" y="18287"/>
                    </a:lnTo>
                    <a:lnTo>
                      <a:pt x="24383" y="12191"/>
                    </a:lnTo>
                    <a:lnTo>
                      <a:pt x="24383" y="6095"/>
                    </a:lnTo>
                    <a:lnTo>
                      <a:pt x="18287" y="0"/>
                    </a:lnTo>
                    <a:lnTo>
                      <a:pt x="6095" y="0"/>
                    </a:lnTo>
                    <a:lnTo>
                      <a:pt x="0" y="6095"/>
                    </a:lnTo>
                    <a:close/>
                  </a:path>
                </a:pathLst>
              </a:custGeom>
              <a:solidFill>
                <a:srgbClr val="7F007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7" name="Google Shape;2337;p19"/>
              <p:cNvSpPr/>
              <p:nvPr/>
            </p:nvSpPr>
            <p:spPr>
              <a:xfrm>
                <a:off x="5745480" y="5526024"/>
                <a:ext cx="144780" cy="94615"/>
              </a:xfrm>
              <a:custGeom>
                <a:rect b="b" l="l" r="r" t="t"/>
                <a:pathLst>
                  <a:path extrusionOk="0" h="94614" w="144779">
                    <a:moveTo>
                      <a:pt x="0" y="27432"/>
                    </a:moveTo>
                    <a:lnTo>
                      <a:pt x="9715" y="26574"/>
                    </a:lnTo>
                    <a:lnTo>
                      <a:pt x="22860" y="25146"/>
                    </a:lnTo>
                    <a:lnTo>
                      <a:pt x="36004" y="24860"/>
                    </a:lnTo>
                    <a:lnTo>
                      <a:pt x="45720" y="27432"/>
                    </a:lnTo>
                    <a:lnTo>
                      <a:pt x="48768" y="30480"/>
                    </a:lnTo>
                    <a:lnTo>
                      <a:pt x="45720" y="33528"/>
                    </a:lnTo>
                  </a:path>
                  <a:path extrusionOk="0" h="94614" w="144779">
                    <a:moveTo>
                      <a:pt x="27432" y="91440"/>
                    </a:moveTo>
                    <a:lnTo>
                      <a:pt x="36575" y="90868"/>
                    </a:lnTo>
                    <a:lnTo>
                      <a:pt x="45720" y="89154"/>
                    </a:lnTo>
                    <a:lnTo>
                      <a:pt x="54864" y="86296"/>
                    </a:lnTo>
                    <a:lnTo>
                      <a:pt x="64008" y="82296"/>
                    </a:lnTo>
                    <a:lnTo>
                      <a:pt x="67056" y="82296"/>
                    </a:lnTo>
                    <a:lnTo>
                      <a:pt x="67056" y="79248"/>
                    </a:lnTo>
                    <a:lnTo>
                      <a:pt x="70104" y="79248"/>
                    </a:lnTo>
                  </a:path>
                  <a:path extrusionOk="0" h="94614" w="144779">
                    <a:moveTo>
                      <a:pt x="140208" y="0"/>
                    </a:moveTo>
                    <a:lnTo>
                      <a:pt x="138493" y="10953"/>
                    </a:lnTo>
                    <a:lnTo>
                      <a:pt x="137922" y="21336"/>
                    </a:lnTo>
                    <a:lnTo>
                      <a:pt x="138493" y="31718"/>
                    </a:lnTo>
                    <a:lnTo>
                      <a:pt x="140208" y="42672"/>
                    </a:lnTo>
                    <a:lnTo>
                      <a:pt x="142398" y="52768"/>
                    </a:lnTo>
                    <a:lnTo>
                      <a:pt x="144018" y="64008"/>
                    </a:lnTo>
                    <a:lnTo>
                      <a:pt x="144494" y="75247"/>
                    </a:lnTo>
                    <a:lnTo>
                      <a:pt x="143256" y="85344"/>
                    </a:lnTo>
                    <a:lnTo>
                      <a:pt x="143256" y="88392"/>
                    </a:lnTo>
                    <a:lnTo>
                      <a:pt x="140208" y="91440"/>
                    </a:lnTo>
                    <a:lnTo>
                      <a:pt x="140208" y="94488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38" name="Google Shape;2338;p19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5681033" y="5393653"/>
              <a:ext cx="105468" cy="1584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39" name="Google Shape;2339;p19"/>
            <p:cNvGrpSpPr/>
            <p:nvPr/>
          </p:nvGrpSpPr>
          <p:grpSpPr>
            <a:xfrm>
              <a:off x="6128698" y="5537846"/>
              <a:ext cx="267316" cy="452080"/>
              <a:chOff x="5993796" y="5108448"/>
              <a:chExt cx="190594" cy="288925"/>
            </a:xfrm>
          </p:grpSpPr>
          <p:pic>
            <p:nvPicPr>
              <p:cNvPr id="2340" name="Google Shape;2340;p19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6050280" y="5169408"/>
                <a:ext cx="134110" cy="17983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1" name="Google Shape;2341;p19"/>
              <p:cNvSpPr/>
              <p:nvPr/>
            </p:nvSpPr>
            <p:spPr>
              <a:xfrm>
                <a:off x="5993796" y="5108448"/>
                <a:ext cx="147955" cy="288925"/>
              </a:xfrm>
              <a:custGeom>
                <a:rect b="b" l="l" r="r" t="t"/>
                <a:pathLst>
                  <a:path extrusionOk="0" h="288925" w="147954">
                    <a:moveTo>
                      <a:pt x="19907" y="0"/>
                    </a:moveTo>
                    <a:lnTo>
                      <a:pt x="4048" y="48006"/>
                    </a:lnTo>
                    <a:lnTo>
                      <a:pt x="0" y="94964"/>
                    </a:lnTo>
                    <a:lnTo>
                      <a:pt x="95" y="123444"/>
                    </a:lnTo>
                    <a:lnTo>
                      <a:pt x="7715" y="179832"/>
                    </a:lnTo>
                    <a:lnTo>
                      <a:pt x="26765" y="228600"/>
                    </a:lnTo>
                    <a:lnTo>
                      <a:pt x="59531" y="268224"/>
                    </a:lnTo>
                    <a:lnTo>
                      <a:pt x="101441" y="287655"/>
                    </a:lnTo>
                    <a:lnTo>
                      <a:pt x="123825" y="288369"/>
                    </a:lnTo>
                    <a:lnTo>
                      <a:pt x="147923" y="2865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42" name="Google Shape;2342;p19"/>
            <p:cNvSpPr/>
            <p:nvPr/>
          </p:nvSpPr>
          <p:spPr>
            <a:xfrm>
              <a:off x="6485790" y="5728612"/>
              <a:ext cx="60562" cy="14904"/>
            </a:xfrm>
            <a:custGeom>
              <a:rect b="b" l="l" r="r" t="t"/>
              <a:pathLst>
                <a:path extrusionOk="0" h="9525" w="43179">
                  <a:moveTo>
                    <a:pt x="0" y="9143"/>
                  </a:moveTo>
                  <a:lnTo>
                    <a:pt x="9096" y="6857"/>
                  </a:lnTo>
                  <a:lnTo>
                    <a:pt x="17907" y="4571"/>
                  </a:lnTo>
                  <a:lnTo>
                    <a:pt x="26146" y="2285"/>
                  </a:lnTo>
                  <a:lnTo>
                    <a:pt x="33527" y="0"/>
                  </a:lnTo>
                  <a:lnTo>
                    <a:pt x="39624" y="0"/>
                  </a:lnTo>
                  <a:lnTo>
                    <a:pt x="42672" y="0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3" name="Google Shape;2343;p19"/>
            <p:cNvGrpSpPr/>
            <p:nvPr/>
          </p:nvGrpSpPr>
          <p:grpSpPr>
            <a:xfrm>
              <a:off x="6631138" y="5189695"/>
              <a:ext cx="756661" cy="605684"/>
              <a:chOff x="6352032" y="4885944"/>
              <a:chExt cx="539494" cy="387094"/>
            </a:xfrm>
          </p:grpSpPr>
          <p:pic>
            <p:nvPicPr>
              <p:cNvPr id="2344" name="Google Shape;2344;p19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6352032" y="5023104"/>
                <a:ext cx="134110" cy="2499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5" name="Google Shape;2345;p19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6510528" y="5102352"/>
                <a:ext cx="167639" cy="149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46" name="Google Shape;2346;p19"/>
              <p:cNvSpPr/>
              <p:nvPr/>
            </p:nvSpPr>
            <p:spPr>
              <a:xfrm>
                <a:off x="6708648" y="4998720"/>
                <a:ext cx="86360" cy="256540"/>
              </a:xfrm>
              <a:custGeom>
                <a:rect b="b" l="l" r="r" t="t"/>
                <a:pathLst>
                  <a:path extrusionOk="0" h="256539" w="86359">
                    <a:moveTo>
                      <a:pt x="18288" y="0"/>
                    </a:moveTo>
                    <a:lnTo>
                      <a:pt x="51720" y="20145"/>
                    </a:lnTo>
                    <a:lnTo>
                      <a:pt x="77724" y="57531"/>
                    </a:lnTo>
                    <a:lnTo>
                      <a:pt x="85963" y="111966"/>
                    </a:lnTo>
                    <a:lnTo>
                      <a:pt x="83439" y="132207"/>
                    </a:lnTo>
                    <a:lnTo>
                      <a:pt x="70104" y="170687"/>
                    </a:lnTo>
                    <a:lnTo>
                      <a:pt x="44958" y="210693"/>
                    </a:lnTo>
                    <a:lnTo>
                      <a:pt x="15240" y="243840"/>
                    </a:lnTo>
                    <a:lnTo>
                      <a:pt x="9144" y="246887"/>
                    </a:lnTo>
                    <a:lnTo>
                      <a:pt x="3048" y="249936"/>
                    </a:lnTo>
                    <a:lnTo>
                      <a:pt x="0" y="256031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47" name="Google Shape;2347;p19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6781800" y="4885944"/>
                <a:ext cx="109726" cy="1158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48" name="Google Shape;2348;p19"/>
            <p:cNvGrpSpPr/>
            <p:nvPr/>
          </p:nvGrpSpPr>
          <p:grpSpPr>
            <a:xfrm>
              <a:off x="7577503" y="5438289"/>
              <a:ext cx="425712" cy="501759"/>
              <a:chOff x="7026783" y="5044821"/>
              <a:chExt cx="303530" cy="320675"/>
            </a:xfrm>
          </p:grpSpPr>
          <p:sp>
            <p:nvSpPr>
              <p:cNvPr id="2349" name="Google Shape;2349;p19"/>
              <p:cNvSpPr/>
              <p:nvPr/>
            </p:nvSpPr>
            <p:spPr>
              <a:xfrm>
                <a:off x="7026783" y="5044821"/>
                <a:ext cx="303530" cy="320675"/>
              </a:xfrm>
              <a:custGeom>
                <a:rect b="b" l="l" r="r" t="t"/>
                <a:pathLst>
                  <a:path extrusionOk="0" h="320675" w="303529">
                    <a:moveTo>
                      <a:pt x="148209" y="24002"/>
                    </a:moveTo>
                    <a:lnTo>
                      <a:pt x="98917" y="20573"/>
                    </a:lnTo>
                    <a:lnTo>
                      <a:pt x="57769" y="41671"/>
                    </a:lnTo>
                    <a:lnTo>
                      <a:pt x="22431" y="85772"/>
                    </a:lnTo>
                    <a:lnTo>
                      <a:pt x="2524" y="146304"/>
                    </a:lnTo>
                    <a:lnTo>
                      <a:pt x="0" y="182499"/>
                    </a:lnTo>
                    <a:lnTo>
                      <a:pt x="3762" y="218694"/>
                    </a:lnTo>
                    <a:lnTo>
                      <a:pt x="30051" y="277177"/>
                    </a:lnTo>
                    <a:lnTo>
                      <a:pt x="74533" y="309181"/>
                    </a:lnTo>
                    <a:lnTo>
                      <a:pt x="131159" y="320182"/>
                    </a:lnTo>
                    <a:lnTo>
                      <a:pt x="158115" y="317753"/>
                    </a:lnTo>
                    <a:lnTo>
                      <a:pt x="209169" y="298322"/>
                    </a:lnTo>
                    <a:lnTo>
                      <a:pt x="254508" y="264413"/>
                    </a:lnTo>
                    <a:lnTo>
                      <a:pt x="288417" y="219074"/>
                    </a:lnTo>
                    <a:lnTo>
                      <a:pt x="302513" y="171449"/>
                    </a:lnTo>
                    <a:lnTo>
                      <a:pt x="303418" y="145780"/>
                    </a:lnTo>
                    <a:lnTo>
                      <a:pt x="300609" y="121538"/>
                    </a:lnTo>
                    <a:lnTo>
                      <a:pt x="272415" y="57149"/>
                    </a:lnTo>
                    <a:lnTo>
                      <a:pt x="221361" y="8762"/>
                    </a:lnTo>
                    <a:lnTo>
                      <a:pt x="174117" y="0"/>
                    </a:lnTo>
                    <a:lnTo>
                      <a:pt x="150209" y="4048"/>
                    </a:lnTo>
                    <a:lnTo>
                      <a:pt x="126873" y="11810"/>
                    </a:lnTo>
                    <a:lnTo>
                      <a:pt x="117729" y="14858"/>
                    </a:lnTo>
                    <a:lnTo>
                      <a:pt x="111633" y="17906"/>
                    </a:lnTo>
                    <a:lnTo>
                      <a:pt x="105537" y="24002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0" name="Google Shape;2350;p19"/>
              <p:cNvSpPr/>
              <p:nvPr/>
            </p:nvSpPr>
            <p:spPr>
              <a:xfrm>
                <a:off x="7162800" y="5202936"/>
                <a:ext cx="106680" cy="11430"/>
              </a:xfrm>
              <a:custGeom>
                <a:rect b="b" l="l" r="r" t="t"/>
                <a:pathLst>
                  <a:path extrusionOk="0" h="11429" w="106679">
                    <a:moveTo>
                      <a:pt x="0" y="9143"/>
                    </a:moveTo>
                    <a:lnTo>
                      <a:pt x="13192" y="10858"/>
                    </a:lnTo>
                    <a:lnTo>
                      <a:pt x="25526" y="11429"/>
                    </a:lnTo>
                    <a:lnTo>
                      <a:pt x="37290" y="10858"/>
                    </a:lnTo>
                    <a:lnTo>
                      <a:pt x="48767" y="9143"/>
                    </a:lnTo>
                    <a:lnTo>
                      <a:pt x="60197" y="8667"/>
                    </a:lnTo>
                    <a:lnTo>
                      <a:pt x="71627" y="7619"/>
                    </a:lnTo>
                    <a:lnTo>
                      <a:pt x="83057" y="6572"/>
                    </a:lnTo>
                    <a:lnTo>
                      <a:pt x="94487" y="6095"/>
                    </a:lnTo>
                    <a:lnTo>
                      <a:pt x="97535" y="3047"/>
                    </a:lnTo>
                    <a:lnTo>
                      <a:pt x="106679" y="9143"/>
                    </a:lnTo>
                    <a:lnTo>
                      <a:pt x="106679" y="3047"/>
                    </a:lnTo>
                    <a:lnTo>
                      <a:pt x="106679" y="0"/>
                    </a:lnTo>
                    <a:lnTo>
                      <a:pt x="103631" y="3047"/>
                    </a:lnTo>
                    <a:lnTo>
                      <a:pt x="100583" y="0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1" name="Google Shape;2351;p19"/>
            <p:cNvGrpSpPr/>
            <p:nvPr/>
          </p:nvGrpSpPr>
          <p:grpSpPr>
            <a:xfrm>
              <a:off x="8200040" y="5537846"/>
              <a:ext cx="444591" cy="605684"/>
              <a:chOff x="7470648" y="5108448"/>
              <a:chExt cx="316990" cy="387094"/>
            </a:xfrm>
          </p:grpSpPr>
          <p:sp>
            <p:nvSpPr>
              <p:cNvPr id="2352" name="Google Shape;2352;p19"/>
              <p:cNvSpPr/>
              <p:nvPr/>
            </p:nvSpPr>
            <p:spPr>
              <a:xfrm>
                <a:off x="7543800" y="5108448"/>
                <a:ext cx="158750" cy="146685"/>
              </a:xfrm>
              <a:custGeom>
                <a:rect b="b" l="l" r="r" t="t"/>
                <a:pathLst>
                  <a:path extrusionOk="0" h="146685" w="158750">
                    <a:moveTo>
                      <a:pt x="60959" y="0"/>
                    </a:moveTo>
                    <a:lnTo>
                      <a:pt x="60483" y="9620"/>
                    </a:lnTo>
                    <a:lnTo>
                      <a:pt x="59435" y="19812"/>
                    </a:lnTo>
                    <a:lnTo>
                      <a:pt x="58388" y="30003"/>
                    </a:lnTo>
                    <a:lnTo>
                      <a:pt x="57911" y="39624"/>
                    </a:lnTo>
                    <a:lnTo>
                      <a:pt x="57911" y="51054"/>
                    </a:lnTo>
                    <a:lnTo>
                      <a:pt x="57911" y="62484"/>
                    </a:lnTo>
                    <a:lnTo>
                      <a:pt x="57911" y="73914"/>
                    </a:lnTo>
                    <a:lnTo>
                      <a:pt x="57911" y="85343"/>
                    </a:lnTo>
                  </a:path>
                  <a:path extrusionOk="0" h="146685" w="158750">
                    <a:moveTo>
                      <a:pt x="0" y="146303"/>
                    </a:moveTo>
                    <a:lnTo>
                      <a:pt x="38099" y="144018"/>
                    </a:lnTo>
                    <a:lnTo>
                      <a:pt x="76199" y="137159"/>
                    </a:lnTo>
                    <a:lnTo>
                      <a:pt x="96773" y="132683"/>
                    </a:lnTo>
                    <a:lnTo>
                      <a:pt x="117347" y="128777"/>
                    </a:lnTo>
                    <a:lnTo>
                      <a:pt x="137921" y="126015"/>
                    </a:lnTo>
                    <a:lnTo>
                      <a:pt x="158495" y="124968"/>
                    </a:lnTo>
                    <a:lnTo>
                      <a:pt x="155447" y="131063"/>
                    </a:lnTo>
                    <a:lnTo>
                      <a:pt x="152399" y="131063"/>
                    </a:lnTo>
                    <a:lnTo>
                      <a:pt x="146303" y="134112"/>
                    </a:lnTo>
                    <a:lnTo>
                      <a:pt x="143255" y="137159"/>
                    </a:lnTo>
                    <a:lnTo>
                      <a:pt x="140207" y="137159"/>
                    </a:lnTo>
                    <a:lnTo>
                      <a:pt x="137159" y="140207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53" name="Google Shape;2353;p19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7470648" y="5286232"/>
                <a:ext cx="316990" cy="2093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54" name="Google Shape;2354;p19"/>
            <p:cNvSpPr/>
            <p:nvPr/>
          </p:nvSpPr>
          <p:spPr>
            <a:xfrm>
              <a:off x="8859449" y="5423385"/>
              <a:ext cx="63233" cy="291119"/>
            </a:xfrm>
            <a:custGeom>
              <a:rect b="b" l="l" r="r" t="t"/>
              <a:pathLst>
                <a:path extrusionOk="0" h="186054" w="45084">
                  <a:moveTo>
                    <a:pt x="2285" y="9143"/>
                  </a:moveTo>
                  <a:lnTo>
                    <a:pt x="571" y="25145"/>
                  </a:lnTo>
                  <a:lnTo>
                    <a:pt x="0" y="41147"/>
                  </a:lnTo>
                  <a:lnTo>
                    <a:pt x="571" y="57149"/>
                  </a:lnTo>
                  <a:lnTo>
                    <a:pt x="2285" y="73151"/>
                  </a:lnTo>
                  <a:lnTo>
                    <a:pt x="1857" y="96488"/>
                  </a:lnTo>
                  <a:lnTo>
                    <a:pt x="1142" y="120395"/>
                  </a:lnTo>
                  <a:lnTo>
                    <a:pt x="1000" y="144303"/>
                  </a:lnTo>
                  <a:lnTo>
                    <a:pt x="2285" y="167639"/>
                  </a:lnTo>
                  <a:lnTo>
                    <a:pt x="2285" y="170687"/>
                  </a:lnTo>
                  <a:lnTo>
                    <a:pt x="2285" y="173735"/>
                  </a:lnTo>
                  <a:lnTo>
                    <a:pt x="2285" y="176783"/>
                  </a:lnTo>
                  <a:lnTo>
                    <a:pt x="5333" y="170687"/>
                  </a:lnTo>
                  <a:lnTo>
                    <a:pt x="5333" y="173735"/>
                  </a:lnTo>
                  <a:lnTo>
                    <a:pt x="8381" y="164591"/>
                  </a:lnTo>
                </a:path>
                <a:path extrusionOk="0" h="186054" w="45084">
                  <a:moveTo>
                    <a:pt x="32765" y="0"/>
                  </a:moveTo>
                  <a:lnTo>
                    <a:pt x="35051" y="16001"/>
                  </a:lnTo>
                  <a:lnTo>
                    <a:pt x="37337" y="32003"/>
                  </a:lnTo>
                  <a:lnTo>
                    <a:pt x="39624" y="48005"/>
                  </a:lnTo>
                  <a:lnTo>
                    <a:pt x="44576" y="97916"/>
                  </a:lnTo>
                  <a:lnTo>
                    <a:pt x="44957" y="134111"/>
                  </a:lnTo>
                  <a:lnTo>
                    <a:pt x="44481" y="145541"/>
                  </a:lnTo>
                  <a:lnTo>
                    <a:pt x="43433" y="156971"/>
                  </a:lnTo>
                  <a:lnTo>
                    <a:pt x="42386" y="168401"/>
                  </a:lnTo>
                  <a:lnTo>
                    <a:pt x="41909" y="179831"/>
                  </a:lnTo>
                  <a:lnTo>
                    <a:pt x="41909" y="182879"/>
                  </a:lnTo>
                  <a:lnTo>
                    <a:pt x="41909" y="185927"/>
                  </a:lnTo>
                  <a:lnTo>
                    <a:pt x="41909" y="182879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5" name="Google Shape;2355;p19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9003728" y="5437693"/>
              <a:ext cx="175270" cy="1955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6" name="Google Shape;2356;p19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9251208" y="5206983"/>
              <a:ext cx="261237" cy="4730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1" name="Google Shape;2361;p20"/>
          <p:cNvGrpSpPr/>
          <p:nvPr/>
        </p:nvGrpSpPr>
        <p:grpSpPr>
          <a:xfrm>
            <a:off x="1066800" y="1236617"/>
            <a:ext cx="8740323" cy="4807565"/>
            <a:chOff x="3550920" y="2121407"/>
            <a:chExt cx="6256399" cy="3364992"/>
          </a:xfrm>
        </p:grpSpPr>
        <p:sp>
          <p:nvSpPr>
            <p:cNvPr id="2362" name="Google Shape;2362;p20"/>
            <p:cNvSpPr/>
            <p:nvPr/>
          </p:nvSpPr>
          <p:spPr>
            <a:xfrm>
              <a:off x="4267200" y="2520695"/>
              <a:ext cx="1484630" cy="74930"/>
            </a:xfrm>
            <a:custGeom>
              <a:rect b="b" l="l" r="r" t="t"/>
              <a:pathLst>
                <a:path extrusionOk="0" h="74930" w="1484629">
                  <a:moveTo>
                    <a:pt x="0" y="73151"/>
                  </a:moveTo>
                  <a:lnTo>
                    <a:pt x="18240" y="73151"/>
                  </a:lnTo>
                  <a:lnTo>
                    <a:pt x="36195" y="73151"/>
                  </a:lnTo>
                  <a:lnTo>
                    <a:pt x="53578" y="73151"/>
                  </a:lnTo>
                  <a:lnTo>
                    <a:pt x="70103" y="73151"/>
                  </a:lnTo>
                  <a:lnTo>
                    <a:pt x="103870" y="73580"/>
                  </a:lnTo>
                  <a:lnTo>
                    <a:pt x="136778" y="74294"/>
                  </a:lnTo>
                  <a:lnTo>
                    <a:pt x="169116" y="74437"/>
                  </a:lnTo>
                  <a:lnTo>
                    <a:pt x="201167" y="73151"/>
                  </a:lnTo>
                  <a:lnTo>
                    <a:pt x="249174" y="70913"/>
                  </a:lnTo>
                  <a:lnTo>
                    <a:pt x="297180" y="68961"/>
                  </a:lnTo>
                  <a:lnTo>
                    <a:pt x="345186" y="67579"/>
                  </a:lnTo>
                  <a:lnTo>
                    <a:pt x="393191" y="67055"/>
                  </a:lnTo>
                  <a:lnTo>
                    <a:pt x="440740" y="65227"/>
                  </a:lnTo>
                  <a:lnTo>
                    <a:pt x="488289" y="63398"/>
                  </a:lnTo>
                  <a:lnTo>
                    <a:pt x="535838" y="61569"/>
                  </a:lnTo>
                  <a:lnTo>
                    <a:pt x="583387" y="59740"/>
                  </a:lnTo>
                  <a:lnTo>
                    <a:pt x="630936" y="57912"/>
                  </a:lnTo>
                  <a:lnTo>
                    <a:pt x="682483" y="56400"/>
                  </a:lnTo>
                  <a:lnTo>
                    <a:pt x="734616" y="55327"/>
                  </a:lnTo>
                  <a:lnTo>
                    <a:pt x="787188" y="54400"/>
                  </a:lnTo>
                  <a:lnTo>
                    <a:pt x="840053" y="53327"/>
                  </a:lnTo>
                  <a:lnTo>
                    <a:pt x="893063" y="51815"/>
                  </a:lnTo>
                  <a:lnTo>
                    <a:pt x="942782" y="49962"/>
                  </a:lnTo>
                  <a:lnTo>
                    <a:pt x="993087" y="47963"/>
                  </a:lnTo>
                  <a:lnTo>
                    <a:pt x="1043830" y="45671"/>
                  </a:lnTo>
                  <a:lnTo>
                    <a:pt x="1094865" y="42940"/>
                  </a:lnTo>
                  <a:lnTo>
                    <a:pt x="1146048" y="39624"/>
                  </a:lnTo>
                  <a:lnTo>
                    <a:pt x="1199400" y="35942"/>
                  </a:lnTo>
                  <a:lnTo>
                    <a:pt x="1253191" y="32113"/>
                  </a:lnTo>
                  <a:lnTo>
                    <a:pt x="1307128" y="27992"/>
                  </a:lnTo>
                  <a:lnTo>
                    <a:pt x="1360919" y="23433"/>
                  </a:lnTo>
                  <a:lnTo>
                    <a:pt x="1414272" y="18287"/>
                  </a:lnTo>
                  <a:lnTo>
                    <a:pt x="1432036" y="17764"/>
                  </a:lnTo>
                  <a:lnTo>
                    <a:pt x="1448942" y="16383"/>
                  </a:lnTo>
                  <a:lnTo>
                    <a:pt x="1465278" y="14430"/>
                  </a:lnTo>
                  <a:lnTo>
                    <a:pt x="1481327" y="12191"/>
                  </a:lnTo>
                  <a:lnTo>
                    <a:pt x="1484376" y="12191"/>
                  </a:lnTo>
                  <a:lnTo>
                    <a:pt x="1475708" y="9858"/>
                  </a:lnTo>
                  <a:lnTo>
                    <a:pt x="1467612" y="7238"/>
                  </a:lnTo>
                  <a:lnTo>
                    <a:pt x="1459515" y="4048"/>
                  </a:lnTo>
                  <a:lnTo>
                    <a:pt x="1450848" y="0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63" name="Google Shape;236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09288" y="2261616"/>
              <a:ext cx="387094" cy="1645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64" name="Google Shape;2364;p20"/>
            <p:cNvGrpSpPr/>
            <p:nvPr/>
          </p:nvGrpSpPr>
          <p:grpSpPr>
            <a:xfrm>
              <a:off x="4824984" y="2200656"/>
              <a:ext cx="826006" cy="219454"/>
              <a:chOff x="4824984" y="2200656"/>
              <a:chExt cx="826006" cy="219454"/>
            </a:xfrm>
          </p:grpSpPr>
          <p:pic>
            <p:nvPicPr>
              <p:cNvPr id="2365" name="Google Shape;2365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824984" y="2249424"/>
                <a:ext cx="338326" cy="1706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6" name="Google Shape;236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190744" y="2249424"/>
                <a:ext cx="114060" cy="1371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7" name="Google Shape;2367;p2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327904" y="2237232"/>
                <a:ext cx="82294" cy="1584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8" name="Google Shape;2368;p2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437632" y="2228088"/>
                <a:ext cx="76198" cy="1280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9" name="Google Shape;2369;p2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535168" y="2200656"/>
                <a:ext cx="115822" cy="1554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70" name="Google Shape;2370;p20"/>
            <p:cNvGrpSpPr/>
            <p:nvPr/>
          </p:nvGrpSpPr>
          <p:grpSpPr>
            <a:xfrm>
              <a:off x="3752087" y="3324178"/>
              <a:ext cx="277367" cy="144445"/>
              <a:chOff x="3752087" y="3324178"/>
              <a:chExt cx="277367" cy="144445"/>
            </a:xfrm>
          </p:grpSpPr>
          <p:sp>
            <p:nvSpPr>
              <p:cNvPr id="2371" name="Google Shape;2371;p20"/>
              <p:cNvSpPr/>
              <p:nvPr/>
            </p:nvSpPr>
            <p:spPr>
              <a:xfrm>
                <a:off x="3752087" y="3349752"/>
                <a:ext cx="76200" cy="104139"/>
              </a:xfrm>
              <a:custGeom>
                <a:rect b="b" l="l" r="r" t="t"/>
                <a:pathLst>
                  <a:path extrusionOk="0" h="104139" w="76200">
                    <a:moveTo>
                      <a:pt x="3048" y="30480"/>
                    </a:moveTo>
                    <a:lnTo>
                      <a:pt x="3048" y="30480"/>
                    </a:lnTo>
                    <a:lnTo>
                      <a:pt x="3048" y="94487"/>
                    </a:lnTo>
                  </a:path>
                  <a:path extrusionOk="0" h="104139" w="76200">
                    <a:moveTo>
                      <a:pt x="0" y="27432"/>
                    </a:moveTo>
                    <a:lnTo>
                      <a:pt x="6905" y="33432"/>
                    </a:lnTo>
                    <a:lnTo>
                      <a:pt x="14096" y="41148"/>
                    </a:lnTo>
                    <a:lnTo>
                      <a:pt x="21859" y="48863"/>
                    </a:lnTo>
                    <a:lnTo>
                      <a:pt x="30479" y="54863"/>
                    </a:lnTo>
                    <a:lnTo>
                      <a:pt x="36575" y="54863"/>
                    </a:lnTo>
                    <a:lnTo>
                      <a:pt x="45720" y="54863"/>
                    </a:lnTo>
                    <a:lnTo>
                      <a:pt x="48767" y="48768"/>
                    </a:lnTo>
                    <a:lnTo>
                      <a:pt x="52339" y="43243"/>
                    </a:lnTo>
                    <a:lnTo>
                      <a:pt x="54482" y="36576"/>
                    </a:lnTo>
                    <a:lnTo>
                      <a:pt x="56054" y="29908"/>
                    </a:lnTo>
                    <a:lnTo>
                      <a:pt x="57912" y="24384"/>
                    </a:lnTo>
                    <a:lnTo>
                      <a:pt x="57912" y="18287"/>
                    </a:lnTo>
                    <a:lnTo>
                      <a:pt x="57912" y="9144"/>
                    </a:lnTo>
                    <a:lnTo>
                      <a:pt x="60960" y="3048"/>
                    </a:lnTo>
                    <a:lnTo>
                      <a:pt x="60960" y="0"/>
                    </a:lnTo>
                    <a:lnTo>
                      <a:pt x="67056" y="3048"/>
                    </a:lnTo>
                    <a:lnTo>
                      <a:pt x="67056" y="6096"/>
                    </a:lnTo>
                    <a:lnTo>
                      <a:pt x="75676" y="43910"/>
                    </a:lnTo>
                    <a:lnTo>
                      <a:pt x="76200" y="54863"/>
                    </a:lnTo>
                    <a:lnTo>
                      <a:pt x="75771" y="67198"/>
                    </a:lnTo>
                    <a:lnTo>
                      <a:pt x="75057" y="80390"/>
                    </a:lnTo>
                    <a:lnTo>
                      <a:pt x="74914" y="93011"/>
                    </a:lnTo>
                    <a:lnTo>
                      <a:pt x="76200" y="10363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72" name="Google Shape;2372;p2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864864" y="3324178"/>
                <a:ext cx="164590" cy="1444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73" name="Google Shape;2373;p20"/>
            <p:cNvSpPr/>
            <p:nvPr/>
          </p:nvSpPr>
          <p:spPr>
            <a:xfrm>
              <a:off x="4404359" y="3139439"/>
              <a:ext cx="43180" cy="6350"/>
            </a:xfrm>
            <a:custGeom>
              <a:rect b="b" l="l" r="r" t="t"/>
              <a:pathLst>
                <a:path extrusionOk="0" h="6350" w="43179">
                  <a:moveTo>
                    <a:pt x="0" y="3048"/>
                  </a:moveTo>
                  <a:lnTo>
                    <a:pt x="8667" y="1285"/>
                  </a:lnTo>
                  <a:lnTo>
                    <a:pt x="16763" y="380"/>
                  </a:lnTo>
                  <a:lnTo>
                    <a:pt x="24860" y="47"/>
                  </a:lnTo>
                  <a:lnTo>
                    <a:pt x="33527" y="0"/>
                  </a:lnTo>
                  <a:lnTo>
                    <a:pt x="39624" y="0"/>
                  </a:lnTo>
                  <a:lnTo>
                    <a:pt x="42672" y="0"/>
                  </a:lnTo>
                  <a:lnTo>
                    <a:pt x="42672" y="6096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0"/>
            <p:cNvSpPr/>
            <p:nvPr/>
          </p:nvSpPr>
          <p:spPr>
            <a:xfrm>
              <a:off x="4379976" y="3218688"/>
              <a:ext cx="91440" cy="67310"/>
            </a:xfrm>
            <a:custGeom>
              <a:rect b="b" l="l" r="r" t="t"/>
              <a:pathLst>
                <a:path extrusionOk="0" h="67310" w="91439">
                  <a:moveTo>
                    <a:pt x="0" y="3048"/>
                  </a:moveTo>
                  <a:lnTo>
                    <a:pt x="12811" y="4762"/>
                  </a:lnTo>
                  <a:lnTo>
                    <a:pt x="24764" y="5334"/>
                  </a:lnTo>
                  <a:lnTo>
                    <a:pt x="37290" y="4762"/>
                  </a:lnTo>
                  <a:lnTo>
                    <a:pt x="51815" y="3048"/>
                  </a:lnTo>
                  <a:lnTo>
                    <a:pt x="57912" y="0"/>
                  </a:lnTo>
                  <a:lnTo>
                    <a:pt x="67056" y="0"/>
                  </a:lnTo>
                  <a:lnTo>
                    <a:pt x="76200" y="0"/>
                  </a:lnTo>
                </a:path>
                <a:path extrusionOk="0" h="67310" w="91439">
                  <a:moveTo>
                    <a:pt x="18287" y="67056"/>
                  </a:moveTo>
                  <a:lnTo>
                    <a:pt x="31527" y="66484"/>
                  </a:lnTo>
                  <a:lnTo>
                    <a:pt x="44196" y="64770"/>
                  </a:lnTo>
                  <a:lnTo>
                    <a:pt x="56864" y="61912"/>
                  </a:lnTo>
                  <a:lnTo>
                    <a:pt x="70103" y="57912"/>
                  </a:lnTo>
                  <a:lnTo>
                    <a:pt x="73151" y="57912"/>
                  </a:lnTo>
                  <a:lnTo>
                    <a:pt x="88391" y="57912"/>
                  </a:lnTo>
                  <a:lnTo>
                    <a:pt x="91439" y="51815"/>
                  </a:lnTo>
                  <a:lnTo>
                    <a:pt x="88391" y="51815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5" name="Google Shape;2375;p20"/>
            <p:cNvGrpSpPr/>
            <p:nvPr/>
          </p:nvGrpSpPr>
          <p:grpSpPr>
            <a:xfrm>
              <a:off x="5293613" y="3017520"/>
              <a:ext cx="250825" cy="134699"/>
              <a:chOff x="5293613" y="3017520"/>
              <a:chExt cx="250825" cy="134699"/>
            </a:xfrm>
          </p:grpSpPr>
          <p:sp>
            <p:nvSpPr>
              <p:cNvPr id="2376" name="Google Shape;2376;p20"/>
              <p:cNvSpPr/>
              <p:nvPr/>
            </p:nvSpPr>
            <p:spPr>
              <a:xfrm>
                <a:off x="5293613" y="3077289"/>
                <a:ext cx="119380" cy="74930"/>
              </a:xfrm>
              <a:custGeom>
                <a:rect b="b" l="l" r="r" t="t"/>
                <a:pathLst>
                  <a:path extrusionOk="0" h="74930" w="119379">
                    <a:moveTo>
                      <a:pt x="12953" y="16430"/>
                    </a:moveTo>
                    <a:lnTo>
                      <a:pt x="8953" y="27717"/>
                    </a:lnTo>
                    <a:lnTo>
                      <a:pt x="6095" y="35861"/>
                    </a:lnTo>
                    <a:lnTo>
                      <a:pt x="4381" y="43434"/>
                    </a:lnTo>
                    <a:lnTo>
                      <a:pt x="3809" y="53006"/>
                    </a:lnTo>
                    <a:lnTo>
                      <a:pt x="3809" y="59102"/>
                    </a:lnTo>
                    <a:lnTo>
                      <a:pt x="6857" y="62150"/>
                    </a:lnTo>
                    <a:lnTo>
                      <a:pt x="6857" y="65198"/>
                    </a:lnTo>
                    <a:lnTo>
                      <a:pt x="6857" y="56054"/>
                    </a:lnTo>
                    <a:lnTo>
                      <a:pt x="3809" y="49958"/>
                    </a:lnTo>
                    <a:lnTo>
                      <a:pt x="761" y="43862"/>
                    </a:lnTo>
                    <a:lnTo>
                      <a:pt x="380" y="36099"/>
                    </a:lnTo>
                    <a:lnTo>
                      <a:pt x="0" y="27479"/>
                    </a:lnTo>
                    <a:lnTo>
                      <a:pt x="762" y="19431"/>
                    </a:lnTo>
                    <a:lnTo>
                      <a:pt x="3809" y="13382"/>
                    </a:lnTo>
                    <a:lnTo>
                      <a:pt x="9858" y="9429"/>
                    </a:lnTo>
                    <a:lnTo>
                      <a:pt x="17906" y="6905"/>
                    </a:lnTo>
                    <a:lnTo>
                      <a:pt x="26527" y="6096"/>
                    </a:lnTo>
                    <a:lnTo>
                      <a:pt x="34289" y="7286"/>
                    </a:lnTo>
                    <a:lnTo>
                      <a:pt x="61721" y="34718"/>
                    </a:lnTo>
                    <a:lnTo>
                      <a:pt x="66008" y="55292"/>
                    </a:lnTo>
                    <a:lnTo>
                      <a:pt x="64769" y="62150"/>
                    </a:lnTo>
                    <a:lnTo>
                      <a:pt x="64769" y="68246"/>
                    </a:lnTo>
                    <a:lnTo>
                      <a:pt x="61721" y="74342"/>
                    </a:lnTo>
                    <a:lnTo>
                      <a:pt x="55625" y="71294"/>
                    </a:lnTo>
                    <a:lnTo>
                      <a:pt x="52577" y="66579"/>
                    </a:lnTo>
                    <a:lnTo>
                      <a:pt x="51815" y="58721"/>
                    </a:lnTo>
                    <a:lnTo>
                      <a:pt x="52196" y="50292"/>
                    </a:lnTo>
                    <a:lnTo>
                      <a:pt x="70865" y="7286"/>
                    </a:lnTo>
                    <a:lnTo>
                      <a:pt x="91011" y="0"/>
                    </a:lnTo>
                    <a:lnTo>
                      <a:pt x="98297" y="1190"/>
                    </a:lnTo>
                    <a:lnTo>
                      <a:pt x="118871" y="33194"/>
                    </a:lnTo>
                    <a:lnTo>
                      <a:pt x="118300" y="40909"/>
                    </a:lnTo>
                    <a:lnTo>
                      <a:pt x="116585" y="46910"/>
                    </a:lnTo>
                    <a:lnTo>
                      <a:pt x="115681" y="51577"/>
                    </a:lnTo>
                    <a:lnTo>
                      <a:pt x="113918" y="59102"/>
                    </a:lnTo>
                    <a:lnTo>
                      <a:pt x="112728" y="66627"/>
                    </a:lnTo>
                    <a:lnTo>
                      <a:pt x="113537" y="71294"/>
                    </a:lnTo>
                    <a:lnTo>
                      <a:pt x="116585" y="71294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7" name="Google Shape;2377;p20"/>
              <p:cNvSpPr/>
              <p:nvPr/>
            </p:nvSpPr>
            <p:spPr>
              <a:xfrm>
                <a:off x="5416295" y="3017520"/>
                <a:ext cx="21590" cy="24765"/>
              </a:xfrm>
              <a:custGeom>
                <a:rect b="b" l="l" r="r" t="t"/>
                <a:pathLst>
                  <a:path extrusionOk="0" h="24764" w="21589">
                    <a:moveTo>
                      <a:pt x="0" y="6095"/>
                    </a:moveTo>
                    <a:lnTo>
                      <a:pt x="0" y="18287"/>
                    </a:lnTo>
                    <a:lnTo>
                      <a:pt x="3048" y="24383"/>
                    </a:lnTo>
                    <a:lnTo>
                      <a:pt x="15239" y="24383"/>
                    </a:lnTo>
                    <a:lnTo>
                      <a:pt x="21336" y="18287"/>
                    </a:lnTo>
                    <a:lnTo>
                      <a:pt x="21336" y="12191"/>
                    </a:lnTo>
                    <a:lnTo>
                      <a:pt x="21336" y="6095"/>
                    </a:lnTo>
                    <a:lnTo>
                      <a:pt x="15239" y="0"/>
                    </a:lnTo>
                    <a:lnTo>
                      <a:pt x="3048" y="0"/>
                    </a:lnTo>
                    <a:lnTo>
                      <a:pt x="0" y="6095"/>
                    </a:lnTo>
                    <a:close/>
                  </a:path>
                </a:pathLst>
              </a:custGeom>
              <a:solidFill>
                <a:srgbClr val="7F007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8" name="Google Shape;2378;p20"/>
              <p:cNvSpPr/>
              <p:nvPr/>
            </p:nvSpPr>
            <p:spPr>
              <a:xfrm>
                <a:off x="5449823" y="3051048"/>
                <a:ext cx="94615" cy="79375"/>
              </a:xfrm>
              <a:custGeom>
                <a:rect b="b" l="l" r="r" t="t"/>
                <a:pathLst>
                  <a:path extrusionOk="0" h="79375" w="94614">
                    <a:moveTo>
                      <a:pt x="3048" y="27431"/>
                    </a:moveTo>
                    <a:lnTo>
                      <a:pt x="2571" y="34813"/>
                    </a:lnTo>
                    <a:lnTo>
                      <a:pt x="1524" y="43052"/>
                    </a:lnTo>
                    <a:lnTo>
                      <a:pt x="476" y="51863"/>
                    </a:lnTo>
                    <a:lnTo>
                      <a:pt x="0" y="60960"/>
                    </a:lnTo>
                    <a:lnTo>
                      <a:pt x="0" y="67055"/>
                    </a:lnTo>
                    <a:lnTo>
                      <a:pt x="0" y="73151"/>
                    </a:lnTo>
                    <a:lnTo>
                      <a:pt x="3048" y="79248"/>
                    </a:lnTo>
                  </a:path>
                  <a:path extrusionOk="0" h="79375" w="94614">
                    <a:moveTo>
                      <a:pt x="42672" y="36575"/>
                    </a:moveTo>
                    <a:lnTo>
                      <a:pt x="44434" y="43433"/>
                    </a:lnTo>
                    <a:lnTo>
                      <a:pt x="45339" y="50291"/>
                    </a:lnTo>
                    <a:lnTo>
                      <a:pt x="45672" y="57150"/>
                    </a:lnTo>
                    <a:lnTo>
                      <a:pt x="45720" y="64007"/>
                    </a:lnTo>
                    <a:lnTo>
                      <a:pt x="45720" y="79248"/>
                    </a:lnTo>
                    <a:lnTo>
                      <a:pt x="45720" y="73151"/>
                    </a:lnTo>
                    <a:lnTo>
                      <a:pt x="45767" y="62245"/>
                    </a:lnTo>
                    <a:lnTo>
                      <a:pt x="46101" y="52197"/>
                    </a:lnTo>
                    <a:lnTo>
                      <a:pt x="47005" y="42719"/>
                    </a:lnTo>
                    <a:lnTo>
                      <a:pt x="48767" y="33527"/>
                    </a:lnTo>
                    <a:lnTo>
                      <a:pt x="49387" y="25765"/>
                    </a:lnTo>
                    <a:lnTo>
                      <a:pt x="51434" y="17145"/>
                    </a:lnTo>
                    <a:lnTo>
                      <a:pt x="55197" y="9096"/>
                    </a:lnTo>
                    <a:lnTo>
                      <a:pt x="60960" y="3048"/>
                    </a:lnTo>
                    <a:lnTo>
                      <a:pt x="70103" y="0"/>
                    </a:lnTo>
                    <a:lnTo>
                      <a:pt x="76200" y="6096"/>
                    </a:lnTo>
                    <a:lnTo>
                      <a:pt x="82296" y="9143"/>
                    </a:lnTo>
                    <a:lnTo>
                      <a:pt x="86772" y="16001"/>
                    </a:lnTo>
                    <a:lnTo>
                      <a:pt x="90677" y="22860"/>
                    </a:lnTo>
                    <a:lnTo>
                      <a:pt x="93440" y="29718"/>
                    </a:lnTo>
                    <a:lnTo>
                      <a:pt x="94487" y="36575"/>
                    </a:lnTo>
                    <a:lnTo>
                      <a:pt x="94487" y="45719"/>
                    </a:lnTo>
                    <a:lnTo>
                      <a:pt x="94487" y="51815"/>
                    </a:lnTo>
                    <a:lnTo>
                      <a:pt x="91439" y="57912"/>
                    </a:lnTo>
                  </a:path>
                </a:pathLst>
              </a:custGeom>
              <a:noFill/>
              <a:ln cap="flat" cmpd="sng" w="24375">
                <a:solidFill>
                  <a:srgbClr val="7F00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79" name="Google Shape;2379;p2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297680" y="4383024"/>
              <a:ext cx="451102" cy="17678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80" name="Google Shape;2380;p20"/>
            <p:cNvGrpSpPr/>
            <p:nvPr/>
          </p:nvGrpSpPr>
          <p:grpSpPr>
            <a:xfrm>
              <a:off x="5006721" y="4285487"/>
              <a:ext cx="699133" cy="320039"/>
              <a:chOff x="5006721" y="4285487"/>
              <a:chExt cx="699133" cy="320039"/>
            </a:xfrm>
          </p:grpSpPr>
          <p:pic>
            <p:nvPicPr>
              <p:cNvPr id="2381" name="Google Shape;2381;p2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006721" y="4363688"/>
                <a:ext cx="266317" cy="2418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2" name="Google Shape;2382;p20"/>
              <p:cNvSpPr/>
              <p:nvPr/>
            </p:nvSpPr>
            <p:spPr>
              <a:xfrm>
                <a:off x="5282183" y="4319015"/>
                <a:ext cx="311150" cy="172720"/>
              </a:xfrm>
              <a:custGeom>
                <a:rect b="b" l="l" r="r" t="t"/>
                <a:pathLst>
                  <a:path extrusionOk="0" h="172720" w="311150">
                    <a:moveTo>
                      <a:pt x="33527" y="0"/>
                    </a:moveTo>
                    <a:lnTo>
                      <a:pt x="37099" y="13763"/>
                    </a:lnTo>
                    <a:lnTo>
                      <a:pt x="39242" y="27812"/>
                    </a:lnTo>
                    <a:lnTo>
                      <a:pt x="40814" y="42433"/>
                    </a:lnTo>
                    <a:lnTo>
                      <a:pt x="42671" y="57912"/>
                    </a:lnTo>
                    <a:lnTo>
                      <a:pt x="42671" y="73913"/>
                    </a:lnTo>
                    <a:lnTo>
                      <a:pt x="42671" y="89915"/>
                    </a:lnTo>
                    <a:lnTo>
                      <a:pt x="42671" y="105917"/>
                    </a:lnTo>
                    <a:lnTo>
                      <a:pt x="42671" y="121920"/>
                    </a:lnTo>
                    <a:lnTo>
                      <a:pt x="44434" y="130587"/>
                    </a:lnTo>
                    <a:lnTo>
                      <a:pt x="45338" y="138684"/>
                    </a:lnTo>
                    <a:lnTo>
                      <a:pt x="45672" y="146780"/>
                    </a:lnTo>
                    <a:lnTo>
                      <a:pt x="45719" y="155448"/>
                    </a:lnTo>
                    <a:lnTo>
                      <a:pt x="45243" y="159591"/>
                    </a:lnTo>
                    <a:lnTo>
                      <a:pt x="44195" y="156591"/>
                    </a:lnTo>
                    <a:lnTo>
                      <a:pt x="43148" y="150733"/>
                    </a:lnTo>
                    <a:lnTo>
                      <a:pt x="42671" y="146304"/>
                    </a:lnTo>
                    <a:lnTo>
                      <a:pt x="39862" y="136683"/>
                    </a:lnTo>
                    <a:lnTo>
                      <a:pt x="24622" y="101060"/>
                    </a:lnTo>
                    <a:lnTo>
                      <a:pt x="619" y="131921"/>
                    </a:lnTo>
                    <a:lnTo>
                      <a:pt x="0" y="143256"/>
                    </a:lnTo>
                    <a:lnTo>
                      <a:pt x="666" y="152257"/>
                    </a:lnTo>
                    <a:lnTo>
                      <a:pt x="3048" y="160401"/>
                    </a:lnTo>
                    <a:lnTo>
                      <a:pt x="7715" y="166830"/>
                    </a:lnTo>
                    <a:lnTo>
                      <a:pt x="15239" y="170687"/>
                    </a:lnTo>
                    <a:lnTo>
                      <a:pt x="27908" y="172640"/>
                    </a:lnTo>
                    <a:lnTo>
                      <a:pt x="38862" y="170307"/>
                    </a:lnTo>
                    <a:lnTo>
                      <a:pt x="76580" y="140588"/>
                    </a:lnTo>
                    <a:lnTo>
                      <a:pt x="94106" y="97536"/>
                    </a:lnTo>
                    <a:lnTo>
                      <a:pt x="95678" y="88391"/>
                    </a:lnTo>
                    <a:lnTo>
                      <a:pt x="97536" y="79248"/>
                    </a:lnTo>
                    <a:lnTo>
                      <a:pt x="97536" y="91154"/>
                    </a:lnTo>
                    <a:lnTo>
                      <a:pt x="97536" y="103632"/>
                    </a:lnTo>
                    <a:lnTo>
                      <a:pt x="97536" y="116109"/>
                    </a:lnTo>
                    <a:lnTo>
                      <a:pt x="97536" y="128016"/>
                    </a:lnTo>
                    <a:lnTo>
                      <a:pt x="100441" y="137017"/>
                    </a:lnTo>
                    <a:lnTo>
                      <a:pt x="104775" y="145161"/>
                    </a:lnTo>
                    <a:lnTo>
                      <a:pt x="110823" y="151590"/>
                    </a:lnTo>
                    <a:lnTo>
                      <a:pt x="118871" y="155448"/>
                    </a:lnTo>
                    <a:lnTo>
                      <a:pt x="129778" y="157400"/>
                    </a:lnTo>
                    <a:lnTo>
                      <a:pt x="139826" y="155067"/>
                    </a:lnTo>
                    <a:lnTo>
                      <a:pt x="178308" y="124206"/>
                    </a:lnTo>
                    <a:lnTo>
                      <a:pt x="191642" y="84200"/>
                    </a:lnTo>
                    <a:lnTo>
                      <a:pt x="182879" y="70104"/>
                    </a:lnTo>
                    <a:lnTo>
                      <a:pt x="174783" y="70389"/>
                    </a:lnTo>
                    <a:lnTo>
                      <a:pt x="152399" y="106679"/>
                    </a:lnTo>
                    <a:lnTo>
                      <a:pt x="183308" y="133969"/>
                    </a:lnTo>
                    <a:lnTo>
                      <a:pt x="228028" y="121253"/>
                    </a:lnTo>
                    <a:lnTo>
                      <a:pt x="249316" y="88344"/>
                    </a:lnTo>
                    <a:lnTo>
                      <a:pt x="249936" y="79248"/>
                    </a:lnTo>
                    <a:lnTo>
                      <a:pt x="249936" y="76200"/>
                    </a:lnTo>
                    <a:lnTo>
                      <a:pt x="249936" y="73151"/>
                    </a:lnTo>
                    <a:lnTo>
                      <a:pt x="246887" y="79248"/>
                    </a:lnTo>
                    <a:lnTo>
                      <a:pt x="243839" y="85344"/>
                    </a:lnTo>
                    <a:lnTo>
                      <a:pt x="243839" y="91439"/>
                    </a:lnTo>
                    <a:lnTo>
                      <a:pt x="242077" y="100107"/>
                    </a:lnTo>
                    <a:lnTo>
                      <a:pt x="241172" y="108203"/>
                    </a:lnTo>
                    <a:lnTo>
                      <a:pt x="240839" y="116300"/>
                    </a:lnTo>
                    <a:lnTo>
                      <a:pt x="240791" y="124968"/>
                    </a:lnTo>
                    <a:lnTo>
                      <a:pt x="240791" y="131063"/>
                    </a:lnTo>
                    <a:lnTo>
                      <a:pt x="243839" y="131063"/>
                    </a:lnTo>
                    <a:lnTo>
                      <a:pt x="246887" y="134112"/>
                    </a:lnTo>
                    <a:lnTo>
                      <a:pt x="249936" y="128016"/>
                    </a:lnTo>
                    <a:lnTo>
                      <a:pt x="249936" y="118872"/>
                    </a:lnTo>
                    <a:lnTo>
                      <a:pt x="249936" y="112775"/>
                    </a:lnTo>
                    <a:lnTo>
                      <a:pt x="250507" y="103203"/>
                    </a:lnTo>
                    <a:lnTo>
                      <a:pt x="252222" y="93345"/>
                    </a:lnTo>
                    <a:lnTo>
                      <a:pt x="255079" y="84058"/>
                    </a:lnTo>
                    <a:lnTo>
                      <a:pt x="259079" y="76200"/>
                    </a:lnTo>
                    <a:lnTo>
                      <a:pt x="262127" y="67056"/>
                    </a:lnTo>
                    <a:lnTo>
                      <a:pt x="265175" y="60960"/>
                    </a:lnTo>
                    <a:lnTo>
                      <a:pt x="274319" y="60960"/>
                    </a:lnTo>
                    <a:lnTo>
                      <a:pt x="303180" y="86629"/>
                    </a:lnTo>
                    <a:lnTo>
                      <a:pt x="310895" y="112775"/>
                    </a:lnTo>
                    <a:lnTo>
                      <a:pt x="310895" y="121920"/>
                    </a:lnTo>
                    <a:lnTo>
                      <a:pt x="310895" y="128016"/>
                    </a:lnTo>
                    <a:lnTo>
                      <a:pt x="310895" y="13716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383" name="Google Shape;2383;p2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608320" y="4319016"/>
                <a:ext cx="97534" cy="1341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4" name="Google Shape;2384;p20"/>
              <p:cNvSpPr/>
              <p:nvPr/>
            </p:nvSpPr>
            <p:spPr>
              <a:xfrm>
                <a:off x="5388863" y="4285487"/>
                <a:ext cx="21590" cy="3175"/>
              </a:xfrm>
              <a:custGeom>
                <a:rect b="b" l="l" r="r" t="t"/>
                <a:pathLst>
                  <a:path extrusionOk="0" h="3175" w="21589">
                    <a:moveTo>
                      <a:pt x="0" y="3048"/>
                    </a:moveTo>
                    <a:lnTo>
                      <a:pt x="12191" y="3048"/>
                    </a:lnTo>
                    <a:lnTo>
                      <a:pt x="15239" y="3048"/>
                    </a:lnTo>
                    <a:lnTo>
                      <a:pt x="21336" y="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85" name="Google Shape;2385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050280" y="4215384"/>
              <a:ext cx="307846" cy="1961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6" name="Google Shape;2386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669024" y="4157472"/>
              <a:ext cx="265174" cy="1826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7" name="Google Shape;2387;p20"/>
            <p:cNvSpPr/>
            <p:nvPr/>
          </p:nvSpPr>
          <p:spPr>
            <a:xfrm>
              <a:off x="7101840" y="4151376"/>
              <a:ext cx="134620" cy="109220"/>
            </a:xfrm>
            <a:custGeom>
              <a:rect b="b" l="l" r="r" t="t"/>
              <a:pathLst>
                <a:path extrusionOk="0" h="109220" w="134620">
                  <a:moveTo>
                    <a:pt x="27432" y="0"/>
                  </a:moveTo>
                  <a:lnTo>
                    <a:pt x="26955" y="13239"/>
                  </a:lnTo>
                  <a:lnTo>
                    <a:pt x="25908" y="25908"/>
                  </a:lnTo>
                  <a:lnTo>
                    <a:pt x="24860" y="38576"/>
                  </a:lnTo>
                  <a:lnTo>
                    <a:pt x="24384" y="51815"/>
                  </a:lnTo>
                  <a:lnTo>
                    <a:pt x="24384" y="65531"/>
                  </a:lnTo>
                  <a:lnTo>
                    <a:pt x="24384" y="79247"/>
                  </a:lnTo>
                  <a:lnTo>
                    <a:pt x="24384" y="92963"/>
                  </a:lnTo>
                  <a:lnTo>
                    <a:pt x="24384" y="106679"/>
                  </a:lnTo>
                </a:path>
                <a:path extrusionOk="0" h="109220" w="134620">
                  <a:moveTo>
                    <a:pt x="0" y="57912"/>
                  </a:moveTo>
                  <a:lnTo>
                    <a:pt x="14144" y="50863"/>
                  </a:lnTo>
                  <a:lnTo>
                    <a:pt x="26289" y="47244"/>
                  </a:lnTo>
                  <a:lnTo>
                    <a:pt x="39004" y="45910"/>
                  </a:lnTo>
                  <a:lnTo>
                    <a:pt x="54864" y="45720"/>
                  </a:lnTo>
                  <a:lnTo>
                    <a:pt x="62150" y="45434"/>
                  </a:lnTo>
                  <a:lnTo>
                    <a:pt x="84581" y="68961"/>
                  </a:lnTo>
                  <a:lnTo>
                    <a:pt x="84010" y="77581"/>
                  </a:lnTo>
                  <a:lnTo>
                    <a:pt x="82296" y="85344"/>
                  </a:lnTo>
                  <a:lnTo>
                    <a:pt x="82296" y="88391"/>
                  </a:lnTo>
                  <a:lnTo>
                    <a:pt x="79248" y="103632"/>
                  </a:lnTo>
                  <a:lnTo>
                    <a:pt x="82296" y="106679"/>
                  </a:lnTo>
                  <a:lnTo>
                    <a:pt x="89630" y="109156"/>
                  </a:lnTo>
                  <a:lnTo>
                    <a:pt x="97536" y="108203"/>
                  </a:lnTo>
                  <a:lnTo>
                    <a:pt x="130778" y="80438"/>
                  </a:lnTo>
                  <a:lnTo>
                    <a:pt x="134112" y="70103"/>
                  </a:lnTo>
                  <a:lnTo>
                    <a:pt x="132016" y="60293"/>
                  </a:lnTo>
                  <a:lnTo>
                    <a:pt x="95583" y="42529"/>
                  </a:lnTo>
                  <a:lnTo>
                    <a:pt x="81153" y="40766"/>
                  </a:lnTo>
                  <a:lnTo>
                    <a:pt x="67294" y="38433"/>
                  </a:lnTo>
                  <a:lnTo>
                    <a:pt x="54864" y="3352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8" name="Google Shape;2388;p20"/>
            <p:cNvGrpSpPr/>
            <p:nvPr/>
          </p:nvGrpSpPr>
          <p:grpSpPr>
            <a:xfrm>
              <a:off x="7507224" y="4099560"/>
              <a:ext cx="469773" cy="159780"/>
              <a:chOff x="7507224" y="4099560"/>
              <a:chExt cx="469773" cy="159780"/>
            </a:xfrm>
          </p:grpSpPr>
          <p:pic>
            <p:nvPicPr>
              <p:cNvPr id="2389" name="Google Shape;2389;p2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507224" y="4099560"/>
                <a:ext cx="401572" cy="1597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0" name="Google Shape;2390;p20"/>
              <p:cNvSpPr/>
              <p:nvPr/>
            </p:nvSpPr>
            <p:spPr>
              <a:xfrm>
                <a:off x="7952232" y="4120895"/>
                <a:ext cx="24765" cy="24765"/>
              </a:xfrm>
              <a:custGeom>
                <a:rect b="b" l="l" r="r" t="t"/>
                <a:pathLst>
                  <a:path extrusionOk="0" h="24764" w="24765">
                    <a:moveTo>
                      <a:pt x="0" y="6095"/>
                    </a:moveTo>
                    <a:lnTo>
                      <a:pt x="0" y="18287"/>
                    </a:lnTo>
                    <a:lnTo>
                      <a:pt x="6095" y="24383"/>
                    </a:lnTo>
                    <a:lnTo>
                      <a:pt x="18287" y="24383"/>
                    </a:lnTo>
                    <a:lnTo>
                      <a:pt x="24383" y="18287"/>
                    </a:lnTo>
                    <a:lnTo>
                      <a:pt x="24383" y="12191"/>
                    </a:lnTo>
                    <a:lnTo>
                      <a:pt x="24383" y="6095"/>
                    </a:lnTo>
                    <a:lnTo>
                      <a:pt x="18287" y="0"/>
                    </a:lnTo>
                    <a:lnTo>
                      <a:pt x="6095" y="0"/>
                    </a:lnTo>
                    <a:lnTo>
                      <a:pt x="0" y="609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391" name="Google Shape;2391;p2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578352" y="3246120"/>
              <a:ext cx="137158" cy="131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2" name="Google Shape;2392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550920" y="3081528"/>
              <a:ext cx="118870" cy="1188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3" name="Google Shape;2393;p2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957572" y="3060192"/>
              <a:ext cx="270127" cy="2353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4" name="Google Shape;2394;p2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233416" y="3343656"/>
              <a:ext cx="146302" cy="15177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95" name="Google Shape;2395;p20"/>
            <p:cNvGrpSpPr/>
            <p:nvPr/>
          </p:nvGrpSpPr>
          <p:grpSpPr>
            <a:xfrm>
              <a:off x="8933688" y="3613832"/>
              <a:ext cx="500887" cy="287606"/>
              <a:chOff x="8933688" y="3613832"/>
              <a:chExt cx="500887" cy="287606"/>
            </a:xfrm>
          </p:grpSpPr>
          <p:pic>
            <p:nvPicPr>
              <p:cNvPr id="2396" name="Google Shape;2396;p20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933688" y="3675888"/>
                <a:ext cx="359662" cy="225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7" name="Google Shape;2397;p20"/>
              <p:cNvSpPr/>
              <p:nvPr/>
            </p:nvSpPr>
            <p:spPr>
              <a:xfrm>
                <a:off x="9317736" y="3613832"/>
                <a:ext cx="116839" cy="248285"/>
              </a:xfrm>
              <a:custGeom>
                <a:rect b="b" l="l" r="r" t="t"/>
                <a:pathLst>
                  <a:path extrusionOk="0" h="248285" w="116840">
                    <a:moveTo>
                      <a:pt x="3047" y="1095"/>
                    </a:moveTo>
                    <a:lnTo>
                      <a:pt x="17049" y="0"/>
                    </a:lnTo>
                    <a:lnTo>
                      <a:pt x="28193" y="1476"/>
                    </a:lnTo>
                    <a:lnTo>
                      <a:pt x="38195" y="5810"/>
                    </a:lnTo>
                    <a:lnTo>
                      <a:pt x="48767" y="13287"/>
                    </a:lnTo>
                    <a:lnTo>
                      <a:pt x="64150" y="23526"/>
                    </a:lnTo>
                    <a:lnTo>
                      <a:pt x="100583" y="65103"/>
                    </a:lnTo>
                    <a:lnTo>
                      <a:pt x="113918" y="103203"/>
                    </a:lnTo>
                    <a:lnTo>
                      <a:pt x="116443" y="122539"/>
                    </a:lnTo>
                    <a:lnTo>
                      <a:pt x="115823" y="141303"/>
                    </a:lnTo>
                    <a:lnTo>
                      <a:pt x="96107" y="193595"/>
                    </a:lnTo>
                    <a:lnTo>
                      <a:pt x="55625" y="231219"/>
                    </a:lnTo>
                    <a:lnTo>
                      <a:pt x="21335" y="244935"/>
                    </a:lnTo>
                    <a:lnTo>
                      <a:pt x="15239" y="247983"/>
                    </a:lnTo>
                    <a:lnTo>
                      <a:pt x="6095" y="247983"/>
                    </a:lnTo>
                    <a:lnTo>
                      <a:pt x="0" y="24798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8" name="Google Shape;2398;p20"/>
            <p:cNvGrpSpPr/>
            <p:nvPr/>
          </p:nvGrpSpPr>
          <p:grpSpPr>
            <a:xfrm>
              <a:off x="5949696" y="2121407"/>
              <a:ext cx="2819398" cy="1798319"/>
              <a:chOff x="5949696" y="2121407"/>
              <a:chExt cx="2819398" cy="1798319"/>
            </a:xfrm>
          </p:grpSpPr>
          <p:pic>
            <p:nvPicPr>
              <p:cNvPr id="2399" name="Google Shape;2399;p2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962650" y="2846832"/>
                <a:ext cx="78484" cy="1066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0" name="Google Shape;2400;p2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949696" y="2681097"/>
                <a:ext cx="2819398" cy="12386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1" name="Google Shape;2401;p2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6830568" y="2484120"/>
                <a:ext cx="109726" cy="2285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2" name="Google Shape;2402;p20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226808" y="2215896"/>
                <a:ext cx="112774" cy="2255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3" name="Google Shape;2403;p20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7374874" y="2273808"/>
                <a:ext cx="117108" cy="1158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4" name="Google Shape;2404;p2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537704" y="2231136"/>
                <a:ext cx="159780" cy="15239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5" name="Google Shape;2405;p20"/>
              <p:cNvSpPr/>
              <p:nvPr/>
            </p:nvSpPr>
            <p:spPr>
              <a:xfrm>
                <a:off x="7019543" y="2121407"/>
                <a:ext cx="866140" cy="475615"/>
              </a:xfrm>
              <a:custGeom>
                <a:rect b="b" l="l" r="r" t="t"/>
                <a:pathLst>
                  <a:path extrusionOk="0" h="475614" w="866140">
                    <a:moveTo>
                      <a:pt x="737616" y="82295"/>
                    </a:moveTo>
                    <a:lnTo>
                      <a:pt x="739854" y="95535"/>
                    </a:lnTo>
                    <a:lnTo>
                      <a:pt x="741807" y="108203"/>
                    </a:lnTo>
                    <a:lnTo>
                      <a:pt x="743188" y="120872"/>
                    </a:lnTo>
                    <a:lnTo>
                      <a:pt x="743712" y="134112"/>
                    </a:lnTo>
                    <a:lnTo>
                      <a:pt x="745474" y="149590"/>
                    </a:lnTo>
                    <a:lnTo>
                      <a:pt x="746379" y="164211"/>
                    </a:lnTo>
                    <a:lnTo>
                      <a:pt x="746712" y="178260"/>
                    </a:lnTo>
                    <a:lnTo>
                      <a:pt x="746760" y="192024"/>
                    </a:lnTo>
                    <a:lnTo>
                      <a:pt x="746807" y="200215"/>
                    </a:lnTo>
                    <a:lnTo>
                      <a:pt x="747141" y="209550"/>
                    </a:lnTo>
                    <a:lnTo>
                      <a:pt x="748045" y="217741"/>
                    </a:lnTo>
                    <a:lnTo>
                      <a:pt x="749807" y="222503"/>
                    </a:lnTo>
                  </a:path>
                  <a:path extrusionOk="0" h="475614" w="866140">
                    <a:moveTo>
                      <a:pt x="780288" y="67055"/>
                    </a:moveTo>
                    <a:lnTo>
                      <a:pt x="780288" y="96773"/>
                    </a:lnTo>
                    <a:lnTo>
                      <a:pt x="780288" y="126491"/>
                    </a:lnTo>
                    <a:lnTo>
                      <a:pt x="780288" y="156210"/>
                    </a:lnTo>
                    <a:lnTo>
                      <a:pt x="780288" y="185927"/>
                    </a:lnTo>
                    <a:lnTo>
                      <a:pt x="782050" y="199643"/>
                    </a:lnTo>
                    <a:lnTo>
                      <a:pt x="782955" y="213359"/>
                    </a:lnTo>
                    <a:lnTo>
                      <a:pt x="783288" y="227075"/>
                    </a:lnTo>
                    <a:lnTo>
                      <a:pt x="783336" y="240791"/>
                    </a:lnTo>
                    <a:lnTo>
                      <a:pt x="783336" y="243839"/>
                    </a:lnTo>
                    <a:lnTo>
                      <a:pt x="783336" y="246887"/>
                    </a:lnTo>
                    <a:lnTo>
                      <a:pt x="780288" y="249936"/>
                    </a:lnTo>
                  </a:path>
                  <a:path extrusionOk="0" h="475614" w="866140">
                    <a:moveTo>
                      <a:pt x="97536" y="167639"/>
                    </a:moveTo>
                    <a:lnTo>
                      <a:pt x="102060" y="187690"/>
                    </a:lnTo>
                    <a:lnTo>
                      <a:pt x="106299" y="206882"/>
                    </a:lnTo>
                    <a:lnTo>
                      <a:pt x="109966" y="225504"/>
                    </a:lnTo>
                    <a:lnTo>
                      <a:pt x="112775" y="243839"/>
                    </a:lnTo>
                    <a:lnTo>
                      <a:pt x="116776" y="263890"/>
                    </a:lnTo>
                    <a:lnTo>
                      <a:pt x="119633" y="283082"/>
                    </a:lnTo>
                    <a:lnTo>
                      <a:pt x="121348" y="301704"/>
                    </a:lnTo>
                    <a:lnTo>
                      <a:pt x="121919" y="320039"/>
                    </a:lnTo>
                    <a:lnTo>
                      <a:pt x="121967" y="329183"/>
                    </a:lnTo>
                    <a:lnTo>
                      <a:pt x="122300" y="338327"/>
                    </a:lnTo>
                    <a:lnTo>
                      <a:pt x="123205" y="347472"/>
                    </a:lnTo>
                    <a:lnTo>
                      <a:pt x="124968" y="356615"/>
                    </a:lnTo>
                    <a:lnTo>
                      <a:pt x="124968" y="359663"/>
                    </a:lnTo>
                  </a:path>
                  <a:path extrusionOk="0" h="475614" w="866140">
                    <a:moveTo>
                      <a:pt x="137160" y="155447"/>
                    </a:moveTo>
                    <a:lnTo>
                      <a:pt x="136398" y="175021"/>
                    </a:lnTo>
                    <a:lnTo>
                      <a:pt x="137922" y="193166"/>
                    </a:lnTo>
                    <a:lnTo>
                      <a:pt x="140589" y="210740"/>
                    </a:lnTo>
                    <a:lnTo>
                      <a:pt x="143256" y="228600"/>
                    </a:lnTo>
                    <a:lnTo>
                      <a:pt x="147304" y="251412"/>
                    </a:lnTo>
                    <a:lnTo>
                      <a:pt x="150494" y="273938"/>
                    </a:lnTo>
                    <a:lnTo>
                      <a:pt x="153114" y="295894"/>
                    </a:lnTo>
                    <a:lnTo>
                      <a:pt x="155448" y="316991"/>
                    </a:lnTo>
                    <a:lnTo>
                      <a:pt x="157305" y="331184"/>
                    </a:lnTo>
                    <a:lnTo>
                      <a:pt x="158876" y="345948"/>
                    </a:lnTo>
                    <a:lnTo>
                      <a:pt x="161020" y="360711"/>
                    </a:lnTo>
                    <a:lnTo>
                      <a:pt x="164592" y="374903"/>
                    </a:lnTo>
                    <a:lnTo>
                      <a:pt x="164592" y="377951"/>
                    </a:lnTo>
                    <a:lnTo>
                      <a:pt x="167639" y="377951"/>
                    </a:lnTo>
                  </a:path>
                  <a:path extrusionOk="0" h="475614" w="866140">
                    <a:moveTo>
                      <a:pt x="780288" y="9143"/>
                    </a:moveTo>
                    <a:lnTo>
                      <a:pt x="790289" y="5143"/>
                    </a:lnTo>
                    <a:lnTo>
                      <a:pt x="798576" y="2286"/>
                    </a:lnTo>
                    <a:lnTo>
                      <a:pt x="806862" y="571"/>
                    </a:lnTo>
                    <a:lnTo>
                      <a:pt x="816863" y="0"/>
                    </a:lnTo>
                    <a:lnTo>
                      <a:pt x="826007" y="0"/>
                    </a:lnTo>
                    <a:lnTo>
                      <a:pt x="829056" y="3047"/>
                    </a:lnTo>
                    <a:lnTo>
                      <a:pt x="829056" y="12191"/>
                    </a:lnTo>
                    <a:lnTo>
                      <a:pt x="829056" y="21336"/>
                    </a:lnTo>
                    <a:lnTo>
                      <a:pt x="822960" y="27431"/>
                    </a:lnTo>
                    <a:lnTo>
                      <a:pt x="816863" y="33527"/>
                    </a:lnTo>
                    <a:lnTo>
                      <a:pt x="816863" y="36575"/>
                    </a:lnTo>
                    <a:lnTo>
                      <a:pt x="813816" y="39624"/>
                    </a:lnTo>
                    <a:lnTo>
                      <a:pt x="816863" y="42671"/>
                    </a:lnTo>
                    <a:lnTo>
                      <a:pt x="822960" y="42671"/>
                    </a:lnTo>
                    <a:lnTo>
                      <a:pt x="829056" y="42671"/>
                    </a:lnTo>
                    <a:lnTo>
                      <a:pt x="836390" y="42148"/>
                    </a:lnTo>
                    <a:lnTo>
                      <a:pt x="844295" y="40766"/>
                    </a:lnTo>
                    <a:lnTo>
                      <a:pt x="852201" y="38814"/>
                    </a:lnTo>
                    <a:lnTo>
                      <a:pt x="859536" y="36575"/>
                    </a:lnTo>
                    <a:lnTo>
                      <a:pt x="862583" y="36575"/>
                    </a:lnTo>
                    <a:lnTo>
                      <a:pt x="865632" y="33527"/>
                    </a:lnTo>
                  </a:path>
                  <a:path extrusionOk="0" h="475614" w="866140">
                    <a:moveTo>
                      <a:pt x="30480" y="216407"/>
                    </a:moveTo>
                    <a:lnTo>
                      <a:pt x="27003" y="227695"/>
                    </a:lnTo>
                    <a:lnTo>
                      <a:pt x="25526" y="235838"/>
                    </a:lnTo>
                    <a:lnTo>
                      <a:pt x="25765" y="243411"/>
                    </a:lnTo>
                    <a:lnTo>
                      <a:pt x="27431" y="252983"/>
                    </a:lnTo>
                    <a:lnTo>
                      <a:pt x="27908" y="261604"/>
                    </a:lnTo>
                    <a:lnTo>
                      <a:pt x="28956" y="269366"/>
                    </a:lnTo>
                    <a:lnTo>
                      <a:pt x="30003" y="276558"/>
                    </a:lnTo>
                    <a:lnTo>
                      <a:pt x="30480" y="283463"/>
                    </a:lnTo>
                    <a:lnTo>
                      <a:pt x="30480" y="292607"/>
                    </a:lnTo>
                    <a:lnTo>
                      <a:pt x="30480" y="295655"/>
                    </a:lnTo>
                    <a:lnTo>
                      <a:pt x="27431" y="304800"/>
                    </a:lnTo>
                  </a:path>
                  <a:path extrusionOk="0" h="475614" w="866140">
                    <a:moveTo>
                      <a:pt x="0" y="347471"/>
                    </a:moveTo>
                    <a:lnTo>
                      <a:pt x="12763" y="345186"/>
                    </a:lnTo>
                    <a:lnTo>
                      <a:pt x="24383" y="342900"/>
                    </a:lnTo>
                    <a:lnTo>
                      <a:pt x="36004" y="340613"/>
                    </a:lnTo>
                    <a:lnTo>
                      <a:pt x="48768" y="338327"/>
                    </a:lnTo>
                    <a:lnTo>
                      <a:pt x="54863" y="335279"/>
                    </a:lnTo>
                    <a:lnTo>
                      <a:pt x="57912" y="335279"/>
                    </a:lnTo>
                    <a:lnTo>
                      <a:pt x="64007" y="335279"/>
                    </a:lnTo>
                  </a:path>
                  <a:path extrusionOk="0" h="475614" w="866140">
                    <a:moveTo>
                      <a:pt x="3048" y="417575"/>
                    </a:moveTo>
                    <a:lnTo>
                      <a:pt x="12192" y="415289"/>
                    </a:lnTo>
                    <a:lnTo>
                      <a:pt x="21336" y="413003"/>
                    </a:lnTo>
                    <a:lnTo>
                      <a:pt x="30480" y="410717"/>
                    </a:lnTo>
                    <a:lnTo>
                      <a:pt x="39624" y="408431"/>
                    </a:lnTo>
                    <a:lnTo>
                      <a:pt x="48768" y="408431"/>
                    </a:lnTo>
                    <a:lnTo>
                      <a:pt x="48768" y="414527"/>
                    </a:lnTo>
                    <a:lnTo>
                      <a:pt x="45719" y="423671"/>
                    </a:lnTo>
                    <a:lnTo>
                      <a:pt x="24383" y="463295"/>
                    </a:lnTo>
                    <a:lnTo>
                      <a:pt x="18287" y="469391"/>
                    </a:lnTo>
                    <a:lnTo>
                      <a:pt x="18287" y="475488"/>
                    </a:lnTo>
                    <a:lnTo>
                      <a:pt x="24383" y="475488"/>
                    </a:lnTo>
                    <a:lnTo>
                      <a:pt x="33528" y="472439"/>
                    </a:lnTo>
                    <a:lnTo>
                      <a:pt x="39624" y="472439"/>
                    </a:lnTo>
                    <a:lnTo>
                      <a:pt x="48291" y="469725"/>
                    </a:lnTo>
                    <a:lnTo>
                      <a:pt x="56387" y="466725"/>
                    </a:lnTo>
                    <a:lnTo>
                      <a:pt x="64484" y="464296"/>
                    </a:lnTo>
                    <a:lnTo>
                      <a:pt x="73151" y="463295"/>
                    </a:lnTo>
                    <a:lnTo>
                      <a:pt x="79248" y="463295"/>
                    </a:lnTo>
                    <a:lnTo>
                      <a:pt x="82295" y="463295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6" name="Google Shape;2406;p20"/>
            <p:cNvGrpSpPr/>
            <p:nvPr/>
          </p:nvGrpSpPr>
          <p:grpSpPr>
            <a:xfrm>
              <a:off x="4194048" y="5126736"/>
              <a:ext cx="610107" cy="289558"/>
              <a:chOff x="4194048" y="5126736"/>
              <a:chExt cx="610107" cy="289558"/>
            </a:xfrm>
          </p:grpSpPr>
          <p:pic>
            <p:nvPicPr>
              <p:cNvPr id="2407" name="Google Shape;2407;p20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4194048" y="5212080"/>
                <a:ext cx="124204" cy="2042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08" name="Google Shape;2408;p20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4343400" y="5206746"/>
                <a:ext cx="106678" cy="1821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9" name="Google Shape;2409;p20"/>
              <p:cNvSpPr/>
              <p:nvPr/>
            </p:nvSpPr>
            <p:spPr>
              <a:xfrm>
                <a:off x="4498848" y="5163312"/>
                <a:ext cx="67310" cy="234950"/>
              </a:xfrm>
              <a:custGeom>
                <a:rect b="b" l="l" r="r" t="t"/>
                <a:pathLst>
                  <a:path extrusionOk="0" h="234950" w="67310">
                    <a:moveTo>
                      <a:pt x="12191" y="0"/>
                    </a:moveTo>
                    <a:lnTo>
                      <a:pt x="6429" y="15573"/>
                    </a:lnTo>
                    <a:lnTo>
                      <a:pt x="2667" y="30861"/>
                    </a:lnTo>
                    <a:lnTo>
                      <a:pt x="619" y="46720"/>
                    </a:lnTo>
                    <a:lnTo>
                      <a:pt x="0" y="64007"/>
                    </a:lnTo>
                    <a:lnTo>
                      <a:pt x="47" y="85058"/>
                    </a:lnTo>
                    <a:lnTo>
                      <a:pt x="1285" y="128301"/>
                    </a:lnTo>
                    <a:lnTo>
                      <a:pt x="5476" y="167592"/>
                    </a:lnTo>
                    <a:lnTo>
                      <a:pt x="21336" y="219456"/>
                    </a:lnTo>
                    <a:lnTo>
                      <a:pt x="41481" y="234886"/>
                    </a:lnTo>
                    <a:lnTo>
                      <a:pt x="51815" y="234695"/>
                    </a:lnTo>
                    <a:lnTo>
                      <a:pt x="60960" y="228600"/>
                    </a:lnTo>
                    <a:lnTo>
                      <a:pt x="64007" y="225551"/>
                    </a:lnTo>
                    <a:lnTo>
                      <a:pt x="67055" y="219456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10" name="Google Shape;2410;p20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4570762" y="5178552"/>
                <a:ext cx="163542" cy="1647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11" name="Google Shape;2411;p20"/>
              <p:cNvSpPr/>
              <p:nvPr/>
            </p:nvSpPr>
            <p:spPr>
              <a:xfrm>
                <a:off x="4730495" y="5126736"/>
                <a:ext cx="73660" cy="247015"/>
              </a:xfrm>
              <a:custGeom>
                <a:rect b="b" l="l" r="r" t="t"/>
                <a:pathLst>
                  <a:path extrusionOk="0" h="247014" w="73660">
                    <a:moveTo>
                      <a:pt x="6095" y="0"/>
                    </a:moveTo>
                    <a:lnTo>
                      <a:pt x="45719" y="30480"/>
                    </a:lnTo>
                    <a:lnTo>
                      <a:pt x="66722" y="71199"/>
                    </a:lnTo>
                    <a:lnTo>
                      <a:pt x="73151" y="118872"/>
                    </a:lnTo>
                    <a:lnTo>
                      <a:pt x="70961" y="135921"/>
                    </a:lnTo>
                    <a:lnTo>
                      <a:pt x="59102" y="172878"/>
                    </a:lnTo>
                    <a:lnTo>
                      <a:pt x="37480" y="211550"/>
                    </a:lnTo>
                    <a:lnTo>
                      <a:pt x="16716" y="234457"/>
                    </a:lnTo>
                    <a:lnTo>
                      <a:pt x="11048" y="238887"/>
                    </a:lnTo>
                    <a:lnTo>
                      <a:pt x="5953" y="242744"/>
                    </a:lnTo>
                    <a:lnTo>
                      <a:pt x="0" y="246887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12" name="Google Shape;2412;p20"/>
            <p:cNvSpPr/>
            <p:nvPr/>
          </p:nvSpPr>
          <p:spPr>
            <a:xfrm>
              <a:off x="5102352" y="5221223"/>
              <a:ext cx="82550" cy="82550"/>
            </a:xfrm>
            <a:custGeom>
              <a:rect b="b" l="l" r="r" t="t"/>
              <a:pathLst>
                <a:path extrusionOk="0" h="82550" w="82550">
                  <a:moveTo>
                    <a:pt x="0" y="18288"/>
                  </a:moveTo>
                  <a:lnTo>
                    <a:pt x="9620" y="15478"/>
                  </a:lnTo>
                  <a:lnTo>
                    <a:pt x="19812" y="11811"/>
                  </a:lnTo>
                  <a:lnTo>
                    <a:pt x="30003" y="7572"/>
                  </a:lnTo>
                  <a:lnTo>
                    <a:pt x="39624" y="3048"/>
                  </a:lnTo>
                  <a:lnTo>
                    <a:pt x="45720" y="3048"/>
                  </a:lnTo>
                  <a:lnTo>
                    <a:pt x="57912" y="0"/>
                  </a:lnTo>
                  <a:lnTo>
                    <a:pt x="64008" y="0"/>
                  </a:lnTo>
                  <a:lnTo>
                    <a:pt x="64008" y="3048"/>
                  </a:lnTo>
                </a:path>
                <a:path extrusionOk="0" h="82550" w="82550">
                  <a:moveTo>
                    <a:pt x="18287" y="82296"/>
                  </a:moveTo>
                  <a:lnTo>
                    <a:pt x="29194" y="81724"/>
                  </a:lnTo>
                  <a:lnTo>
                    <a:pt x="39242" y="80010"/>
                  </a:lnTo>
                  <a:lnTo>
                    <a:pt x="48720" y="77152"/>
                  </a:lnTo>
                  <a:lnTo>
                    <a:pt x="57912" y="73152"/>
                  </a:lnTo>
                  <a:lnTo>
                    <a:pt x="67056" y="73152"/>
                  </a:lnTo>
                  <a:lnTo>
                    <a:pt x="76200" y="70104"/>
                  </a:lnTo>
                  <a:lnTo>
                    <a:pt x="82296" y="6705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3" name="Google Shape;2413;p20"/>
            <p:cNvGrpSpPr/>
            <p:nvPr/>
          </p:nvGrpSpPr>
          <p:grpSpPr>
            <a:xfrm>
              <a:off x="5589269" y="5199887"/>
              <a:ext cx="198881" cy="244475"/>
              <a:chOff x="5589269" y="5199887"/>
              <a:chExt cx="198881" cy="244475"/>
            </a:xfrm>
          </p:grpSpPr>
          <p:sp>
            <p:nvSpPr>
              <p:cNvPr id="2414" name="Google Shape;2414;p20"/>
              <p:cNvSpPr/>
              <p:nvPr/>
            </p:nvSpPr>
            <p:spPr>
              <a:xfrm>
                <a:off x="5589269" y="5199887"/>
                <a:ext cx="104775" cy="244475"/>
              </a:xfrm>
              <a:custGeom>
                <a:rect b="b" l="l" r="r" t="t"/>
                <a:pathLst>
                  <a:path extrusionOk="0" h="244475" w="104775">
                    <a:moveTo>
                      <a:pt x="16001" y="0"/>
                    </a:moveTo>
                    <a:lnTo>
                      <a:pt x="9905" y="0"/>
                    </a:lnTo>
                    <a:lnTo>
                      <a:pt x="6857" y="0"/>
                    </a:lnTo>
                    <a:lnTo>
                      <a:pt x="3809" y="0"/>
                    </a:lnTo>
                    <a:lnTo>
                      <a:pt x="762" y="16001"/>
                    </a:lnTo>
                    <a:lnTo>
                      <a:pt x="0" y="32003"/>
                    </a:lnTo>
                    <a:lnTo>
                      <a:pt x="381" y="48005"/>
                    </a:lnTo>
                    <a:lnTo>
                      <a:pt x="762" y="64007"/>
                    </a:lnTo>
                    <a:lnTo>
                      <a:pt x="3048" y="114299"/>
                    </a:lnTo>
                    <a:lnTo>
                      <a:pt x="9905" y="164591"/>
                    </a:lnTo>
                    <a:lnTo>
                      <a:pt x="24383" y="204215"/>
                    </a:lnTo>
                    <a:lnTo>
                      <a:pt x="52577" y="234695"/>
                    </a:lnTo>
                    <a:lnTo>
                      <a:pt x="90725" y="244125"/>
                    </a:lnTo>
                    <a:lnTo>
                      <a:pt x="104393" y="243839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15" name="Google Shape;2415;p20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669280" y="5227320"/>
                <a:ext cx="118870" cy="1435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16" name="Google Shape;2416;p20"/>
            <p:cNvGrpSpPr/>
            <p:nvPr/>
          </p:nvGrpSpPr>
          <p:grpSpPr>
            <a:xfrm>
              <a:off x="5846064" y="5105400"/>
              <a:ext cx="155446" cy="268222"/>
              <a:chOff x="5846064" y="5105400"/>
              <a:chExt cx="155446" cy="268222"/>
            </a:xfrm>
          </p:grpSpPr>
          <p:pic>
            <p:nvPicPr>
              <p:cNvPr id="2417" name="Google Shape;2417;p20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846064" y="5215128"/>
                <a:ext cx="109726" cy="1584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18" name="Google Shape;2418;p20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910072" y="5105400"/>
                <a:ext cx="91438" cy="883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419" name="Google Shape;2419;p20"/>
            <p:cNvSpPr/>
            <p:nvPr/>
          </p:nvSpPr>
          <p:spPr>
            <a:xfrm>
              <a:off x="6077711" y="5090159"/>
              <a:ext cx="52705" cy="231775"/>
            </a:xfrm>
            <a:custGeom>
              <a:rect b="b" l="l" r="r" t="t"/>
              <a:pathLst>
                <a:path extrusionOk="0" h="231775" w="52704">
                  <a:moveTo>
                    <a:pt x="0" y="0"/>
                  </a:moveTo>
                  <a:lnTo>
                    <a:pt x="9572" y="11477"/>
                  </a:lnTo>
                  <a:lnTo>
                    <a:pt x="19430" y="23240"/>
                  </a:lnTo>
                  <a:lnTo>
                    <a:pt x="28717" y="35575"/>
                  </a:lnTo>
                  <a:lnTo>
                    <a:pt x="47625" y="81152"/>
                  </a:lnTo>
                  <a:lnTo>
                    <a:pt x="52482" y="134064"/>
                  </a:lnTo>
                  <a:lnTo>
                    <a:pt x="50291" y="152018"/>
                  </a:lnTo>
                  <a:lnTo>
                    <a:pt x="45815" y="169402"/>
                  </a:lnTo>
                  <a:lnTo>
                    <a:pt x="39624" y="185927"/>
                  </a:lnTo>
                  <a:lnTo>
                    <a:pt x="36242" y="198167"/>
                  </a:lnTo>
                  <a:lnTo>
                    <a:pt x="30861" y="210692"/>
                  </a:lnTo>
                  <a:lnTo>
                    <a:pt x="23764" y="221503"/>
                  </a:lnTo>
                  <a:lnTo>
                    <a:pt x="15239" y="228599"/>
                  </a:lnTo>
                  <a:lnTo>
                    <a:pt x="12191" y="228599"/>
                  </a:lnTo>
                  <a:lnTo>
                    <a:pt x="9143" y="23164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20" name="Google Shape;2420;p20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200775" y="5135880"/>
              <a:ext cx="142111" cy="1378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1" name="Google Shape;2421;p20"/>
            <p:cNvSpPr/>
            <p:nvPr/>
          </p:nvSpPr>
          <p:spPr>
            <a:xfrm>
              <a:off x="6672071" y="5172455"/>
              <a:ext cx="91440" cy="15240"/>
            </a:xfrm>
            <a:custGeom>
              <a:rect b="b" l="l" r="r" t="t"/>
              <a:pathLst>
                <a:path extrusionOk="0" h="15239" w="91440">
                  <a:moveTo>
                    <a:pt x="0" y="15239"/>
                  </a:moveTo>
                  <a:lnTo>
                    <a:pt x="10906" y="14716"/>
                  </a:lnTo>
                  <a:lnTo>
                    <a:pt x="20954" y="13335"/>
                  </a:lnTo>
                  <a:lnTo>
                    <a:pt x="30432" y="11382"/>
                  </a:lnTo>
                  <a:lnTo>
                    <a:pt x="39623" y="9143"/>
                  </a:lnTo>
                  <a:lnTo>
                    <a:pt x="48767" y="7334"/>
                  </a:lnTo>
                  <a:lnTo>
                    <a:pt x="57911" y="6095"/>
                  </a:lnTo>
                  <a:lnTo>
                    <a:pt x="67055" y="4857"/>
                  </a:lnTo>
                  <a:lnTo>
                    <a:pt x="76199" y="3048"/>
                  </a:lnTo>
                  <a:lnTo>
                    <a:pt x="79247" y="3048"/>
                  </a:lnTo>
                  <a:lnTo>
                    <a:pt x="85343" y="6095"/>
                  </a:lnTo>
                  <a:lnTo>
                    <a:pt x="88391" y="3048"/>
                  </a:lnTo>
                  <a:lnTo>
                    <a:pt x="91439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2" name="Google Shape;2422;p20"/>
            <p:cNvGrpSpPr/>
            <p:nvPr/>
          </p:nvGrpSpPr>
          <p:grpSpPr>
            <a:xfrm>
              <a:off x="6827520" y="5068824"/>
              <a:ext cx="256030" cy="198880"/>
              <a:chOff x="6827520" y="5068824"/>
              <a:chExt cx="256030" cy="198880"/>
            </a:xfrm>
          </p:grpSpPr>
          <p:pic>
            <p:nvPicPr>
              <p:cNvPr id="2423" name="Google Shape;2423;p20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827520" y="5074920"/>
                <a:ext cx="124966" cy="1554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24" name="Google Shape;2424;p20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973824" y="5068824"/>
                <a:ext cx="109726" cy="1988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25" name="Google Shape;2425;p20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357872" y="5017008"/>
              <a:ext cx="134110" cy="158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6" name="Google Shape;2426;p20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732776" y="4974336"/>
              <a:ext cx="144445" cy="1231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27" name="Google Shape;2427;p20"/>
            <p:cNvGrpSpPr/>
            <p:nvPr/>
          </p:nvGrpSpPr>
          <p:grpSpPr>
            <a:xfrm>
              <a:off x="7720583" y="5193792"/>
              <a:ext cx="277367" cy="292607"/>
              <a:chOff x="7720583" y="5193792"/>
              <a:chExt cx="277367" cy="292607"/>
            </a:xfrm>
          </p:grpSpPr>
          <p:sp>
            <p:nvSpPr>
              <p:cNvPr id="2428" name="Google Shape;2428;p20"/>
              <p:cNvSpPr/>
              <p:nvPr/>
            </p:nvSpPr>
            <p:spPr>
              <a:xfrm>
                <a:off x="7720583" y="5193792"/>
                <a:ext cx="231775" cy="33655"/>
              </a:xfrm>
              <a:custGeom>
                <a:rect b="b" l="l" r="r" t="t"/>
                <a:pathLst>
                  <a:path extrusionOk="0" h="33654" w="231775">
                    <a:moveTo>
                      <a:pt x="0" y="33527"/>
                    </a:moveTo>
                    <a:lnTo>
                      <a:pt x="39624" y="31241"/>
                    </a:lnTo>
                    <a:lnTo>
                      <a:pt x="79248" y="24383"/>
                    </a:lnTo>
                    <a:lnTo>
                      <a:pt x="111775" y="17573"/>
                    </a:lnTo>
                    <a:lnTo>
                      <a:pt x="145161" y="11048"/>
                    </a:lnTo>
                    <a:lnTo>
                      <a:pt x="179117" y="5095"/>
                    </a:lnTo>
                    <a:lnTo>
                      <a:pt x="213360" y="0"/>
                    </a:lnTo>
                    <a:lnTo>
                      <a:pt x="219456" y="0"/>
                    </a:lnTo>
                    <a:lnTo>
                      <a:pt x="225552" y="0"/>
                    </a:lnTo>
                    <a:lnTo>
                      <a:pt x="231648" y="0"/>
                    </a:lnTo>
                    <a:lnTo>
                      <a:pt x="228600" y="3047"/>
                    </a:lnTo>
                    <a:lnTo>
                      <a:pt x="222504" y="6095"/>
                    </a:lnTo>
                    <a:lnTo>
                      <a:pt x="216408" y="9143"/>
                    </a:lnTo>
                    <a:lnTo>
                      <a:pt x="213360" y="9143"/>
                    </a:lnTo>
                    <a:lnTo>
                      <a:pt x="213360" y="12191"/>
                    </a:lnTo>
                    <a:lnTo>
                      <a:pt x="210312" y="12191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29" name="Google Shape;2429;p20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7760208" y="5272326"/>
                <a:ext cx="237742" cy="2140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30" name="Google Shape;2430;p20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903208" y="2487168"/>
              <a:ext cx="173734" cy="2346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1" name="Google Shape;2431;p20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238488" y="2386584"/>
              <a:ext cx="228598" cy="3261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32" name="Google Shape;2432;p20"/>
            <p:cNvGrpSpPr/>
            <p:nvPr/>
          </p:nvGrpSpPr>
          <p:grpSpPr>
            <a:xfrm>
              <a:off x="9532858" y="2212848"/>
              <a:ext cx="274461" cy="210310"/>
              <a:chOff x="9532858" y="2212848"/>
              <a:chExt cx="274461" cy="210310"/>
            </a:xfrm>
          </p:grpSpPr>
          <p:pic>
            <p:nvPicPr>
              <p:cNvPr id="2433" name="Google Shape;2433;p20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9532858" y="2212848"/>
                <a:ext cx="123204" cy="210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34" name="Google Shape;2434;p20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9683496" y="2246376"/>
                <a:ext cx="123823" cy="1280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435" name="Google Shape;2435;p20"/>
          <p:cNvSpPr/>
          <p:nvPr/>
        </p:nvSpPr>
        <p:spPr>
          <a:xfrm>
            <a:off x="1066800" y="3805877"/>
            <a:ext cx="6629400" cy="29759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0" name="Google Shape;24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1" y="990600"/>
            <a:ext cx="6815326" cy="2474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1" name="Google Shape;2441;p21"/>
          <p:cNvGrpSpPr/>
          <p:nvPr/>
        </p:nvGrpSpPr>
        <p:grpSpPr>
          <a:xfrm>
            <a:off x="1310201" y="4038600"/>
            <a:ext cx="7633963" cy="3352800"/>
            <a:chOff x="3255549" y="3499104"/>
            <a:chExt cx="6287737" cy="2315716"/>
          </a:xfrm>
        </p:grpSpPr>
        <p:grpSp>
          <p:nvGrpSpPr>
            <p:cNvPr id="2442" name="Google Shape;2442;p21"/>
            <p:cNvGrpSpPr/>
            <p:nvPr/>
          </p:nvGrpSpPr>
          <p:grpSpPr>
            <a:xfrm>
              <a:off x="3255549" y="3499104"/>
              <a:ext cx="1030447" cy="383540"/>
              <a:chOff x="3255549" y="3499104"/>
              <a:chExt cx="1030447" cy="383540"/>
            </a:xfrm>
          </p:grpSpPr>
          <p:sp>
            <p:nvSpPr>
              <p:cNvPr id="2443" name="Google Shape;2443;p21"/>
              <p:cNvSpPr/>
              <p:nvPr/>
            </p:nvSpPr>
            <p:spPr>
              <a:xfrm>
                <a:off x="3255549" y="3571589"/>
                <a:ext cx="743585" cy="170815"/>
              </a:xfrm>
              <a:custGeom>
                <a:rect b="b" l="l" r="r" t="t"/>
                <a:pathLst>
                  <a:path extrusionOk="0" h="170814" w="743585">
                    <a:moveTo>
                      <a:pt x="97250" y="18954"/>
                    </a:moveTo>
                    <a:lnTo>
                      <a:pt x="84486" y="15144"/>
                    </a:lnTo>
                    <a:lnTo>
                      <a:pt x="72866" y="13620"/>
                    </a:lnTo>
                    <a:lnTo>
                      <a:pt x="61245" y="15525"/>
                    </a:lnTo>
                    <a:lnTo>
                      <a:pt x="17621" y="51339"/>
                    </a:lnTo>
                    <a:lnTo>
                      <a:pt x="2762" y="92106"/>
                    </a:lnTo>
                    <a:lnTo>
                      <a:pt x="0" y="108061"/>
                    </a:lnTo>
                    <a:lnTo>
                      <a:pt x="1238" y="123729"/>
                    </a:lnTo>
                    <a:lnTo>
                      <a:pt x="31908" y="162734"/>
                    </a:lnTo>
                    <a:lnTo>
                      <a:pt x="67722" y="170640"/>
                    </a:lnTo>
                    <a:lnTo>
                      <a:pt x="85058" y="168306"/>
                    </a:lnTo>
                    <a:lnTo>
                      <a:pt x="97726" y="164973"/>
                    </a:lnTo>
                    <a:lnTo>
                      <a:pt x="108680" y="159924"/>
                    </a:lnTo>
                    <a:lnTo>
                      <a:pt x="118491" y="153733"/>
                    </a:lnTo>
                    <a:lnTo>
                      <a:pt x="127730" y="146970"/>
                    </a:lnTo>
                  </a:path>
                  <a:path extrusionOk="0" h="170814" w="743585">
                    <a:moveTo>
                      <a:pt x="133826" y="79914"/>
                    </a:moveTo>
                    <a:lnTo>
                      <a:pt x="129397" y="88630"/>
                    </a:lnTo>
                    <a:lnTo>
                      <a:pt x="125825" y="97059"/>
                    </a:lnTo>
                    <a:lnTo>
                      <a:pt x="123967" y="106060"/>
                    </a:lnTo>
                    <a:lnTo>
                      <a:pt x="124682" y="116490"/>
                    </a:lnTo>
                    <a:lnTo>
                      <a:pt x="142970" y="150018"/>
                    </a:lnTo>
                    <a:lnTo>
                      <a:pt x="160115" y="158162"/>
                    </a:lnTo>
                    <a:lnTo>
                      <a:pt x="167354" y="156114"/>
                    </a:lnTo>
                    <a:lnTo>
                      <a:pt x="173164" y="149542"/>
                    </a:lnTo>
                    <a:lnTo>
                      <a:pt x="177260" y="140112"/>
                    </a:lnTo>
                    <a:lnTo>
                      <a:pt x="180212" y="129539"/>
                    </a:lnTo>
                    <a:lnTo>
                      <a:pt x="182594" y="119538"/>
                    </a:lnTo>
                    <a:lnTo>
                      <a:pt x="182451" y="108108"/>
                    </a:lnTo>
                    <a:lnTo>
                      <a:pt x="166592" y="68056"/>
                    </a:lnTo>
                    <a:lnTo>
                      <a:pt x="146018" y="61626"/>
                    </a:lnTo>
                    <a:lnTo>
                      <a:pt x="139922" y="61626"/>
                    </a:lnTo>
                    <a:lnTo>
                      <a:pt x="142970" y="64674"/>
                    </a:lnTo>
                    <a:lnTo>
                      <a:pt x="139922" y="67722"/>
                    </a:lnTo>
                  </a:path>
                  <a:path extrusionOk="0" h="170814" w="743585">
                    <a:moveTo>
                      <a:pt x="219170" y="52482"/>
                    </a:moveTo>
                    <a:lnTo>
                      <a:pt x="223218" y="61674"/>
                    </a:lnTo>
                    <a:lnTo>
                      <a:pt x="226409" y="71151"/>
                    </a:lnTo>
                    <a:lnTo>
                      <a:pt x="229028" y="81200"/>
                    </a:lnTo>
                    <a:lnTo>
                      <a:pt x="231362" y="92106"/>
                    </a:lnTo>
                    <a:lnTo>
                      <a:pt x="231362" y="105775"/>
                    </a:lnTo>
                    <a:lnTo>
                      <a:pt x="231362" y="119157"/>
                    </a:lnTo>
                    <a:lnTo>
                      <a:pt x="231362" y="131968"/>
                    </a:lnTo>
                    <a:lnTo>
                      <a:pt x="231362" y="143922"/>
                    </a:lnTo>
                    <a:lnTo>
                      <a:pt x="234410" y="153066"/>
                    </a:lnTo>
                    <a:lnTo>
                      <a:pt x="234410" y="156114"/>
                    </a:lnTo>
                    <a:lnTo>
                      <a:pt x="237458" y="162210"/>
                    </a:lnTo>
                  </a:path>
                  <a:path extrusionOk="0" h="170814" w="743585">
                    <a:moveTo>
                      <a:pt x="225266" y="58578"/>
                    </a:moveTo>
                    <a:lnTo>
                      <a:pt x="237934" y="67817"/>
                    </a:lnTo>
                    <a:lnTo>
                      <a:pt x="248888" y="77628"/>
                    </a:lnTo>
                    <a:lnTo>
                      <a:pt x="258699" y="88582"/>
                    </a:lnTo>
                    <a:lnTo>
                      <a:pt x="267938" y="101250"/>
                    </a:lnTo>
                    <a:lnTo>
                      <a:pt x="279415" y="115823"/>
                    </a:lnTo>
                    <a:lnTo>
                      <a:pt x="291179" y="130968"/>
                    </a:lnTo>
                    <a:lnTo>
                      <a:pt x="303514" y="144970"/>
                    </a:lnTo>
                    <a:lnTo>
                      <a:pt x="316706" y="156114"/>
                    </a:lnTo>
                    <a:lnTo>
                      <a:pt x="322802" y="159162"/>
                    </a:lnTo>
                    <a:lnTo>
                      <a:pt x="325850" y="159162"/>
                    </a:lnTo>
                    <a:lnTo>
                      <a:pt x="327136" y="151828"/>
                    </a:lnTo>
                    <a:lnTo>
                      <a:pt x="326993" y="143922"/>
                    </a:lnTo>
                    <a:lnTo>
                      <a:pt x="326278" y="136016"/>
                    </a:lnTo>
                    <a:lnTo>
                      <a:pt x="325850" y="128682"/>
                    </a:lnTo>
                    <a:lnTo>
                      <a:pt x="308276" y="83248"/>
                    </a:lnTo>
                    <a:lnTo>
                      <a:pt x="298418" y="61626"/>
                    </a:lnTo>
                    <a:lnTo>
                      <a:pt x="298418" y="55530"/>
                    </a:lnTo>
                    <a:lnTo>
                      <a:pt x="298418" y="46386"/>
                    </a:lnTo>
                    <a:lnTo>
                      <a:pt x="298418" y="43338"/>
                    </a:lnTo>
                  </a:path>
                  <a:path extrusionOk="0" h="170814" w="743585">
                    <a:moveTo>
                      <a:pt x="395954" y="40290"/>
                    </a:moveTo>
                    <a:lnTo>
                      <a:pt x="389048" y="37147"/>
                    </a:lnTo>
                    <a:lnTo>
                      <a:pt x="381857" y="33432"/>
                    </a:lnTo>
                    <a:lnTo>
                      <a:pt x="374094" y="30860"/>
                    </a:lnTo>
                    <a:lnTo>
                      <a:pt x="352091" y="74533"/>
                    </a:lnTo>
                    <a:lnTo>
                      <a:pt x="352901" y="90201"/>
                    </a:lnTo>
                    <a:lnTo>
                      <a:pt x="365045" y="129825"/>
                    </a:lnTo>
                    <a:lnTo>
                      <a:pt x="406050" y="147637"/>
                    </a:lnTo>
                    <a:lnTo>
                      <a:pt x="418052" y="145446"/>
                    </a:lnTo>
                    <a:lnTo>
                      <a:pt x="451199" y="124110"/>
                    </a:lnTo>
                    <a:lnTo>
                      <a:pt x="454485" y="119348"/>
                    </a:lnTo>
                    <a:lnTo>
                      <a:pt x="456914" y="113442"/>
                    </a:lnTo>
                  </a:path>
                  <a:path extrusionOk="0" h="170814" w="743585">
                    <a:moveTo>
                      <a:pt x="444722" y="15906"/>
                    </a:moveTo>
                    <a:lnTo>
                      <a:pt x="447913" y="34670"/>
                    </a:lnTo>
                    <a:lnTo>
                      <a:pt x="451961" y="54006"/>
                    </a:lnTo>
                    <a:lnTo>
                      <a:pt x="455437" y="73342"/>
                    </a:lnTo>
                    <a:lnTo>
                      <a:pt x="456914" y="92106"/>
                    </a:lnTo>
                    <a:lnTo>
                      <a:pt x="458343" y="106727"/>
                    </a:lnTo>
                    <a:lnTo>
                      <a:pt x="459200" y="122205"/>
                    </a:lnTo>
                    <a:lnTo>
                      <a:pt x="461200" y="137112"/>
                    </a:lnTo>
                    <a:lnTo>
                      <a:pt x="466058" y="150018"/>
                    </a:lnTo>
                    <a:lnTo>
                      <a:pt x="469106" y="156114"/>
                    </a:lnTo>
                    <a:lnTo>
                      <a:pt x="475202" y="156114"/>
                    </a:lnTo>
                    <a:lnTo>
                      <a:pt x="481298" y="156114"/>
                    </a:lnTo>
                    <a:lnTo>
                      <a:pt x="490442" y="155543"/>
                    </a:lnTo>
                    <a:lnTo>
                      <a:pt x="499586" y="153828"/>
                    </a:lnTo>
                    <a:lnTo>
                      <a:pt x="508730" y="150971"/>
                    </a:lnTo>
                    <a:lnTo>
                      <a:pt x="517874" y="146970"/>
                    </a:lnTo>
                  </a:path>
                  <a:path extrusionOk="0" h="170814" w="743585">
                    <a:moveTo>
                      <a:pt x="539210" y="40290"/>
                    </a:moveTo>
                    <a:lnTo>
                      <a:pt x="545306" y="89058"/>
                    </a:lnTo>
                    <a:lnTo>
                      <a:pt x="549544" y="102298"/>
                    </a:lnTo>
                    <a:lnTo>
                      <a:pt x="554069" y="117252"/>
                    </a:lnTo>
                    <a:lnTo>
                      <a:pt x="560308" y="131063"/>
                    </a:lnTo>
                    <a:lnTo>
                      <a:pt x="569690" y="140874"/>
                    </a:lnTo>
                    <a:lnTo>
                      <a:pt x="575214" y="142875"/>
                    </a:lnTo>
                    <a:lnTo>
                      <a:pt x="581882" y="140874"/>
                    </a:lnTo>
                    <a:lnTo>
                      <a:pt x="605647" y="100441"/>
                    </a:lnTo>
                    <a:lnTo>
                      <a:pt x="606266" y="89058"/>
                    </a:lnTo>
                    <a:lnTo>
                      <a:pt x="605647" y="78581"/>
                    </a:lnTo>
                    <a:lnTo>
                      <a:pt x="603599" y="69246"/>
                    </a:lnTo>
                    <a:lnTo>
                      <a:pt x="599836" y="59912"/>
                    </a:lnTo>
                    <a:lnTo>
                      <a:pt x="594074" y="49434"/>
                    </a:lnTo>
                    <a:lnTo>
                      <a:pt x="591026" y="43338"/>
                    </a:lnTo>
                    <a:lnTo>
                      <a:pt x="587978" y="40290"/>
                    </a:lnTo>
                    <a:lnTo>
                      <a:pt x="581882" y="37242"/>
                    </a:lnTo>
                  </a:path>
                  <a:path extrusionOk="0" h="170814" w="743585">
                    <a:moveTo>
                      <a:pt x="685514" y="12858"/>
                    </a:moveTo>
                    <a:lnTo>
                      <a:pt x="683037" y="10096"/>
                    </a:lnTo>
                    <a:lnTo>
                      <a:pt x="677132" y="4476"/>
                    </a:lnTo>
                    <a:lnTo>
                      <a:pt x="670083" y="0"/>
                    </a:lnTo>
                    <a:lnTo>
                      <a:pt x="664178" y="666"/>
                    </a:lnTo>
                    <a:lnTo>
                      <a:pt x="658844" y="8477"/>
                    </a:lnTo>
                    <a:lnTo>
                      <a:pt x="655796" y="17430"/>
                    </a:lnTo>
                    <a:lnTo>
                      <a:pt x="653891" y="26384"/>
                    </a:lnTo>
                    <a:lnTo>
                      <a:pt x="651986" y="34194"/>
                    </a:lnTo>
                    <a:lnTo>
                      <a:pt x="664178" y="79914"/>
                    </a:lnTo>
                    <a:lnTo>
                      <a:pt x="691610" y="104298"/>
                    </a:lnTo>
                    <a:lnTo>
                      <a:pt x="694658" y="107346"/>
                    </a:lnTo>
                    <a:lnTo>
                      <a:pt x="703802" y="113442"/>
                    </a:lnTo>
                    <a:lnTo>
                      <a:pt x="697706" y="119538"/>
                    </a:lnTo>
                    <a:lnTo>
                      <a:pt x="692134" y="123586"/>
                    </a:lnTo>
                    <a:lnTo>
                      <a:pt x="685133" y="126777"/>
                    </a:lnTo>
                    <a:lnTo>
                      <a:pt x="677560" y="129397"/>
                    </a:lnTo>
                    <a:lnTo>
                      <a:pt x="670274" y="131730"/>
                    </a:lnTo>
                    <a:lnTo>
                      <a:pt x="664178" y="134778"/>
                    </a:lnTo>
                    <a:lnTo>
                      <a:pt x="661130" y="134778"/>
                    </a:lnTo>
                    <a:lnTo>
                      <a:pt x="655034" y="134778"/>
                    </a:lnTo>
                    <a:lnTo>
                      <a:pt x="655034" y="128682"/>
                    </a:lnTo>
                    <a:lnTo>
                      <a:pt x="655034" y="125634"/>
                    </a:lnTo>
                    <a:lnTo>
                      <a:pt x="655034" y="122586"/>
                    </a:lnTo>
                  </a:path>
                  <a:path extrusionOk="0" h="170814" w="743585">
                    <a:moveTo>
                      <a:pt x="740378" y="18954"/>
                    </a:moveTo>
                    <a:lnTo>
                      <a:pt x="740378" y="33147"/>
                    </a:lnTo>
                    <a:lnTo>
                      <a:pt x="740378" y="47910"/>
                    </a:lnTo>
                    <a:lnTo>
                      <a:pt x="740378" y="62674"/>
                    </a:lnTo>
                    <a:lnTo>
                      <a:pt x="740378" y="76866"/>
                    </a:lnTo>
                    <a:lnTo>
                      <a:pt x="739949" y="86534"/>
                    </a:lnTo>
                    <a:lnTo>
                      <a:pt x="739235" y="97059"/>
                    </a:lnTo>
                    <a:lnTo>
                      <a:pt x="739092" y="108156"/>
                    </a:lnTo>
                    <a:lnTo>
                      <a:pt x="740378" y="119538"/>
                    </a:lnTo>
                    <a:lnTo>
                      <a:pt x="740378" y="122586"/>
                    </a:lnTo>
                    <a:lnTo>
                      <a:pt x="740378" y="125634"/>
                    </a:lnTo>
                    <a:lnTo>
                      <a:pt x="743426" y="125634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44" name="Google Shape;2444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37362" y="3499104"/>
                <a:ext cx="230598" cy="1889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5" name="Google Shape;2445;p21"/>
              <p:cNvSpPr/>
              <p:nvPr/>
            </p:nvSpPr>
            <p:spPr>
              <a:xfrm>
                <a:off x="3419856" y="3803904"/>
                <a:ext cx="866140" cy="78740"/>
              </a:xfrm>
              <a:custGeom>
                <a:rect b="b" l="l" r="r" t="t"/>
                <a:pathLst>
                  <a:path extrusionOk="0" h="78739" w="866139">
                    <a:moveTo>
                      <a:pt x="0" y="67056"/>
                    </a:moveTo>
                    <a:lnTo>
                      <a:pt x="23336" y="69342"/>
                    </a:lnTo>
                    <a:lnTo>
                      <a:pt x="47244" y="71628"/>
                    </a:lnTo>
                    <a:lnTo>
                      <a:pt x="71151" y="73914"/>
                    </a:lnTo>
                    <a:lnTo>
                      <a:pt x="94488" y="76200"/>
                    </a:lnTo>
                    <a:lnTo>
                      <a:pt x="142970" y="77914"/>
                    </a:lnTo>
                    <a:lnTo>
                      <a:pt x="192024" y="78486"/>
                    </a:lnTo>
                    <a:lnTo>
                      <a:pt x="241077" y="77914"/>
                    </a:lnTo>
                    <a:lnTo>
                      <a:pt x="289559" y="76200"/>
                    </a:lnTo>
                    <a:lnTo>
                      <a:pt x="338937" y="71835"/>
                    </a:lnTo>
                    <a:lnTo>
                      <a:pt x="388315" y="66153"/>
                    </a:lnTo>
                    <a:lnTo>
                      <a:pt x="437692" y="59301"/>
                    </a:lnTo>
                    <a:lnTo>
                      <a:pt x="487070" y="51425"/>
                    </a:lnTo>
                    <a:lnTo>
                      <a:pt x="536447" y="42672"/>
                    </a:lnTo>
                    <a:lnTo>
                      <a:pt x="586739" y="35337"/>
                    </a:lnTo>
                    <a:lnTo>
                      <a:pt x="637031" y="27432"/>
                    </a:lnTo>
                    <a:lnTo>
                      <a:pt x="687323" y="19526"/>
                    </a:lnTo>
                    <a:lnTo>
                      <a:pt x="737615" y="12192"/>
                    </a:lnTo>
                    <a:lnTo>
                      <a:pt x="764571" y="9429"/>
                    </a:lnTo>
                    <a:lnTo>
                      <a:pt x="790955" y="6096"/>
                    </a:lnTo>
                    <a:lnTo>
                      <a:pt x="817340" y="2762"/>
                    </a:lnTo>
                    <a:lnTo>
                      <a:pt x="844295" y="0"/>
                    </a:lnTo>
                    <a:lnTo>
                      <a:pt x="851915" y="571"/>
                    </a:lnTo>
                    <a:lnTo>
                      <a:pt x="859536" y="2286"/>
                    </a:lnTo>
                    <a:lnTo>
                      <a:pt x="864870" y="5143"/>
                    </a:lnTo>
                    <a:lnTo>
                      <a:pt x="865631" y="9144"/>
                    </a:lnTo>
                    <a:lnTo>
                      <a:pt x="856488" y="15240"/>
                    </a:lnTo>
                    <a:lnTo>
                      <a:pt x="853439" y="15240"/>
                    </a:lnTo>
                    <a:lnTo>
                      <a:pt x="847343" y="18287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46" name="Google Shape;2446;p21"/>
            <p:cNvSpPr/>
            <p:nvPr/>
          </p:nvSpPr>
          <p:spPr>
            <a:xfrm>
              <a:off x="3858767" y="4203191"/>
              <a:ext cx="24765" cy="30480"/>
            </a:xfrm>
            <a:custGeom>
              <a:rect b="b" l="l" r="r" t="t"/>
              <a:pathLst>
                <a:path extrusionOk="0" h="30479" w="24764">
                  <a:moveTo>
                    <a:pt x="3048" y="21336"/>
                  </a:moveTo>
                  <a:lnTo>
                    <a:pt x="2286" y="12858"/>
                  </a:lnTo>
                  <a:lnTo>
                    <a:pt x="1524" y="6095"/>
                  </a:lnTo>
                  <a:lnTo>
                    <a:pt x="3048" y="1619"/>
                  </a:lnTo>
                  <a:lnTo>
                    <a:pt x="9144" y="0"/>
                  </a:lnTo>
                  <a:lnTo>
                    <a:pt x="18287" y="0"/>
                  </a:lnTo>
                  <a:lnTo>
                    <a:pt x="21336" y="3048"/>
                  </a:lnTo>
                  <a:lnTo>
                    <a:pt x="21336" y="9144"/>
                  </a:lnTo>
                  <a:lnTo>
                    <a:pt x="24384" y="15240"/>
                  </a:lnTo>
                  <a:lnTo>
                    <a:pt x="24384" y="24384"/>
                  </a:lnTo>
                  <a:lnTo>
                    <a:pt x="18287" y="27432"/>
                  </a:lnTo>
                  <a:lnTo>
                    <a:pt x="15240" y="30480"/>
                  </a:lnTo>
                  <a:lnTo>
                    <a:pt x="6096" y="30480"/>
                  </a:lnTo>
                  <a:lnTo>
                    <a:pt x="3048" y="30480"/>
                  </a:lnTo>
                  <a:lnTo>
                    <a:pt x="0" y="27432"/>
                  </a:lnTo>
                  <a:lnTo>
                    <a:pt x="3048" y="27432"/>
                  </a:lnTo>
                  <a:lnTo>
                    <a:pt x="6096" y="27432"/>
                  </a:lnTo>
                  <a:lnTo>
                    <a:pt x="9144" y="2743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47" name="Google Shape;244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4085" y="4155186"/>
              <a:ext cx="372378" cy="1973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48" name="Google Shape;2448;p21"/>
            <p:cNvGrpSpPr/>
            <p:nvPr/>
          </p:nvGrpSpPr>
          <p:grpSpPr>
            <a:xfrm>
              <a:off x="4740783" y="4066032"/>
              <a:ext cx="968119" cy="278462"/>
              <a:chOff x="4740783" y="4066032"/>
              <a:chExt cx="968119" cy="278462"/>
            </a:xfrm>
          </p:grpSpPr>
          <p:pic>
            <p:nvPicPr>
              <p:cNvPr id="2449" name="Google Shape;2449;p2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740783" y="4117848"/>
                <a:ext cx="340231" cy="2266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0" name="Google Shape;2450;p2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102352" y="4126992"/>
                <a:ext cx="259078" cy="1493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1" name="Google Shape;2451;p2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382768" y="4066032"/>
                <a:ext cx="118870" cy="1737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2" name="Google Shape;2452;p2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5535168" y="4073652"/>
                <a:ext cx="173734" cy="1398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53" name="Google Shape;2453;p2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128004" y="4011168"/>
              <a:ext cx="237456" cy="1920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4" name="Google Shape;2454;p2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662928" y="3922776"/>
              <a:ext cx="222502" cy="1798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5" name="Google Shape;2455;p21"/>
            <p:cNvSpPr/>
            <p:nvPr/>
          </p:nvSpPr>
          <p:spPr>
            <a:xfrm>
              <a:off x="6937247" y="4026408"/>
              <a:ext cx="24765" cy="24765"/>
            </a:xfrm>
            <a:custGeom>
              <a:rect b="b" l="l" r="r" t="t"/>
              <a:pathLst>
                <a:path extrusionOk="0" h="24764" w="24765">
                  <a:moveTo>
                    <a:pt x="0" y="6095"/>
                  </a:moveTo>
                  <a:lnTo>
                    <a:pt x="0" y="18287"/>
                  </a:lnTo>
                  <a:lnTo>
                    <a:pt x="6096" y="24383"/>
                  </a:lnTo>
                  <a:lnTo>
                    <a:pt x="18288" y="24383"/>
                  </a:lnTo>
                  <a:lnTo>
                    <a:pt x="24384" y="18287"/>
                  </a:lnTo>
                  <a:lnTo>
                    <a:pt x="24384" y="12191"/>
                  </a:lnTo>
                  <a:lnTo>
                    <a:pt x="24384" y="6095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56" name="Google Shape;2456;p21"/>
            <p:cNvGrpSpPr/>
            <p:nvPr/>
          </p:nvGrpSpPr>
          <p:grpSpPr>
            <a:xfrm>
              <a:off x="7092696" y="3892296"/>
              <a:ext cx="310894" cy="240790"/>
              <a:chOff x="7092696" y="3892296"/>
              <a:chExt cx="310894" cy="240790"/>
            </a:xfrm>
          </p:grpSpPr>
          <p:pic>
            <p:nvPicPr>
              <p:cNvPr id="2457" name="Google Shape;2457;p2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092696" y="3901059"/>
                <a:ext cx="201166" cy="158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58" name="Google Shape;2458;p2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7324344" y="3892296"/>
                <a:ext cx="79246" cy="2407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59" name="Google Shape;2459;p21"/>
            <p:cNvGrpSpPr/>
            <p:nvPr/>
          </p:nvGrpSpPr>
          <p:grpSpPr>
            <a:xfrm>
              <a:off x="7854696" y="3809999"/>
              <a:ext cx="390142" cy="174878"/>
              <a:chOff x="7854696" y="3809999"/>
              <a:chExt cx="390142" cy="174878"/>
            </a:xfrm>
          </p:grpSpPr>
          <p:pic>
            <p:nvPicPr>
              <p:cNvPr id="2460" name="Google Shape;2460;p2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854696" y="3858768"/>
                <a:ext cx="204976" cy="12610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1" name="Google Shape;2461;p21"/>
              <p:cNvSpPr/>
              <p:nvPr/>
            </p:nvSpPr>
            <p:spPr>
              <a:xfrm>
                <a:off x="8019287" y="3809999"/>
                <a:ext cx="18415" cy="9525"/>
              </a:xfrm>
              <a:custGeom>
                <a:rect b="b" l="l" r="r" t="t"/>
                <a:pathLst>
                  <a:path extrusionOk="0" h="9525" w="18415">
                    <a:moveTo>
                      <a:pt x="0" y="0"/>
                    </a:moveTo>
                    <a:lnTo>
                      <a:pt x="6095" y="3048"/>
                    </a:lnTo>
                    <a:lnTo>
                      <a:pt x="12192" y="6096"/>
                    </a:lnTo>
                    <a:lnTo>
                      <a:pt x="18287" y="9144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62" name="Google Shape;2462;p2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083010" y="3819144"/>
                <a:ext cx="161828" cy="1402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63" name="Google Shape;2463;p2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491633" y="3800666"/>
              <a:ext cx="189069" cy="11406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64" name="Google Shape;2464;p21"/>
            <p:cNvGrpSpPr/>
            <p:nvPr/>
          </p:nvGrpSpPr>
          <p:grpSpPr>
            <a:xfrm>
              <a:off x="4607432" y="4669536"/>
              <a:ext cx="821071" cy="235204"/>
              <a:chOff x="4607432" y="4669536"/>
              <a:chExt cx="821071" cy="235204"/>
            </a:xfrm>
          </p:grpSpPr>
          <p:sp>
            <p:nvSpPr>
              <p:cNvPr id="2465" name="Google Shape;2465;p21"/>
              <p:cNvSpPr/>
              <p:nvPr/>
            </p:nvSpPr>
            <p:spPr>
              <a:xfrm>
                <a:off x="4607432" y="4678680"/>
                <a:ext cx="598805" cy="226060"/>
              </a:xfrm>
              <a:custGeom>
                <a:rect b="b" l="l" r="r" t="t"/>
                <a:pathLst>
                  <a:path extrusionOk="0" h="226060" w="598804">
                    <a:moveTo>
                      <a:pt x="68199" y="12191"/>
                    </a:moveTo>
                    <a:lnTo>
                      <a:pt x="59055" y="7715"/>
                    </a:lnTo>
                    <a:lnTo>
                      <a:pt x="49911" y="3809"/>
                    </a:lnTo>
                    <a:lnTo>
                      <a:pt x="40766" y="1047"/>
                    </a:lnTo>
                    <a:lnTo>
                      <a:pt x="31623" y="0"/>
                    </a:lnTo>
                    <a:lnTo>
                      <a:pt x="22288" y="3476"/>
                    </a:lnTo>
                    <a:lnTo>
                      <a:pt x="4572" y="56054"/>
                    </a:lnTo>
                    <a:lnTo>
                      <a:pt x="0" y="107203"/>
                    </a:lnTo>
                    <a:lnTo>
                      <a:pt x="1143" y="131063"/>
                    </a:lnTo>
                    <a:lnTo>
                      <a:pt x="9525" y="177164"/>
                    </a:lnTo>
                    <a:lnTo>
                      <a:pt x="31623" y="216407"/>
                    </a:lnTo>
                    <a:lnTo>
                      <a:pt x="57531" y="225932"/>
                    </a:lnTo>
                    <a:lnTo>
                      <a:pt x="71056" y="224551"/>
                    </a:lnTo>
                    <a:lnTo>
                      <a:pt x="103250" y="198500"/>
                    </a:lnTo>
                    <a:lnTo>
                      <a:pt x="113919" y="170687"/>
                    </a:lnTo>
                    <a:lnTo>
                      <a:pt x="113728" y="159353"/>
                    </a:lnTo>
                    <a:lnTo>
                      <a:pt x="95631" y="124967"/>
                    </a:lnTo>
                    <a:lnTo>
                      <a:pt x="83439" y="121919"/>
                    </a:lnTo>
                    <a:lnTo>
                      <a:pt x="80391" y="121919"/>
                    </a:lnTo>
                    <a:lnTo>
                      <a:pt x="86487" y="118871"/>
                    </a:lnTo>
                    <a:lnTo>
                      <a:pt x="95631" y="118871"/>
                    </a:lnTo>
                    <a:lnTo>
                      <a:pt x="101727" y="115823"/>
                    </a:lnTo>
                    <a:lnTo>
                      <a:pt x="114871" y="111204"/>
                    </a:lnTo>
                    <a:lnTo>
                      <a:pt x="126873" y="106298"/>
                    </a:lnTo>
                    <a:lnTo>
                      <a:pt x="137731" y="100822"/>
                    </a:lnTo>
                    <a:lnTo>
                      <a:pt x="147447" y="94487"/>
                    </a:lnTo>
                    <a:lnTo>
                      <a:pt x="150495" y="91439"/>
                    </a:lnTo>
                    <a:lnTo>
                      <a:pt x="153543" y="91439"/>
                    </a:lnTo>
                    <a:lnTo>
                      <a:pt x="153543" y="97535"/>
                    </a:lnTo>
                    <a:lnTo>
                      <a:pt x="156591" y="106679"/>
                    </a:lnTo>
                    <a:lnTo>
                      <a:pt x="156591" y="112775"/>
                    </a:lnTo>
                    <a:lnTo>
                      <a:pt x="158877" y="122396"/>
                    </a:lnTo>
                    <a:lnTo>
                      <a:pt x="161163" y="132587"/>
                    </a:lnTo>
                    <a:lnTo>
                      <a:pt x="173878" y="175545"/>
                    </a:lnTo>
                    <a:lnTo>
                      <a:pt x="177927" y="182879"/>
                    </a:lnTo>
                    <a:lnTo>
                      <a:pt x="177927" y="185927"/>
                    </a:lnTo>
                  </a:path>
                  <a:path extrusionOk="0" h="226060" w="598804">
                    <a:moveTo>
                      <a:pt x="248031" y="152399"/>
                    </a:moveTo>
                    <a:lnTo>
                      <a:pt x="247983" y="141493"/>
                    </a:lnTo>
                    <a:lnTo>
                      <a:pt x="247650" y="131444"/>
                    </a:lnTo>
                    <a:lnTo>
                      <a:pt x="246745" y="121967"/>
                    </a:lnTo>
                    <a:lnTo>
                      <a:pt x="244983" y="112775"/>
                    </a:lnTo>
                    <a:lnTo>
                      <a:pt x="244411" y="106822"/>
                    </a:lnTo>
                    <a:lnTo>
                      <a:pt x="242697" y="99440"/>
                    </a:lnTo>
                    <a:lnTo>
                      <a:pt x="239839" y="92630"/>
                    </a:lnTo>
                    <a:lnTo>
                      <a:pt x="235839" y="88391"/>
                    </a:lnTo>
                    <a:lnTo>
                      <a:pt x="229552" y="86867"/>
                    </a:lnTo>
                    <a:lnTo>
                      <a:pt x="224409" y="89915"/>
                    </a:lnTo>
                    <a:lnTo>
                      <a:pt x="208978" y="138731"/>
                    </a:lnTo>
                    <a:lnTo>
                      <a:pt x="208407" y="152399"/>
                    </a:lnTo>
                    <a:lnTo>
                      <a:pt x="208549" y="161972"/>
                    </a:lnTo>
                    <a:lnTo>
                      <a:pt x="228219" y="192023"/>
                    </a:lnTo>
                    <a:lnTo>
                      <a:pt x="233838" y="189833"/>
                    </a:lnTo>
                    <a:lnTo>
                      <a:pt x="251079" y="146303"/>
                    </a:lnTo>
                    <a:lnTo>
                      <a:pt x="252841" y="136683"/>
                    </a:lnTo>
                    <a:lnTo>
                      <a:pt x="253746" y="126491"/>
                    </a:lnTo>
                    <a:lnTo>
                      <a:pt x="254079" y="116300"/>
                    </a:lnTo>
                    <a:lnTo>
                      <a:pt x="254127" y="106679"/>
                    </a:lnTo>
                    <a:lnTo>
                      <a:pt x="254127" y="115823"/>
                    </a:lnTo>
                    <a:lnTo>
                      <a:pt x="254127" y="121919"/>
                    </a:lnTo>
                    <a:lnTo>
                      <a:pt x="257175" y="128015"/>
                    </a:lnTo>
                    <a:lnTo>
                      <a:pt x="260080" y="139303"/>
                    </a:lnTo>
                    <a:lnTo>
                      <a:pt x="264414" y="149732"/>
                    </a:lnTo>
                    <a:lnTo>
                      <a:pt x="270462" y="158448"/>
                    </a:lnTo>
                    <a:lnTo>
                      <a:pt x="278511" y="164591"/>
                    </a:lnTo>
                    <a:lnTo>
                      <a:pt x="281559" y="167639"/>
                    </a:lnTo>
                    <a:lnTo>
                      <a:pt x="284607" y="167639"/>
                    </a:lnTo>
                    <a:lnTo>
                      <a:pt x="287655" y="167639"/>
                    </a:lnTo>
                  </a:path>
                  <a:path extrusionOk="0" h="226060" w="598804">
                    <a:moveTo>
                      <a:pt x="302895" y="100583"/>
                    </a:moveTo>
                    <a:lnTo>
                      <a:pt x="314896" y="143017"/>
                    </a:lnTo>
                    <a:lnTo>
                      <a:pt x="330327" y="161543"/>
                    </a:lnTo>
                    <a:lnTo>
                      <a:pt x="339471" y="161543"/>
                    </a:lnTo>
                    <a:lnTo>
                      <a:pt x="354711" y="118871"/>
                    </a:lnTo>
                    <a:lnTo>
                      <a:pt x="354663" y="109727"/>
                    </a:lnTo>
                    <a:lnTo>
                      <a:pt x="354330" y="100583"/>
                    </a:lnTo>
                    <a:lnTo>
                      <a:pt x="353425" y="91439"/>
                    </a:lnTo>
                    <a:lnTo>
                      <a:pt x="351663" y="82295"/>
                    </a:lnTo>
                    <a:lnTo>
                      <a:pt x="351663" y="79247"/>
                    </a:lnTo>
                    <a:lnTo>
                      <a:pt x="351663" y="76199"/>
                    </a:lnTo>
                    <a:lnTo>
                      <a:pt x="349900" y="83534"/>
                    </a:lnTo>
                    <a:lnTo>
                      <a:pt x="348996" y="91439"/>
                    </a:lnTo>
                    <a:lnTo>
                      <a:pt x="348662" y="99345"/>
                    </a:lnTo>
                    <a:lnTo>
                      <a:pt x="348615" y="106679"/>
                    </a:lnTo>
                    <a:lnTo>
                      <a:pt x="349710" y="118109"/>
                    </a:lnTo>
                    <a:lnTo>
                      <a:pt x="373046" y="159924"/>
                    </a:lnTo>
                    <a:lnTo>
                      <a:pt x="403479" y="167639"/>
                    </a:lnTo>
                    <a:lnTo>
                      <a:pt x="406527" y="167639"/>
                    </a:lnTo>
                    <a:lnTo>
                      <a:pt x="412623" y="164591"/>
                    </a:lnTo>
                    <a:lnTo>
                      <a:pt x="415671" y="164591"/>
                    </a:lnTo>
                  </a:path>
                  <a:path extrusionOk="0" h="226060" w="598804">
                    <a:moveTo>
                      <a:pt x="437007" y="82295"/>
                    </a:moveTo>
                    <a:lnTo>
                      <a:pt x="431387" y="76342"/>
                    </a:lnTo>
                    <a:lnTo>
                      <a:pt x="424053" y="68960"/>
                    </a:lnTo>
                    <a:lnTo>
                      <a:pt x="415575" y="62150"/>
                    </a:lnTo>
                    <a:lnTo>
                      <a:pt x="406527" y="57911"/>
                    </a:lnTo>
                    <a:lnTo>
                      <a:pt x="399002" y="59102"/>
                    </a:lnTo>
                    <a:lnTo>
                      <a:pt x="394335" y="65150"/>
                    </a:lnTo>
                    <a:lnTo>
                      <a:pt x="391953" y="72913"/>
                    </a:lnTo>
                    <a:lnTo>
                      <a:pt x="391287" y="79247"/>
                    </a:lnTo>
                    <a:lnTo>
                      <a:pt x="389191" y="91106"/>
                    </a:lnTo>
                    <a:lnTo>
                      <a:pt x="400431" y="134350"/>
                    </a:lnTo>
                    <a:lnTo>
                      <a:pt x="435149" y="149447"/>
                    </a:lnTo>
                    <a:lnTo>
                      <a:pt x="442722" y="150113"/>
                    </a:lnTo>
                    <a:lnTo>
                      <a:pt x="449722" y="151923"/>
                    </a:lnTo>
                    <a:lnTo>
                      <a:pt x="455295" y="155447"/>
                    </a:lnTo>
                    <a:lnTo>
                      <a:pt x="456866" y="159972"/>
                    </a:lnTo>
                    <a:lnTo>
                      <a:pt x="454152" y="164210"/>
                    </a:lnTo>
                    <a:lnTo>
                      <a:pt x="449722" y="167878"/>
                    </a:lnTo>
                    <a:lnTo>
                      <a:pt x="446151" y="170687"/>
                    </a:lnTo>
                    <a:lnTo>
                      <a:pt x="442388" y="173831"/>
                    </a:lnTo>
                    <a:lnTo>
                      <a:pt x="436626" y="177545"/>
                    </a:lnTo>
                    <a:lnTo>
                      <a:pt x="430291" y="180117"/>
                    </a:lnTo>
                    <a:lnTo>
                      <a:pt x="424815" y="179831"/>
                    </a:lnTo>
                    <a:lnTo>
                      <a:pt x="421767" y="179831"/>
                    </a:lnTo>
                    <a:lnTo>
                      <a:pt x="421767" y="176783"/>
                    </a:lnTo>
                  </a:path>
                  <a:path extrusionOk="0" h="226060" w="598804">
                    <a:moveTo>
                      <a:pt x="525399" y="39623"/>
                    </a:moveTo>
                    <a:lnTo>
                      <a:pt x="515493" y="35861"/>
                    </a:lnTo>
                    <a:lnTo>
                      <a:pt x="507873" y="34670"/>
                    </a:lnTo>
                    <a:lnTo>
                      <a:pt x="501396" y="37480"/>
                    </a:lnTo>
                    <a:lnTo>
                      <a:pt x="483346" y="77009"/>
                    </a:lnTo>
                    <a:lnTo>
                      <a:pt x="482727" y="88391"/>
                    </a:lnTo>
                    <a:lnTo>
                      <a:pt x="484870" y="99488"/>
                    </a:lnTo>
                    <a:lnTo>
                      <a:pt x="528447" y="115442"/>
                    </a:lnTo>
                    <a:lnTo>
                      <a:pt x="546735" y="115823"/>
                    </a:lnTo>
                    <a:lnTo>
                      <a:pt x="549783" y="118871"/>
                    </a:lnTo>
                    <a:lnTo>
                      <a:pt x="546735" y="128015"/>
                    </a:lnTo>
                    <a:lnTo>
                      <a:pt x="537591" y="131063"/>
                    </a:lnTo>
                    <a:lnTo>
                      <a:pt x="531495" y="134111"/>
                    </a:lnTo>
                    <a:lnTo>
                      <a:pt x="522303" y="139112"/>
                    </a:lnTo>
                    <a:lnTo>
                      <a:pt x="512826" y="144398"/>
                    </a:lnTo>
                    <a:lnTo>
                      <a:pt x="502777" y="149113"/>
                    </a:lnTo>
                    <a:lnTo>
                      <a:pt x="491871" y="152399"/>
                    </a:lnTo>
                    <a:lnTo>
                      <a:pt x="488823" y="152399"/>
                    </a:lnTo>
                    <a:lnTo>
                      <a:pt x="491871" y="152399"/>
                    </a:lnTo>
                  </a:path>
                  <a:path extrusionOk="0" h="226060" w="598804">
                    <a:moveTo>
                      <a:pt x="583311" y="51815"/>
                    </a:moveTo>
                    <a:lnTo>
                      <a:pt x="595503" y="94487"/>
                    </a:lnTo>
                    <a:lnTo>
                      <a:pt x="595979" y="103631"/>
                    </a:lnTo>
                    <a:lnTo>
                      <a:pt x="597027" y="112775"/>
                    </a:lnTo>
                    <a:lnTo>
                      <a:pt x="598074" y="121919"/>
                    </a:lnTo>
                    <a:lnTo>
                      <a:pt x="598551" y="131063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6" name="Google Shape;2466;p21"/>
              <p:cNvSpPr/>
              <p:nvPr/>
            </p:nvSpPr>
            <p:spPr>
              <a:xfrm>
                <a:off x="5172455" y="4669536"/>
                <a:ext cx="24765" cy="24765"/>
              </a:xfrm>
              <a:custGeom>
                <a:rect b="b" l="l" r="r" t="t"/>
                <a:pathLst>
                  <a:path extrusionOk="0" h="24764" w="24764">
                    <a:moveTo>
                      <a:pt x="0" y="6095"/>
                    </a:moveTo>
                    <a:lnTo>
                      <a:pt x="0" y="18287"/>
                    </a:lnTo>
                    <a:lnTo>
                      <a:pt x="6096" y="24383"/>
                    </a:lnTo>
                    <a:lnTo>
                      <a:pt x="18288" y="24383"/>
                    </a:lnTo>
                    <a:lnTo>
                      <a:pt x="24384" y="18287"/>
                    </a:lnTo>
                    <a:lnTo>
                      <a:pt x="24384" y="12191"/>
                    </a:lnTo>
                    <a:lnTo>
                      <a:pt x="24384" y="6095"/>
                    </a:lnTo>
                    <a:lnTo>
                      <a:pt x="18288" y="0"/>
                    </a:lnTo>
                    <a:lnTo>
                      <a:pt x="6096" y="0"/>
                    </a:lnTo>
                    <a:lnTo>
                      <a:pt x="0" y="609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7" name="Google Shape;2467;p21"/>
              <p:cNvSpPr/>
              <p:nvPr/>
            </p:nvSpPr>
            <p:spPr>
              <a:xfrm>
                <a:off x="5229748" y="4706112"/>
                <a:ext cx="198755" cy="100965"/>
              </a:xfrm>
              <a:custGeom>
                <a:rect b="b" l="l" r="r" t="t"/>
                <a:pathLst>
                  <a:path extrusionOk="0" h="100964" w="198754">
                    <a:moveTo>
                      <a:pt x="70723" y="48767"/>
                    </a:moveTo>
                    <a:lnTo>
                      <a:pt x="68913" y="40100"/>
                    </a:lnTo>
                    <a:lnTo>
                      <a:pt x="67675" y="32003"/>
                    </a:lnTo>
                    <a:lnTo>
                      <a:pt x="66436" y="23907"/>
                    </a:lnTo>
                    <a:lnTo>
                      <a:pt x="64627" y="15239"/>
                    </a:lnTo>
                    <a:lnTo>
                      <a:pt x="64627" y="9143"/>
                    </a:lnTo>
                    <a:lnTo>
                      <a:pt x="61579" y="0"/>
                    </a:lnTo>
                    <a:lnTo>
                      <a:pt x="52435" y="0"/>
                    </a:lnTo>
                    <a:lnTo>
                      <a:pt x="43386" y="1238"/>
                    </a:lnTo>
                    <a:lnTo>
                      <a:pt x="34909" y="7619"/>
                    </a:lnTo>
                    <a:lnTo>
                      <a:pt x="27574" y="16287"/>
                    </a:lnTo>
                    <a:lnTo>
                      <a:pt x="21955" y="24383"/>
                    </a:lnTo>
                    <a:lnTo>
                      <a:pt x="13477" y="36337"/>
                    </a:lnTo>
                    <a:lnTo>
                      <a:pt x="6715" y="49148"/>
                    </a:lnTo>
                    <a:lnTo>
                      <a:pt x="2238" y="62531"/>
                    </a:lnTo>
                    <a:lnTo>
                      <a:pt x="619" y="76199"/>
                    </a:lnTo>
                    <a:lnTo>
                      <a:pt x="0" y="86010"/>
                    </a:lnTo>
                    <a:lnTo>
                      <a:pt x="2524" y="92963"/>
                    </a:lnTo>
                    <a:lnTo>
                      <a:pt x="7905" y="97631"/>
                    </a:lnTo>
                    <a:lnTo>
                      <a:pt x="15859" y="100583"/>
                    </a:lnTo>
                    <a:lnTo>
                      <a:pt x="28527" y="98964"/>
                    </a:lnTo>
                    <a:lnTo>
                      <a:pt x="64293" y="71818"/>
                    </a:lnTo>
                    <a:lnTo>
                      <a:pt x="70723" y="42671"/>
                    </a:lnTo>
                    <a:lnTo>
                      <a:pt x="73771" y="36575"/>
                    </a:lnTo>
                    <a:lnTo>
                      <a:pt x="70723" y="30479"/>
                    </a:lnTo>
                    <a:lnTo>
                      <a:pt x="70723" y="27431"/>
                    </a:lnTo>
                    <a:lnTo>
                      <a:pt x="70723" y="30479"/>
                    </a:lnTo>
                    <a:lnTo>
                      <a:pt x="70723" y="36575"/>
                    </a:lnTo>
                    <a:lnTo>
                      <a:pt x="67675" y="42671"/>
                    </a:lnTo>
                    <a:lnTo>
                      <a:pt x="67770" y="50958"/>
                    </a:lnTo>
                    <a:lnTo>
                      <a:pt x="82153" y="88391"/>
                    </a:lnTo>
                    <a:lnTo>
                      <a:pt x="88344" y="89534"/>
                    </a:lnTo>
                    <a:lnTo>
                      <a:pt x="95107" y="88391"/>
                    </a:lnTo>
                    <a:lnTo>
                      <a:pt x="98155" y="88391"/>
                    </a:lnTo>
                    <a:lnTo>
                      <a:pt x="101203" y="85343"/>
                    </a:lnTo>
                  </a:path>
                  <a:path extrusionOk="0" h="100964" w="198754">
                    <a:moveTo>
                      <a:pt x="122539" y="9143"/>
                    </a:moveTo>
                    <a:lnTo>
                      <a:pt x="120776" y="20097"/>
                    </a:lnTo>
                    <a:lnTo>
                      <a:pt x="119872" y="30479"/>
                    </a:lnTo>
                    <a:lnTo>
                      <a:pt x="119538" y="40862"/>
                    </a:lnTo>
                    <a:lnTo>
                      <a:pt x="119491" y="51815"/>
                    </a:lnTo>
                    <a:lnTo>
                      <a:pt x="119586" y="61388"/>
                    </a:lnTo>
                    <a:lnTo>
                      <a:pt x="120253" y="71246"/>
                    </a:lnTo>
                    <a:lnTo>
                      <a:pt x="122062" y="80533"/>
                    </a:lnTo>
                    <a:lnTo>
                      <a:pt x="125587" y="88391"/>
                    </a:lnTo>
                    <a:lnTo>
                      <a:pt x="128635" y="88391"/>
                    </a:lnTo>
                    <a:lnTo>
                      <a:pt x="128158" y="77438"/>
                    </a:lnTo>
                    <a:lnTo>
                      <a:pt x="127111" y="67055"/>
                    </a:lnTo>
                    <a:lnTo>
                      <a:pt x="126063" y="56673"/>
                    </a:lnTo>
                    <a:lnTo>
                      <a:pt x="125587" y="45719"/>
                    </a:lnTo>
                    <a:lnTo>
                      <a:pt x="143351" y="11334"/>
                    </a:lnTo>
                    <a:lnTo>
                      <a:pt x="150352" y="9143"/>
                    </a:lnTo>
                    <a:lnTo>
                      <a:pt x="157924" y="9239"/>
                    </a:lnTo>
                    <a:lnTo>
                      <a:pt x="186547" y="42671"/>
                    </a:lnTo>
                    <a:lnTo>
                      <a:pt x="189737" y="50911"/>
                    </a:lnTo>
                    <a:lnTo>
                      <a:pt x="191500" y="60578"/>
                    </a:lnTo>
                    <a:lnTo>
                      <a:pt x="193833" y="69675"/>
                    </a:lnTo>
                    <a:lnTo>
                      <a:pt x="198739" y="76199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68" name="Google Shape;2468;p2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5705856" y="4514088"/>
              <a:ext cx="411478" cy="2987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9" name="Google Shape;2469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434328" y="4459224"/>
              <a:ext cx="188974" cy="195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0" name="Google Shape;2470;p21"/>
            <p:cNvSpPr/>
            <p:nvPr/>
          </p:nvSpPr>
          <p:spPr>
            <a:xfrm>
              <a:off x="6729983" y="4373879"/>
              <a:ext cx="82550" cy="325120"/>
            </a:xfrm>
            <a:custGeom>
              <a:rect b="b" l="l" r="r" t="t"/>
              <a:pathLst>
                <a:path extrusionOk="0" h="325120" w="82550">
                  <a:moveTo>
                    <a:pt x="42671" y="0"/>
                  </a:moveTo>
                  <a:lnTo>
                    <a:pt x="21336" y="37337"/>
                  </a:lnTo>
                  <a:lnTo>
                    <a:pt x="9143" y="79248"/>
                  </a:lnTo>
                  <a:lnTo>
                    <a:pt x="2286" y="131063"/>
                  </a:lnTo>
                  <a:lnTo>
                    <a:pt x="0" y="182880"/>
                  </a:lnTo>
                  <a:lnTo>
                    <a:pt x="714" y="209264"/>
                  </a:lnTo>
                  <a:lnTo>
                    <a:pt x="9001" y="257460"/>
                  </a:lnTo>
                  <a:lnTo>
                    <a:pt x="31622" y="304038"/>
                  </a:lnTo>
                  <a:lnTo>
                    <a:pt x="59102" y="324707"/>
                  </a:lnTo>
                  <a:lnTo>
                    <a:pt x="66675" y="324612"/>
                  </a:lnTo>
                  <a:lnTo>
                    <a:pt x="73675" y="322230"/>
                  </a:lnTo>
                  <a:lnTo>
                    <a:pt x="79247" y="316992"/>
                  </a:lnTo>
                  <a:lnTo>
                    <a:pt x="79247" y="313944"/>
                  </a:lnTo>
                  <a:lnTo>
                    <a:pt x="79247" y="310896"/>
                  </a:lnTo>
                  <a:lnTo>
                    <a:pt x="82295" y="307848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71" name="Google Shape;2471;p21"/>
            <p:cNvGrpSpPr/>
            <p:nvPr/>
          </p:nvGrpSpPr>
          <p:grpSpPr>
            <a:xfrm>
              <a:off x="6876955" y="4467606"/>
              <a:ext cx="179163" cy="226312"/>
              <a:chOff x="6876955" y="4467606"/>
              <a:chExt cx="179163" cy="226312"/>
            </a:xfrm>
          </p:grpSpPr>
          <p:pic>
            <p:nvPicPr>
              <p:cNvPr id="2472" name="Google Shape;2472;p2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876955" y="4467606"/>
                <a:ext cx="91962" cy="13601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3" name="Google Shape;2473;p2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989064" y="4593336"/>
                <a:ext cx="67054" cy="1005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74" name="Google Shape;2474;p21"/>
            <p:cNvGrpSpPr/>
            <p:nvPr/>
          </p:nvGrpSpPr>
          <p:grpSpPr>
            <a:xfrm>
              <a:off x="7156704" y="4300728"/>
              <a:ext cx="411479" cy="322580"/>
              <a:chOff x="7156704" y="4300728"/>
              <a:chExt cx="411479" cy="322580"/>
            </a:xfrm>
          </p:grpSpPr>
          <p:pic>
            <p:nvPicPr>
              <p:cNvPr id="2475" name="Google Shape;2475;p21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342632" y="4398264"/>
                <a:ext cx="106678" cy="15849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6" name="Google Shape;2476;p21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156704" y="4345258"/>
                <a:ext cx="155446" cy="2297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7" name="Google Shape;2477;p21"/>
              <p:cNvSpPr/>
              <p:nvPr/>
            </p:nvSpPr>
            <p:spPr>
              <a:xfrm>
                <a:off x="7491983" y="4300728"/>
                <a:ext cx="76200" cy="322580"/>
              </a:xfrm>
              <a:custGeom>
                <a:rect b="b" l="l" r="r" t="t"/>
                <a:pathLst>
                  <a:path extrusionOk="0" h="322579" w="76200">
                    <a:moveTo>
                      <a:pt x="0" y="0"/>
                    </a:moveTo>
                    <a:lnTo>
                      <a:pt x="25145" y="29337"/>
                    </a:lnTo>
                    <a:lnTo>
                      <a:pt x="57769" y="83391"/>
                    </a:lnTo>
                    <a:lnTo>
                      <a:pt x="72723" y="128254"/>
                    </a:lnTo>
                    <a:lnTo>
                      <a:pt x="76199" y="152400"/>
                    </a:lnTo>
                    <a:lnTo>
                      <a:pt x="76009" y="176545"/>
                    </a:lnTo>
                    <a:lnTo>
                      <a:pt x="71056" y="221408"/>
                    </a:lnTo>
                    <a:lnTo>
                      <a:pt x="56006" y="264271"/>
                    </a:lnTo>
                    <a:lnTo>
                      <a:pt x="33146" y="301704"/>
                    </a:lnTo>
                    <a:lnTo>
                      <a:pt x="13001" y="322040"/>
                    </a:lnTo>
                    <a:lnTo>
                      <a:pt x="10286" y="320801"/>
                    </a:lnTo>
                    <a:lnTo>
                      <a:pt x="9286" y="316134"/>
                    </a:lnTo>
                    <a:lnTo>
                      <a:pt x="9143" y="310895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478" name="Google Shape;2478;p2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854696" y="4340352"/>
              <a:ext cx="262126" cy="1554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9" name="Google Shape;2479;p2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8305800" y="4288536"/>
              <a:ext cx="174925" cy="1553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80" name="Google Shape;2480;p21"/>
            <p:cNvGrpSpPr/>
            <p:nvPr/>
          </p:nvGrpSpPr>
          <p:grpSpPr>
            <a:xfrm>
              <a:off x="8769095" y="4200144"/>
              <a:ext cx="188975" cy="158495"/>
              <a:chOff x="8769095" y="4200144"/>
              <a:chExt cx="188975" cy="158495"/>
            </a:xfrm>
          </p:grpSpPr>
          <p:sp>
            <p:nvSpPr>
              <p:cNvPr id="2481" name="Google Shape;2481;p21"/>
              <p:cNvSpPr/>
              <p:nvPr/>
            </p:nvSpPr>
            <p:spPr>
              <a:xfrm>
                <a:off x="8784335" y="4273296"/>
                <a:ext cx="7620" cy="82550"/>
              </a:xfrm>
              <a:custGeom>
                <a:rect b="b" l="l" r="r" t="t"/>
                <a:pathLst>
                  <a:path extrusionOk="0" h="82550" w="7620">
                    <a:moveTo>
                      <a:pt x="3047" y="0"/>
                    </a:moveTo>
                    <a:lnTo>
                      <a:pt x="3095" y="10953"/>
                    </a:lnTo>
                    <a:lnTo>
                      <a:pt x="3428" y="21336"/>
                    </a:lnTo>
                    <a:lnTo>
                      <a:pt x="4333" y="31718"/>
                    </a:lnTo>
                    <a:lnTo>
                      <a:pt x="6095" y="42671"/>
                    </a:lnTo>
                    <a:lnTo>
                      <a:pt x="6524" y="51768"/>
                    </a:lnTo>
                    <a:lnTo>
                      <a:pt x="7239" y="60578"/>
                    </a:lnTo>
                    <a:lnTo>
                      <a:pt x="7381" y="68818"/>
                    </a:lnTo>
                    <a:lnTo>
                      <a:pt x="6096" y="76200"/>
                    </a:lnTo>
                    <a:lnTo>
                      <a:pt x="3048" y="79248"/>
                    </a:lnTo>
                    <a:lnTo>
                      <a:pt x="3048" y="82295"/>
                    </a:lnTo>
                    <a:lnTo>
                      <a:pt x="0" y="82295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2" name="Google Shape;2482;p21"/>
              <p:cNvSpPr/>
              <p:nvPr/>
            </p:nvSpPr>
            <p:spPr>
              <a:xfrm>
                <a:off x="8769095" y="4200144"/>
                <a:ext cx="24765" cy="21590"/>
              </a:xfrm>
              <a:custGeom>
                <a:rect b="b" l="l" r="r" t="t"/>
                <a:pathLst>
                  <a:path extrusionOk="0" h="21589" w="24765">
                    <a:moveTo>
                      <a:pt x="0" y="3047"/>
                    </a:moveTo>
                    <a:lnTo>
                      <a:pt x="0" y="18287"/>
                    </a:lnTo>
                    <a:lnTo>
                      <a:pt x="6096" y="21335"/>
                    </a:lnTo>
                    <a:lnTo>
                      <a:pt x="18288" y="21335"/>
                    </a:lnTo>
                    <a:lnTo>
                      <a:pt x="24384" y="18287"/>
                    </a:lnTo>
                    <a:lnTo>
                      <a:pt x="24384" y="12191"/>
                    </a:lnTo>
                    <a:lnTo>
                      <a:pt x="24384" y="3047"/>
                    </a:lnTo>
                    <a:lnTo>
                      <a:pt x="18288" y="0"/>
                    </a:lnTo>
                    <a:lnTo>
                      <a:pt x="6096" y="0"/>
                    </a:lnTo>
                    <a:lnTo>
                      <a:pt x="0" y="3047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483" name="Google Shape;2483;p2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8823960" y="4216956"/>
                <a:ext cx="134110" cy="14168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84" name="Google Shape;2484;p2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5338191" y="5657088"/>
              <a:ext cx="242695" cy="15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5" name="Google Shape;2485;p2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5900928" y="5599176"/>
              <a:ext cx="377950" cy="1859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6" name="Google Shape;2486;p2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559296" y="5590032"/>
              <a:ext cx="271270" cy="1492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87" name="Google Shape;2487;p21"/>
            <p:cNvGrpSpPr/>
            <p:nvPr/>
          </p:nvGrpSpPr>
          <p:grpSpPr>
            <a:xfrm>
              <a:off x="6881098" y="5529072"/>
              <a:ext cx="235980" cy="185545"/>
              <a:chOff x="6881098" y="5529072"/>
              <a:chExt cx="235980" cy="185545"/>
            </a:xfrm>
          </p:grpSpPr>
          <p:pic>
            <p:nvPicPr>
              <p:cNvPr id="2488" name="Google Shape;2488;p2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881098" y="5529072"/>
                <a:ext cx="68340" cy="18554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9" name="Google Shape;2489;p21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6982968" y="5586984"/>
                <a:ext cx="134110" cy="1158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490" name="Google Shape;2490;p21"/>
            <p:cNvSpPr/>
            <p:nvPr/>
          </p:nvSpPr>
          <p:spPr>
            <a:xfrm>
              <a:off x="7174992" y="5641847"/>
              <a:ext cx="24765" cy="21590"/>
            </a:xfrm>
            <a:custGeom>
              <a:rect b="b" l="l" r="r" t="t"/>
              <a:pathLst>
                <a:path extrusionOk="0" h="21589" w="24765">
                  <a:moveTo>
                    <a:pt x="0" y="6095"/>
                  </a:moveTo>
                  <a:lnTo>
                    <a:pt x="0" y="18287"/>
                  </a:lnTo>
                  <a:lnTo>
                    <a:pt x="6096" y="21335"/>
                  </a:lnTo>
                  <a:lnTo>
                    <a:pt x="18288" y="21335"/>
                  </a:lnTo>
                  <a:lnTo>
                    <a:pt x="24384" y="18287"/>
                  </a:lnTo>
                  <a:lnTo>
                    <a:pt x="24384" y="12191"/>
                  </a:lnTo>
                  <a:lnTo>
                    <a:pt x="24384" y="6095"/>
                  </a:lnTo>
                  <a:lnTo>
                    <a:pt x="18288" y="0"/>
                  </a:lnTo>
                  <a:lnTo>
                    <a:pt x="6096" y="0"/>
                  </a:lnTo>
                  <a:lnTo>
                    <a:pt x="0" y="6095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1" name="Google Shape;2491;p21"/>
            <p:cNvGrpSpPr/>
            <p:nvPr/>
          </p:nvGrpSpPr>
          <p:grpSpPr>
            <a:xfrm>
              <a:off x="8265938" y="4754880"/>
              <a:ext cx="725662" cy="252363"/>
              <a:chOff x="8265938" y="4754880"/>
              <a:chExt cx="725662" cy="252363"/>
            </a:xfrm>
          </p:grpSpPr>
          <p:pic>
            <p:nvPicPr>
              <p:cNvPr id="2492" name="Google Shape;2492;p2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265938" y="4864608"/>
                <a:ext cx="85580" cy="1426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3" name="Google Shape;2493;p2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375904" y="4803648"/>
                <a:ext cx="182878" cy="173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4" name="Google Shape;2494;p21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8583168" y="4754880"/>
                <a:ext cx="408432" cy="192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495" name="Google Shape;2495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187053" y="4684776"/>
              <a:ext cx="356233" cy="1463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496" name="Google Shape;2496;p21"/>
            <p:cNvGrpSpPr/>
            <p:nvPr/>
          </p:nvGrpSpPr>
          <p:grpSpPr>
            <a:xfrm>
              <a:off x="5209032" y="5071872"/>
              <a:ext cx="1069927" cy="329184"/>
              <a:chOff x="5209032" y="5071872"/>
              <a:chExt cx="1069927" cy="329184"/>
            </a:xfrm>
          </p:grpSpPr>
          <p:pic>
            <p:nvPicPr>
              <p:cNvPr id="2497" name="Google Shape;2497;p21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209032" y="5172456"/>
                <a:ext cx="82294" cy="883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8" name="Google Shape;2498;p21"/>
              <p:cNvSpPr/>
              <p:nvPr/>
            </p:nvSpPr>
            <p:spPr>
              <a:xfrm>
                <a:off x="5337048" y="5263896"/>
                <a:ext cx="335280" cy="137160"/>
              </a:xfrm>
              <a:custGeom>
                <a:rect b="b" l="l" r="r" t="t"/>
                <a:pathLst>
                  <a:path extrusionOk="0" h="137160" w="335279">
                    <a:moveTo>
                      <a:pt x="21336" y="0"/>
                    </a:moveTo>
                    <a:lnTo>
                      <a:pt x="12573" y="14620"/>
                    </a:lnTo>
                    <a:lnTo>
                      <a:pt x="8382" y="27812"/>
                    </a:lnTo>
                    <a:lnTo>
                      <a:pt x="7620" y="41576"/>
                    </a:lnTo>
                    <a:lnTo>
                      <a:pt x="9143" y="57912"/>
                    </a:lnTo>
                    <a:lnTo>
                      <a:pt x="9810" y="73342"/>
                    </a:lnTo>
                    <a:lnTo>
                      <a:pt x="24384" y="112776"/>
                    </a:lnTo>
                    <a:lnTo>
                      <a:pt x="48386" y="125634"/>
                    </a:lnTo>
                    <a:lnTo>
                      <a:pt x="57912" y="124968"/>
                    </a:lnTo>
                    <a:lnTo>
                      <a:pt x="64007" y="115824"/>
                    </a:lnTo>
                    <a:lnTo>
                      <a:pt x="67055" y="115824"/>
                    </a:lnTo>
                    <a:lnTo>
                      <a:pt x="70103" y="109728"/>
                    </a:lnTo>
                  </a:path>
                  <a:path extrusionOk="0" h="137160" w="335279">
                    <a:moveTo>
                      <a:pt x="0" y="39624"/>
                    </a:moveTo>
                    <a:lnTo>
                      <a:pt x="8239" y="47529"/>
                    </a:lnTo>
                    <a:lnTo>
                      <a:pt x="15621" y="52578"/>
                    </a:lnTo>
                    <a:lnTo>
                      <a:pt x="23574" y="54197"/>
                    </a:lnTo>
                    <a:lnTo>
                      <a:pt x="33527" y="51816"/>
                    </a:lnTo>
                    <a:lnTo>
                      <a:pt x="42814" y="47005"/>
                    </a:lnTo>
                    <a:lnTo>
                      <a:pt x="50673" y="38481"/>
                    </a:lnTo>
                    <a:lnTo>
                      <a:pt x="54530" y="28241"/>
                    </a:lnTo>
                    <a:lnTo>
                      <a:pt x="51815" y="18287"/>
                    </a:lnTo>
                    <a:lnTo>
                      <a:pt x="46243" y="14287"/>
                    </a:lnTo>
                    <a:lnTo>
                      <a:pt x="39242" y="11430"/>
                    </a:lnTo>
                    <a:lnTo>
                      <a:pt x="31670" y="9715"/>
                    </a:lnTo>
                    <a:lnTo>
                      <a:pt x="24384" y="9143"/>
                    </a:lnTo>
                    <a:lnTo>
                      <a:pt x="18287" y="6096"/>
                    </a:lnTo>
                    <a:lnTo>
                      <a:pt x="15239" y="15240"/>
                    </a:lnTo>
                    <a:lnTo>
                      <a:pt x="18287" y="21336"/>
                    </a:lnTo>
                    <a:lnTo>
                      <a:pt x="24384" y="30480"/>
                    </a:lnTo>
                    <a:lnTo>
                      <a:pt x="27431" y="33528"/>
                    </a:lnTo>
                    <a:lnTo>
                      <a:pt x="33527" y="36576"/>
                    </a:lnTo>
                  </a:path>
                  <a:path extrusionOk="0" h="137160" w="335279">
                    <a:moveTo>
                      <a:pt x="152400" y="33528"/>
                    </a:moveTo>
                    <a:lnTo>
                      <a:pt x="148209" y="25812"/>
                    </a:lnTo>
                    <a:lnTo>
                      <a:pt x="144018" y="17525"/>
                    </a:lnTo>
                    <a:lnTo>
                      <a:pt x="138684" y="10382"/>
                    </a:lnTo>
                    <a:lnTo>
                      <a:pt x="131063" y="6096"/>
                    </a:lnTo>
                    <a:lnTo>
                      <a:pt x="123967" y="4143"/>
                    </a:lnTo>
                    <a:lnTo>
                      <a:pt x="120015" y="6477"/>
                    </a:lnTo>
                    <a:lnTo>
                      <a:pt x="117776" y="11668"/>
                    </a:lnTo>
                    <a:lnTo>
                      <a:pt x="115824" y="18287"/>
                    </a:lnTo>
                    <a:lnTo>
                      <a:pt x="111823" y="29765"/>
                    </a:lnTo>
                    <a:lnTo>
                      <a:pt x="108965" y="41529"/>
                    </a:lnTo>
                    <a:lnTo>
                      <a:pt x="107251" y="53863"/>
                    </a:lnTo>
                    <a:lnTo>
                      <a:pt x="106679" y="67056"/>
                    </a:lnTo>
                    <a:lnTo>
                      <a:pt x="106918" y="74199"/>
                    </a:lnTo>
                    <a:lnTo>
                      <a:pt x="108585" y="80772"/>
                    </a:lnTo>
                    <a:lnTo>
                      <a:pt x="113109" y="85058"/>
                    </a:lnTo>
                    <a:lnTo>
                      <a:pt x="121919" y="85343"/>
                    </a:lnTo>
                    <a:lnTo>
                      <a:pt x="130492" y="82819"/>
                    </a:lnTo>
                    <a:lnTo>
                      <a:pt x="155448" y="45720"/>
                    </a:lnTo>
                    <a:lnTo>
                      <a:pt x="158496" y="39624"/>
                    </a:lnTo>
                    <a:lnTo>
                      <a:pt x="158114" y="57912"/>
                    </a:lnTo>
                    <a:lnTo>
                      <a:pt x="157733" y="76200"/>
                    </a:lnTo>
                    <a:lnTo>
                      <a:pt x="158495" y="94487"/>
                    </a:lnTo>
                    <a:lnTo>
                      <a:pt x="161543" y="112776"/>
                    </a:lnTo>
                    <a:lnTo>
                      <a:pt x="162163" y="120015"/>
                    </a:lnTo>
                    <a:lnTo>
                      <a:pt x="164210" y="127254"/>
                    </a:lnTo>
                    <a:lnTo>
                      <a:pt x="167973" y="133350"/>
                    </a:lnTo>
                    <a:lnTo>
                      <a:pt x="173736" y="137160"/>
                    </a:lnTo>
                    <a:lnTo>
                      <a:pt x="176784" y="137160"/>
                    </a:lnTo>
                    <a:lnTo>
                      <a:pt x="179831" y="137160"/>
                    </a:lnTo>
                  </a:path>
                  <a:path extrusionOk="0" h="137160" w="335279">
                    <a:moveTo>
                      <a:pt x="201167" y="15240"/>
                    </a:moveTo>
                    <a:lnTo>
                      <a:pt x="201310" y="30241"/>
                    </a:lnTo>
                    <a:lnTo>
                      <a:pt x="202311" y="43815"/>
                    </a:lnTo>
                    <a:lnTo>
                      <a:pt x="205025" y="56816"/>
                    </a:lnTo>
                    <a:lnTo>
                      <a:pt x="210312" y="70104"/>
                    </a:lnTo>
                    <a:lnTo>
                      <a:pt x="213360" y="79248"/>
                    </a:lnTo>
                    <a:lnTo>
                      <a:pt x="219455" y="85343"/>
                    </a:lnTo>
                    <a:lnTo>
                      <a:pt x="228600" y="85343"/>
                    </a:lnTo>
                    <a:lnTo>
                      <a:pt x="251698" y="53578"/>
                    </a:lnTo>
                    <a:lnTo>
                      <a:pt x="252984" y="27431"/>
                    </a:lnTo>
                    <a:lnTo>
                      <a:pt x="249936" y="21336"/>
                    </a:lnTo>
                    <a:lnTo>
                      <a:pt x="249936" y="18287"/>
                    </a:lnTo>
                    <a:lnTo>
                      <a:pt x="249936" y="21336"/>
                    </a:lnTo>
                    <a:lnTo>
                      <a:pt x="249936" y="24384"/>
                    </a:lnTo>
                    <a:lnTo>
                      <a:pt x="250555" y="37528"/>
                    </a:lnTo>
                    <a:lnTo>
                      <a:pt x="265890" y="74533"/>
                    </a:lnTo>
                    <a:lnTo>
                      <a:pt x="277987" y="79962"/>
                    </a:lnTo>
                    <a:lnTo>
                      <a:pt x="283463" y="79248"/>
                    </a:lnTo>
                    <a:lnTo>
                      <a:pt x="303466" y="38671"/>
                    </a:lnTo>
                    <a:lnTo>
                      <a:pt x="304038" y="27432"/>
                    </a:lnTo>
                    <a:lnTo>
                      <a:pt x="303466" y="16192"/>
                    </a:lnTo>
                    <a:lnTo>
                      <a:pt x="301751" y="6096"/>
                    </a:lnTo>
                    <a:lnTo>
                      <a:pt x="301751" y="3048"/>
                    </a:lnTo>
                    <a:lnTo>
                      <a:pt x="301751" y="0"/>
                    </a:lnTo>
                    <a:lnTo>
                      <a:pt x="298703" y="6096"/>
                    </a:lnTo>
                    <a:lnTo>
                      <a:pt x="298703" y="12192"/>
                    </a:lnTo>
                    <a:lnTo>
                      <a:pt x="298703" y="18287"/>
                    </a:lnTo>
                    <a:lnTo>
                      <a:pt x="299370" y="31908"/>
                    </a:lnTo>
                    <a:lnTo>
                      <a:pt x="301751" y="44958"/>
                    </a:lnTo>
                    <a:lnTo>
                      <a:pt x="306419" y="56864"/>
                    </a:lnTo>
                    <a:lnTo>
                      <a:pt x="313943" y="67056"/>
                    </a:lnTo>
                    <a:lnTo>
                      <a:pt x="320039" y="73152"/>
                    </a:lnTo>
                    <a:lnTo>
                      <a:pt x="326136" y="73152"/>
                    </a:lnTo>
                    <a:lnTo>
                      <a:pt x="335279" y="70104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9" name="Google Shape;2499;p21"/>
              <p:cNvSpPr/>
              <p:nvPr/>
            </p:nvSpPr>
            <p:spPr>
              <a:xfrm>
                <a:off x="5620512" y="5199888"/>
                <a:ext cx="21590" cy="24765"/>
              </a:xfrm>
              <a:custGeom>
                <a:rect b="b" l="l" r="r" t="t"/>
                <a:pathLst>
                  <a:path extrusionOk="0" h="24764" w="21589">
                    <a:moveTo>
                      <a:pt x="0" y="6095"/>
                    </a:moveTo>
                    <a:lnTo>
                      <a:pt x="0" y="18287"/>
                    </a:lnTo>
                    <a:lnTo>
                      <a:pt x="3048" y="24383"/>
                    </a:lnTo>
                    <a:lnTo>
                      <a:pt x="15239" y="24383"/>
                    </a:lnTo>
                    <a:lnTo>
                      <a:pt x="21336" y="18287"/>
                    </a:lnTo>
                    <a:lnTo>
                      <a:pt x="21336" y="12191"/>
                    </a:lnTo>
                    <a:lnTo>
                      <a:pt x="21336" y="6095"/>
                    </a:lnTo>
                    <a:lnTo>
                      <a:pt x="15239" y="0"/>
                    </a:lnTo>
                    <a:lnTo>
                      <a:pt x="3048" y="0"/>
                    </a:lnTo>
                    <a:lnTo>
                      <a:pt x="0" y="6095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0" name="Google Shape;2500;p21"/>
              <p:cNvSpPr/>
              <p:nvPr/>
            </p:nvSpPr>
            <p:spPr>
              <a:xfrm>
                <a:off x="5690616" y="5227320"/>
                <a:ext cx="52069" cy="97790"/>
              </a:xfrm>
              <a:custGeom>
                <a:rect b="b" l="l" r="r" t="t"/>
                <a:pathLst>
                  <a:path extrusionOk="0" h="97789" w="52070">
                    <a:moveTo>
                      <a:pt x="0" y="30480"/>
                    </a:moveTo>
                    <a:lnTo>
                      <a:pt x="4619" y="41386"/>
                    </a:lnTo>
                    <a:lnTo>
                      <a:pt x="9525" y="51434"/>
                    </a:lnTo>
                    <a:lnTo>
                      <a:pt x="15001" y="60912"/>
                    </a:lnTo>
                    <a:lnTo>
                      <a:pt x="21336" y="70104"/>
                    </a:lnTo>
                    <a:lnTo>
                      <a:pt x="25955" y="76914"/>
                    </a:lnTo>
                    <a:lnTo>
                      <a:pt x="30861" y="83438"/>
                    </a:lnTo>
                    <a:lnTo>
                      <a:pt x="36337" y="89392"/>
                    </a:lnTo>
                    <a:lnTo>
                      <a:pt x="42672" y="94487"/>
                    </a:lnTo>
                    <a:lnTo>
                      <a:pt x="45720" y="97536"/>
                    </a:lnTo>
                    <a:lnTo>
                      <a:pt x="48768" y="97536"/>
                    </a:lnTo>
                    <a:lnTo>
                      <a:pt x="50530" y="90201"/>
                    </a:lnTo>
                    <a:lnTo>
                      <a:pt x="51435" y="82295"/>
                    </a:lnTo>
                    <a:lnTo>
                      <a:pt x="51768" y="74390"/>
                    </a:lnTo>
                    <a:lnTo>
                      <a:pt x="51816" y="67056"/>
                    </a:lnTo>
                    <a:lnTo>
                      <a:pt x="51768" y="55625"/>
                    </a:lnTo>
                    <a:lnTo>
                      <a:pt x="51435" y="44195"/>
                    </a:lnTo>
                    <a:lnTo>
                      <a:pt x="50530" y="32765"/>
                    </a:lnTo>
                    <a:lnTo>
                      <a:pt x="48768" y="21336"/>
                    </a:lnTo>
                    <a:lnTo>
                      <a:pt x="48768" y="15240"/>
                    </a:lnTo>
                    <a:lnTo>
                      <a:pt x="48768" y="6096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01" name="Google Shape;2501;p21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775579" y="5151120"/>
                <a:ext cx="311275" cy="1744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2" name="Google Shape;2502;p2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6114288" y="5166360"/>
                <a:ext cx="85342" cy="1432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3" name="Google Shape;2503;p21"/>
              <p:cNvSpPr/>
              <p:nvPr/>
            </p:nvSpPr>
            <p:spPr>
              <a:xfrm>
                <a:off x="6241494" y="5071872"/>
                <a:ext cx="37465" cy="55244"/>
              </a:xfrm>
              <a:custGeom>
                <a:rect b="b" l="l" r="r" t="t"/>
                <a:pathLst>
                  <a:path extrusionOk="0" h="55245" w="37464">
                    <a:moveTo>
                      <a:pt x="3857" y="12192"/>
                    </a:moveTo>
                    <a:lnTo>
                      <a:pt x="2952" y="19526"/>
                    </a:lnTo>
                    <a:lnTo>
                      <a:pt x="1190" y="27431"/>
                    </a:lnTo>
                    <a:lnTo>
                      <a:pt x="0" y="35337"/>
                    </a:lnTo>
                    <a:lnTo>
                      <a:pt x="809" y="42672"/>
                    </a:lnTo>
                    <a:lnTo>
                      <a:pt x="809" y="45720"/>
                    </a:lnTo>
                  </a:path>
                  <a:path extrusionOk="0" h="55245" w="37464">
                    <a:moveTo>
                      <a:pt x="37385" y="0"/>
                    </a:moveTo>
                    <a:lnTo>
                      <a:pt x="34337" y="39624"/>
                    </a:lnTo>
                    <a:lnTo>
                      <a:pt x="28241" y="48768"/>
                    </a:lnTo>
                    <a:lnTo>
                      <a:pt x="25193" y="54864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504" name="Google Shape;2504;p2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723888" y="5062728"/>
              <a:ext cx="146302" cy="15239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05" name="Google Shape;2505;p21"/>
            <p:cNvGrpSpPr/>
            <p:nvPr/>
          </p:nvGrpSpPr>
          <p:grpSpPr>
            <a:xfrm>
              <a:off x="7323582" y="4904231"/>
              <a:ext cx="723136" cy="292735"/>
              <a:chOff x="7323582" y="4904231"/>
              <a:chExt cx="723136" cy="292735"/>
            </a:xfrm>
          </p:grpSpPr>
          <p:sp>
            <p:nvSpPr>
              <p:cNvPr id="2506" name="Google Shape;2506;p21"/>
              <p:cNvSpPr/>
              <p:nvPr/>
            </p:nvSpPr>
            <p:spPr>
              <a:xfrm>
                <a:off x="7323582" y="4904231"/>
                <a:ext cx="552450" cy="292735"/>
              </a:xfrm>
              <a:custGeom>
                <a:rect b="b" l="l" r="r" t="t"/>
                <a:pathLst>
                  <a:path extrusionOk="0" h="292735" w="552450">
                    <a:moveTo>
                      <a:pt x="762" y="134112"/>
                    </a:moveTo>
                    <a:lnTo>
                      <a:pt x="0" y="149637"/>
                    </a:lnTo>
                    <a:lnTo>
                      <a:pt x="1524" y="164592"/>
                    </a:lnTo>
                    <a:lnTo>
                      <a:pt x="4191" y="179546"/>
                    </a:lnTo>
                    <a:lnTo>
                      <a:pt x="6857" y="195072"/>
                    </a:lnTo>
                    <a:lnTo>
                      <a:pt x="22098" y="237744"/>
                    </a:lnTo>
                    <a:lnTo>
                      <a:pt x="28384" y="238791"/>
                    </a:lnTo>
                    <a:lnTo>
                      <a:pt x="33528" y="234696"/>
                    </a:lnTo>
                    <a:lnTo>
                      <a:pt x="37528" y="228314"/>
                    </a:lnTo>
                    <a:lnTo>
                      <a:pt x="40386" y="222504"/>
                    </a:lnTo>
                    <a:lnTo>
                      <a:pt x="45719" y="212836"/>
                    </a:lnTo>
                    <a:lnTo>
                      <a:pt x="48768" y="202311"/>
                    </a:lnTo>
                    <a:lnTo>
                      <a:pt x="50673" y="191214"/>
                    </a:lnTo>
                    <a:lnTo>
                      <a:pt x="52578" y="179832"/>
                    </a:lnTo>
                    <a:lnTo>
                      <a:pt x="52578" y="173736"/>
                    </a:lnTo>
                    <a:lnTo>
                      <a:pt x="52578" y="167640"/>
                    </a:lnTo>
                    <a:lnTo>
                      <a:pt x="55625" y="164592"/>
                    </a:lnTo>
                    <a:lnTo>
                      <a:pt x="57959" y="171450"/>
                    </a:lnTo>
                    <a:lnTo>
                      <a:pt x="60579" y="178308"/>
                    </a:lnTo>
                    <a:lnTo>
                      <a:pt x="84105" y="210026"/>
                    </a:lnTo>
                    <a:lnTo>
                      <a:pt x="92201" y="213360"/>
                    </a:lnTo>
                    <a:lnTo>
                      <a:pt x="100250" y="211264"/>
                    </a:lnTo>
                    <a:lnTo>
                      <a:pt x="106299" y="205740"/>
                    </a:lnTo>
                    <a:lnTo>
                      <a:pt x="110632" y="197929"/>
                    </a:lnTo>
                    <a:lnTo>
                      <a:pt x="113537" y="188976"/>
                    </a:lnTo>
                    <a:lnTo>
                      <a:pt x="114728" y="177593"/>
                    </a:lnTo>
                    <a:lnTo>
                      <a:pt x="113918" y="166497"/>
                    </a:lnTo>
                    <a:lnTo>
                      <a:pt x="111394" y="155971"/>
                    </a:lnTo>
                    <a:lnTo>
                      <a:pt x="107442" y="146304"/>
                    </a:lnTo>
                    <a:lnTo>
                      <a:pt x="100584" y="132588"/>
                    </a:lnTo>
                    <a:lnTo>
                      <a:pt x="93726" y="118872"/>
                    </a:lnTo>
                    <a:lnTo>
                      <a:pt x="86868" y="105156"/>
                    </a:lnTo>
                    <a:lnTo>
                      <a:pt x="80010" y="91440"/>
                    </a:lnTo>
                    <a:lnTo>
                      <a:pt x="75961" y="83343"/>
                    </a:lnTo>
                    <a:lnTo>
                      <a:pt x="72771" y="76962"/>
                    </a:lnTo>
                    <a:lnTo>
                      <a:pt x="70151" y="71723"/>
                    </a:lnTo>
                    <a:lnTo>
                      <a:pt x="67818" y="67056"/>
                    </a:lnTo>
                  </a:path>
                  <a:path extrusionOk="0" h="292735" w="552450">
                    <a:moveTo>
                      <a:pt x="31242" y="45720"/>
                    </a:moveTo>
                    <a:lnTo>
                      <a:pt x="35813" y="38338"/>
                    </a:lnTo>
                    <a:lnTo>
                      <a:pt x="40386" y="30099"/>
                    </a:lnTo>
                    <a:lnTo>
                      <a:pt x="44958" y="21288"/>
                    </a:lnTo>
                    <a:lnTo>
                      <a:pt x="49530" y="12192"/>
                    </a:lnTo>
                    <a:lnTo>
                      <a:pt x="49530" y="9144"/>
                    </a:lnTo>
                    <a:lnTo>
                      <a:pt x="52578" y="3048"/>
                    </a:lnTo>
                    <a:lnTo>
                      <a:pt x="55625" y="0"/>
                    </a:lnTo>
                    <a:lnTo>
                      <a:pt x="58674" y="6096"/>
                    </a:lnTo>
                    <a:lnTo>
                      <a:pt x="61722" y="12192"/>
                    </a:lnTo>
                    <a:lnTo>
                      <a:pt x="64769" y="15240"/>
                    </a:lnTo>
                    <a:lnTo>
                      <a:pt x="69913" y="23383"/>
                    </a:lnTo>
                    <a:lnTo>
                      <a:pt x="76200" y="30099"/>
                    </a:lnTo>
                    <a:lnTo>
                      <a:pt x="83629" y="36242"/>
                    </a:lnTo>
                    <a:lnTo>
                      <a:pt x="92201" y="42672"/>
                    </a:lnTo>
                    <a:lnTo>
                      <a:pt x="92201" y="45720"/>
                    </a:lnTo>
                    <a:lnTo>
                      <a:pt x="95250" y="48768"/>
                    </a:lnTo>
                    <a:lnTo>
                      <a:pt x="98298" y="48768"/>
                    </a:lnTo>
                  </a:path>
                  <a:path extrusionOk="0" h="292735" w="552450">
                    <a:moveTo>
                      <a:pt x="150113" y="246888"/>
                    </a:moveTo>
                    <a:lnTo>
                      <a:pt x="150113" y="255555"/>
                    </a:lnTo>
                    <a:lnTo>
                      <a:pt x="150113" y="263652"/>
                    </a:lnTo>
                    <a:lnTo>
                      <a:pt x="150113" y="271748"/>
                    </a:lnTo>
                    <a:lnTo>
                      <a:pt x="150113" y="280416"/>
                    </a:lnTo>
                    <a:lnTo>
                      <a:pt x="153162" y="283464"/>
                    </a:lnTo>
                    <a:lnTo>
                      <a:pt x="153162" y="289560"/>
                    </a:lnTo>
                    <a:lnTo>
                      <a:pt x="153162" y="292608"/>
                    </a:lnTo>
                    <a:lnTo>
                      <a:pt x="153162" y="286512"/>
                    </a:lnTo>
                    <a:lnTo>
                      <a:pt x="153162" y="277368"/>
                    </a:lnTo>
                    <a:lnTo>
                      <a:pt x="153162" y="271272"/>
                    </a:lnTo>
                    <a:lnTo>
                      <a:pt x="150971" y="261651"/>
                    </a:lnTo>
                    <a:lnTo>
                      <a:pt x="149351" y="251460"/>
                    </a:lnTo>
                    <a:lnTo>
                      <a:pt x="148875" y="241268"/>
                    </a:lnTo>
                    <a:lnTo>
                      <a:pt x="150113" y="231648"/>
                    </a:lnTo>
                    <a:lnTo>
                      <a:pt x="156210" y="231648"/>
                    </a:lnTo>
                    <a:lnTo>
                      <a:pt x="159257" y="234696"/>
                    </a:lnTo>
                    <a:lnTo>
                      <a:pt x="165354" y="240792"/>
                    </a:lnTo>
                    <a:lnTo>
                      <a:pt x="169878" y="245887"/>
                    </a:lnTo>
                    <a:lnTo>
                      <a:pt x="174116" y="251841"/>
                    </a:lnTo>
                    <a:lnTo>
                      <a:pt x="177784" y="258365"/>
                    </a:lnTo>
                    <a:lnTo>
                      <a:pt x="180594" y="265176"/>
                    </a:lnTo>
                    <a:lnTo>
                      <a:pt x="183642" y="265176"/>
                    </a:lnTo>
                    <a:lnTo>
                      <a:pt x="186690" y="271272"/>
                    </a:lnTo>
                    <a:lnTo>
                      <a:pt x="186309" y="261127"/>
                    </a:lnTo>
                    <a:lnTo>
                      <a:pt x="185928" y="249555"/>
                    </a:lnTo>
                    <a:lnTo>
                      <a:pt x="186690" y="237410"/>
                    </a:lnTo>
                    <a:lnTo>
                      <a:pt x="189737" y="225552"/>
                    </a:lnTo>
                    <a:lnTo>
                      <a:pt x="189737" y="222504"/>
                    </a:lnTo>
                    <a:lnTo>
                      <a:pt x="195834" y="219456"/>
                    </a:lnTo>
                    <a:lnTo>
                      <a:pt x="201930" y="222504"/>
                    </a:lnTo>
                    <a:lnTo>
                      <a:pt x="207787" y="227599"/>
                    </a:lnTo>
                    <a:lnTo>
                      <a:pt x="212217" y="233553"/>
                    </a:lnTo>
                    <a:lnTo>
                      <a:pt x="216074" y="240077"/>
                    </a:lnTo>
                    <a:lnTo>
                      <a:pt x="220218" y="246888"/>
                    </a:lnTo>
                    <a:lnTo>
                      <a:pt x="224313" y="253698"/>
                    </a:lnTo>
                    <a:lnTo>
                      <a:pt x="227837" y="260223"/>
                    </a:lnTo>
                    <a:lnTo>
                      <a:pt x="231362" y="266176"/>
                    </a:lnTo>
                    <a:lnTo>
                      <a:pt x="235457" y="271272"/>
                    </a:lnTo>
                    <a:lnTo>
                      <a:pt x="235457" y="274320"/>
                    </a:lnTo>
                    <a:lnTo>
                      <a:pt x="238506" y="274320"/>
                    </a:lnTo>
                  </a:path>
                  <a:path extrusionOk="0" h="292735" w="552450">
                    <a:moveTo>
                      <a:pt x="259842" y="222504"/>
                    </a:moveTo>
                    <a:lnTo>
                      <a:pt x="272034" y="265176"/>
                    </a:lnTo>
                    <a:lnTo>
                      <a:pt x="281178" y="274320"/>
                    </a:lnTo>
                    <a:lnTo>
                      <a:pt x="287274" y="271272"/>
                    </a:lnTo>
                    <a:lnTo>
                      <a:pt x="290322" y="268224"/>
                    </a:lnTo>
                    <a:lnTo>
                      <a:pt x="290322" y="256032"/>
                    </a:lnTo>
                    <a:lnTo>
                      <a:pt x="290322" y="249936"/>
                    </a:lnTo>
                    <a:lnTo>
                      <a:pt x="287274" y="240792"/>
                    </a:lnTo>
                    <a:lnTo>
                      <a:pt x="281178" y="234696"/>
                    </a:lnTo>
                    <a:lnTo>
                      <a:pt x="278130" y="228600"/>
                    </a:lnTo>
                    <a:lnTo>
                      <a:pt x="275081" y="222504"/>
                    </a:lnTo>
                    <a:lnTo>
                      <a:pt x="275081" y="216408"/>
                    </a:lnTo>
                    <a:lnTo>
                      <a:pt x="275081" y="210312"/>
                    </a:lnTo>
                  </a:path>
                  <a:path extrusionOk="0" h="292735" w="552450">
                    <a:moveTo>
                      <a:pt x="351281" y="155448"/>
                    </a:moveTo>
                    <a:lnTo>
                      <a:pt x="352234" y="166401"/>
                    </a:lnTo>
                    <a:lnTo>
                      <a:pt x="354330" y="176784"/>
                    </a:lnTo>
                    <a:lnTo>
                      <a:pt x="356425" y="187166"/>
                    </a:lnTo>
                    <a:lnTo>
                      <a:pt x="357378" y="198120"/>
                    </a:lnTo>
                    <a:lnTo>
                      <a:pt x="359568" y="211788"/>
                    </a:lnTo>
                    <a:lnTo>
                      <a:pt x="361188" y="225171"/>
                    </a:lnTo>
                    <a:lnTo>
                      <a:pt x="361664" y="237982"/>
                    </a:lnTo>
                    <a:lnTo>
                      <a:pt x="360425" y="249936"/>
                    </a:lnTo>
                    <a:lnTo>
                      <a:pt x="359806" y="258508"/>
                    </a:lnTo>
                    <a:lnTo>
                      <a:pt x="357759" y="265938"/>
                    </a:lnTo>
                    <a:lnTo>
                      <a:pt x="353996" y="272224"/>
                    </a:lnTo>
                    <a:lnTo>
                      <a:pt x="348234" y="277368"/>
                    </a:lnTo>
                    <a:lnTo>
                      <a:pt x="342138" y="274320"/>
                    </a:lnTo>
                    <a:lnTo>
                      <a:pt x="342138" y="271272"/>
                    </a:lnTo>
                    <a:lnTo>
                      <a:pt x="342138" y="262128"/>
                    </a:lnTo>
                    <a:lnTo>
                      <a:pt x="339852" y="253031"/>
                    </a:lnTo>
                    <a:lnTo>
                      <a:pt x="337566" y="244221"/>
                    </a:lnTo>
                    <a:lnTo>
                      <a:pt x="335280" y="235981"/>
                    </a:lnTo>
                    <a:lnTo>
                      <a:pt x="332994" y="228600"/>
                    </a:lnTo>
                    <a:lnTo>
                      <a:pt x="326898" y="228600"/>
                    </a:lnTo>
                    <a:lnTo>
                      <a:pt x="323850" y="228600"/>
                    </a:lnTo>
                    <a:lnTo>
                      <a:pt x="323850" y="237744"/>
                    </a:lnTo>
                    <a:lnTo>
                      <a:pt x="321706" y="243744"/>
                    </a:lnTo>
                    <a:lnTo>
                      <a:pt x="320421" y="251460"/>
                    </a:lnTo>
                    <a:lnTo>
                      <a:pt x="357378" y="274320"/>
                    </a:lnTo>
                    <a:lnTo>
                      <a:pt x="368236" y="271462"/>
                    </a:lnTo>
                    <a:lnTo>
                      <a:pt x="399764" y="249126"/>
                    </a:lnTo>
                    <a:lnTo>
                      <a:pt x="409194" y="225552"/>
                    </a:lnTo>
                    <a:lnTo>
                      <a:pt x="409194" y="222504"/>
                    </a:lnTo>
                    <a:lnTo>
                      <a:pt x="409194" y="219456"/>
                    </a:lnTo>
                    <a:lnTo>
                      <a:pt x="412242" y="216408"/>
                    </a:lnTo>
                    <a:lnTo>
                      <a:pt x="412242" y="222504"/>
                    </a:lnTo>
                    <a:lnTo>
                      <a:pt x="412242" y="228600"/>
                    </a:lnTo>
                    <a:lnTo>
                      <a:pt x="412242" y="234696"/>
                    </a:lnTo>
                    <a:lnTo>
                      <a:pt x="412289" y="242077"/>
                    </a:lnTo>
                    <a:lnTo>
                      <a:pt x="412623" y="250317"/>
                    </a:lnTo>
                    <a:lnTo>
                      <a:pt x="413527" y="259127"/>
                    </a:lnTo>
                    <a:lnTo>
                      <a:pt x="415290" y="268224"/>
                    </a:lnTo>
                    <a:lnTo>
                      <a:pt x="418338" y="274320"/>
                    </a:lnTo>
                    <a:lnTo>
                      <a:pt x="424434" y="274320"/>
                    </a:lnTo>
                    <a:lnTo>
                      <a:pt x="430530" y="274320"/>
                    </a:lnTo>
                  </a:path>
                  <a:path extrusionOk="0" h="292735" w="552450">
                    <a:moveTo>
                      <a:pt x="439674" y="192024"/>
                    </a:moveTo>
                    <a:lnTo>
                      <a:pt x="436340" y="187928"/>
                    </a:lnTo>
                    <a:lnTo>
                      <a:pt x="431291" y="182118"/>
                    </a:lnTo>
                    <a:lnTo>
                      <a:pt x="425100" y="177450"/>
                    </a:lnTo>
                    <a:lnTo>
                      <a:pt x="418338" y="176784"/>
                    </a:lnTo>
                  </a:path>
                  <a:path extrusionOk="0" h="292735" w="552450">
                    <a:moveTo>
                      <a:pt x="491490" y="268224"/>
                    </a:moveTo>
                    <a:lnTo>
                      <a:pt x="479298" y="225552"/>
                    </a:lnTo>
                    <a:lnTo>
                      <a:pt x="476250" y="203073"/>
                    </a:lnTo>
                    <a:lnTo>
                      <a:pt x="475011" y="192547"/>
                    </a:lnTo>
                    <a:lnTo>
                      <a:pt x="473201" y="182880"/>
                    </a:lnTo>
                    <a:lnTo>
                      <a:pt x="473297" y="175117"/>
                    </a:lnTo>
                    <a:lnTo>
                      <a:pt x="473963" y="166497"/>
                    </a:lnTo>
                    <a:lnTo>
                      <a:pt x="475773" y="158448"/>
                    </a:lnTo>
                    <a:lnTo>
                      <a:pt x="479298" y="152400"/>
                    </a:lnTo>
                    <a:lnTo>
                      <a:pt x="482345" y="149352"/>
                    </a:lnTo>
                    <a:lnTo>
                      <a:pt x="491490" y="152400"/>
                    </a:lnTo>
                    <a:lnTo>
                      <a:pt x="494538" y="152400"/>
                    </a:lnTo>
                    <a:lnTo>
                      <a:pt x="500634" y="155448"/>
                    </a:lnTo>
                    <a:lnTo>
                      <a:pt x="506730" y="158496"/>
                    </a:lnTo>
                    <a:lnTo>
                      <a:pt x="509778" y="164592"/>
                    </a:lnTo>
                  </a:path>
                  <a:path extrusionOk="0" h="292735" w="552450">
                    <a:moveTo>
                      <a:pt x="482345" y="216408"/>
                    </a:moveTo>
                    <a:lnTo>
                      <a:pt x="491489" y="213645"/>
                    </a:lnTo>
                    <a:lnTo>
                      <a:pt x="500633" y="210312"/>
                    </a:lnTo>
                    <a:lnTo>
                      <a:pt x="509777" y="206978"/>
                    </a:lnTo>
                    <a:lnTo>
                      <a:pt x="518922" y="204216"/>
                    </a:lnTo>
                    <a:lnTo>
                      <a:pt x="521969" y="204216"/>
                    </a:lnTo>
                    <a:lnTo>
                      <a:pt x="528066" y="201168"/>
                    </a:lnTo>
                    <a:lnTo>
                      <a:pt x="531113" y="207264"/>
                    </a:lnTo>
                    <a:lnTo>
                      <a:pt x="534162" y="210312"/>
                    </a:lnTo>
                    <a:lnTo>
                      <a:pt x="537210" y="222504"/>
                    </a:lnTo>
                    <a:lnTo>
                      <a:pt x="537210" y="228600"/>
                    </a:lnTo>
                    <a:lnTo>
                      <a:pt x="537210" y="237744"/>
                    </a:lnTo>
                    <a:lnTo>
                      <a:pt x="537210" y="243840"/>
                    </a:lnTo>
                    <a:lnTo>
                      <a:pt x="540257" y="252984"/>
                    </a:lnTo>
                    <a:lnTo>
                      <a:pt x="543306" y="259080"/>
                    </a:lnTo>
                    <a:lnTo>
                      <a:pt x="546354" y="259080"/>
                    </a:lnTo>
                    <a:lnTo>
                      <a:pt x="552450" y="259080"/>
                    </a:lnTo>
                  </a:path>
                </a:pathLst>
              </a:custGeom>
              <a:noFill/>
              <a:ln cap="flat" cmpd="sng" w="243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7" name="Google Shape;2507;p21"/>
              <p:cNvSpPr/>
              <p:nvPr/>
            </p:nvSpPr>
            <p:spPr>
              <a:xfrm>
                <a:off x="7866888" y="5062727"/>
                <a:ext cx="21590" cy="21590"/>
              </a:xfrm>
              <a:custGeom>
                <a:rect b="b" l="l" r="r" t="t"/>
                <a:pathLst>
                  <a:path extrusionOk="0" h="21589" w="21590">
                    <a:moveTo>
                      <a:pt x="0" y="3048"/>
                    </a:moveTo>
                    <a:lnTo>
                      <a:pt x="0" y="15240"/>
                    </a:lnTo>
                    <a:lnTo>
                      <a:pt x="3048" y="21336"/>
                    </a:lnTo>
                    <a:lnTo>
                      <a:pt x="15240" y="21336"/>
                    </a:lnTo>
                    <a:lnTo>
                      <a:pt x="21336" y="15240"/>
                    </a:lnTo>
                    <a:lnTo>
                      <a:pt x="21336" y="9144"/>
                    </a:lnTo>
                    <a:lnTo>
                      <a:pt x="21336" y="3048"/>
                    </a:lnTo>
                    <a:lnTo>
                      <a:pt x="15240" y="0"/>
                    </a:lnTo>
                    <a:lnTo>
                      <a:pt x="3048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08" name="Google Shape;2508;p21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918704" y="5020056"/>
                <a:ext cx="128014" cy="1475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3" name="Google Shape;2513;p22"/>
          <p:cNvGrpSpPr/>
          <p:nvPr/>
        </p:nvGrpSpPr>
        <p:grpSpPr>
          <a:xfrm>
            <a:off x="6626936" y="1691977"/>
            <a:ext cx="1512442" cy="549091"/>
            <a:chOff x="7272528" y="1981200"/>
            <a:chExt cx="1210437" cy="429767"/>
          </a:xfrm>
        </p:grpSpPr>
        <p:pic>
          <p:nvPicPr>
            <p:cNvPr id="2514" name="Google Shape;2514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2528" y="2175082"/>
              <a:ext cx="445006" cy="2358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5" name="Google Shape;2515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56922" y="2113407"/>
              <a:ext cx="75008" cy="1451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6" name="Google Shape;2516;p22"/>
            <p:cNvSpPr/>
            <p:nvPr/>
          </p:nvSpPr>
          <p:spPr>
            <a:xfrm>
              <a:off x="7863840" y="1981200"/>
              <a:ext cx="619125" cy="247015"/>
            </a:xfrm>
            <a:custGeom>
              <a:rect b="b" l="l" r="r" t="t"/>
              <a:pathLst>
                <a:path extrusionOk="0" h="247014" w="619125">
                  <a:moveTo>
                    <a:pt x="9143" y="140208"/>
                  </a:moveTo>
                  <a:lnTo>
                    <a:pt x="6905" y="154400"/>
                  </a:lnTo>
                  <a:lnTo>
                    <a:pt x="4952" y="169164"/>
                  </a:lnTo>
                  <a:lnTo>
                    <a:pt x="3571" y="183927"/>
                  </a:lnTo>
                  <a:lnTo>
                    <a:pt x="3047" y="198120"/>
                  </a:lnTo>
                  <a:lnTo>
                    <a:pt x="1285" y="209502"/>
                  </a:lnTo>
                  <a:lnTo>
                    <a:pt x="380" y="220599"/>
                  </a:lnTo>
                  <a:lnTo>
                    <a:pt x="47" y="231124"/>
                  </a:lnTo>
                  <a:lnTo>
                    <a:pt x="0" y="240792"/>
                  </a:lnTo>
                  <a:lnTo>
                    <a:pt x="0" y="246888"/>
                  </a:lnTo>
                </a:path>
                <a:path extrusionOk="0" h="247014" w="619125">
                  <a:moveTo>
                    <a:pt x="12191" y="149352"/>
                  </a:moveTo>
                  <a:lnTo>
                    <a:pt x="16811" y="158496"/>
                  </a:lnTo>
                  <a:lnTo>
                    <a:pt x="21716" y="167640"/>
                  </a:lnTo>
                  <a:lnTo>
                    <a:pt x="27193" y="176784"/>
                  </a:lnTo>
                  <a:lnTo>
                    <a:pt x="33527" y="185928"/>
                  </a:lnTo>
                  <a:lnTo>
                    <a:pt x="38480" y="199644"/>
                  </a:lnTo>
                  <a:lnTo>
                    <a:pt x="43433" y="213360"/>
                  </a:lnTo>
                  <a:lnTo>
                    <a:pt x="47243" y="227075"/>
                  </a:lnTo>
                  <a:lnTo>
                    <a:pt x="48767" y="240792"/>
                  </a:lnTo>
                  <a:lnTo>
                    <a:pt x="48767" y="243840"/>
                  </a:lnTo>
                </a:path>
                <a:path extrusionOk="0" h="247014" w="619125">
                  <a:moveTo>
                    <a:pt x="21335" y="219456"/>
                  </a:moveTo>
                  <a:lnTo>
                    <a:pt x="30003" y="212598"/>
                  </a:lnTo>
                  <a:lnTo>
                    <a:pt x="38099" y="205740"/>
                  </a:lnTo>
                  <a:lnTo>
                    <a:pt x="46196" y="198882"/>
                  </a:lnTo>
                  <a:lnTo>
                    <a:pt x="54863" y="192024"/>
                  </a:lnTo>
                </a:path>
                <a:path extrusionOk="0" h="247014" w="619125">
                  <a:moveTo>
                    <a:pt x="85343" y="155448"/>
                  </a:moveTo>
                  <a:lnTo>
                    <a:pt x="85867" y="166925"/>
                  </a:lnTo>
                  <a:lnTo>
                    <a:pt x="87248" y="178689"/>
                  </a:lnTo>
                  <a:lnTo>
                    <a:pt x="89201" y="191023"/>
                  </a:lnTo>
                  <a:lnTo>
                    <a:pt x="91439" y="204216"/>
                  </a:lnTo>
                  <a:lnTo>
                    <a:pt x="91487" y="211074"/>
                  </a:lnTo>
                  <a:lnTo>
                    <a:pt x="91820" y="217932"/>
                  </a:lnTo>
                  <a:lnTo>
                    <a:pt x="92725" y="224790"/>
                  </a:lnTo>
                  <a:lnTo>
                    <a:pt x="94487" y="231648"/>
                  </a:lnTo>
                </a:path>
                <a:path extrusionOk="0" h="247014" w="619125">
                  <a:moveTo>
                    <a:pt x="82295" y="149352"/>
                  </a:moveTo>
                  <a:lnTo>
                    <a:pt x="80771" y="138731"/>
                  </a:lnTo>
                  <a:lnTo>
                    <a:pt x="81533" y="132969"/>
                  </a:lnTo>
                  <a:lnTo>
                    <a:pt x="85724" y="130063"/>
                  </a:lnTo>
                  <a:lnTo>
                    <a:pt x="94487" y="128016"/>
                  </a:lnTo>
                  <a:lnTo>
                    <a:pt x="100488" y="127587"/>
                  </a:lnTo>
                  <a:lnTo>
                    <a:pt x="108203" y="126873"/>
                  </a:lnTo>
                  <a:lnTo>
                    <a:pt x="115919" y="126730"/>
                  </a:lnTo>
                  <a:lnTo>
                    <a:pt x="121919" y="128016"/>
                  </a:lnTo>
                  <a:lnTo>
                    <a:pt x="128015" y="128016"/>
                  </a:lnTo>
                  <a:lnTo>
                    <a:pt x="128015" y="140208"/>
                  </a:lnTo>
                  <a:lnTo>
                    <a:pt x="128015" y="146304"/>
                  </a:lnTo>
                  <a:lnTo>
                    <a:pt x="124729" y="153162"/>
                  </a:lnTo>
                  <a:lnTo>
                    <a:pt x="120014" y="160020"/>
                  </a:lnTo>
                  <a:lnTo>
                    <a:pt x="114728" y="166878"/>
                  </a:lnTo>
                  <a:lnTo>
                    <a:pt x="109727" y="173736"/>
                  </a:lnTo>
                  <a:lnTo>
                    <a:pt x="106679" y="179832"/>
                  </a:lnTo>
                  <a:lnTo>
                    <a:pt x="103631" y="182880"/>
                  </a:lnTo>
                  <a:lnTo>
                    <a:pt x="103631" y="192024"/>
                  </a:lnTo>
                  <a:lnTo>
                    <a:pt x="103631" y="198120"/>
                  </a:lnTo>
                  <a:lnTo>
                    <a:pt x="106679" y="201168"/>
                  </a:lnTo>
                  <a:lnTo>
                    <a:pt x="112775" y="201168"/>
                  </a:lnTo>
                  <a:lnTo>
                    <a:pt x="119633" y="202930"/>
                  </a:lnTo>
                  <a:lnTo>
                    <a:pt x="126491" y="203835"/>
                  </a:lnTo>
                  <a:lnTo>
                    <a:pt x="133349" y="204168"/>
                  </a:lnTo>
                  <a:lnTo>
                    <a:pt x="140207" y="204216"/>
                  </a:lnTo>
                  <a:lnTo>
                    <a:pt x="143255" y="204216"/>
                  </a:lnTo>
                  <a:lnTo>
                    <a:pt x="146303" y="204216"/>
                  </a:lnTo>
                </a:path>
                <a:path extrusionOk="0" h="247014" w="619125">
                  <a:moveTo>
                    <a:pt x="195071" y="121920"/>
                  </a:moveTo>
                  <a:lnTo>
                    <a:pt x="185927" y="170688"/>
                  </a:lnTo>
                  <a:lnTo>
                    <a:pt x="185832" y="179832"/>
                  </a:lnTo>
                  <a:lnTo>
                    <a:pt x="185165" y="188976"/>
                  </a:lnTo>
                  <a:lnTo>
                    <a:pt x="183356" y="198120"/>
                  </a:lnTo>
                  <a:lnTo>
                    <a:pt x="179831" y="207264"/>
                  </a:lnTo>
                </a:path>
                <a:path extrusionOk="0" h="247014" w="619125">
                  <a:moveTo>
                    <a:pt x="192023" y="115824"/>
                  </a:moveTo>
                  <a:lnTo>
                    <a:pt x="199882" y="131826"/>
                  </a:lnTo>
                  <a:lnTo>
                    <a:pt x="209169" y="147828"/>
                  </a:lnTo>
                  <a:lnTo>
                    <a:pt x="219027" y="163830"/>
                  </a:lnTo>
                  <a:lnTo>
                    <a:pt x="228599" y="179832"/>
                  </a:lnTo>
                  <a:lnTo>
                    <a:pt x="231647" y="185927"/>
                  </a:lnTo>
                  <a:lnTo>
                    <a:pt x="234695" y="192024"/>
                  </a:lnTo>
                  <a:lnTo>
                    <a:pt x="234695" y="198120"/>
                  </a:lnTo>
                </a:path>
                <a:path extrusionOk="0" h="247014" w="619125">
                  <a:moveTo>
                    <a:pt x="185927" y="176784"/>
                  </a:moveTo>
                  <a:lnTo>
                    <a:pt x="196881" y="172212"/>
                  </a:lnTo>
                  <a:lnTo>
                    <a:pt x="207263" y="167640"/>
                  </a:lnTo>
                  <a:lnTo>
                    <a:pt x="217646" y="163068"/>
                  </a:lnTo>
                  <a:lnTo>
                    <a:pt x="228599" y="158496"/>
                  </a:lnTo>
                </a:path>
                <a:path extrusionOk="0" h="247014" w="619125">
                  <a:moveTo>
                    <a:pt x="259079" y="124967"/>
                  </a:moveTo>
                  <a:lnTo>
                    <a:pt x="259127" y="133635"/>
                  </a:lnTo>
                  <a:lnTo>
                    <a:pt x="259460" y="141731"/>
                  </a:lnTo>
                  <a:lnTo>
                    <a:pt x="260365" y="149828"/>
                  </a:lnTo>
                  <a:lnTo>
                    <a:pt x="262127" y="158496"/>
                  </a:lnTo>
                  <a:lnTo>
                    <a:pt x="262127" y="161544"/>
                  </a:lnTo>
                  <a:lnTo>
                    <a:pt x="262127" y="167639"/>
                  </a:lnTo>
                  <a:lnTo>
                    <a:pt x="262127" y="170687"/>
                  </a:lnTo>
                </a:path>
                <a:path extrusionOk="0" h="247014" w="619125">
                  <a:moveTo>
                    <a:pt x="252983" y="128015"/>
                  </a:moveTo>
                  <a:lnTo>
                    <a:pt x="261175" y="128968"/>
                  </a:lnTo>
                  <a:lnTo>
                    <a:pt x="268224" y="131063"/>
                  </a:lnTo>
                  <a:lnTo>
                    <a:pt x="275272" y="133159"/>
                  </a:lnTo>
                  <a:lnTo>
                    <a:pt x="283463" y="134112"/>
                  </a:lnTo>
                  <a:lnTo>
                    <a:pt x="289559" y="134112"/>
                  </a:lnTo>
                  <a:lnTo>
                    <a:pt x="292607" y="134112"/>
                  </a:lnTo>
                  <a:lnTo>
                    <a:pt x="295655" y="128015"/>
                  </a:lnTo>
                  <a:lnTo>
                    <a:pt x="298703" y="118872"/>
                  </a:lnTo>
                  <a:lnTo>
                    <a:pt x="298703" y="112775"/>
                  </a:lnTo>
                  <a:lnTo>
                    <a:pt x="298703" y="106679"/>
                  </a:lnTo>
                  <a:lnTo>
                    <a:pt x="298703" y="103632"/>
                  </a:lnTo>
                  <a:lnTo>
                    <a:pt x="298703" y="100584"/>
                  </a:lnTo>
                  <a:lnTo>
                    <a:pt x="301751" y="97536"/>
                  </a:lnTo>
                  <a:lnTo>
                    <a:pt x="301751" y="100584"/>
                  </a:lnTo>
                  <a:lnTo>
                    <a:pt x="304799" y="103632"/>
                  </a:lnTo>
                  <a:lnTo>
                    <a:pt x="304799" y="106679"/>
                  </a:lnTo>
                  <a:lnTo>
                    <a:pt x="307038" y="115347"/>
                  </a:lnTo>
                  <a:lnTo>
                    <a:pt x="308990" y="123443"/>
                  </a:lnTo>
                  <a:lnTo>
                    <a:pt x="310372" y="131540"/>
                  </a:lnTo>
                  <a:lnTo>
                    <a:pt x="310895" y="140208"/>
                  </a:lnTo>
                  <a:lnTo>
                    <a:pt x="313943" y="146303"/>
                  </a:lnTo>
                  <a:lnTo>
                    <a:pt x="313943" y="149351"/>
                  </a:lnTo>
                  <a:lnTo>
                    <a:pt x="316991" y="155448"/>
                  </a:lnTo>
                </a:path>
                <a:path extrusionOk="0" h="247014" w="619125">
                  <a:moveTo>
                    <a:pt x="341375" y="64008"/>
                  </a:moveTo>
                  <a:lnTo>
                    <a:pt x="341423" y="74914"/>
                  </a:lnTo>
                  <a:lnTo>
                    <a:pt x="341756" y="84962"/>
                  </a:lnTo>
                  <a:lnTo>
                    <a:pt x="342661" y="94440"/>
                  </a:lnTo>
                  <a:lnTo>
                    <a:pt x="344423" y="103632"/>
                  </a:lnTo>
                  <a:lnTo>
                    <a:pt x="344947" y="112775"/>
                  </a:lnTo>
                  <a:lnTo>
                    <a:pt x="346328" y="121919"/>
                  </a:lnTo>
                  <a:lnTo>
                    <a:pt x="348281" y="131063"/>
                  </a:lnTo>
                  <a:lnTo>
                    <a:pt x="350519" y="140208"/>
                  </a:lnTo>
                  <a:lnTo>
                    <a:pt x="350519" y="152400"/>
                  </a:lnTo>
                  <a:lnTo>
                    <a:pt x="353567" y="152400"/>
                  </a:lnTo>
                  <a:lnTo>
                    <a:pt x="356615" y="155448"/>
                  </a:lnTo>
                  <a:lnTo>
                    <a:pt x="362711" y="155448"/>
                  </a:lnTo>
                  <a:lnTo>
                    <a:pt x="365759" y="155448"/>
                  </a:lnTo>
                  <a:lnTo>
                    <a:pt x="371855" y="152400"/>
                  </a:lnTo>
                  <a:lnTo>
                    <a:pt x="377951" y="146303"/>
                  </a:lnTo>
                  <a:lnTo>
                    <a:pt x="387095" y="143255"/>
                  </a:lnTo>
                  <a:lnTo>
                    <a:pt x="390143" y="140208"/>
                  </a:lnTo>
                  <a:lnTo>
                    <a:pt x="393191" y="137160"/>
                  </a:lnTo>
                  <a:lnTo>
                    <a:pt x="396239" y="134112"/>
                  </a:lnTo>
                </a:path>
                <a:path extrusionOk="0" h="247014" w="619125">
                  <a:moveTo>
                    <a:pt x="356615" y="118872"/>
                  </a:moveTo>
                  <a:lnTo>
                    <a:pt x="363807" y="113014"/>
                  </a:lnTo>
                  <a:lnTo>
                    <a:pt x="368426" y="108585"/>
                  </a:lnTo>
                  <a:lnTo>
                    <a:pt x="372475" y="104727"/>
                  </a:lnTo>
                  <a:lnTo>
                    <a:pt x="377951" y="100584"/>
                  </a:lnTo>
                </a:path>
                <a:path extrusionOk="0" h="247014" w="619125">
                  <a:moveTo>
                    <a:pt x="356615" y="79248"/>
                  </a:moveTo>
                  <a:lnTo>
                    <a:pt x="359854" y="70294"/>
                  </a:lnTo>
                  <a:lnTo>
                    <a:pt x="361949" y="64770"/>
                  </a:lnTo>
                  <a:lnTo>
                    <a:pt x="365188" y="60388"/>
                  </a:lnTo>
                  <a:lnTo>
                    <a:pt x="371855" y="54863"/>
                  </a:lnTo>
                </a:path>
                <a:path extrusionOk="0" h="247014" w="619125">
                  <a:moveTo>
                    <a:pt x="396239" y="64008"/>
                  </a:moveTo>
                  <a:lnTo>
                    <a:pt x="405860" y="59388"/>
                  </a:lnTo>
                  <a:lnTo>
                    <a:pt x="416051" y="54482"/>
                  </a:lnTo>
                  <a:lnTo>
                    <a:pt x="426243" y="49006"/>
                  </a:lnTo>
                  <a:lnTo>
                    <a:pt x="435863" y="42672"/>
                  </a:lnTo>
                  <a:lnTo>
                    <a:pt x="429767" y="42672"/>
                  </a:lnTo>
                  <a:lnTo>
                    <a:pt x="426719" y="39624"/>
                  </a:lnTo>
                  <a:lnTo>
                    <a:pt x="420623" y="42672"/>
                  </a:lnTo>
                  <a:lnTo>
                    <a:pt x="414527" y="48767"/>
                  </a:lnTo>
                  <a:lnTo>
                    <a:pt x="414527" y="54863"/>
                  </a:lnTo>
                  <a:lnTo>
                    <a:pt x="414527" y="60960"/>
                  </a:lnTo>
                  <a:lnTo>
                    <a:pt x="413289" y="69627"/>
                  </a:lnTo>
                  <a:lnTo>
                    <a:pt x="413765" y="77724"/>
                  </a:lnTo>
                  <a:lnTo>
                    <a:pt x="415385" y="85820"/>
                  </a:lnTo>
                  <a:lnTo>
                    <a:pt x="417575" y="94487"/>
                  </a:lnTo>
                  <a:lnTo>
                    <a:pt x="420623" y="100584"/>
                  </a:lnTo>
                  <a:lnTo>
                    <a:pt x="423671" y="106679"/>
                  </a:lnTo>
                  <a:lnTo>
                    <a:pt x="429767" y="112775"/>
                  </a:lnTo>
                </a:path>
                <a:path extrusionOk="0" h="247014" w="619125">
                  <a:moveTo>
                    <a:pt x="463295" y="33527"/>
                  </a:moveTo>
                  <a:lnTo>
                    <a:pt x="463819" y="44957"/>
                  </a:lnTo>
                  <a:lnTo>
                    <a:pt x="465200" y="56387"/>
                  </a:lnTo>
                  <a:lnTo>
                    <a:pt x="467153" y="67818"/>
                  </a:lnTo>
                  <a:lnTo>
                    <a:pt x="469391" y="79248"/>
                  </a:lnTo>
                  <a:lnTo>
                    <a:pt x="469487" y="88344"/>
                  </a:lnTo>
                  <a:lnTo>
                    <a:pt x="487679" y="118872"/>
                  </a:lnTo>
                  <a:lnTo>
                    <a:pt x="493775" y="118872"/>
                  </a:lnTo>
                  <a:lnTo>
                    <a:pt x="501062" y="115538"/>
                  </a:lnTo>
                  <a:lnTo>
                    <a:pt x="508634" y="110489"/>
                  </a:lnTo>
                  <a:lnTo>
                    <a:pt x="515635" y="104298"/>
                  </a:lnTo>
                  <a:lnTo>
                    <a:pt x="521207" y="97536"/>
                  </a:lnTo>
                  <a:lnTo>
                    <a:pt x="521207" y="91439"/>
                  </a:lnTo>
                  <a:lnTo>
                    <a:pt x="521207" y="88391"/>
                  </a:lnTo>
                  <a:lnTo>
                    <a:pt x="521207" y="85344"/>
                  </a:lnTo>
                </a:path>
                <a:path extrusionOk="0" h="247014" w="619125">
                  <a:moveTo>
                    <a:pt x="481583" y="85344"/>
                  </a:moveTo>
                  <a:lnTo>
                    <a:pt x="488394" y="80724"/>
                  </a:lnTo>
                  <a:lnTo>
                    <a:pt x="494918" y="75818"/>
                  </a:lnTo>
                  <a:lnTo>
                    <a:pt x="500872" y="70342"/>
                  </a:lnTo>
                  <a:lnTo>
                    <a:pt x="505967" y="64008"/>
                  </a:lnTo>
                </a:path>
                <a:path extrusionOk="0" h="247014" w="619125">
                  <a:moveTo>
                    <a:pt x="469391" y="48767"/>
                  </a:moveTo>
                  <a:lnTo>
                    <a:pt x="478107" y="42910"/>
                  </a:lnTo>
                  <a:lnTo>
                    <a:pt x="486536" y="38480"/>
                  </a:lnTo>
                  <a:lnTo>
                    <a:pt x="495538" y="34623"/>
                  </a:lnTo>
                  <a:lnTo>
                    <a:pt x="505967" y="30479"/>
                  </a:lnTo>
                </a:path>
                <a:path extrusionOk="0" h="247014" w="619125">
                  <a:moveTo>
                    <a:pt x="539495" y="21336"/>
                  </a:moveTo>
                  <a:lnTo>
                    <a:pt x="541305" y="30479"/>
                  </a:lnTo>
                  <a:lnTo>
                    <a:pt x="542543" y="39624"/>
                  </a:lnTo>
                  <a:lnTo>
                    <a:pt x="543782" y="48768"/>
                  </a:lnTo>
                  <a:lnTo>
                    <a:pt x="545591" y="57912"/>
                  </a:lnTo>
                  <a:lnTo>
                    <a:pt x="546068" y="66532"/>
                  </a:lnTo>
                  <a:lnTo>
                    <a:pt x="547115" y="74294"/>
                  </a:lnTo>
                  <a:lnTo>
                    <a:pt x="548163" y="81486"/>
                  </a:lnTo>
                  <a:lnTo>
                    <a:pt x="548639" y="88391"/>
                  </a:lnTo>
                  <a:lnTo>
                    <a:pt x="548639" y="91439"/>
                  </a:lnTo>
                  <a:lnTo>
                    <a:pt x="548639" y="94487"/>
                  </a:lnTo>
                </a:path>
                <a:path extrusionOk="0" h="247014" w="619125">
                  <a:moveTo>
                    <a:pt x="527303" y="30479"/>
                  </a:moveTo>
                  <a:lnTo>
                    <a:pt x="527018" y="22383"/>
                  </a:lnTo>
                  <a:lnTo>
                    <a:pt x="527303" y="16001"/>
                  </a:lnTo>
                  <a:lnTo>
                    <a:pt x="529875" y="10763"/>
                  </a:lnTo>
                  <a:lnTo>
                    <a:pt x="573023" y="0"/>
                  </a:lnTo>
                  <a:lnTo>
                    <a:pt x="585215" y="0"/>
                  </a:lnTo>
                  <a:lnTo>
                    <a:pt x="591311" y="0"/>
                  </a:lnTo>
                  <a:lnTo>
                    <a:pt x="591311" y="12191"/>
                  </a:lnTo>
                  <a:lnTo>
                    <a:pt x="589740" y="20859"/>
                  </a:lnTo>
                  <a:lnTo>
                    <a:pt x="560832" y="54863"/>
                  </a:lnTo>
                  <a:lnTo>
                    <a:pt x="563879" y="60960"/>
                  </a:lnTo>
                  <a:lnTo>
                    <a:pt x="563879" y="64008"/>
                  </a:lnTo>
                  <a:lnTo>
                    <a:pt x="573023" y="64008"/>
                  </a:lnTo>
                  <a:lnTo>
                    <a:pt x="576071" y="64008"/>
                  </a:lnTo>
                  <a:lnTo>
                    <a:pt x="582929" y="66246"/>
                  </a:lnTo>
                  <a:lnTo>
                    <a:pt x="589787" y="68199"/>
                  </a:lnTo>
                  <a:lnTo>
                    <a:pt x="596645" y="69580"/>
                  </a:lnTo>
                  <a:lnTo>
                    <a:pt x="603503" y="70103"/>
                  </a:lnTo>
                  <a:lnTo>
                    <a:pt x="609599" y="70103"/>
                  </a:lnTo>
                  <a:lnTo>
                    <a:pt x="615695" y="70103"/>
                  </a:lnTo>
                  <a:lnTo>
                    <a:pt x="618743" y="73151"/>
                  </a:lnTo>
                  <a:lnTo>
                    <a:pt x="618743" y="7620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7" name="Google Shape;2517;p22"/>
          <p:cNvGrpSpPr/>
          <p:nvPr/>
        </p:nvGrpSpPr>
        <p:grpSpPr>
          <a:xfrm>
            <a:off x="7335314" y="2455254"/>
            <a:ext cx="1150319" cy="677602"/>
            <a:chOff x="7335314" y="2455254"/>
            <a:chExt cx="1150319" cy="677602"/>
          </a:xfrm>
        </p:grpSpPr>
        <p:grpSp>
          <p:nvGrpSpPr>
            <p:cNvPr id="2518" name="Google Shape;2518;p22"/>
            <p:cNvGrpSpPr/>
            <p:nvPr/>
          </p:nvGrpSpPr>
          <p:grpSpPr>
            <a:xfrm>
              <a:off x="7335314" y="2669439"/>
              <a:ext cx="575555" cy="463417"/>
              <a:chOff x="7839456" y="2746247"/>
              <a:chExt cx="460628" cy="362711"/>
            </a:xfrm>
          </p:grpSpPr>
          <p:sp>
            <p:nvSpPr>
              <p:cNvPr id="2519" name="Google Shape;2519;p22"/>
              <p:cNvSpPr/>
              <p:nvPr/>
            </p:nvSpPr>
            <p:spPr>
              <a:xfrm>
                <a:off x="7879079" y="2746247"/>
                <a:ext cx="421005" cy="326390"/>
              </a:xfrm>
              <a:custGeom>
                <a:rect b="b" l="l" r="r" t="t"/>
                <a:pathLst>
                  <a:path extrusionOk="0" h="326389" w="421004">
                    <a:moveTo>
                      <a:pt x="0" y="326136"/>
                    </a:moveTo>
                    <a:lnTo>
                      <a:pt x="9001" y="283273"/>
                    </a:lnTo>
                    <a:lnTo>
                      <a:pt x="28336" y="241315"/>
                    </a:lnTo>
                    <a:lnTo>
                      <a:pt x="63674" y="189785"/>
                    </a:lnTo>
                    <a:lnTo>
                      <a:pt x="124110" y="125253"/>
                    </a:lnTo>
                    <a:lnTo>
                      <a:pt x="166877" y="89915"/>
                    </a:lnTo>
                    <a:lnTo>
                      <a:pt x="213074" y="59150"/>
                    </a:lnTo>
                    <a:lnTo>
                      <a:pt x="262127" y="33527"/>
                    </a:lnTo>
                    <a:lnTo>
                      <a:pt x="323468" y="11049"/>
                    </a:lnTo>
                    <a:lnTo>
                      <a:pt x="387095" y="0"/>
                    </a:lnTo>
                    <a:lnTo>
                      <a:pt x="394906" y="47"/>
                    </a:lnTo>
                    <a:lnTo>
                      <a:pt x="403859" y="381"/>
                    </a:lnTo>
                    <a:lnTo>
                      <a:pt x="412813" y="1285"/>
                    </a:lnTo>
                    <a:lnTo>
                      <a:pt x="420623" y="3048"/>
                    </a:lnTo>
                    <a:lnTo>
                      <a:pt x="413242" y="8381"/>
                    </a:lnTo>
                    <a:lnTo>
                      <a:pt x="405002" y="11429"/>
                    </a:lnTo>
                    <a:lnTo>
                      <a:pt x="396192" y="13334"/>
                    </a:lnTo>
                    <a:lnTo>
                      <a:pt x="387095" y="15239"/>
                    </a:lnTo>
                  </a:path>
                </a:pathLst>
              </a:custGeom>
              <a:noFill/>
              <a:ln cap="flat" cmpd="sng" w="243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20" name="Google Shape;2520;p2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839456" y="2974848"/>
                <a:ext cx="106678" cy="134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21" name="Google Shape;2521;p22"/>
            <p:cNvGrpSpPr/>
            <p:nvPr/>
          </p:nvGrpSpPr>
          <p:grpSpPr>
            <a:xfrm>
              <a:off x="8058925" y="2455254"/>
              <a:ext cx="426708" cy="416687"/>
              <a:chOff x="8418576" y="2578607"/>
              <a:chExt cx="341503" cy="326136"/>
            </a:xfrm>
          </p:grpSpPr>
          <p:sp>
            <p:nvSpPr>
              <p:cNvPr id="2522" name="Google Shape;2522;p22"/>
              <p:cNvSpPr/>
              <p:nvPr/>
            </p:nvSpPr>
            <p:spPr>
              <a:xfrm>
                <a:off x="8543544" y="2578607"/>
                <a:ext cx="216535" cy="295910"/>
              </a:xfrm>
              <a:custGeom>
                <a:rect b="b" l="l" r="r" t="t"/>
                <a:pathLst>
                  <a:path extrusionOk="0" h="295910" w="216534">
                    <a:moveTo>
                      <a:pt x="64008" y="0"/>
                    </a:moveTo>
                    <a:lnTo>
                      <a:pt x="62245" y="13715"/>
                    </a:lnTo>
                    <a:lnTo>
                      <a:pt x="61341" y="27431"/>
                    </a:lnTo>
                    <a:lnTo>
                      <a:pt x="61007" y="41147"/>
                    </a:lnTo>
                    <a:lnTo>
                      <a:pt x="60960" y="54863"/>
                    </a:lnTo>
                    <a:lnTo>
                      <a:pt x="61007" y="66246"/>
                    </a:lnTo>
                    <a:lnTo>
                      <a:pt x="61341" y="77342"/>
                    </a:lnTo>
                    <a:lnTo>
                      <a:pt x="62245" y="87868"/>
                    </a:lnTo>
                    <a:lnTo>
                      <a:pt x="64008" y="97536"/>
                    </a:lnTo>
                    <a:lnTo>
                      <a:pt x="64008" y="103631"/>
                    </a:lnTo>
                    <a:lnTo>
                      <a:pt x="67056" y="103631"/>
                    </a:lnTo>
                    <a:lnTo>
                      <a:pt x="67056" y="106679"/>
                    </a:lnTo>
                  </a:path>
                  <a:path extrusionOk="0" h="295910" w="216534">
                    <a:moveTo>
                      <a:pt x="0" y="149351"/>
                    </a:moveTo>
                    <a:lnTo>
                      <a:pt x="16002" y="148256"/>
                    </a:lnTo>
                    <a:lnTo>
                      <a:pt x="32004" y="145161"/>
                    </a:lnTo>
                    <a:lnTo>
                      <a:pt x="48006" y="140350"/>
                    </a:lnTo>
                    <a:lnTo>
                      <a:pt x="64008" y="134112"/>
                    </a:lnTo>
                    <a:lnTo>
                      <a:pt x="84629" y="127301"/>
                    </a:lnTo>
                    <a:lnTo>
                      <a:pt x="105537" y="120776"/>
                    </a:lnTo>
                    <a:lnTo>
                      <a:pt x="127015" y="114823"/>
                    </a:lnTo>
                    <a:lnTo>
                      <a:pt x="149352" y="109727"/>
                    </a:lnTo>
                    <a:lnTo>
                      <a:pt x="152400" y="109727"/>
                    </a:lnTo>
                    <a:lnTo>
                      <a:pt x="155448" y="109727"/>
                    </a:lnTo>
                  </a:path>
                  <a:path extrusionOk="0" h="295910" w="216534">
                    <a:moveTo>
                      <a:pt x="48768" y="216407"/>
                    </a:moveTo>
                    <a:lnTo>
                      <a:pt x="57340" y="220122"/>
                    </a:lnTo>
                    <a:lnTo>
                      <a:pt x="64770" y="223265"/>
                    </a:lnTo>
                    <a:lnTo>
                      <a:pt x="71056" y="227552"/>
                    </a:lnTo>
                    <a:lnTo>
                      <a:pt x="76200" y="234695"/>
                    </a:lnTo>
                    <a:lnTo>
                      <a:pt x="81438" y="242077"/>
                    </a:lnTo>
                    <a:lnTo>
                      <a:pt x="83820" y="250316"/>
                    </a:lnTo>
                    <a:lnTo>
                      <a:pt x="83915" y="259127"/>
                    </a:lnTo>
                    <a:lnTo>
                      <a:pt x="82296" y="268224"/>
                    </a:lnTo>
                    <a:lnTo>
                      <a:pt x="81724" y="276367"/>
                    </a:lnTo>
                    <a:lnTo>
                      <a:pt x="80010" y="283083"/>
                    </a:lnTo>
                    <a:lnTo>
                      <a:pt x="77152" y="289226"/>
                    </a:lnTo>
                    <a:lnTo>
                      <a:pt x="73152" y="295655"/>
                    </a:lnTo>
                    <a:lnTo>
                      <a:pt x="76009" y="288798"/>
                    </a:lnTo>
                    <a:lnTo>
                      <a:pt x="80010" y="281939"/>
                    </a:lnTo>
                    <a:lnTo>
                      <a:pt x="85153" y="275081"/>
                    </a:lnTo>
                    <a:lnTo>
                      <a:pt x="91440" y="268224"/>
                    </a:lnTo>
                    <a:lnTo>
                      <a:pt x="99155" y="256698"/>
                    </a:lnTo>
                    <a:lnTo>
                      <a:pt x="107442" y="244601"/>
                    </a:lnTo>
                    <a:lnTo>
                      <a:pt x="114585" y="231362"/>
                    </a:lnTo>
                    <a:lnTo>
                      <a:pt x="118872" y="216407"/>
                    </a:lnTo>
                    <a:lnTo>
                      <a:pt x="118872" y="207263"/>
                    </a:lnTo>
                    <a:lnTo>
                      <a:pt x="112776" y="201167"/>
                    </a:lnTo>
                    <a:lnTo>
                      <a:pt x="103632" y="198119"/>
                    </a:lnTo>
                    <a:lnTo>
                      <a:pt x="97536" y="195071"/>
                    </a:lnTo>
                    <a:lnTo>
                      <a:pt x="91440" y="198119"/>
                    </a:lnTo>
                    <a:lnTo>
                      <a:pt x="85344" y="198119"/>
                    </a:lnTo>
                  </a:path>
                  <a:path extrusionOk="0" h="295910" w="216534">
                    <a:moveTo>
                      <a:pt x="152400" y="167639"/>
                    </a:moveTo>
                    <a:lnTo>
                      <a:pt x="158781" y="163639"/>
                    </a:lnTo>
                    <a:lnTo>
                      <a:pt x="164592" y="160781"/>
                    </a:lnTo>
                    <a:lnTo>
                      <a:pt x="170402" y="159067"/>
                    </a:lnTo>
                    <a:lnTo>
                      <a:pt x="176784" y="158495"/>
                    </a:lnTo>
                    <a:lnTo>
                      <a:pt x="182880" y="158495"/>
                    </a:lnTo>
                    <a:lnTo>
                      <a:pt x="182880" y="170687"/>
                    </a:lnTo>
                    <a:lnTo>
                      <a:pt x="182880" y="173736"/>
                    </a:lnTo>
                    <a:lnTo>
                      <a:pt x="180070" y="182832"/>
                    </a:lnTo>
                    <a:lnTo>
                      <a:pt x="176403" y="191642"/>
                    </a:lnTo>
                    <a:lnTo>
                      <a:pt x="172164" y="199882"/>
                    </a:lnTo>
                    <a:lnTo>
                      <a:pt x="167640" y="207263"/>
                    </a:lnTo>
                    <a:lnTo>
                      <a:pt x="164592" y="213359"/>
                    </a:lnTo>
                    <a:lnTo>
                      <a:pt x="164592" y="216407"/>
                    </a:lnTo>
                    <a:lnTo>
                      <a:pt x="164592" y="219455"/>
                    </a:lnTo>
                    <a:lnTo>
                      <a:pt x="171450" y="218932"/>
                    </a:lnTo>
                    <a:lnTo>
                      <a:pt x="211312" y="202644"/>
                    </a:lnTo>
                    <a:lnTo>
                      <a:pt x="216408" y="198119"/>
                    </a:lnTo>
                  </a:path>
                </a:pathLst>
              </a:custGeom>
              <a:noFill/>
              <a:ln cap="flat" cmpd="sng" w="243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23" name="Google Shape;2523;p2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418576" y="2639568"/>
                <a:ext cx="85342" cy="1249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4" name="Google Shape;2524;p22"/>
              <p:cNvSpPr/>
              <p:nvPr/>
            </p:nvSpPr>
            <p:spPr>
              <a:xfrm>
                <a:off x="8510016" y="2813303"/>
                <a:ext cx="58419" cy="91440"/>
              </a:xfrm>
              <a:custGeom>
                <a:rect b="b" l="l" r="r" t="t"/>
                <a:pathLst>
                  <a:path extrusionOk="0" h="91439" w="58420">
                    <a:moveTo>
                      <a:pt x="0" y="21336"/>
                    </a:moveTo>
                    <a:lnTo>
                      <a:pt x="3047" y="9144"/>
                    </a:lnTo>
                    <a:lnTo>
                      <a:pt x="3047" y="6096"/>
                    </a:lnTo>
                    <a:lnTo>
                      <a:pt x="15240" y="3048"/>
                    </a:lnTo>
                    <a:lnTo>
                      <a:pt x="21336" y="0"/>
                    </a:lnTo>
                    <a:lnTo>
                      <a:pt x="30480" y="0"/>
                    </a:lnTo>
                    <a:lnTo>
                      <a:pt x="33528" y="6096"/>
                    </a:lnTo>
                    <a:lnTo>
                      <a:pt x="36052" y="13906"/>
                    </a:lnTo>
                    <a:lnTo>
                      <a:pt x="35433" y="22860"/>
                    </a:lnTo>
                    <a:lnTo>
                      <a:pt x="33099" y="31813"/>
                    </a:lnTo>
                    <a:lnTo>
                      <a:pt x="30480" y="39624"/>
                    </a:lnTo>
                    <a:lnTo>
                      <a:pt x="27193" y="50530"/>
                    </a:lnTo>
                    <a:lnTo>
                      <a:pt x="22478" y="60578"/>
                    </a:lnTo>
                    <a:lnTo>
                      <a:pt x="17192" y="70056"/>
                    </a:lnTo>
                    <a:lnTo>
                      <a:pt x="12192" y="79248"/>
                    </a:lnTo>
                    <a:lnTo>
                      <a:pt x="12192" y="85344"/>
                    </a:lnTo>
                    <a:lnTo>
                      <a:pt x="12192" y="88392"/>
                    </a:lnTo>
                    <a:lnTo>
                      <a:pt x="9143" y="91440"/>
                    </a:lnTo>
                    <a:lnTo>
                      <a:pt x="18287" y="91440"/>
                    </a:lnTo>
                    <a:lnTo>
                      <a:pt x="24384" y="88392"/>
                    </a:lnTo>
                    <a:lnTo>
                      <a:pt x="33528" y="85344"/>
                    </a:lnTo>
                    <a:lnTo>
                      <a:pt x="40338" y="81295"/>
                    </a:lnTo>
                    <a:lnTo>
                      <a:pt x="46862" y="78104"/>
                    </a:lnTo>
                    <a:lnTo>
                      <a:pt x="52816" y="75485"/>
                    </a:lnTo>
                    <a:lnTo>
                      <a:pt x="57912" y="73151"/>
                    </a:lnTo>
                  </a:path>
                </a:pathLst>
              </a:custGeom>
              <a:noFill/>
              <a:ln cap="flat" cmpd="sng" w="24375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5" name="Google Shape;2525;p22"/>
          <p:cNvSpPr/>
          <p:nvPr/>
        </p:nvSpPr>
        <p:spPr>
          <a:xfrm>
            <a:off x="6390811" y="3448293"/>
            <a:ext cx="99179" cy="133053"/>
          </a:xfrm>
          <a:custGeom>
            <a:rect b="b" l="l" r="r" t="t"/>
            <a:pathLst>
              <a:path extrusionOk="0" h="104139" w="79375">
                <a:moveTo>
                  <a:pt x="0" y="39624"/>
                </a:moveTo>
                <a:lnTo>
                  <a:pt x="11430" y="41386"/>
                </a:lnTo>
                <a:lnTo>
                  <a:pt x="22860" y="42291"/>
                </a:lnTo>
                <a:lnTo>
                  <a:pt x="34290" y="42624"/>
                </a:lnTo>
                <a:lnTo>
                  <a:pt x="45720" y="42672"/>
                </a:lnTo>
                <a:lnTo>
                  <a:pt x="53530" y="42624"/>
                </a:lnTo>
                <a:lnTo>
                  <a:pt x="62484" y="42290"/>
                </a:lnTo>
                <a:lnTo>
                  <a:pt x="71437" y="41386"/>
                </a:lnTo>
                <a:lnTo>
                  <a:pt x="79248" y="39624"/>
                </a:lnTo>
              </a:path>
              <a:path extrusionOk="0" h="104139" w="79375">
                <a:moveTo>
                  <a:pt x="48768" y="0"/>
                </a:moveTo>
                <a:lnTo>
                  <a:pt x="49244" y="10953"/>
                </a:lnTo>
                <a:lnTo>
                  <a:pt x="50292" y="21336"/>
                </a:lnTo>
                <a:lnTo>
                  <a:pt x="51339" y="31718"/>
                </a:lnTo>
                <a:lnTo>
                  <a:pt x="51816" y="42672"/>
                </a:lnTo>
                <a:lnTo>
                  <a:pt x="51816" y="54625"/>
                </a:lnTo>
                <a:lnTo>
                  <a:pt x="51816" y="67437"/>
                </a:lnTo>
                <a:lnTo>
                  <a:pt x="51816" y="80819"/>
                </a:lnTo>
                <a:lnTo>
                  <a:pt x="51816" y="94487"/>
                </a:lnTo>
                <a:lnTo>
                  <a:pt x="51816" y="97536"/>
                </a:lnTo>
                <a:lnTo>
                  <a:pt x="51816" y="100584"/>
                </a:lnTo>
                <a:lnTo>
                  <a:pt x="51816" y="103631"/>
                </a:lnTo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6" name="Google Shape;25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34444" y="3339255"/>
            <a:ext cx="228506" cy="3089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7" name="Google Shape;2527;p22"/>
          <p:cNvGrpSpPr/>
          <p:nvPr/>
        </p:nvGrpSpPr>
        <p:grpSpPr>
          <a:xfrm>
            <a:off x="7441951" y="3148435"/>
            <a:ext cx="624588" cy="443944"/>
            <a:chOff x="7924800" y="3121152"/>
            <a:chExt cx="499870" cy="347470"/>
          </a:xfrm>
        </p:grpSpPr>
        <p:pic>
          <p:nvPicPr>
            <p:cNvPr id="2528" name="Google Shape;2528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924800" y="3261360"/>
              <a:ext cx="88390" cy="207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9" name="Google Shape;2529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049768" y="3270504"/>
              <a:ext cx="128014" cy="1371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0" name="Google Shape;2530;p22"/>
            <p:cNvSpPr/>
            <p:nvPr/>
          </p:nvSpPr>
          <p:spPr>
            <a:xfrm>
              <a:off x="8220456" y="3233928"/>
              <a:ext cx="52069" cy="192405"/>
            </a:xfrm>
            <a:custGeom>
              <a:rect b="b" l="l" r="r" t="t"/>
              <a:pathLst>
                <a:path extrusionOk="0" h="192404" w="52070">
                  <a:moveTo>
                    <a:pt x="0" y="0"/>
                  </a:moveTo>
                  <a:lnTo>
                    <a:pt x="1809" y="11477"/>
                  </a:lnTo>
                  <a:lnTo>
                    <a:pt x="3047" y="23241"/>
                  </a:lnTo>
                  <a:lnTo>
                    <a:pt x="4286" y="35575"/>
                  </a:lnTo>
                  <a:lnTo>
                    <a:pt x="6095" y="48768"/>
                  </a:lnTo>
                  <a:lnTo>
                    <a:pt x="7858" y="65293"/>
                  </a:lnTo>
                  <a:lnTo>
                    <a:pt x="8762" y="82676"/>
                  </a:lnTo>
                  <a:lnTo>
                    <a:pt x="9096" y="100631"/>
                  </a:lnTo>
                  <a:lnTo>
                    <a:pt x="9143" y="118872"/>
                  </a:lnTo>
                  <a:lnTo>
                    <a:pt x="9191" y="126015"/>
                  </a:lnTo>
                  <a:lnTo>
                    <a:pt x="9524" y="141732"/>
                  </a:lnTo>
                  <a:lnTo>
                    <a:pt x="10429" y="157448"/>
                  </a:lnTo>
                  <a:lnTo>
                    <a:pt x="12191" y="164592"/>
                  </a:lnTo>
                  <a:lnTo>
                    <a:pt x="15239" y="164592"/>
                  </a:lnTo>
                </a:path>
                <a:path extrusionOk="0" h="192404" w="52070">
                  <a:moveTo>
                    <a:pt x="48767" y="0"/>
                  </a:moveTo>
                  <a:lnTo>
                    <a:pt x="45243" y="13239"/>
                  </a:lnTo>
                  <a:lnTo>
                    <a:pt x="43433" y="25908"/>
                  </a:lnTo>
                  <a:lnTo>
                    <a:pt x="42767" y="38576"/>
                  </a:lnTo>
                  <a:lnTo>
                    <a:pt x="42671" y="51816"/>
                  </a:lnTo>
                  <a:lnTo>
                    <a:pt x="44910" y="68341"/>
                  </a:lnTo>
                  <a:lnTo>
                    <a:pt x="46862" y="85725"/>
                  </a:lnTo>
                  <a:lnTo>
                    <a:pt x="48244" y="103679"/>
                  </a:lnTo>
                  <a:lnTo>
                    <a:pt x="48767" y="121920"/>
                  </a:lnTo>
                  <a:lnTo>
                    <a:pt x="50530" y="133873"/>
                  </a:lnTo>
                  <a:lnTo>
                    <a:pt x="51434" y="146685"/>
                  </a:lnTo>
                  <a:lnTo>
                    <a:pt x="51768" y="160067"/>
                  </a:lnTo>
                  <a:lnTo>
                    <a:pt x="51815" y="173736"/>
                  </a:lnTo>
                  <a:lnTo>
                    <a:pt x="51815" y="179832"/>
                  </a:lnTo>
                  <a:lnTo>
                    <a:pt x="48767" y="192024"/>
                  </a:lnTo>
                  <a:lnTo>
                    <a:pt x="48767" y="185927"/>
                  </a:lnTo>
                  <a:lnTo>
                    <a:pt x="48767" y="182880"/>
                  </a:lnTo>
                  <a:lnTo>
                    <a:pt x="48767" y="17983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31" name="Google Shape;2531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314944" y="3121152"/>
              <a:ext cx="109726" cy="944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2" name="Google Shape;2532;p22"/>
          <p:cNvGrpSpPr/>
          <p:nvPr/>
        </p:nvGrpSpPr>
        <p:grpSpPr>
          <a:xfrm>
            <a:off x="2959371" y="3533967"/>
            <a:ext cx="424346" cy="229761"/>
            <a:chOff x="4337304" y="3422903"/>
            <a:chExt cx="339612" cy="179831"/>
          </a:xfrm>
        </p:grpSpPr>
        <p:pic>
          <p:nvPicPr>
            <p:cNvPr id="2533" name="Google Shape;2533;p2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337304" y="3422903"/>
              <a:ext cx="231646" cy="179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4" name="Google Shape;2534;p2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590288" y="3452670"/>
              <a:ext cx="86628" cy="1317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35" name="Google Shape;2535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205315" y="3841616"/>
            <a:ext cx="150135" cy="19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" name="Google Shape;253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22879" y="3636497"/>
            <a:ext cx="319791" cy="31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7" name="Google Shape;2537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49356" y="3393775"/>
            <a:ext cx="380845" cy="3154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8" name="Google Shape;2538;p22"/>
          <p:cNvGrpSpPr/>
          <p:nvPr/>
        </p:nvGrpSpPr>
        <p:grpSpPr>
          <a:xfrm>
            <a:off x="5267309" y="3347042"/>
            <a:ext cx="427026" cy="381637"/>
            <a:chOff x="6184392" y="3276599"/>
            <a:chExt cx="341757" cy="298703"/>
          </a:xfrm>
        </p:grpSpPr>
        <p:sp>
          <p:nvSpPr>
            <p:cNvPr id="2539" name="Google Shape;2539;p22"/>
            <p:cNvSpPr/>
            <p:nvPr/>
          </p:nvSpPr>
          <p:spPr>
            <a:xfrm>
              <a:off x="6184392" y="3444239"/>
              <a:ext cx="36830" cy="3175"/>
            </a:xfrm>
            <a:custGeom>
              <a:rect b="b" l="l" r="r" t="t"/>
              <a:pathLst>
                <a:path extrusionOk="0" h="3175" w="36829">
                  <a:moveTo>
                    <a:pt x="0" y="3048"/>
                  </a:moveTo>
                  <a:lnTo>
                    <a:pt x="9144" y="3000"/>
                  </a:lnTo>
                  <a:lnTo>
                    <a:pt x="18288" y="2666"/>
                  </a:lnTo>
                  <a:lnTo>
                    <a:pt x="27432" y="1762"/>
                  </a:lnTo>
                  <a:lnTo>
                    <a:pt x="36575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40" name="Google Shape;2540;p2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254496" y="3377184"/>
              <a:ext cx="143255" cy="1981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1" name="Google Shape;2541;p22"/>
            <p:cNvSpPr/>
            <p:nvPr/>
          </p:nvSpPr>
          <p:spPr>
            <a:xfrm>
              <a:off x="6440424" y="3276599"/>
              <a:ext cx="85725" cy="271780"/>
            </a:xfrm>
            <a:custGeom>
              <a:rect b="b" l="l" r="r" t="t"/>
              <a:pathLst>
                <a:path extrusionOk="0" h="271779" w="85725">
                  <a:moveTo>
                    <a:pt x="15239" y="0"/>
                  </a:moveTo>
                  <a:lnTo>
                    <a:pt x="51244" y="21859"/>
                  </a:lnTo>
                  <a:lnTo>
                    <a:pt x="77724" y="68961"/>
                  </a:lnTo>
                  <a:lnTo>
                    <a:pt x="85343" y="106679"/>
                  </a:lnTo>
                  <a:lnTo>
                    <a:pt x="83200" y="131254"/>
                  </a:lnTo>
                  <a:lnTo>
                    <a:pt x="68627" y="176974"/>
                  </a:lnTo>
                  <a:lnTo>
                    <a:pt x="46291" y="219408"/>
                  </a:lnTo>
                  <a:lnTo>
                    <a:pt x="18478" y="255127"/>
                  </a:lnTo>
                  <a:lnTo>
                    <a:pt x="0" y="27127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42" name="Google Shape;2542;p22"/>
          <p:cNvSpPr/>
          <p:nvPr/>
        </p:nvSpPr>
        <p:spPr>
          <a:xfrm>
            <a:off x="4650513" y="3444400"/>
            <a:ext cx="164241" cy="405653"/>
          </a:xfrm>
          <a:custGeom>
            <a:rect b="b" l="l" r="r" t="t"/>
            <a:pathLst>
              <a:path extrusionOk="0" h="317500" w="131445">
                <a:moveTo>
                  <a:pt x="33385" y="0"/>
                </a:moveTo>
                <a:lnTo>
                  <a:pt x="6381" y="46720"/>
                </a:lnTo>
                <a:lnTo>
                  <a:pt x="0" y="97726"/>
                </a:lnTo>
                <a:lnTo>
                  <a:pt x="238" y="129539"/>
                </a:lnTo>
                <a:lnTo>
                  <a:pt x="9001" y="192024"/>
                </a:lnTo>
                <a:lnTo>
                  <a:pt x="28051" y="249936"/>
                </a:lnTo>
                <a:lnTo>
                  <a:pt x="60817" y="298703"/>
                </a:lnTo>
                <a:lnTo>
                  <a:pt x="111394" y="316706"/>
                </a:lnTo>
                <a:lnTo>
                  <a:pt x="130921" y="316991"/>
                </a:lnTo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3" name="Google Shape;2543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19978" y="3187378"/>
            <a:ext cx="129486" cy="136297"/>
          </a:xfrm>
          <a:prstGeom prst="rect">
            <a:avLst/>
          </a:prstGeom>
          <a:noFill/>
          <a:ln>
            <a:noFill/>
          </a:ln>
        </p:spPr>
      </p:pic>
      <p:sp>
        <p:nvSpPr>
          <p:cNvPr id="2544" name="Google Shape;2544;p22"/>
          <p:cNvSpPr/>
          <p:nvPr/>
        </p:nvSpPr>
        <p:spPr>
          <a:xfrm>
            <a:off x="4159041" y="3495024"/>
            <a:ext cx="437975" cy="374824"/>
          </a:xfrm>
          <a:custGeom>
            <a:rect b="b" l="l" r="r" t="t"/>
            <a:pathLst>
              <a:path extrusionOk="0" h="293370" w="350520">
                <a:moveTo>
                  <a:pt x="298703" y="0"/>
                </a:moveTo>
                <a:lnTo>
                  <a:pt x="282178" y="2286"/>
                </a:lnTo>
                <a:lnTo>
                  <a:pt x="264795" y="4572"/>
                </a:lnTo>
                <a:lnTo>
                  <a:pt x="246840" y="6858"/>
                </a:lnTo>
                <a:lnTo>
                  <a:pt x="228600" y="9143"/>
                </a:lnTo>
                <a:lnTo>
                  <a:pt x="196072" y="16573"/>
                </a:lnTo>
                <a:lnTo>
                  <a:pt x="128730" y="34861"/>
                </a:lnTo>
                <a:lnTo>
                  <a:pt x="80819" y="50434"/>
                </a:lnTo>
                <a:lnTo>
                  <a:pt x="42672" y="73151"/>
                </a:lnTo>
                <a:lnTo>
                  <a:pt x="51958" y="78486"/>
                </a:lnTo>
                <a:lnTo>
                  <a:pt x="64388" y="81534"/>
                </a:lnTo>
                <a:lnTo>
                  <a:pt x="77390" y="83438"/>
                </a:lnTo>
                <a:lnTo>
                  <a:pt x="88391" y="85343"/>
                </a:lnTo>
                <a:lnTo>
                  <a:pt x="122634" y="87153"/>
                </a:lnTo>
                <a:lnTo>
                  <a:pt x="156590" y="88391"/>
                </a:lnTo>
                <a:lnTo>
                  <a:pt x="189976" y="89630"/>
                </a:lnTo>
                <a:lnTo>
                  <a:pt x="222503" y="91439"/>
                </a:lnTo>
                <a:lnTo>
                  <a:pt x="239410" y="92868"/>
                </a:lnTo>
                <a:lnTo>
                  <a:pt x="257175" y="93725"/>
                </a:lnTo>
                <a:lnTo>
                  <a:pt x="274367" y="95726"/>
                </a:lnTo>
                <a:lnTo>
                  <a:pt x="289560" y="100584"/>
                </a:lnTo>
                <a:lnTo>
                  <a:pt x="296370" y="106584"/>
                </a:lnTo>
                <a:lnTo>
                  <a:pt x="296037" y="114300"/>
                </a:lnTo>
                <a:lnTo>
                  <a:pt x="257079" y="151114"/>
                </a:lnTo>
                <a:lnTo>
                  <a:pt x="191357" y="189309"/>
                </a:lnTo>
                <a:lnTo>
                  <a:pt x="158496" y="207263"/>
                </a:lnTo>
                <a:lnTo>
                  <a:pt x="122443" y="223789"/>
                </a:lnTo>
                <a:lnTo>
                  <a:pt x="87249" y="241172"/>
                </a:lnTo>
                <a:lnTo>
                  <a:pt x="52625" y="259127"/>
                </a:lnTo>
                <a:lnTo>
                  <a:pt x="18287" y="277367"/>
                </a:lnTo>
                <a:lnTo>
                  <a:pt x="12191" y="283463"/>
                </a:lnTo>
                <a:lnTo>
                  <a:pt x="3048" y="286512"/>
                </a:lnTo>
                <a:lnTo>
                  <a:pt x="0" y="292608"/>
                </a:lnTo>
                <a:lnTo>
                  <a:pt x="24669" y="293370"/>
                </a:lnTo>
                <a:lnTo>
                  <a:pt x="48767" y="291846"/>
                </a:lnTo>
                <a:lnTo>
                  <a:pt x="72866" y="289179"/>
                </a:lnTo>
                <a:lnTo>
                  <a:pt x="97536" y="286512"/>
                </a:lnTo>
                <a:lnTo>
                  <a:pt x="145109" y="277416"/>
                </a:lnTo>
                <a:lnTo>
                  <a:pt x="192828" y="268614"/>
                </a:lnTo>
                <a:lnTo>
                  <a:pt x="240840" y="260396"/>
                </a:lnTo>
                <a:lnTo>
                  <a:pt x="289291" y="253057"/>
                </a:lnTo>
                <a:lnTo>
                  <a:pt x="338327" y="246887"/>
                </a:lnTo>
                <a:lnTo>
                  <a:pt x="344424" y="246887"/>
                </a:lnTo>
                <a:lnTo>
                  <a:pt x="347472" y="246887"/>
                </a:lnTo>
                <a:lnTo>
                  <a:pt x="350520" y="246887"/>
                </a:lnTo>
                <a:lnTo>
                  <a:pt x="341375" y="249936"/>
                </a:lnTo>
                <a:lnTo>
                  <a:pt x="335279" y="249936"/>
                </a:lnTo>
                <a:lnTo>
                  <a:pt x="329184" y="252984"/>
                </a:lnTo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22"/>
          <p:cNvSpPr/>
          <p:nvPr/>
        </p:nvSpPr>
        <p:spPr>
          <a:xfrm>
            <a:off x="4216169" y="4067483"/>
            <a:ext cx="7934" cy="94112"/>
          </a:xfrm>
          <a:custGeom>
            <a:rect b="b" l="l" r="r" t="t"/>
            <a:pathLst>
              <a:path extrusionOk="0" h="73660" w="6350">
                <a:moveTo>
                  <a:pt x="0" y="0"/>
                </a:moveTo>
                <a:lnTo>
                  <a:pt x="47" y="11382"/>
                </a:lnTo>
                <a:lnTo>
                  <a:pt x="381" y="22479"/>
                </a:lnTo>
                <a:lnTo>
                  <a:pt x="1285" y="33004"/>
                </a:lnTo>
                <a:lnTo>
                  <a:pt x="3047" y="42672"/>
                </a:lnTo>
                <a:lnTo>
                  <a:pt x="3524" y="51292"/>
                </a:lnTo>
                <a:lnTo>
                  <a:pt x="4571" y="59055"/>
                </a:lnTo>
                <a:lnTo>
                  <a:pt x="5619" y="66246"/>
                </a:lnTo>
                <a:lnTo>
                  <a:pt x="6095" y="73152"/>
                </a:lnTo>
              </a:path>
            </a:pathLst>
          </a:custGeom>
          <a:noFill/>
          <a:ln cap="flat" cmpd="sng" w="243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6" name="Google Shape;2546;p22"/>
          <p:cNvGrpSpPr/>
          <p:nvPr/>
        </p:nvGrpSpPr>
        <p:grpSpPr>
          <a:xfrm>
            <a:off x="4181891" y="3974021"/>
            <a:ext cx="270561" cy="175729"/>
            <a:chOff x="5315711" y="3767328"/>
            <a:chExt cx="216535" cy="137541"/>
          </a:xfrm>
        </p:grpSpPr>
        <p:sp>
          <p:nvSpPr>
            <p:cNvPr id="2547" name="Google Shape;2547;p22"/>
            <p:cNvSpPr/>
            <p:nvPr/>
          </p:nvSpPr>
          <p:spPr>
            <a:xfrm>
              <a:off x="5391911" y="3803904"/>
              <a:ext cx="140335" cy="100965"/>
            </a:xfrm>
            <a:custGeom>
              <a:rect b="b" l="l" r="r" t="t"/>
              <a:pathLst>
                <a:path extrusionOk="0" h="100964" w="140335">
                  <a:moveTo>
                    <a:pt x="137160" y="0"/>
                  </a:moveTo>
                  <a:lnTo>
                    <a:pt x="137160" y="0"/>
                  </a:lnTo>
                  <a:lnTo>
                    <a:pt x="137160" y="97536"/>
                  </a:lnTo>
                  <a:lnTo>
                    <a:pt x="140208" y="97536"/>
                  </a:lnTo>
                  <a:lnTo>
                    <a:pt x="140208" y="100584"/>
                  </a:lnTo>
                </a:path>
                <a:path extrusionOk="0" h="100964" w="140335">
                  <a:moveTo>
                    <a:pt x="24384" y="73151"/>
                  </a:moveTo>
                  <a:lnTo>
                    <a:pt x="67055" y="67056"/>
                  </a:lnTo>
                  <a:lnTo>
                    <a:pt x="73151" y="64008"/>
                  </a:lnTo>
                  <a:lnTo>
                    <a:pt x="76200" y="64008"/>
                  </a:lnTo>
                  <a:lnTo>
                    <a:pt x="82296" y="60960"/>
                  </a:lnTo>
                </a:path>
                <a:path extrusionOk="0" h="100964" w="140335">
                  <a:moveTo>
                    <a:pt x="0" y="21336"/>
                  </a:moveTo>
                  <a:lnTo>
                    <a:pt x="9620" y="21336"/>
                  </a:lnTo>
                  <a:lnTo>
                    <a:pt x="19812" y="21336"/>
                  </a:lnTo>
                  <a:lnTo>
                    <a:pt x="30003" y="21336"/>
                  </a:lnTo>
                  <a:lnTo>
                    <a:pt x="39624" y="21336"/>
                  </a:lnTo>
                  <a:lnTo>
                    <a:pt x="45720" y="24384"/>
                  </a:lnTo>
                  <a:lnTo>
                    <a:pt x="48767" y="27432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8" name="Google Shape;2548;p22"/>
            <p:cNvSpPr/>
            <p:nvPr/>
          </p:nvSpPr>
          <p:spPr>
            <a:xfrm>
              <a:off x="5315711" y="3767328"/>
              <a:ext cx="21590" cy="24765"/>
            </a:xfrm>
            <a:custGeom>
              <a:rect b="b" l="l" r="r" t="t"/>
              <a:pathLst>
                <a:path extrusionOk="0" h="24764" w="21589">
                  <a:moveTo>
                    <a:pt x="0" y="6096"/>
                  </a:moveTo>
                  <a:lnTo>
                    <a:pt x="0" y="18287"/>
                  </a:lnTo>
                  <a:lnTo>
                    <a:pt x="6096" y="24384"/>
                  </a:lnTo>
                  <a:lnTo>
                    <a:pt x="18287" y="24384"/>
                  </a:lnTo>
                  <a:lnTo>
                    <a:pt x="21336" y="18287"/>
                  </a:lnTo>
                  <a:lnTo>
                    <a:pt x="21336" y="12192"/>
                  </a:lnTo>
                  <a:lnTo>
                    <a:pt x="21336" y="6096"/>
                  </a:lnTo>
                  <a:lnTo>
                    <a:pt x="18287" y="0"/>
                  </a:lnTo>
                  <a:lnTo>
                    <a:pt x="6096" y="0"/>
                  </a:lnTo>
                  <a:lnTo>
                    <a:pt x="0" y="6096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49" name="Google Shape;2549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4773" y="4499748"/>
            <a:ext cx="205655" cy="20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0" name="Google Shape;2550;p22"/>
          <p:cNvGrpSpPr/>
          <p:nvPr/>
        </p:nvGrpSpPr>
        <p:grpSpPr>
          <a:xfrm>
            <a:off x="457200" y="3565123"/>
            <a:ext cx="2308256" cy="2835677"/>
            <a:chOff x="457200" y="3565123"/>
            <a:chExt cx="2308256" cy="2835677"/>
          </a:xfrm>
        </p:grpSpPr>
        <p:sp>
          <p:nvSpPr>
            <p:cNvPr id="2551" name="Google Shape;2551;p22"/>
            <p:cNvSpPr/>
            <p:nvPr/>
          </p:nvSpPr>
          <p:spPr>
            <a:xfrm>
              <a:off x="879940" y="5527835"/>
              <a:ext cx="803748" cy="408899"/>
            </a:xfrm>
            <a:custGeom>
              <a:rect b="b" l="l" r="r" t="t"/>
              <a:pathLst>
                <a:path extrusionOk="0" h="320039" w="643254">
                  <a:moveTo>
                    <a:pt x="15239" y="134112"/>
                  </a:moveTo>
                  <a:lnTo>
                    <a:pt x="15811" y="151447"/>
                  </a:lnTo>
                  <a:lnTo>
                    <a:pt x="17525" y="167639"/>
                  </a:lnTo>
                  <a:lnTo>
                    <a:pt x="20383" y="183832"/>
                  </a:lnTo>
                  <a:lnTo>
                    <a:pt x="24383" y="201168"/>
                  </a:lnTo>
                  <a:lnTo>
                    <a:pt x="27146" y="219456"/>
                  </a:lnTo>
                  <a:lnTo>
                    <a:pt x="30479" y="237744"/>
                  </a:lnTo>
                  <a:lnTo>
                    <a:pt x="33813" y="256031"/>
                  </a:lnTo>
                  <a:lnTo>
                    <a:pt x="36575" y="274319"/>
                  </a:lnTo>
                  <a:lnTo>
                    <a:pt x="38338" y="285750"/>
                  </a:lnTo>
                  <a:lnTo>
                    <a:pt x="39242" y="297180"/>
                  </a:lnTo>
                  <a:lnTo>
                    <a:pt x="39576" y="308610"/>
                  </a:lnTo>
                  <a:lnTo>
                    <a:pt x="39624" y="320039"/>
                  </a:lnTo>
                </a:path>
                <a:path extrusionOk="0" h="320039" w="643254">
                  <a:moveTo>
                    <a:pt x="6096" y="137159"/>
                  </a:moveTo>
                  <a:lnTo>
                    <a:pt x="0" y="128015"/>
                  </a:lnTo>
                  <a:lnTo>
                    <a:pt x="0" y="121919"/>
                  </a:lnTo>
                  <a:lnTo>
                    <a:pt x="6905" y="116633"/>
                  </a:lnTo>
                  <a:lnTo>
                    <a:pt x="14097" y="113918"/>
                  </a:lnTo>
                  <a:lnTo>
                    <a:pt x="21859" y="112918"/>
                  </a:lnTo>
                  <a:lnTo>
                    <a:pt x="30479" y="112775"/>
                  </a:lnTo>
                  <a:lnTo>
                    <a:pt x="42338" y="113442"/>
                  </a:lnTo>
                  <a:lnTo>
                    <a:pt x="81915" y="136874"/>
                  </a:lnTo>
                  <a:lnTo>
                    <a:pt x="86487" y="161448"/>
                  </a:lnTo>
                  <a:lnTo>
                    <a:pt x="85344" y="173736"/>
                  </a:lnTo>
                  <a:lnTo>
                    <a:pt x="60055" y="211883"/>
                  </a:lnTo>
                  <a:lnTo>
                    <a:pt x="31194" y="233648"/>
                  </a:lnTo>
                  <a:lnTo>
                    <a:pt x="24383" y="237744"/>
                  </a:lnTo>
                  <a:lnTo>
                    <a:pt x="33051" y="237744"/>
                  </a:lnTo>
                  <a:lnTo>
                    <a:pt x="41148" y="237744"/>
                  </a:lnTo>
                  <a:lnTo>
                    <a:pt x="49244" y="237744"/>
                  </a:lnTo>
                  <a:lnTo>
                    <a:pt x="57911" y="237744"/>
                  </a:lnTo>
                  <a:lnTo>
                    <a:pt x="72056" y="240077"/>
                  </a:lnTo>
                  <a:lnTo>
                    <a:pt x="112775" y="249936"/>
                  </a:lnTo>
                  <a:lnTo>
                    <a:pt x="134111" y="271271"/>
                  </a:lnTo>
                  <a:lnTo>
                    <a:pt x="134111" y="274319"/>
                  </a:lnTo>
                  <a:lnTo>
                    <a:pt x="134111" y="277368"/>
                  </a:lnTo>
                </a:path>
                <a:path extrusionOk="0" h="320039" w="643254">
                  <a:moveTo>
                    <a:pt x="146303" y="134112"/>
                  </a:moveTo>
                  <a:lnTo>
                    <a:pt x="151304" y="146018"/>
                  </a:lnTo>
                  <a:lnTo>
                    <a:pt x="156591" y="158495"/>
                  </a:lnTo>
                  <a:lnTo>
                    <a:pt x="161305" y="170973"/>
                  </a:lnTo>
                  <a:lnTo>
                    <a:pt x="164592" y="182880"/>
                  </a:lnTo>
                  <a:lnTo>
                    <a:pt x="169116" y="196595"/>
                  </a:lnTo>
                  <a:lnTo>
                    <a:pt x="173354" y="210311"/>
                  </a:lnTo>
                  <a:lnTo>
                    <a:pt x="182498" y="254127"/>
                  </a:lnTo>
                  <a:lnTo>
                    <a:pt x="182832" y="261318"/>
                  </a:lnTo>
                  <a:lnTo>
                    <a:pt x="182879" y="268224"/>
                  </a:lnTo>
                </a:path>
                <a:path extrusionOk="0" h="320039" w="643254">
                  <a:moveTo>
                    <a:pt x="219455" y="103631"/>
                  </a:moveTo>
                  <a:lnTo>
                    <a:pt x="220503" y="116871"/>
                  </a:lnTo>
                  <a:lnTo>
                    <a:pt x="223265" y="129539"/>
                  </a:lnTo>
                  <a:lnTo>
                    <a:pt x="227171" y="142208"/>
                  </a:lnTo>
                  <a:lnTo>
                    <a:pt x="231648" y="155447"/>
                  </a:lnTo>
                  <a:lnTo>
                    <a:pt x="236220" y="169163"/>
                  </a:lnTo>
                  <a:lnTo>
                    <a:pt x="240792" y="182880"/>
                  </a:lnTo>
                  <a:lnTo>
                    <a:pt x="245364" y="196596"/>
                  </a:lnTo>
                  <a:lnTo>
                    <a:pt x="249935" y="210312"/>
                  </a:lnTo>
                  <a:lnTo>
                    <a:pt x="251698" y="217217"/>
                  </a:lnTo>
                  <a:lnTo>
                    <a:pt x="252602" y="224408"/>
                  </a:lnTo>
                  <a:lnTo>
                    <a:pt x="252936" y="232171"/>
                  </a:lnTo>
                  <a:lnTo>
                    <a:pt x="252983" y="240792"/>
                  </a:lnTo>
                </a:path>
                <a:path extrusionOk="0" h="320039" w="643254">
                  <a:moveTo>
                    <a:pt x="210311" y="94487"/>
                  </a:moveTo>
                  <a:lnTo>
                    <a:pt x="259079" y="100583"/>
                  </a:lnTo>
                  <a:lnTo>
                    <a:pt x="306228" y="124587"/>
                  </a:lnTo>
                  <a:lnTo>
                    <a:pt x="322325" y="169163"/>
                  </a:lnTo>
                  <a:lnTo>
                    <a:pt x="319563" y="183927"/>
                  </a:lnTo>
                  <a:lnTo>
                    <a:pt x="298703" y="226313"/>
                  </a:lnTo>
                  <a:lnTo>
                    <a:pt x="274320" y="249936"/>
                  </a:lnTo>
                  <a:lnTo>
                    <a:pt x="268843" y="255746"/>
                  </a:lnTo>
                  <a:lnTo>
                    <a:pt x="262509" y="262127"/>
                  </a:lnTo>
                  <a:lnTo>
                    <a:pt x="256746" y="266223"/>
                  </a:lnTo>
                  <a:lnTo>
                    <a:pt x="252983" y="265175"/>
                  </a:lnTo>
                  <a:lnTo>
                    <a:pt x="252983" y="262127"/>
                  </a:lnTo>
                  <a:lnTo>
                    <a:pt x="252983" y="259080"/>
                  </a:lnTo>
                  <a:lnTo>
                    <a:pt x="252983" y="256031"/>
                  </a:lnTo>
                </a:path>
                <a:path extrusionOk="0" h="320039" w="643254">
                  <a:moveTo>
                    <a:pt x="420624" y="21336"/>
                  </a:moveTo>
                  <a:lnTo>
                    <a:pt x="412003" y="19240"/>
                  </a:lnTo>
                  <a:lnTo>
                    <a:pt x="404240" y="18287"/>
                  </a:lnTo>
                  <a:lnTo>
                    <a:pt x="397049" y="19621"/>
                  </a:lnTo>
                  <a:lnTo>
                    <a:pt x="374523" y="55244"/>
                  </a:lnTo>
                  <a:lnTo>
                    <a:pt x="364664" y="108442"/>
                  </a:lnTo>
                  <a:lnTo>
                    <a:pt x="366141" y="127634"/>
                  </a:lnTo>
                  <a:lnTo>
                    <a:pt x="377951" y="164592"/>
                  </a:lnTo>
                  <a:lnTo>
                    <a:pt x="408812" y="190309"/>
                  </a:lnTo>
                  <a:lnTo>
                    <a:pt x="434530" y="192166"/>
                  </a:lnTo>
                  <a:lnTo>
                    <a:pt x="444246" y="188594"/>
                  </a:lnTo>
                  <a:lnTo>
                    <a:pt x="452818" y="182165"/>
                  </a:lnTo>
                  <a:lnTo>
                    <a:pt x="460248" y="173736"/>
                  </a:lnTo>
                  <a:lnTo>
                    <a:pt x="464153" y="167735"/>
                  </a:lnTo>
                  <a:lnTo>
                    <a:pt x="466344" y="160019"/>
                  </a:lnTo>
                  <a:lnTo>
                    <a:pt x="466248" y="152304"/>
                  </a:lnTo>
                  <a:lnTo>
                    <a:pt x="435863" y="131063"/>
                  </a:lnTo>
                  <a:lnTo>
                    <a:pt x="432815" y="128015"/>
                  </a:lnTo>
                  <a:lnTo>
                    <a:pt x="429768" y="128015"/>
                  </a:lnTo>
                  <a:lnTo>
                    <a:pt x="435863" y="121919"/>
                  </a:lnTo>
                  <a:lnTo>
                    <a:pt x="438911" y="118871"/>
                  </a:lnTo>
                  <a:lnTo>
                    <a:pt x="448055" y="112775"/>
                  </a:lnTo>
                  <a:lnTo>
                    <a:pt x="455437" y="106441"/>
                  </a:lnTo>
                  <a:lnTo>
                    <a:pt x="463677" y="100964"/>
                  </a:lnTo>
                  <a:lnTo>
                    <a:pt x="472487" y="96059"/>
                  </a:lnTo>
                  <a:lnTo>
                    <a:pt x="481583" y="91439"/>
                  </a:lnTo>
                  <a:lnTo>
                    <a:pt x="484631" y="88392"/>
                  </a:lnTo>
                  <a:lnTo>
                    <a:pt x="493775" y="85343"/>
                  </a:lnTo>
                  <a:lnTo>
                    <a:pt x="496824" y="88392"/>
                  </a:lnTo>
                  <a:lnTo>
                    <a:pt x="500348" y="95726"/>
                  </a:lnTo>
                  <a:lnTo>
                    <a:pt x="502158" y="103631"/>
                  </a:lnTo>
                  <a:lnTo>
                    <a:pt x="502824" y="111537"/>
                  </a:lnTo>
                  <a:lnTo>
                    <a:pt x="502920" y="118871"/>
                  </a:lnTo>
                  <a:lnTo>
                    <a:pt x="502634" y="130778"/>
                  </a:lnTo>
                  <a:lnTo>
                    <a:pt x="502920" y="145541"/>
                  </a:lnTo>
                  <a:lnTo>
                    <a:pt x="505491" y="159162"/>
                  </a:lnTo>
                  <a:lnTo>
                    <a:pt x="512063" y="167639"/>
                  </a:lnTo>
                  <a:lnTo>
                    <a:pt x="515111" y="167639"/>
                  </a:lnTo>
                  <a:lnTo>
                    <a:pt x="515111" y="164591"/>
                  </a:lnTo>
                </a:path>
                <a:path extrusionOk="0" h="320039" w="643254">
                  <a:moveTo>
                    <a:pt x="539496" y="45719"/>
                  </a:moveTo>
                  <a:lnTo>
                    <a:pt x="537781" y="55340"/>
                  </a:lnTo>
                  <a:lnTo>
                    <a:pt x="537210" y="65531"/>
                  </a:lnTo>
                  <a:lnTo>
                    <a:pt x="537781" y="75723"/>
                  </a:lnTo>
                  <a:lnTo>
                    <a:pt x="539496" y="85343"/>
                  </a:lnTo>
                  <a:lnTo>
                    <a:pt x="541781" y="94487"/>
                  </a:lnTo>
                  <a:lnTo>
                    <a:pt x="544067" y="103631"/>
                  </a:lnTo>
                  <a:lnTo>
                    <a:pt x="546353" y="112775"/>
                  </a:lnTo>
                  <a:lnTo>
                    <a:pt x="548639" y="121919"/>
                  </a:lnTo>
                  <a:lnTo>
                    <a:pt x="551687" y="128015"/>
                  </a:lnTo>
                  <a:lnTo>
                    <a:pt x="554735" y="137159"/>
                  </a:lnTo>
                  <a:lnTo>
                    <a:pt x="557783" y="143255"/>
                  </a:lnTo>
                  <a:lnTo>
                    <a:pt x="557783" y="146303"/>
                  </a:lnTo>
                  <a:lnTo>
                    <a:pt x="560831" y="146303"/>
                  </a:lnTo>
                  <a:lnTo>
                    <a:pt x="566927" y="149351"/>
                  </a:lnTo>
                  <a:lnTo>
                    <a:pt x="573024" y="146303"/>
                  </a:lnTo>
                  <a:lnTo>
                    <a:pt x="576072" y="146303"/>
                  </a:lnTo>
                  <a:lnTo>
                    <a:pt x="584692" y="141731"/>
                  </a:lnTo>
                  <a:lnTo>
                    <a:pt x="592454" y="137159"/>
                  </a:lnTo>
                  <a:lnTo>
                    <a:pt x="599646" y="132587"/>
                  </a:lnTo>
                  <a:lnTo>
                    <a:pt x="606551" y="128015"/>
                  </a:lnTo>
                  <a:lnTo>
                    <a:pt x="615172" y="123920"/>
                  </a:lnTo>
                  <a:lnTo>
                    <a:pt x="622934" y="120395"/>
                  </a:lnTo>
                  <a:lnTo>
                    <a:pt x="630126" y="116871"/>
                  </a:lnTo>
                  <a:lnTo>
                    <a:pt x="637031" y="112775"/>
                  </a:lnTo>
                  <a:lnTo>
                    <a:pt x="643127" y="109727"/>
                  </a:lnTo>
                  <a:lnTo>
                    <a:pt x="640079" y="109727"/>
                  </a:lnTo>
                  <a:lnTo>
                    <a:pt x="643127" y="106679"/>
                  </a:lnTo>
                </a:path>
                <a:path extrusionOk="0" h="320039" w="643254">
                  <a:moveTo>
                    <a:pt x="600455" y="100583"/>
                  </a:moveTo>
                  <a:lnTo>
                    <a:pt x="627887" y="70103"/>
                  </a:lnTo>
                  <a:lnTo>
                    <a:pt x="630935" y="64007"/>
                  </a:lnTo>
                  <a:lnTo>
                    <a:pt x="633983" y="57911"/>
                  </a:lnTo>
                </a:path>
                <a:path extrusionOk="0" h="320039" w="643254">
                  <a:moveTo>
                    <a:pt x="554735" y="33527"/>
                  </a:moveTo>
                  <a:lnTo>
                    <a:pt x="566165" y="28908"/>
                  </a:lnTo>
                  <a:lnTo>
                    <a:pt x="577595" y="24002"/>
                  </a:lnTo>
                  <a:lnTo>
                    <a:pt x="589025" y="18526"/>
                  </a:lnTo>
                  <a:lnTo>
                    <a:pt x="600455" y="12191"/>
                  </a:lnTo>
                  <a:lnTo>
                    <a:pt x="609600" y="9143"/>
                  </a:lnTo>
                  <a:lnTo>
                    <a:pt x="615696" y="6095"/>
                  </a:lnTo>
                  <a:lnTo>
                    <a:pt x="621792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2" name="Google Shape;2552;p22"/>
            <p:cNvSpPr/>
            <p:nvPr/>
          </p:nvSpPr>
          <p:spPr>
            <a:xfrm>
              <a:off x="948494" y="5819906"/>
              <a:ext cx="1816962" cy="580894"/>
            </a:xfrm>
            <a:custGeom>
              <a:rect b="b" l="l" r="r" t="t"/>
              <a:pathLst>
                <a:path extrusionOk="0" h="454660" w="1454150">
                  <a:moveTo>
                    <a:pt x="0" y="262127"/>
                  </a:moveTo>
                  <a:lnTo>
                    <a:pt x="33528" y="234695"/>
                  </a:lnTo>
                  <a:lnTo>
                    <a:pt x="70151" y="216931"/>
                  </a:lnTo>
                  <a:lnTo>
                    <a:pt x="107061" y="200024"/>
                  </a:lnTo>
                  <a:lnTo>
                    <a:pt x="144541" y="183689"/>
                  </a:lnTo>
                  <a:lnTo>
                    <a:pt x="182880" y="167639"/>
                  </a:lnTo>
                  <a:lnTo>
                    <a:pt x="233157" y="146755"/>
                  </a:lnTo>
                  <a:lnTo>
                    <a:pt x="283351" y="126548"/>
                  </a:lnTo>
                  <a:lnTo>
                    <a:pt x="333375" y="106680"/>
                  </a:lnTo>
                  <a:lnTo>
                    <a:pt x="383144" y="86811"/>
                  </a:lnTo>
                  <a:lnTo>
                    <a:pt x="432576" y="66604"/>
                  </a:lnTo>
                  <a:lnTo>
                    <a:pt x="481584" y="45719"/>
                  </a:lnTo>
                  <a:lnTo>
                    <a:pt x="503920" y="36575"/>
                  </a:lnTo>
                  <a:lnTo>
                    <a:pt x="525399" y="27431"/>
                  </a:lnTo>
                  <a:lnTo>
                    <a:pt x="546306" y="18287"/>
                  </a:lnTo>
                  <a:lnTo>
                    <a:pt x="566928" y="9143"/>
                  </a:lnTo>
                  <a:lnTo>
                    <a:pt x="573024" y="6095"/>
                  </a:lnTo>
                  <a:lnTo>
                    <a:pt x="579120" y="3047"/>
                  </a:lnTo>
                  <a:lnTo>
                    <a:pt x="585216" y="0"/>
                  </a:lnTo>
                  <a:lnTo>
                    <a:pt x="578358" y="6334"/>
                  </a:lnTo>
                  <a:lnTo>
                    <a:pt x="571500" y="11810"/>
                  </a:lnTo>
                  <a:lnTo>
                    <a:pt x="564642" y="16716"/>
                  </a:lnTo>
                  <a:lnTo>
                    <a:pt x="557784" y="21335"/>
                  </a:lnTo>
                </a:path>
                <a:path extrusionOk="0" h="454660" w="1454150">
                  <a:moveTo>
                    <a:pt x="579120" y="454151"/>
                  </a:moveTo>
                  <a:lnTo>
                    <a:pt x="627507" y="441197"/>
                  </a:lnTo>
                  <a:lnTo>
                    <a:pt x="673608" y="423671"/>
                  </a:lnTo>
                  <a:lnTo>
                    <a:pt x="717042" y="405336"/>
                  </a:lnTo>
                  <a:lnTo>
                    <a:pt x="760476" y="386714"/>
                  </a:lnTo>
                  <a:lnTo>
                    <a:pt x="803909" y="367522"/>
                  </a:lnTo>
                  <a:lnTo>
                    <a:pt x="847343" y="347471"/>
                  </a:lnTo>
                  <a:lnTo>
                    <a:pt x="892722" y="328818"/>
                  </a:lnTo>
                  <a:lnTo>
                    <a:pt x="937516" y="309432"/>
                  </a:lnTo>
                  <a:lnTo>
                    <a:pt x="981870" y="289316"/>
                  </a:lnTo>
                  <a:lnTo>
                    <a:pt x="1025932" y="268467"/>
                  </a:lnTo>
                  <a:lnTo>
                    <a:pt x="1069848" y="246887"/>
                  </a:lnTo>
                  <a:lnTo>
                    <a:pt x="1113422" y="226771"/>
                  </a:lnTo>
                  <a:lnTo>
                    <a:pt x="1156557" y="206654"/>
                  </a:lnTo>
                  <a:lnTo>
                    <a:pt x="1199546" y="186537"/>
                  </a:lnTo>
                  <a:lnTo>
                    <a:pt x="1242681" y="166420"/>
                  </a:lnTo>
                  <a:lnTo>
                    <a:pt x="1286255" y="146303"/>
                  </a:lnTo>
                  <a:lnTo>
                    <a:pt x="1323355" y="128015"/>
                  </a:lnTo>
                  <a:lnTo>
                    <a:pt x="1361313" y="109727"/>
                  </a:lnTo>
                  <a:lnTo>
                    <a:pt x="1399841" y="91439"/>
                  </a:lnTo>
                  <a:lnTo>
                    <a:pt x="1438655" y="73151"/>
                  </a:lnTo>
                  <a:lnTo>
                    <a:pt x="1447800" y="67055"/>
                  </a:lnTo>
                  <a:lnTo>
                    <a:pt x="1453895" y="64007"/>
                  </a:lnTo>
                  <a:lnTo>
                    <a:pt x="1445228" y="68103"/>
                  </a:lnTo>
                  <a:lnTo>
                    <a:pt x="1437131" y="71627"/>
                  </a:lnTo>
                  <a:lnTo>
                    <a:pt x="1429035" y="75152"/>
                  </a:lnTo>
                  <a:lnTo>
                    <a:pt x="1420367" y="79247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3" name="Google Shape;2553;p22"/>
            <p:cNvSpPr/>
            <p:nvPr/>
          </p:nvSpPr>
          <p:spPr>
            <a:xfrm>
              <a:off x="735219" y="4534797"/>
              <a:ext cx="179316" cy="795081"/>
            </a:xfrm>
            <a:custGeom>
              <a:rect b="b" l="l" r="r" t="t"/>
              <a:pathLst>
                <a:path extrusionOk="0" h="622300" w="143510">
                  <a:moveTo>
                    <a:pt x="6096" y="0"/>
                  </a:moveTo>
                  <a:lnTo>
                    <a:pt x="3857" y="18287"/>
                  </a:lnTo>
                  <a:lnTo>
                    <a:pt x="1904" y="36575"/>
                  </a:lnTo>
                  <a:lnTo>
                    <a:pt x="523" y="54863"/>
                  </a:lnTo>
                  <a:lnTo>
                    <a:pt x="0" y="73151"/>
                  </a:lnTo>
                  <a:lnTo>
                    <a:pt x="95" y="109251"/>
                  </a:lnTo>
                  <a:lnTo>
                    <a:pt x="2571" y="180308"/>
                  </a:lnTo>
                  <a:lnTo>
                    <a:pt x="11763" y="261651"/>
                  </a:lnTo>
                  <a:lnTo>
                    <a:pt x="19430" y="306324"/>
                  </a:lnTo>
                  <a:lnTo>
                    <a:pt x="28813" y="350996"/>
                  </a:lnTo>
                  <a:lnTo>
                    <a:pt x="39624" y="396240"/>
                  </a:lnTo>
                  <a:lnTo>
                    <a:pt x="50006" y="441864"/>
                  </a:lnTo>
                  <a:lnTo>
                    <a:pt x="63246" y="486918"/>
                  </a:lnTo>
                  <a:lnTo>
                    <a:pt x="79914" y="530828"/>
                  </a:lnTo>
                  <a:lnTo>
                    <a:pt x="100583" y="573024"/>
                  </a:lnTo>
                  <a:lnTo>
                    <a:pt x="106299" y="587073"/>
                  </a:lnTo>
                  <a:lnTo>
                    <a:pt x="114300" y="600837"/>
                  </a:lnTo>
                  <a:lnTo>
                    <a:pt x="124586" y="612886"/>
                  </a:lnTo>
                  <a:lnTo>
                    <a:pt x="137159" y="621792"/>
                  </a:lnTo>
                  <a:lnTo>
                    <a:pt x="143255" y="621792"/>
                  </a:lnTo>
                  <a:lnTo>
                    <a:pt x="143255" y="618744"/>
                  </a:lnTo>
                  <a:lnTo>
                    <a:pt x="140207" y="615696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2"/>
            <p:cNvSpPr/>
            <p:nvPr/>
          </p:nvSpPr>
          <p:spPr>
            <a:xfrm>
              <a:off x="1451212" y="5520048"/>
              <a:ext cx="1237756" cy="736667"/>
            </a:xfrm>
            <a:custGeom>
              <a:rect b="b" l="l" r="r" t="t"/>
              <a:pathLst>
                <a:path extrusionOk="0" h="576579" w="990600">
                  <a:moveTo>
                    <a:pt x="9144" y="426720"/>
                  </a:moveTo>
                  <a:lnTo>
                    <a:pt x="11953" y="442198"/>
                  </a:lnTo>
                  <a:lnTo>
                    <a:pt x="15620" y="456819"/>
                  </a:lnTo>
                  <a:lnTo>
                    <a:pt x="19859" y="470868"/>
                  </a:lnTo>
                  <a:lnTo>
                    <a:pt x="24383" y="484632"/>
                  </a:lnTo>
                  <a:lnTo>
                    <a:pt x="26765" y="505206"/>
                  </a:lnTo>
                  <a:lnTo>
                    <a:pt x="29717" y="525780"/>
                  </a:lnTo>
                  <a:lnTo>
                    <a:pt x="33813" y="546354"/>
                  </a:lnTo>
                  <a:lnTo>
                    <a:pt x="39624" y="566928"/>
                  </a:lnTo>
                  <a:lnTo>
                    <a:pt x="39624" y="573024"/>
                  </a:lnTo>
                  <a:lnTo>
                    <a:pt x="39624" y="576072"/>
                  </a:lnTo>
                </a:path>
                <a:path extrusionOk="0" h="576579" w="990600">
                  <a:moveTo>
                    <a:pt x="0" y="432816"/>
                  </a:moveTo>
                  <a:lnTo>
                    <a:pt x="6048" y="425767"/>
                  </a:lnTo>
                  <a:lnTo>
                    <a:pt x="11811" y="422148"/>
                  </a:lnTo>
                  <a:lnTo>
                    <a:pt x="19288" y="420814"/>
                  </a:lnTo>
                  <a:lnTo>
                    <a:pt x="30479" y="420624"/>
                  </a:lnTo>
                  <a:lnTo>
                    <a:pt x="41290" y="421767"/>
                  </a:lnTo>
                  <a:lnTo>
                    <a:pt x="50673" y="425196"/>
                  </a:lnTo>
                  <a:lnTo>
                    <a:pt x="58340" y="430910"/>
                  </a:lnTo>
                  <a:lnTo>
                    <a:pt x="64007" y="438911"/>
                  </a:lnTo>
                  <a:lnTo>
                    <a:pt x="66532" y="451246"/>
                  </a:lnTo>
                  <a:lnTo>
                    <a:pt x="65912" y="464438"/>
                  </a:lnTo>
                  <a:lnTo>
                    <a:pt x="53339" y="504063"/>
                  </a:lnTo>
                  <a:lnTo>
                    <a:pt x="48958" y="511254"/>
                  </a:lnTo>
                  <a:lnTo>
                    <a:pt x="45720" y="518160"/>
                  </a:lnTo>
                  <a:lnTo>
                    <a:pt x="45720" y="521208"/>
                  </a:lnTo>
                  <a:lnTo>
                    <a:pt x="60340" y="520398"/>
                  </a:lnTo>
                  <a:lnTo>
                    <a:pt x="75819" y="519302"/>
                  </a:lnTo>
                  <a:lnTo>
                    <a:pt x="90725" y="519922"/>
                  </a:lnTo>
                  <a:lnTo>
                    <a:pt x="103631" y="524255"/>
                  </a:lnTo>
                  <a:lnTo>
                    <a:pt x="109727" y="527303"/>
                  </a:lnTo>
                  <a:lnTo>
                    <a:pt x="112775" y="530351"/>
                  </a:lnTo>
                  <a:lnTo>
                    <a:pt x="115824" y="536447"/>
                  </a:lnTo>
                </a:path>
                <a:path extrusionOk="0" h="576579" w="990600">
                  <a:moveTo>
                    <a:pt x="118872" y="429767"/>
                  </a:moveTo>
                  <a:lnTo>
                    <a:pt x="140207" y="472439"/>
                  </a:lnTo>
                  <a:lnTo>
                    <a:pt x="142541" y="483822"/>
                  </a:lnTo>
                  <a:lnTo>
                    <a:pt x="145160" y="494919"/>
                  </a:lnTo>
                  <a:lnTo>
                    <a:pt x="148351" y="505444"/>
                  </a:lnTo>
                  <a:lnTo>
                    <a:pt x="152400" y="515111"/>
                  </a:lnTo>
                  <a:lnTo>
                    <a:pt x="152400" y="521207"/>
                  </a:lnTo>
                  <a:lnTo>
                    <a:pt x="155448" y="524255"/>
                  </a:lnTo>
                  <a:lnTo>
                    <a:pt x="161544" y="524255"/>
                  </a:lnTo>
                  <a:lnTo>
                    <a:pt x="167639" y="524255"/>
                  </a:lnTo>
                  <a:lnTo>
                    <a:pt x="170687" y="524255"/>
                  </a:lnTo>
                  <a:lnTo>
                    <a:pt x="176783" y="521207"/>
                  </a:lnTo>
                  <a:lnTo>
                    <a:pt x="182879" y="518159"/>
                  </a:lnTo>
                  <a:lnTo>
                    <a:pt x="185927" y="515111"/>
                  </a:lnTo>
                  <a:lnTo>
                    <a:pt x="192024" y="509015"/>
                  </a:lnTo>
                </a:path>
                <a:path extrusionOk="0" h="576579" w="990600">
                  <a:moveTo>
                    <a:pt x="149351" y="472439"/>
                  </a:moveTo>
                  <a:lnTo>
                    <a:pt x="155733" y="464296"/>
                  </a:lnTo>
                  <a:lnTo>
                    <a:pt x="161544" y="457580"/>
                  </a:lnTo>
                  <a:lnTo>
                    <a:pt x="167354" y="451437"/>
                  </a:lnTo>
                  <a:lnTo>
                    <a:pt x="173735" y="445007"/>
                  </a:lnTo>
                  <a:lnTo>
                    <a:pt x="173735" y="441959"/>
                  </a:lnTo>
                  <a:lnTo>
                    <a:pt x="176783" y="441959"/>
                  </a:lnTo>
                </a:path>
                <a:path extrusionOk="0" h="576579" w="990600">
                  <a:moveTo>
                    <a:pt x="128015" y="432815"/>
                  </a:moveTo>
                  <a:lnTo>
                    <a:pt x="130968" y="421624"/>
                  </a:lnTo>
                  <a:lnTo>
                    <a:pt x="135635" y="414146"/>
                  </a:lnTo>
                  <a:lnTo>
                    <a:pt x="142589" y="408384"/>
                  </a:lnTo>
                  <a:lnTo>
                    <a:pt x="152400" y="402335"/>
                  </a:lnTo>
                  <a:lnTo>
                    <a:pt x="159257" y="397811"/>
                  </a:lnTo>
                  <a:lnTo>
                    <a:pt x="166115" y="393572"/>
                  </a:lnTo>
                  <a:lnTo>
                    <a:pt x="172973" y="389905"/>
                  </a:lnTo>
                  <a:lnTo>
                    <a:pt x="179831" y="387095"/>
                  </a:lnTo>
                </a:path>
                <a:path extrusionOk="0" h="576579" w="990600">
                  <a:moveTo>
                    <a:pt x="237744" y="368807"/>
                  </a:moveTo>
                  <a:lnTo>
                    <a:pt x="228933" y="376666"/>
                  </a:lnTo>
                  <a:lnTo>
                    <a:pt x="224408" y="383666"/>
                  </a:lnTo>
                  <a:lnTo>
                    <a:pt x="222742" y="392382"/>
                  </a:lnTo>
                  <a:lnTo>
                    <a:pt x="222503" y="405383"/>
                  </a:lnTo>
                  <a:lnTo>
                    <a:pt x="220789" y="419100"/>
                  </a:lnTo>
                  <a:lnTo>
                    <a:pt x="220218" y="432815"/>
                  </a:lnTo>
                  <a:lnTo>
                    <a:pt x="220789" y="446531"/>
                  </a:lnTo>
                  <a:lnTo>
                    <a:pt x="222503" y="460247"/>
                  </a:lnTo>
                  <a:lnTo>
                    <a:pt x="243839" y="493775"/>
                  </a:lnTo>
                  <a:lnTo>
                    <a:pt x="252412" y="493966"/>
                  </a:lnTo>
                  <a:lnTo>
                    <a:pt x="259842" y="490727"/>
                  </a:lnTo>
                  <a:lnTo>
                    <a:pt x="280796" y="457200"/>
                  </a:lnTo>
                  <a:lnTo>
                    <a:pt x="283463" y="435863"/>
                  </a:lnTo>
                  <a:lnTo>
                    <a:pt x="282797" y="428244"/>
                  </a:lnTo>
                  <a:lnTo>
                    <a:pt x="280415" y="422909"/>
                  </a:lnTo>
                  <a:lnTo>
                    <a:pt x="275748" y="418718"/>
                  </a:lnTo>
                  <a:lnTo>
                    <a:pt x="268224" y="414527"/>
                  </a:lnTo>
                  <a:lnTo>
                    <a:pt x="265175" y="411479"/>
                  </a:lnTo>
                  <a:lnTo>
                    <a:pt x="259079" y="411479"/>
                  </a:lnTo>
                  <a:lnTo>
                    <a:pt x="256031" y="411479"/>
                  </a:lnTo>
                  <a:lnTo>
                    <a:pt x="259079" y="408431"/>
                  </a:lnTo>
                  <a:lnTo>
                    <a:pt x="265175" y="405383"/>
                  </a:lnTo>
                  <a:lnTo>
                    <a:pt x="268224" y="405383"/>
                  </a:lnTo>
                  <a:lnTo>
                    <a:pt x="276844" y="400812"/>
                  </a:lnTo>
                  <a:lnTo>
                    <a:pt x="284606" y="396239"/>
                  </a:lnTo>
                  <a:lnTo>
                    <a:pt x="291798" y="391667"/>
                  </a:lnTo>
                  <a:lnTo>
                    <a:pt x="298703" y="387095"/>
                  </a:lnTo>
                  <a:lnTo>
                    <a:pt x="301751" y="387095"/>
                  </a:lnTo>
                  <a:lnTo>
                    <a:pt x="307848" y="380999"/>
                  </a:lnTo>
                  <a:lnTo>
                    <a:pt x="310896" y="384047"/>
                  </a:lnTo>
                  <a:lnTo>
                    <a:pt x="313944" y="387095"/>
                  </a:lnTo>
                  <a:lnTo>
                    <a:pt x="316992" y="396239"/>
                  </a:lnTo>
                  <a:lnTo>
                    <a:pt x="316992" y="402335"/>
                  </a:lnTo>
                  <a:lnTo>
                    <a:pt x="318801" y="409670"/>
                  </a:lnTo>
                  <a:lnTo>
                    <a:pt x="320039" y="417575"/>
                  </a:lnTo>
                  <a:lnTo>
                    <a:pt x="321278" y="425481"/>
                  </a:lnTo>
                  <a:lnTo>
                    <a:pt x="323087" y="432815"/>
                  </a:lnTo>
                  <a:lnTo>
                    <a:pt x="326135" y="438911"/>
                  </a:lnTo>
                  <a:lnTo>
                    <a:pt x="326135" y="451103"/>
                  </a:lnTo>
                  <a:lnTo>
                    <a:pt x="329183" y="454151"/>
                  </a:lnTo>
                  <a:lnTo>
                    <a:pt x="332231" y="454151"/>
                  </a:lnTo>
                </a:path>
                <a:path extrusionOk="0" h="576579" w="990600">
                  <a:moveTo>
                    <a:pt x="362711" y="323088"/>
                  </a:moveTo>
                  <a:lnTo>
                    <a:pt x="364998" y="334518"/>
                  </a:lnTo>
                  <a:lnTo>
                    <a:pt x="367284" y="345948"/>
                  </a:lnTo>
                  <a:lnTo>
                    <a:pt x="369570" y="357378"/>
                  </a:lnTo>
                  <a:lnTo>
                    <a:pt x="371855" y="368807"/>
                  </a:lnTo>
                  <a:lnTo>
                    <a:pt x="373760" y="382476"/>
                  </a:lnTo>
                  <a:lnTo>
                    <a:pt x="375665" y="395858"/>
                  </a:lnTo>
                  <a:lnTo>
                    <a:pt x="378713" y="408670"/>
                  </a:lnTo>
                  <a:lnTo>
                    <a:pt x="384048" y="420623"/>
                  </a:lnTo>
                  <a:lnTo>
                    <a:pt x="384048" y="423671"/>
                  </a:lnTo>
                </a:path>
                <a:path extrusionOk="0" h="576579" w="990600">
                  <a:moveTo>
                    <a:pt x="359663" y="344423"/>
                  </a:moveTo>
                  <a:lnTo>
                    <a:pt x="358949" y="332184"/>
                  </a:lnTo>
                  <a:lnTo>
                    <a:pt x="358521" y="321944"/>
                  </a:lnTo>
                  <a:lnTo>
                    <a:pt x="360949" y="312277"/>
                  </a:lnTo>
                  <a:lnTo>
                    <a:pt x="396239" y="289559"/>
                  </a:lnTo>
                  <a:lnTo>
                    <a:pt x="404288" y="288416"/>
                  </a:lnTo>
                  <a:lnTo>
                    <a:pt x="410337" y="289559"/>
                  </a:lnTo>
                  <a:lnTo>
                    <a:pt x="414670" y="292988"/>
                  </a:lnTo>
                  <a:lnTo>
                    <a:pt x="417575" y="298703"/>
                  </a:lnTo>
                  <a:lnTo>
                    <a:pt x="418242" y="311419"/>
                  </a:lnTo>
                  <a:lnTo>
                    <a:pt x="416051" y="322706"/>
                  </a:lnTo>
                  <a:lnTo>
                    <a:pt x="411575" y="333422"/>
                  </a:lnTo>
                  <a:lnTo>
                    <a:pt x="405383" y="344423"/>
                  </a:lnTo>
                  <a:lnTo>
                    <a:pt x="400811" y="353091"/>
                  </a:lnTo>
                  <a:lnTo>
                    <a:pt x="396239" y="361188"/>
                  </a:lnTo>
                  <a:lnTo>
                    <a:pt x="391667" y="369284"/>
                  </a:lnTo>
                  <a:lnTo>
                    <a:pt x="387096" y="377951"/>
                  </a:lnTo>
                  <a:lnTo>
                    <a:pt x="384048" y="377951"/>
                  </a:lnTo>
                  <a:lnTo>
                    <a:pt x="384048" y="380999"/>
                  </a:lnTo>
                  <a:lnTo>
                    <a:pt x="390144" y="377951"/>
                  </a:lnTo>
                  <a:lnTo>
                    <a:pt x="396239" y="377951"/>
                  </a:lnTo>
                  <a:lnTo>
                    <a:pt x="399287" y="374903"/>
                  </a:lnTo>
                  <a:lnTo>
                    <a:pt x="410194" y="372665"/>
                  </a:lnTo>
                  <a:lnTo>
                    <a:pt x="420242" y="370712"/>
                  </a:lnTo>
                  <a:lnTo>
                    <a:pt x="429720" y="369331"/>
                  </a:lnTo>
                  <a:lnTo>
                    <a:pt x="438911" y="368807"/>
                  </a:lnTo>
                  <a:lnTo>
                    <a:pt x="445007" y="368807"/>
                  </a:lnTo>
                  <a:lnTo>
                    <a:pt x="451103" y="371855"/>
                  </a:lnTo>
                  <a:lnTo>
                    <a:pt x="457199" y="371855"/>
                  </a:lnTo>
                </a:path>
                <a:path extrusionOk="0" h="576579" w="990600">
                  <a:moveTo>
                    <a:pt x="460247" y="286511"/>
                  </a:moveTo>
                  <a:lnTo>
                    <a:pt x="478535" y="326135"/>
                  </a:lnTo>
                  <a:lnTo>
                    <a:pt x="480869" y="334803"/>
                  </a:lnTo>
                  <a:lnTo>
                    <a:pt x="483488" y="342900"/>
                  </a:lnTo>
                  <a:lnTo>
                    <a:pt x="486679" y="350996"/>
                  </a:lnTo>
                  <a:lnTo>
                    <a:pt x="490727" y="359663"/>
                  </a:lnTo>
                  <a:lnTo>
                    <a:pt x="493775" y="362711"/>
                  </a:lnTo>
                  <a:lnTo>
                    <a:pt x="493775" y="365759"/>
                  </a:lnTo>
                  <a:lnTo>
                    <a:pt x="499871" y="365759"/>
                  </a:lnTo>
                  <a:lnTo>
                    <a:pt x="505967" y="365759"/>
                  </a:lnTo>
                  <a:lnTo>
                    <a:pt x="509015" y="365759"/>
                  </a:lnTo>
                  <a:lnTo>
                    <a:pt x="515111" y="362711"/>
                  </a:lnTo>
                  <a:lnTo>
                    <a:pt x="521207" y="359663"/>
                  </a:lnTo>
                  <a:lnTo>
                    <a:pt x="524255" y="356615"/>
                  </a:lnTo>
                  <a:lnTo>
                    <a:pt x="527303" y="350519"/>
                  </a:lnTo>
                  <a:lnTo>
                    <a:pt x="530351" y="347471"/>
                  </a:lnTo>
                </a:path>
                <a:path extrusionOk="0" h="576579" w="990600">
                  <a:moveTo>
                    <a:pt x="487679" y="316991"/>
                  </a:moveTo>
                  <a:lnTo>
                    <a:pt x="492299" y="307038"/>
                  </a:lnTo>
                  <a:lnTo>
                    <a:pt x="497204" y="299084"/>
                  </a:lnTo>
                  <a:lnTo>
                    <a:pt x="502681" y="291703"/>
                  </a:lnTo>
                  <a:lnTo>
                    <a:pt x="509015" y="283463"/>
                  </a:lnTo>
                  <a:lnTo>
                    <a:pt x="512063" y="277367"/>
                  </a:lnTo>
                  <a:lnTo>
                    <a:pt x="515111" y="277367"/>
                  </a:lnTo>
                  <a:lnTo>
                    <a:pt x="515111" y="271271"/>
                  </a:lnTo>
                </a:path>
                <a:path extrusionOk="0" h="576579" w="990600">
                  <a:moveTo>
                    <a:pt x="472439" y="268223"/>
                  </a:moveTo>
                  <a:lnTo>
                    <a:pt x="477869" y="260603"/>
                  </a:lnTo>
                  <a:lnTo>
                    <a:pt x="481583" y="255269"/>
                  </a:lnTo>
                  <a:lnTo>
                    <a:pt x="485298" y="251079"/>
                  </a:lnTo>
                  <a:lnTo>
                    <a:pt x="490727" y="246887"/>
                  </a:lnTo>
                </a:path>
                <a:path extrusionOk="0" h="576579" w="990600">
                  <a:moveTo>
                    <a:pt x="588263" y="222503"/>
                  </a:moveTo>
                  <a:lnTo>
                    <a:pt x="582167" y="219455"/>
                  </a:lnTo>
                  <a:lnTo>
                    <a:pt x="573023" y="213359"/>
                  </a:lnTo>
                  <a:lnTo>
                    <a:pt x="566927" y="213359"/>
                  </a:lnTo>
                  <a:lnTo>
                    <a:pt x="560831" y="213359"/>
                  </a:lnTo>
                  <a:lnTo>
                    <a:pt x="557783" y="216407"/>
                  </a:lnTo>
                  <a:lnTo>
                    <a:pt x="554735" y="219455"/>
                  </a:lnTo>
                  <a:lnTo>
                    <a:pt x="553021" y="229028"/>
                  </a:lnTo>
                  <a:lnTo>
                    <a:pt x="552449" y="238886"/>
                  </a:lnTo>
                  <a:lnTo>
                    <a:pt x="553021" y="248173"/>
                  </a:lnTo>
                  <a:lnTo>
                    <a:pt x="554735" y="256031"/>
                  </a:lnTo>
                  <a:lnTo>
                    <a:pt x="555878" y="265080"/>
                  </a:lnTo>
                  <a:lnTo>
                    <a:pt x="588263" y="292226"/>
                  </a:lnTo>
                  <a:lnTo>
                    <a:pt x="596169" y="293798"/>
                  </a:lnTo>
                  <a:lnTo>
                    <a:pt x="603503" y="295655"/>
                  </a:lnTo>
                  <a:lnTo>
                    <a:pt x="609599" y="298703"/>
                  </a:lnTo>
                  <a:lnTo>
                    <a:pt x="615695" y="298703"/>
                  </a:lnTo>
                  <a:lnTo>
                    <a:pt x="615695" y="304799"/>
                  </a:lnTo>
                  <a:lnTo>
                    <a:pt x="615695" y="313943"/>
                  </a:lnTo>
                  <a:lnTo>
                    <a:pt x="609599" y="316991"/>
                  </a:lnTo>
                  <a:lnTo>
                    <a:pt x="603503" y="323088"/>
                  </a:lnTo>
                  <a:lnTo>
                    <a:pt x="596122" y="328040"/>
                  </a:lnTo>
                  <a:lnTo>
                    <a:pt x="587882" y="332993"/>
                  </a:lnTo>
                  <a:lnTo>
                    <a:pt x="579072" y="336803"/>
                  </a:lnTo>
                  <a:lnTo>
                    <a:pt x="569975" y="338327"/>
                  </a:lnTo>
                  <a:lnTo>
                    <a:pt x="566927" y="335279"/>
                  </a:lnTo>
                  <a:lnTo>
                    <a:pt x="569975" y="332231"/>
                  </a:lnTo>
                </a:path>
                <a:path extrusionOk="0" h="576579" w="990600">
                  <a:moveTo>
                    <a:pt x="670559" y="176783"/>
                  </a:moveTo>
                  <a:lnTo>
                    <a:pt x="669083" y="169211"/>
                  </a:lnTo>
                  <a:lnTo>
                    <a:pt x="667892" y="164210"/>
                  </a:lnTo>
                  <a:lnTo>
                    <a:pt x="664987" y="160924"/>
                  </a:lnTo>
                  <a:lnTo>
                    <a:pt x="658367" y="158495"/>
                  </a:lnTo>
                  <a:lnTo>
                    <a:pt x="651605" y="160067"/>
                  </a:lnTo>
                  <a:lnTo>
                    <a:pt x="632078" y="193166"/>
                  </a:lnTo>
                  <a:lnTo>
                    <a:pt x="631459" y="201215"/>
                  </a:lnTo>
                  <a:lnTo>
                    <a:pt x="633983" y="207263"/>
                  </a:lnTo>
                  <a:lnTo>
                    <a:pt x="639556" y="213121"/>
                  </a:lnTo>
                  <a:lnTo>
                    <a:pt x="646556" y="217550"/>
                  </a:lnTo>
                  <a:lnTo>
                    <a:pt x="654129" y="221408"/>
                  </a:lnTo>
                  <a:lnTo>
                    <a:pt x="661415" y="225551"/>
                  </a:lnTo>
                  <a:lnTo>
                    <a:pt x="668273" y="227409"/>
                  </a:lnTo>
                  <a:lnTo>
                    <a:pt x="675131" y="228980"/>
                  </a:lnTo>
                  <a:lnTo>
                    <a:pt x="681989" y="231124"/>
                  </a:lnTo>
                  <a:lnTo>
                    <a:pt x="688847" y="234695"/>
                  </a:lnTo>
                  <a:lnTo>
                    <a:pt x="691895" y="237743"/>
                  </a:lnTo>
                  <a:lnTo>
                    <a:pt x="694943" y="243839"/>
                  </a:lnTo>
                  <a:lnTo>
                    <a:pt x="691895" y="249935"/>
                  </a:lnTo>
                  <a:lnTo>
                    <a:pt x="688562" y="256746"/>
                  </a:lnTo>
                  <a:lnTo>
                    <a:pt x="683513" y="263270"/>
                  </a:lnTo>
                  <a:lnTo>
                    <a:pt x="677322" y="269224"/>
                  </a:lnTo>
                  <a:lnTo>
                    <a:pt x="670559" y="274319"/>
                  </a:lnTo>
                  <a:lnTo>
                    <a:pt x="667654" y="278368"/>
                  </a:lnTo>
                  <a:lnTo>
                    <a:pt x="661034" y="283844"/>
                  </a:lnTo>
                  <a:lnTo>
                    <a:pt x="653843" y="287607"/>
                  </a:lnTo>
                  <a:lnTo>
                    <a:pt x="649223" y="286511"/>
                  </a:lnTo>
                  <a:lnTo>
                    <a:pt x="646175" y="286511"/>
                  </a:lnTo>
                  <a:lnTo>
                    <a:pt x="646175" y="283463"/>
                  </a:lnTo>
                  <a:lnTo>
                    <a:pt x="646175" y="280415"/>
                  </a:lnTo>
                </a:path>
                <a:path extrusionOk="0" h="576579" w="990600">
                  <a:moveTo>
                    <a:pt x="725423" y="155447"/>
                  </a:moveTo>
                  <a:lnTo>
                    <a:pt x="728186" y="162829"/>
                  </a:lnTo>
                  <a:lnTo>
                    <a:pt x="731519" y="171069"/>
                  </a:lnTo>
                  <a:lnTo>
                    <a:pt x="734853" y="179879"/>
                  </a:lnTo>
                  <a:lnTo>
                    <a:pt x="737615" y="188975"/>
                  </a:lnTo>
                  <a:lnTo>
                    <a:pt x="739949" y="198643"/>
                  </a:lnTo>
                  <a:lnTo>
                    <a:pt x="742568" y="209168"/>
                  </a:lnTo>
                  <a:lnTo>
                    <a:pt x="745759" y="220265"/>
                  </a:lnTo>
                  <a:lnTo>
                    <a:pt x="749807" y="231647"/>
                  </a:lnTo>
                  <a:lnTo>
                    <a:pt x="749807" y="234695"/>
                  </a:lnTo>
                  <a:lnTo>
                    <a:pt x="752855" y="234695"/>
                  </a:lnTo>
                  <a:lnTo>
                    <a:pt x="755903" y="237743"/>
                  </a:lnTo>
                </a:path>
                <a:path extrusionOk="0" h="576579" w="990600">
                  <a:moveTo>
                    <a:pt x="792479" y="137159"/>
                  </a:moveTo>
                  <a:lnTo>
                    <a:pt x="790860" y="149399"/>
                  </a:lnTo>
                  <a:lnTo>
                    <a:pt x="790955" y="159638"/>
                  </a:lnTo>
                  <a:lnTo>
                    <a:pt x="793337" y="169306"/>
                  </a:lnTo>
                  <a:lnTo>
                    <a:pt x="798575" y="179831"/>
                  </a:lnTo>
                  <a:lnTo>
                    <a:pt x="801481" y="188452"/>
                  </a:lnTo>
                  <a:lnTo>
                    <a:pt x="805814" y="196214"/>
                  </a:lnTo>
                  <a:lnTo>
                    <a:pt x="811863" y="203406"/>
                  </a:lnTo>
                  <a:lnTo>
                    <a:pt x="819911" y="210311"/>
                  </a:lnTo>
                  <a:lnTo>
                    <a:pt x="826007" y="213359"/>
                  </a:lnTo>
                  <a:lnTo>
                    <a:pt x="835151" y="213359"/>
                  </a:lnTo>
                  <a:lnTo>
                    <a:pt x="838199" y="207263"/>
                  </a:lnTo>
                  <a:lnTo>
                    <a:pt x="841724" y="201691"/>
                  </a:lnTo>
                  <a:lnTo>
                    <a:pt x="843533" y="194690"/>
                  </a:lnTo>
                  <a:lnTo>
                    <a:pt x="844200" y="187118"/>
                  </a:lnTo>
                  <a:lnTo>
                    <a:pt x="844295" y="179831"/>
                  </a:lnTo>
                  <a:lnTo>
                    <a:pt x="844962" y="169449"/>
                  </a:lnTo>
                  <a:lnTo>
                    <a:pt x="816482" y="136397"/>
                  </a:lnTo>
                  <a:lnTo>
                    <a:pt x="798575" y="131063"/>
                  </a:lnTo>
                  <a:lnTo>
                    <a:pt x="792479" y="131063"/>
                  </a:lnTo>
                  <a:lnTo>
                    <a:pt x="792479" y="128015"/>
                  </a:lnTo>
                  <a:lnTo>
                    <a:pt x="789431" y="128015"/>
                  </a:lnTo>
                </a:path>
                <a:path extrusionOk="0" h="576579" w="990600">
                  <a:moveTo>
                    <a:pt x="880871" y="88391"/>
                  </a:moveTo>
                  <a:lnTo>
                    <a:pt x="884443" y="97583"/>
                  </a:lnTo>
                  <a:lnTo>
                    <a:pt x="886586" y="107060"/>
                  </a:lnTo>
                  <a:lnTo>
                    <a:pt x="888158" y="117109"/>
                  </a:lnTo>
                  <a:lnTo>
                    <a:pt x="890015" y="128015"/>
                  </a:lnTo>
                  <a:lnTo>
                    <a:pt x="890492" y="135397"/>
                  </a:lnTo>
                  <a:lnTo>
                    <a:pt x="891539" y="143637"/>
                  </a:lnTo>
                  <a:lnTo>
                    <a:pt x="892587" y="152447"/>
                  </a:lnTo>
                  <a:lnTo>
                    <a:pt x="893063" y="161543"/>
                  </a:lnTo>
                  <a:lnTo>
                    <a:pt x="893063" y="167639"/>
                  </a:lnTo>
                  <a:lnTo>
                    <a:pt x="893063" y="170687"/>
                  </a:lnTo>
                  <a:lnTo>
                    <a:pt x="896111" y="173735"/>
                  </a:lnTo>
                </a:path>
                <a:path extrusionOk="0" h="576579" w="990600">
                  <a:moveTo>
                    <a:pt x="880871" y="100583"/>
                  </a:moveTo>
                  <a:lnTo>
                    <a:pt x="894492" y="96726"/>
                  </a:lnTo>
                  <a:lnTo>
                    <a:pt x="905255" y="94868"/>
                  </a:lnTo>
                  <a:lnTo>
                    <a:pt x="916019" y="95869"/>
                  </a:lnTo>
                  <a:lnTo>
                    <a:pt x="929639" y="100583"/>
                  </a:lnTo>
                  <a:lnTo>
                    <a:pt x="938307" y="105632"/>
                  </a:lnTo>
                  <a:lnTo>
                    <a:pt x="946403" y="111251"/>
                  </a:lnTo>
                  <a:lnTo>
                    <a:pt x="954500" y="116871"/>
                  </a:lnTo>
                  <a:lnTo>
                    <a:pt x="963167" y="121919"/>
                  </a:lnTo>
                  <a:lnTo>
                    <a:pt x="969263" y="124967"/>
                  </a:lnTo>
                  <a:lnTo>
                    <a:pt x="975359" y="131063"/>
                  </a:lnTo>
                  <a:lnTo>
                    <a:pt x="984503" y="131063"/>
                  </a:lnTo>
                  <a:lnTo>
                    <a:pt x="987551" y="131063"/>
                  </a:lnTo>
                  <a:lnTo>
                    <a:pt x="990599" y="124967"/>
                  </a:lnTo>
                  <a:lnTo>
                    <a:pt x="990599" y="115823"/>
                  </a:lnTo>
                  <a:lnTo>
                    <a:pt x="987551" y="106679"/>
                  </a:lnTo>
                  <a:lnTo>
                    <a:pt x="984218" y="93487"/>
                  </a:lnTo>
                  <a:lnTo>
                    <a:pt x="979169" y="81152"/>
                  </a:lnTo>
                  <a:lnTo>
                    <a:pt x="972978" y="69389"/>
                  </a:lnTo>
                  <a:lnTo>
                    <a:pt x="966215" y="57911"/>
                  </a:lnTo>
                  <a:lnTo>
                    <a:pt x="961072" y="46529"/>
                  </a:lnTo>
                  <a:lnTo>
                    <a:pt x="954785" y="35432"/>
                  </a:lnTo>
                  <a:lnTo>
                    <a:pt x="947356" y="24907"/>
                  </a:lnTo>
                  <a:lnTo>
                    <a:pt x="938783" y="15239"/>
                  </a:lnTo>
                  <a:lnTo>
                    <a:pt x="932687" y="6095"/>
                  </a:lnTo>
                  <a:lnTo>
                    <a:pt x="929639" y="6095"/>
                  </a:lnTo>
                  <a:lnTo>
                    <a:pt x="926591" y="0"/>
                  </a:lnTo>
                </a:path>
              </a:pathLst>
            </a:custGeom>
            <a:noFill/>
            <a:ln cap="flat" cmpd="sng" w="243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55" name="Google Shape;2555;p2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57200" y="3565123"/>
              <a:ext cx="171379" cy="155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6" name="Google Shape;2556;p22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80051" y="3818250"/>
              <a:ext cx="407505" cy="4011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57" name="Google Shape;2557;p22"/>
            <p:cNvGrpSpPr/>
            <p:nvPr/>
          </p:nvGrpSpPr>
          <p:grpSpPr>
            <a:xfrm>
              <a:off x="1256980" y="3798779"/>
              <a:ext cx="388463" cy="221971"/>
              <a:chOff x="2974847" y="3630168"/>
              <a:chExt cx="310895" cy="173734"/>
            </a:xfrm>
          </p:grpSpPr>
          <p:sp>
            <p:nvSpPr>
              <p:cNvPr id="2558" name="Google Shape;2558;p22"/>
              <p:cNvSpPr/>
              <p:nvPr/>
            </p:nvSpPr>
            <p:spPr>
              <a:xfrm>
                <a:off x="2974847" y="3703320"/>
                <a:ext cx="231775" cy="9525"/>
              </a:xfrm>
              <a:custGeom>
                <a:rect b="b" l="l" r="r" t="t"/>
                <a:pathLst>
                  <a:path extrusionOk="0" h="9525" w="231775">
                    <a:moveTo>
                      <a:pt x="0" y="3047"/>
                    </a:moveTo>
                    <a:lnTo>
                      <a:pt x="4714" y="3524"/>
                    </a:lnTo>
                    <a:lnTo>
                      <a:pt x="12573" y="4571"/>
                    </a:lnTo>
                    <a:lnTo>
                      <a:pt x="21002" y="5619"/>
                    </a:lnTo>
                    <a:lnTo>
                      <a:pt x="27431" y="6095"/>
                    </a:lnTo>
                    <a:lnTo>
                      <a:pt x="48005" y="7858"/>
                    </a:lnTo>
                    <a:lnTo>
                      <a:pt x="68579" y="8762"/>
                    </a:lnTo>
                    <a:lnTo>
                      <a:pt x="89153" y="9096"/>
                    </a:lnTo>
                    <a:lnTo>
                      <a:pt x="109727" y="9143"/>
                    </a:lnTo>
                    <a:lnTo>
                      <a:pt x="139493" y="9143"/>
                    </a:lnTo>
                    <a:lnTo>
                      <a:pt x="171830" y="9143"/>
                    </a:lnTo>
                    <a:lnTo>
                      <a:pt x="203596" y="9143"/>
                    </a:lnTo>
                    <a:lnTo>
                      <a:pt x="231648" y="9143"/>
                    </a:lnTo>
                    <a:lnTo>
                      <a:pt x="225551" y="9143"/>
                    </a:lnTo>
                    <a:lnTo>
                      <a:pt x="219455" y="9143"/>
                    </a:lnTo>
                    <a:lnTo>
                      <a:pt x="213359" y="6095"/>
                    </a:lnTo>
                    <a:lnTo>
                      <a:pt x="207263" y="3047"/>
                    </a:lnTo>
                    <a:lnTo>
                      <a:pt x="207263" y="0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59" name="Google Shape;2559;p22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3148584" y="3630168"/>
                <a:ext cx="137158" cy="1737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560" name="Google Shape;2560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724327" y="3183484"/>
            <a:ext cx="175188" cy="1401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1" name="Google Shape;2561;p22"/>
          <p:cNvGrpSpPr/>
          <p:nvPr/>
        </p:nvGrpSpPr>
        <p:grpSpPr>
          <a:xfrm>
            <a:off x="6973508" y="2685017"/>
            <a:ext cx="140911" cy="494570"/>
            <a:chOff x="7549896" y="2758440"/>
            <a:chExt cx="112774" cy="387094"/>
          </a:xfrm>
        </p:grpSpPr>
        <p:sp>
          <p:nvSpPr>
            <p:cNvPr id="2562" name="Google Shape;2562;p22"/>
            <p:cNvSpPr/>
            <p:nvPr/>
          </p:nvSpPr>
          <p:spPr>
            <a:xfrm>
              <a:off x="7573898" y="2758440"/>
              <a:ext cx="37465" cy="335280"/>
            </a:xfrm>
            <a:custGeom>
              <a:rect b="b" l="l" r="r" t="t"/>
              <a:pathLst>
                <a:path extrusionOk="0" h="335280" w="37465">
                  <a:moveTo>
                    <a:pt x="18668" y="0"/>
                  </a:moveTo>
                  <a:lnTo>
                    <a:pt x="5810" y="54863"/>
                  </a:lnTo>
                  <a:lnTo>
                    <a:pt x="1285" y="118824"/>
                  </a:lnTo>
                  <a:lnTo>
                    <a:pt x="0" y="164211"/>
                  </a:lnTo>
                  <a:lnTo>
                    <a:pt x="428" y="209026"/>
                  </a:lnTo>
                  <a:lnTo>
                    <a:pt x="3428" y="252984"/>
                  </a:lnTo>
                  <a:lnTo>
                    <a:pt x="4095" y="271224"/>
                  </a:lnTo>
                  <a:lnTo>
                    <a:pt x="6476" y="289179"/>
                  </a:lnTo>
                  <a:lnTo>
                    <a:pt x="11144" y="306562"/>
                  </a:lnTo>
                  <a:lnTo>
                    <a:pt x="18668" y="323088"/>
                  </a:lnTo>
                  <a:lnTo>
                    <a:pt x="21955" y="325421"/>
                  </a:lnTo>
                  <a:lnTo>
                    <a:pt x="26669" y="330326"/>
                  </a:lnTo>
                  <a:lnTo>
                    <a:pt x="31956" y="334660"/>
                  </a:lnTo>
                  <a:lnTo>
                    <a:pt x="36956" y="335280"/>
                  </a:lnTo>
                  <a:lnTo>
                    <a:pt x="36956" y="332232"/>
                  </a:lnTo>
                  <a:lnTo>
                    <a:pt x="36956" y="329184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63" name="Google Shape;2563;p2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549896" y="3023616"/>
              <a:ext cx="112774" cy="1219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64" name="Google Shape;2564;p22"/>
          <p:cNvGrpSpPr/>
          <p:nvPr/>
        </p:nvGrpSpPr>
        <p:grpSpPr>
          <a:xfrm>
            <a:off x="7373397" y="2997410"/>
            <a:ext cx="2213204" cy="1977438"/>
            <a:chOff x="7373397" y="2997410"/>
            <a:chExt cx="2213204" cy="1977438"/>
          </a:xfrm>
        </p:grpSpPr>
        <p:grpSp>
          <p:nvGrpSpPr>
            <p:cNvPr id="2565" name="Google Shape;2565;p22"/>
            <p:cNvGrpSpPr/>
            <p:nvPr/>
          </p:nvGrpSpPr>
          <p:grpSpPr>
            <a:xfrm>
              <a:off x="8767302" y="3658585"/>
              <a:ext cx="243740" cy="148630"/>
              <a:chOff x="8985504" y="3520440"/>
              <a:chExt cx="195070" cy="116331"/>
            </a:xfrm>
          </p:grpSpPr>
          <p:sp>
            <p:nvSpPr>
              <p:cNvPr id="2566" name="Google Shape;2566;p22"/>
              <p:cNvSpPr/>
              <p:nvPr/>
            </p:nvSpPr>
            <p:spPr>
              <a:xfrm>
                <a:off x="9012937" y="3578352"/>
                <a:ext cx="6350" cy="58419"/>
              </a:xfrm>
              <a:custGeom>
                <a:rect b="b" l="l" r="r" t="t"/>
                <a:pathLst>
                  <a:path extrusionOk="0" h="58420" w="6350">
                    <a:moveTo>
                      <a:pt x="6094" y="0"/>
                    </a:moveTo>
                    <a:lnTo>
                      <a:pt x="3856" y="9144"/>
                    </a:lnTo>
                    <a:lnTo>
                      <a:pt x="1904" y="18288"/>
                    </a:lnTo>
                    <a:lnTo>
                      <a:pt x="523" y="27432"/>
                    </a:lnTo>
                    <a:lnTo>
                      <a:pt x="0" y="36575"/>
                    </a:lnTo>
                    <a:lnTo>
                      <a:pt x="0" y="42672"/>
                    </a:lnTo>
                    <a:lnTo>
                      <a:pt x="0" y="51815"/>
                    </a:lnTo>
                    <a:lnTo>
                      <a:pt x="0" y="57912"/>
                    </a:lnTo>
                  </a:path>
                </a:pathLst>
              </a:custGeom>
              <a:noFill/>
              <a:ln cap="flat" cmpd="sng" w="24375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67" name="Google Shape;2567;p22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9055608" y="3535680"/>
                <a:ext cx="124966" cy="9448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8" name="Google Shape;2568;p22"/>
              <p:cNvSpPr/>
              <p:nvPr/>
            </p:nvSpPr>
            <p:spPr>
              <a:xfrm>
                <a:off x="8985504" y="3520440"/>
                <a:ext cx="24765" cy="21590"/>
              </a:xfrm>
              <a:custGeom>
                <a:rect b="b" l="l" r="r" t="t"/>
                <a:pathLst>
                  <a:path extrusionOk="0" h="21589" w="24765">
                    <a:moveTo>
                      <a:pt x="0" y="3048"/>
                    </a:moveTo>
                    <a:lnTo>
                      <a:pt x="0" y="18287"/>
                    </a:lnTo>
                    <a:lnTo>
                      <a:pt x="6095" y="21336"/>
                    </a:lnTo>
                    <a:lnTo>
                      <a:pt x="18287" y="21336"/>
                    </a:lnTo>
                    <a:lnTo>
                      <a:pt x="24383" y="18287"/>
                    </a:lnTo>
                    <a:lnTo>
                      <a:pt x="24383" y="12192"/>
                    </a:lnTo>
                    <a:lnTo>
                      <a:pt x="24383" y="3048"/>
                    </a:lnTo>
                    <a:lnTo>
                      <a:pt x="18287" y="0"/>
                    </a:lnTo>
                    <a:lnTo>
                      <a:pt x="6095" y="0"/>
                    </a:lnTo>
                    <a:lnTo>
                      <a:pt x="0" y="304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9" name="Google Shape;2569;p22"/>
            <p:cNvGrpSpPr/>
            <p:nvPr/>
          </p:nvGrpSpPr>
          <p:grpSpPr>
            <a:xfrm>
              <a:off x="7373397" y="2997410"/>
              <a:ext cx="2213204" cy="1977438"/>
              <a:chOff x="7373397" y="2997410"/>
              <a:chExt cx="2213204" cy="1977438"/>
            </a:xfrm>
          </p:grpSpPr>
          <p:grpSp>
            <p:nvGrpSpPr>
              <p:cNvPr id="2570" name="Google Shape;2570;p22"/>
              <p:cNvGrpSpPr/>
              <p:nvPr/>
            </p:nvGrpSpPr>
            <p:grpSpPr>
              <a:xfrm>
                <a:off x="8740642" y="3016030"/>
                <a:ext cx="304678" cy="577650"/>
                <a:chOff x="8964168" y="3017520"/>
                <a:chExt cx="243840" cy="452120"/>
              </a:xfrm>
            </p:grpSpPr>
            <p:pic>
              <p:nvPicPr>
                <p:cNvPr id="2571" name="Google Shape;2571;p22"/>
                <p:cNvPicPr preferRelativeResize="0"/>
                <p:nvPr/>
              </p:nvPicPr>
              <p:blipFill rotWithShape="1">
                <a:blip r:embed="rId25">
                  <a:alphaModFix/>
                </a:blip>
                <a:srcRect b="0" l="0" r="0" t="0"/>
                <a:stretch/>
              </p:blipFill>
              <p:spPr>
                <a:xfrm>
                  <a:off x="9003792" y="3017520"/>
                  <a:ext cx="101820" cy="1584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72" name="Google Shape;2572;p22"/>
                <p:cNvSpPr/>
                <p:nvPr/>
              </p:nvSpPr>
              <p:spPr>
                <a:xfrm>
                  <a:off x="8964168" y="3215640"/>
                  <a:ext cx="243840" cy="254000"/>
                </a:xfrm>
                <a:custGeom>
                  <a:rect b="b" l="l" r="r" t="t"/>
                  <a:pathLst>
                    <a:path extrusionOk="0" h="254000" w="243840">
                      <a:moveTo>
                        <a:pt x="195072" y="12192"/>
                      </a:moveTo>
                      <a:lnTo>
                        <a:pt x="198120" y="3048"/>
                      </a:lnTo>
                      <a:lnTo>
                        <a:pt x="201169" y="3048"/>
                      </a:lnTo>
                      <a:lnTo>
                        <a:pt x="201169" y="0"/>
                      </a:lnTo>
                      <a:lnTo>
                        <a:pt x="191976" y="95"/>
                      </a:lnTo>
                      <a:lnTo>
                        <a:pt x="182499" y="762"/>
                      </a:lnTo>
                      <a:lnTo>
                        <a:pt x="172450" y="2571"/>
                      </a:lnTo>
                      <a:lnTo>
                        <a:pt x="161544" y="6096"/>
                      </a:lnTo>
                      <a:lnTo>
                        <a:pt x="143732" y="11715"/>
                      </a:lnTo>
                      <a:lnTo>
                        <a:pt x="126492" y="19050"/>
                      </a:lnTo>
                      <a:lnTo>
                        <a:pt x="109252" y="27527"/>
                      </a:lnTo>
                      <a:lnTo>
                        <a:pt x="91441" y="36575"/>
                      </a:lnTo>
                      <a:lnTo>
                        <a:pt x="84582" y="40719"/>
                      </a:lnTo>
                      <a:lnTo>
                        <a:pt x="77724" y="44576"/>
                      </a:lnTo>
                      <a:lnTo>
                        <a:pt x="70866" y="49006"/>
                      </a:lnTo>
                      <a:lnTo>
                        <a:pt x="64008" y="54863"/>
                      </a:lnTo>
                      <a:lnTo>
                        <a:pt x="68294" y="60198"/>
                      </a:lnTo>
                      <a:lnTo>
                        <a:pt x="75438" y="63246"/>
                      </a:lnTo>
                      <a:lnTo>
                        <a:pt x="83725" y="65151"/>
                      </a:lnTo>
                      <a:lnTo>
                        <a:pt x="91441" y="67056"/>
                      </a:lnTo>
                      <a:lnTo>
                        <a:pt x="109728" y="71104"/>
                      </a:lnTo>
                      <a:lnTo>
                        <a:pt x="128016" y="74294"/>
                      </a:lnTo>
                      <a:lnTo>
                        <a:pt x="146304" y="76914"/>
                      </a:lnTo>
                      <a:lnTo>
                        <a:pt x="164592" y="79248"/>
                      </a:lnTo>
                      <a:lnTo>
                        <a:pt x="178784" y="81581"/>
                      </a:lnTo>
                      <a:lnTo>
                        <a:pt x="222504" y="91439"/>
                      </a:lnTo>
                      <a:lnTo>
                        <a:pt x="231267" y="105537"/>
                      </a:lnTo>
                      <a:lnTo>
                        <a:pt x="226361" y="114157"/>
                      </a:lnTo>
                      <a:lnTo>
                        <a:pt x="174879" y="151637"/>
                      </a:lnTo>
                      <a:lnTo>
                        <a:pt x="128016" y="176784"/>
                      </a:lnTo>
                      <a:lnTo>
                        <a:pt x="96916" y="192881"/>
                      </a:lnTo>
                      <a:lnTo>
                        <a:pt x="64389" y="209550"/>
                      </a:lnTo>
                      <a:lnTo>
                        <a:pt x="32432" y="227361"/>
                      </a:lnTo>
                      <a:lnTo>
                        <a:pt x="3048" y="246887"/>
                      </a:lnTo>
                      <a:lnTo>
                        <a:pt x="0" y="249936"/>
                      </a:lnTo>
                      <a:lnTo>
                        <a:pt x="9763" y="252984"/>
                      </a:lnTo>
                      <a:lnTo>
                        <a:pt x="23241" y="253746"/>
                      </a:lnTo>
                      <a:lnTo>
                        <a:pt x="76248" y="250650"/>
                      </a:lnTo>
                      <a:lnTo>
                        <a:pt x="132349" y="244840"/>
                      </a:lnTo>
                      <a:lnTo>
                        <a:pt x="179403" y="236743"/>
                      </a:lnTo>
                      <a:lnTo>
                        <a:pt x="196977" y="233552"/>
                      </a:lnTo>
                      <a:lnTo>
                        <a:pt x="215122" y="230933"/>
                      </a:lnTo>
                      <a:lnTo>
                        <a:pt x="234696" y="228600"/>
                      </a:lnTo>
                      <a:lnTo>
                        <a:pt x="240792" y="228600"/>
                      </a:lnTo>
                      <a:lnTo>
                        <a:pt x="243841" y="228600"/>
                      </a:lnTo>
                      <a:lnTo>
                        <a:pt x="236934" y="231362"/>
                      </a:lnTo>
                      <a:lnTo>
                        <a:pt x="229743" y="234696"/>
                      </a:lnTo>
                      <a:lnTo>
                        <a:pt x="221980" y="238029"/>
                      </a:lnTo>
                      <a:lnTo>
                        <a:pt x="213360" y="240792"/>
                      </a:lnTo>
                    </a:path>
                  </a:pathLst>
                </a:custGeom>
                <a:noFill/>
                <a:ln cap="flat" cmpd="sng" w="24375">
                  <a:solidFill>
                    <a:srgbClr val="3366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3" name="Google Shape;2573;p22"/>
              <p:cNvGrpSpPr/>
              <p:nvPr/>
            </p:nvGrpSpPr>
            <p:grpSpPr>
              <a:xfrm>
                <a:off x="7373397" y="2997410"/>
                <a:ext cx="2213204" cy="1977438"/>
                <a:chOff x="7373397" y="2997410"/>
                <a:chExt cx="2213204" cy="1977438"/>
              </a:xfrm>
            </p:grpSpPr>
            <p:grpSp>
              <p:nvGrpSpPr>
                <p:cNvPr id="2574" name="Google Shape;2574;p22"/>
                <p:cNvGrpSpPr/>
                <p:nvPr/>
              </p:nvGrpSpPr>
              <p:grpSpPr>
                <a:xfrm>
                  <a:off x="7434334" y="4741193"/>
                  <a:ext cx="624588" cy="233655"/>
                  <a:chOff x="7918704" y="4367784"/>
                  <a:chExt cx="499870" cy="182879"/>
                </a:xfrm>
              </p:grpSpPr>
              <p:pic>
                <p:nvPicPr>
                  <p:cNvPr id="2575" name="Google Shape;2575;p22"/>
                  <p:cNvPicPr preferRelativeResize="0"/>
                  <p:nvPr/>
                </p:nvPicPr>
                <p:blipFill rotWithShape="1">
                  <a:blip r:embed="rId26">
                    <a:alphaModFix/>
                  </a:blip>
                  <a:srcRect b="0" l="0" r="0" t="0"/>
                  <a:stretch/>
                </p:blipFill>
                <p:spPr>
                  <a:xfrm>
                    <a:off x="7918704" y="4378881"/>
                    <a:ext cx="234694" cy="1717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76" name="Google Shape;2576;p22"/>
                  <p:cNvPicPr preferRelativeResize="0"/>
                  <p:nvPr/>
                </p:nvPicPr>
                <p:blipFill rotWithShape="1">
                  <a:blip r:embed="rId27">
                    <a:alphaModFix/>
                  </a:blip>
                  <a:srcRect b="0" l="0" r="0" t="0"/>
                  <a:stretch/>
                </p:blipFill>
                <p:spPr>
                  <a:xfrm>
                    <a:off x="8178927" y="4381500"/>
                    <a:ext cx="136015" cy="1222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77" name="Google Shape;2577;p22"/>
                  <p:cNvPicPr preferRelativeResize="0"/>
                  <p:nvPr/>
                </p:nvPicPr>
                <p:blipFill rotWithShape="1">
                  <a:blip r:embed="rId28">
                    <a:alphaModFix/>
                  </a:blip>
                  <a:srcRect b="0" l="0" r="0" t="0"/>
                  <a:stretch/>
                </p:blipFill>
                <p:spPr>
                  <a:xfrm>
                    <a:off x="8337042" y="4367784"/>
                    <a:ext cx="81532" cy="11648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578" name="Google Shape;2578;p22"/>
                <p:cNvPicPr preferRelativeResize="0"/>
                <p:nvPr/>
              </p:nvPicPr>
              <p:blipFill rotWithShape="1">
                <a:blip r:embed="rId29">
                  <a:alphaModFix/>
                </a:blip>
                <a:srcRect b="0" l="0" r="0" t="0"/>
                <a:stretch/>
              </p:blipFill>
              <p:spPr>
                <a:xfrm>
                  <a:off x="8127477" y="4698356"/>
                  <a:ext cx="251357" cy="18302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579" name="Google Shape;2579;p22"/>
                <p:cNvPicPr preferRelativeResize="0"/>
                <p:nvPr/>
              </p:nvPicPr>
              <p:blipFill rotWithShape="1">
                <a:blip r:embed="rId30">
                  <a:alphaModFix/>
                </a:blip>
                <a:srcRect b="0" l="0" r="0" t="0"/>
                <a:stretch/>
              </p:blipFill>
              <p:spPr>
                <a:xfrm>
                  <a:off x="8438760" y="4676876"/>
                  <a:ext cx="202859" cy="1694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2580" name="Google Shape;2580;p22"/>
                <p:cNvGrpSpPr/>
                <p:nvPr/>
              </p:nvGrpSpPr>
              <p:grpSpPr>
                <a:xfrm>
                  <a:off x="8713983" y="4495854"/>
                  <a:ext cx="738843" cy="324865"/>
                  <a:chOff x="8942832" y="4175760"/>
                  <a:chExt cx="591310" cy="254268"/>
                </a:xfrm>
              </p:grpSpPr>
              <p:pic>
                <p:nvPicPr>
                  <p:cNvPr id="2581" name="Google Shape;2581;p22"/>
                  <p:cNvPicPr preferRelativeResize="0"/>
                  <p:nvPr/>
                </p:nvPicPr>
                <p:blipFill rotWithShape="1">
                  <a:blip r:embed="rId31">
                    <a:alphaModFix/>
                  </a:blip>
                  <a:srcRect b="0" l="0" r="0" t="0"/>
                  <a:stretch/>
                </p:blipFill>
                <p:spPr>
                  <a:xfrm>
                    <a:off x="8942832" y="4273296"/>
                    <a:ext cx="332230" cy="1567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82" name="Google Shape;2582;p22"/>
                  <p:cNvPicPr preferRelativeResize="0"/>
                  <p:nvPr/>
                </p:nvPicPr>
                <p:blipFill rotWithShape="1">
                  <a:blip r:embed="rId32">
                    <a:alphaModFix/>
                  </a:blip>
                  <a:srcRect b="0" l="0" r="0" t="0"/>
                  <a:stretch/>
                </p:blipFill>
                <p:spPr>
                  <a:xfrm>
                    <a:off x="9300448" y="4264152"/>
                    <a:ext cx="91581" cy="10667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83" name="Google Shape;2583;p22"/>
                  <p:cNvPicPr preferRelativeResize="0"/>
                  <p:nvPr/>
                </p:nvPicPr>
                <p:blipFill rotWithShape="1">
                  <a:blip r:embed="rId33">
                    <a:alphaModFix/>
                  </a:blip>
                  <a:srcRect b="0" l="0" r="0" t="0"/>
                  <a:stretch/>
                </p:blipFill>
                <p:spPr>
                  <a:xfrm>
                    <a:off x="9412224" y="4175760"/>
                    <a:ext cx="121918" cy="16459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2584" name="Google Shape;2584;p22"/>
                <p:cNvGrpSpPr/>
                <p:nvPr/>
              </p:nvGrpSpPr>
              <p:grpSpPr>
                <a:xfrm>
                  <a:off x="8135094" y="3008240"/>
                  <a:ext cx="712185" cy="885947"/>
                  <a:chOff x="8479536" y="3011423"/>
                  <a:chExt cx="569976" cy="693420"/>
                </a:xfrm>
              </p:grpSpPr>
              <p:pic>
                <p:nvPicPr>
                  <p:cNvPr id="2585" name="Google Shape;2585;p22"/>
                  <p:cNvPicPr preferRelativeResize="0"/>
                  <p:nvPr/>
                </p:nvPicPr>
                <p:blipFill rotWithShape="1">
                  <a:blip r:embed="rId34">
                    <a:alphaModFix/>
                  </a:blip>
                  <a:srcRect b="0" l="0" r="0" t="0"/>
                  <a:stretch/>
                </p:blipFill>
                <p:spPr>
                  <a:xfrm>
                    <a:off x="8479536" y="3209544"/>
                    <a:ext cx="124966" cy="14630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86" name="Google Shape;2586;p22"/>
                  <p:cNvSpPr/>
                  <p:nvPr/>
                </p:nvSpPr>
                <p:spPr>
                  <a:xfrm>
                    <a:off x="8500872" y="3011423"/>
                    <a:ext cx="548640" cy="693420"/>
                  </a:xfrm>
                  <a:custGeom>
                    <a:rect b="b" l="l" r="r" t="t"/>
                    <a:pathLst>
                      <a:path extrusionOk="0" h="693420" w="548640">
                        <a:moveTo>
                          <a:pt x="0" y="283463"/>
                        </a:moveTo>
                        <a:lnTo>
                          <a:pt x="42672" y="252984"/>
                        </a:lnTo>
                        <a:lnTo>
                          <a:pt x="92964" y="243077"/>
                        </a:lnTo>
                        <a:lnTo>
                          <a:pt x="143256" y="237743"/>
                        </a:lnTo>
                        <a:lnTo>
                          <a:pt x="168402" y="237886"/>
                        </a:lnTo>
                        <a:lnTo>
                          <a:pt x="193548" y="238887"/>
                        </a:lnTo>
                        <a:lnTo>
                          <a:pt x="218694" y="241601"/>
                        </a:lnTo>
                        <a:lnTo>
                          <a:pt x="243840" y="246887"/>
                        </a:lnTo>
                        <a:lnTo>
                          <a:pt x="258032" y="249745"/>
                        </a:lnTo>
                        <a:lnTo>
                          <a:pt x="301752" y="265175"/>
                        </a:lnTo>
                        <a:lnTo>
                          <a:pt x="323088" y="283463"/>
                        </a:lnTo>
                        <a:lnTo>
                          <a:pt x="323088" y="292608"/>
                        </a:lnTo>
                        <a:lnTo>
                          <a:pt x="307848" y="295655"/>
                        </a:lnTo>
                        <a:lnTo>
                          <a:pt x="301752" y="295655"/>
                        </a:lnTo>
                        <a:lnTo>
                          <a:pt x="298704" y="295655"/>
                        </a:lnTo>
                        <a:lnTo>
                          <a:pt x="295656" y="295655"/>
                        </a:lnTo>
                        <a:lnTo>
                          <a:pt x="292608" y="295655"/>
                        </a:lnTo>
                      </a:path>
                      <a:path extrusionOk="0" h="693420" w="548640">
                        <a:moveTo>
                          <a:pt x="463296" y="0"/>
                        </a:moveTo>
                        <a:lnTo>
                          <a:pt x="443103" y="32765"/>
                        </a:lnTo>
                        <a:lnTo>
                          <a:pt x="429768" y="70103"/>
                        </a:lnTo>
                        <a:lnTo>
                          <a:pt x="416718" y="114538"/>
                        </a:lnTo>
                        <a:lnTo>
                          <a:pt x="405384" y="160400"/>
                        </a:lnTo>
                        <a:lnTo>
                          <a:pt x="396335" y="206835"/>
                        </a:lnTo>
                        <a:lnTo>
                          <a:pt x="390144" y="252984"/>
                        </a:lnTo>
                        <a:lnTo>
                          <a:pt x="384476" y="296370"/>
                        </a:lnTo>
                        <a:lnTo>
                          <a:pt x="381381" y="339471"/>
                        </a:lnTo>
                        <a:lnTo>
                          <a:pt x="381142" y="382000"/>
                        </a:lnTo>
                        <a:lnTo>
                          <a:pt x="384048" y="423672"/>
                        </a:lnTo>
                        <a:lnTo>
                          <a:pt x="397383" y="488823"/>
                        </a:lnTo>
                        <a:lnTo>
                          <a:pt x="417576" y="551688"/>
                        </a:lnTo>
                        <a:lnTo>
                          <a:pt x="438150" y="595122"/>
                        </a:lnTo>
                        <a:lnTo>
                          <a:pt x="463296" y="633984"/>
                        </a:lnTo>
                        <a:lnTo>
                          <a:pt x="488823" y="664844"/>
                        </a:lnTo>
                        <a:lnTo>
                          <a:pt x="521208" y="688848"/>
                        </a:lnTo>
                        <a:lnTo>
                          <a:pt x="530637" y="691038"/>
                        </a:lnTo>
                        <a:lnTo>
                          <a:pt x="537210" y="692658"/>
                        </a:lnTo>
                        <a:lnTo>
                          <a:pt x="542639" y="693134"/>
                        </a:lnTo>
                        <a:lnTo>
                          <a:pt x="548640" y="691896"/>
                        </a:lnTo>
                      </a:path>
                    </a:pathLst>
                  </a:custGeom>
                  <a:noFill/>
                  <a:ln cap="flat" cmpd="sng" w="24375">
                    <a:solidFill>
                      <a:srgbClr val="3366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587" name="Google Shape;2587;p22"/>
                <p:cNvGrpSpPr/>
                <p:nvPr/>
              </p:nvGrpSpPr>
              <p:grpSpPr>
                <a:xfrm>
                  <a:off x="9129107" y="2997410"/>
                  <a:ext cx="457494" cy="622272"/>
                  <a:chOff x="9275064" y="3002946"/>
                  <a:chExt cx="366141" cy="487045"/>
                </a:xfrm>
              </p:grpSpPr>
              <p:pic>
                <p:nvPicPr>
                  <p:cNvPr id="2588" name="Google Shape;2588;p22"/>
                  <p:cNvPicPr preferRelativeResize="0"/>
                  <p:nvPr/>
                </p:nvPicPr>
                <p:blipFill rotWithShape="1">
                  <a:blip r:embed="rId35">
                    <a:alphaModFix/>
                  </a:blip>
                  <a:srcRect b="0" l="0" r="0" t="0"/>
                  <a:stretch/>
                </p:blipFill>
                <p:spPr>
                  <a:xfrm>
                    <a:off x="9275064" y="3249168"/>
                    <a:ext cx="104916" cy="1219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89" name="Google Shape;2589;p22"/>
                  <p:cNvSpPr/>
                  <p:nvPr/>
                </p:nvSpPr>
                <p:spPr>
                  <a:xfrm>
                    <a:off x="9412224" y="3288792"/>
                    <a:ext cx="12700" cy="100965"/>
                  </a:xfrm>
                  <a:custGeom>
                    <a:rect b="b" l="l" r="r" t="t"/>
                    <a:pathLst>
                      <a:path extrusionOk="0" h="100964" w="12700">
                        <a:moveTo>
                          <a:pt x="0" y="42672"/>
                        </a:moveTo>
                        <a:lnTo>
                          <a:pt x="1714" y="56387"/>
                        </a:lnTo>
                        <a:lnTo>
                          <a:pt x="2286" y="70103"/>
                        </a:lnTo>
                        <a:lnTo>
                          <a:pt x="1714" y="83819"/>
                        </a:lnTo>
                        <a:lnTo>
                          <a:pt x="0" y="97536"/>
                        </a:lnTo>
                        <a:lnTo>
                          <a:pt x="0" y="100584"/>
                        </a:lnTo>
                      </a:path>
                      <a:path extrusionOk="0" h="100964" w="12700">
                        <a:moveTo>
                          <a:pt x="12192" y="21336"/>
                        </a:moveTo>
                        <a:lnTo>
                          <a:pt x="6096" y="9144"/>
                        </a:lnTo>
                        <a:lnTo>
                          <a:pt x="3048" y="9144"/>
                        </a:lnTo>
                        <a:lnTo>
                          <a:pt x="3048" y="0"/>
                        </a:lnTo>
                      </a:path>
                    </a:pathLst>
                  </a:custGeom>
                  <a:noFill/>
                  <a:ln cap="flat" cmpd="sng" w="24375">
                    <a:solidFill>
                      <a:srgbClr val="3366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2590" name="Google Shape;2590;p22"/>
                  <p:cNvPicPr preferRelativeResize="0"/>
                  <p:nvPr/>
                </p:nvPicPr>
                <p:blipFill rotWithShape="1">
                  <a:blip r:embed="rId36">
                    <a:alphaModFix/>
                  </a:blip>
                  <a:srcRect b="0" l="0" r="0" t="0"/>
                  <a:stretch/>
                </p:blipFill>
                <p:spPr>
                  <a:xfrm>
                    <a:off x="9421368" y="3160776"/>
                    <a:ext cx="79246" cy="944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91" name="Google Shape;2591;p22"/>
                  <p:cNvSpPr/>
                  <p:nvPr/>
                </p:nvSpPr>
                <p:spPr>
                  <a:xfrm>
                    <a:off x="9509760" y="3002946"/>
                    <a:ext cx="131445" cy="487045"/>
                  </a:xfrm>
                  <a:custGeom>
                    <a:rect b="b" l="l" r="r" t="t"/>
                    <a:pathLst>
                      <a:path extrusionOk="0" h="487045" w="131445">
                        <a:moveTo>
                          <a:pt x="0" y="2381"/>
                        </a:moveTo>
                        <a:lnTo>
                          <a:pt x="11810" y="0"/>
                        </a:lnTo>
                        <a:lnTo>
                          <a:pt x="21335" y="1619"/>
                        </a:lnTo>
                        <a:lnTo>
                          <a:pt x="30860" y="6667"/>
                        </a:lnTo>
                        <a:lnTo>
                          <a:pt x="72390" y="43148"/>
                        </a:lnTo>
                        <a:lnTo>
                          <a:pt x="97535" y="78581"/>
                        </a:lnTo>
                        <a:lnTo>
                          <a:pt x="118490" y="127730"/>
                        </a:lnTo>
                        <a:lnTo>
                          <a:pt x="128015" y="179165"/>
                        </a:lnTo>
                        <a:lnTo>
                          <a:pt x="130921" y="209311"/>
                        </a:lnTo>
                        <a:lnTo>
                          <a:pt x="130682" y="239744"/>
                        </a:lnTo>
                        <a:lnTo>
                          <a:pt x="121919" y="298037"/>
                        </a:lnTo>
                        <a:lnTo>
                          <a:pt x="110633" y="335327"/>
                        </a:lnTo>
                        <a:lnTo>
                          <a:pt x="77772" y="403050"/>
                        </a:lnTo>
                        <a:lnTo>
                          <a:pt x="46863" y="450580"/>
                        </a:lnTo>
                        <a:lnTo>
                          <a:pt x="23622" y="476773"/>
                        </a:lnTo>
                        <a:lnTo>
                          <a:pt x="9145" y="487013"/>
                        </a:lnTo>
                      </a:path>
                    </a:pathLst>
                  </a:custGeom>
                  <a:noFill/>
                  <a:ln cap="flat" cmpd="sng" w="24375">
                    <a:solidFill>
                      <a:srgbClr val="3366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92" name="Google Shape;2592;p22"/>
                <p:cNvSpPr/>
                <p:nvPr/>
              </p:nvSpPr>
              <p:spPr>
                <a:xfrm>
                  <a:off x="7373397" y="3872769"/>
                  <a:ext cx="718057" cy="159827"/>
                </a:xfrm>
                <a:custGeom>
                  <a:rect b="b" l="l" r="r" t="t"/>
                  <a:pathLst>
                    <a:path extrusionOk="0" h="125095" w="574675">
                      <a:moveTo>
                        <a:pt x="0" y="91440"/>
                      </a:moveTo>
                      <a:lnTo>
                        <a:pt x="27431" y="118872"/>
                      </a:lnTo>
                      <a:lnTo>
                        <a:pt x="73151" y="124968"/>
                      </a:lnTo>
                      <a:lnTo>
                        <a:pt x="89153" y="124396"/>
                      </a:lnTo>
                      <a:lnTo>
                        <a:pt x="105155" y="122682"/>
                      </a:lnTo>
                      <a:lnTo>
                        <a:pt x="121157" y="119824"/>
                      </a:lnTo>
                      <a:lnTo>
                        <a:pt x="137159" y="115824"/>
                      </a:lnTo>
                      <a:lnTo>
                        <a:pt x="160067" y="109108"/>
                      </a:lnTo>
                      <a:lnTo>
                        <a:pt x="183261" y="103251"/>
                      </a:lnTo>
                      <a:lnTo>
                        <a:pt x="207025" y="99107"/>
                      </a:lnTo>
                      <a:lnTo>
                        <a:pt x="231647" y="97536"/>
                      </a:lnTo>
                      <a:lnTo>
                        <a:pt x="247173" y="97631"/>
                      </a:lnTo>
                      <a:lnTo>
                        <a:pt x="292607" y="103632"/>
                      </a:lnTo>
                      <a:lnTo>
                        <a:pt x="320039" y="115824"/>
                      </a:lnTo>
                      <a:lnTo>
                        <a:pt x="323088" y="118872"/>
                      </a:lnTo>
                      <a:lnTo>
                        <a:pt x="326136" y="118872"/>
                      </a:lnTo>
                      <a:lnTo>
                        <a:pt x="329183" y="115824"/>
                      </a:lnTo>
                      <a:lnTo>
                        <a:pt x="338327" y="106680"/>
                      </a:lnTo>
                      <a:lnTo>
                        <a:pt x="375666" y="81343"/>
                      </a:lnTo>
                      <a:lnTo>
                        <a:pt x="412622" y="70866"/>
                      </a:lnTo>
                      <a:lnTo>
                        <a:pt x="435863" y="70104"/>
                      </a:lnTo>
                      <a:lnTo>
                        <a:pt x="449056" y="70104"/>
                      </a:lnTo>
                      <a:lnTo>
                        <a:pt x="461390" y="70104"/>
                      </a:lnTo>
                      <a:lnTo>
                        <a:pt x="473154" y="70104"/>
                      </a:lnTo>
                      <a:lnTo>
                        <a:pt x="484631" y="70104"/>
                      </a:lnTo>
                      <a:lnTo>
                        <a:pt x="499586" y="69532"/>
                      </a:lnTo>
                      <a:lnTo>
                        <a:pt x="546020" y="55816"/>
                      </a:lnTo>
                      <a:lnTo>
                        <a:pt x="574214" y="26241"/>
                      </a:lnTo>
                      <a:lnTo>
                        <a:pt x="573404" y="18669"/>
                      </a:lnTo>
                      <a:lnTo>
                        <a:pt x="570880" y="11668"/>
                      </a:lnTo>
                      <a:lnTo>
                        <a:pt x="566927" y="6096"/>
                      </a:lnTo>
                      <a:lnTo>
                        <a:pt x="563879" y="3048"/>
                      </a:lnTo>
                      <a:lnTo>
                        <a:pt x="560832" y="3048"/>
                      </a:lnTo>
                      <a:lnTo>
                        <a:pt x="557783" y="0"/>
                      </a:lnTo>
                    </a:path>
                  </a:pathLst>
                </a:custGeom>
                <a:noFill/>
                <a:ln cap="flat" cmpd="sng" w="24375">
                  <a:solidFill>
                    <a:srgbClr val="3366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593" name="Google Shape;2593;p22"/>
                <p:cNvPicPr preferRelativeResize="0"/>
                <p:nvPr/>
              </p:nvPicPr>
              <p:blipFill rotWithShape="1">
                <a:blip r:embed="rId37">
                  <a:alphaModFix/>
                </a:blip>
                <a:srcRect b="0" l="0" r="0" t="0"/>
                <a:stretch/>
              </p:blipFill>
              <p:spPr>
                <a:xfrm>
                  <a:off x="7601907" y="4203783"/>
                  <a:ext cx="163762" cy="3037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2594" name="Google Shape;2594;p22"/>
          <p:cNvGrpSpPr/>
          <p:nvPr/>
        </p:nvGrpSpPr>
        <p:grpSpPr>
          <a:xfrm>
            <a:off x="4192961" y="4149264"/>
            <a:ext cx="1321066" cy="1098182"/>
            <a:chOff x="4192961" y="4149264"/>
            <a:chExt cx="1321066" cy="1098182"/>
          </a:xfrm>
        </p:grpSpPr>
        <p:sp>
          <p:nvSpPr>
            <p:cNvPr id="2595" name="Google Shape;2595;p22"/>
            <p:cNvSpPr/>
            <p:nvPr/>
          </p:nvSpPr>
          <p:spPr>
            <a:xfrm>
              <a:off x="4192961" y="4149264"/>
              <a:ext cx="1321066" cy="410521"/>
            </a:xfrm>
            <a:custGeom>
              <a:rect b="b" l="l" r="r" t="t"/>
              <a:pathLst>
                <a:path extrusionOk="0" h="321310" w="1057275">
                  <a:moveTo>
                    <a:pt x="285" y="216408"/>
                  </a:moveTo>
                  <a:lnTo>
                    <a:pt x="285" y="232410"/>
                  </a:lnTo>
                  <a:lnTo>
                    <a:pt x="285" y="248412"/>
                  </a:lnTo>
                  <a:lnTo>
                    <a:pt x="285" y="264413"/>
                  </a:lnTo>
                  <a:lnTo>
                    <a:pt x="285" y="280415"/>
                  </a:lnTo>
                  <a:lnTo>
                    <a:pt x="0" y="289988"/>
                  </a:lnTo>
                  <a:lnTo>
                    <a:pt x="21621" y="320801"/>
                  </a:lnTo>
                  <a:lnTo>
                    <a:pt x="28289" y="320420"/>
                  </a:lnTo>
                  <a:lnTo>
                    <a:pt x="33813" y="320039"/>
                  </a:lnTo>
                  <a:lnTo>
                    <a:pt x="50292" y="320754"/>
                  </a:lnTo>
                  <a:lnTo>
                    <a:pt x="67341" y="318896"/>
                  </a:lnTo>
                  <a:lnTo>
                    <a:pt x="84391" y="315325"/>
                  </a:lnTo>
                  <a:lnTo>
                    <a:pt x="100869" y="310896"/>
                  </a:lnTo>
                  <a:lnTo>
                    <a:pt x="130635" y="304085"/>
                  </a:lnTo>
                  <a:lnTo>
                    <a:pt x="160686" y="297561"/>
                  </a:lnTo>
                  <a:lnTo>
                    <a:pt x="191309" y="291607"/>
                  </a:lnTo>
                  <a:lnTo>
                    <a:pt x="222789" y="286512"/>
                  </a:lnTo>
                  <a:lnTo>
                    <a:pt x="263985" y="279701"/>
                  </a:lnTo>
                  <a:lnTo>
                    <a:pt x="305466" y="273176"/>
                  </a:lnTo>
                  <a:lnTo>
                    <a:pt x="347519" y="267223"/>
                  </a:lnTo>
                  <a:lnTo>
                    <a:pt x="390429" y="262127"/>
                  </a:lnTo>
                  <a:lnTo>
                    <a:pt x="433911" y="258556"/>
                  </a:lnTo>
                  <a:lnTo>
                    <a:pt x="477678" y="256412"/>
                  </a:lnTo>
                  <a:lnTo>
                    <a:pt x="522017" y="254841"/>
                  </a:lnTo>
                  <a:lnTo>
                    <a:pt x="567213" y="252984"/>
                  </a:lnTo>
                  <a:lnTo>
                    <a:pt x="616932" y="249302"/>
                  </a:lnTo>
                  <a:lnTo>
                    <a:pt x="667236" y="245473"/>
                  </a:lnTo>
                  <a:lnTo>
                    <a:pt x="717980" y="241352"/>
                  </a:lnTo>
                  <a:lnTo>
                    <a:pt x="769015" y="236793"/>
                  </a:lnTo>
                  <a:lnTo>
                    <a:pt x="820197" y="231648"/>
                  </a:lnTo>
                  <a:lnTo>
                    <a:pt x="849915" y="227075"/>
                  </a:lnTo>
                  <a:lnTo>
                    <a:pt x="879633" y="222503"/>
                  </a:lnTo>
                  <a:lnTo>
                    <a:pt x="909351" y="217931"/>
                  </a:lnTo>
                  <a:lnTo>
                    <a:pt x="939069" y="213360"/>
                  </a:lnTo>
                  <a:lnTo>
                    <a:pt x="954547" y="211074"/>
                  </a:lnTo>
                  <a:lnTo>
                    <a:pt x="969168" y="208787"/>
                  </a:lnTo>
                  <a:lnTo>
                    <a:pt x="983218" y="206501"/>
                  </a:lnTo>
                  <a:lnTo>
                    <a:pt x="996981" y="204215"/>
                  </a:lnTo>
                  <a:lnTo>
                    <a:pt x="1003077" y="201167"/>
                  </a:lnTo>
                  <a:lnTo>
                    <a:pt x="1009173" y="201167"/>
                  </a:lnTo>
                  <a:lnTo>
                    <a:pt x="1012221" y="195072"/>
                  </a:lnTo>
                  <a:lnTo>
                    <a:pt x="1015269" y="188975"/>
                  </a:lnTo>
                  <a:lnTo>
                    <a:pt x="1012221" y="179832"/>
                  </a:lnTo>
                  <a:lnTo>
                    <a:pt x="1012221" y="176784"/>
                  </a:lnTo>
                  <a:lnTo>
                    <a:pt x="1013317" y="154447"/>
                  </a:lnTo>
                  <a:lnTo>
                    <a:pt x="1016412" y="132968"/>
                  </a:lnTo>
                  <a:lnTo>
                    <a:pt x="1021222" y="112061"/>
                  </a:lnTo>
                  <a:lnTo>
                    <a:pt x="1027461" y="91439"/>
                  </a:lnTo>
                  <a:lnTo>
                    <a:pt x="1032557" y="73151"/>
                  </a:lnTo>
                  <a:lnTo>
                    <a:pt x="1038510" y="54863"/>
                  </a:lnTo>
                  <a:lnTo>
                    <a:pt x="1045035" y="36575"/>
                  </a:lnTo>
                  <a:lnTo>
                    <a:pt x="1051845" y="18287"/>
                  </a:lnTo>
                  <a:lnTo>
                    <a:pt x="1055655" y="9429"/>
                  </a:lnTo>
                  <a:lnTo>
                    <a:pt x="1057179" y="4572"/>
                  </a:lnTo>
                  <a:lnTo>
                    <a:pt x="1055274" y="2000"/>
                  </a:lnTo>
                  <a:lnTo>
                    <a:pt x="1048797" y="0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96" name="Google Shape;2596;p2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791249" y="4667202"/>
              <a:ext cx="167571" cy="22197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597" name="Google Shape;2597;p22"/>
            <p:cNvGrpSpPr/>
            <p:nvPr/>
          </p:nvGrpSpPr>
          <p:grpSpPr>
            <a:xfrm>
              <a:off x="4746976" y="4978744"/>
              <a:ext cx="512714" cy="268702"/>
              <a:chOff x="5767959" y="4553712"/>
              <a:chExt cx="410335" cy="210310"/>
            </a:xfrm>
          </p:grpSpPr>
          <p:pic>
            <p:nvPicPr>
              <p:cNvPr id="2598" name="Google Shape;2598;p22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5767959" y="4623816"/>
                <a:ext cx="178687" cy="140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99" name="Google Shape;2599;p22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967984" y="4553712"/>
                <a:ext cx="210310" cy="1828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4" name="Google Shape;2604;p23"/>
          <p:cNvGrpSpPr/>
          <p:nvPr/>
        </p:nvGrpSpPr>
        <p:grpSpPr>
          <a:xfrm>
            <a:off x="4102608" y="2325623"/>
            <a:ext cx="760950" cy="229266"/>
            <a:chOff x="4102608" y="2325623"/>
            <a:chExt cx="760950" cy="229266"/>
          </a:xfrm>
        </p:grpSpPr>
        <p:pic>
          <p:nvPicPr>
            <p:cNvPr id="2605" name="Google Shape;260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02608" y="2356104"/>
              <a:ext cx="222502" cy="198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6" name="Google Shape;2606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52544" y="2371344"/>
              <a:ext cx="158494" cy="1341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7" name="Google Shape;2607;p23"/>
            <p:cNvSpPr/>
            <p:nvPr/>
          </p:nvSpPr>
          <p:spPr>
            <a:xfrm>
              <a:off x="4547615" y="2377439"/>
              <a:ext cx="91440" cy="82550"/>
            </a:xfrm>
            <a:custGeom>
              <a:rect b="b" l="l" r="r" t="t"/>
              <a:pathLst>
                <a:path extrusionOk="0" h="82550" w="91439">
                  <a:moveTo>
                    <a:pt x="48768" y="0"/>
                  </a:moveTo>
                  <a:lnTo>
                    <a:pt x="9001" y="21383"/>
                  </a:lnTo>
                  <a:lnTo>
                    <a:pt x="0" y="51815"/>
                  </a:lnTo>
                  <a:lnTo>
                    <a:pt x="714" y="60340"/>
                  </a:lnTo>
                  <a:lnTo>
                    <a:pt x="3428" y="67437"/>
                  </a:lnTo>
                  <a:lnTo>
                    <a:pt x="9001" y="72818"/>
                  </a:lnTo>
                  <a:lnTo>
                    <a:pt x="18287" y="76200"/>
                  </a:lnTo>
                  <a:lnTo>
                    <a:pt x="29194" y="76914"/>
                  </a:lnTo>
                  <a:lnTo>
                    <a:pt x="39243" y="75056"/>
                  </a:lnTo>
                  <a:lnTo>
                    <a:pt x="71247" y="52959"/>
                  </a:lnTo>
                  <a:lnTo>
                    <a:pt x="82296" y="36575"/>
                  </a:lnTo>
                  <a:lnTo>
                    <a:pt x="82296" y="33527"/>
                  </a:lnTo>
                  <a:lnTo>
                    <a:pt x="82296" y="27432"/>
                  </a:lnTo>
                  <a:lnTo>
                    <a:pt x="85344" y="24384"/>
                  </a:lnTo>
                  <a:lnTo>
                    <a:pt x="84486" y="36814"/>
                  </a:lnTo>
                  <a:lnTo>
                    <a:pt x="83058" y="50673"/>
                  </a:lnTo>
                  <a:lnTo>
                    <a:pt x="82772" y="65103"/>
                  </a:lnTo>
                  <a:lnTo>
                    <a:pt x="85344" y="79248"/>
                  </a:lnTo>
                  <a:lnTo>
                    <a:pt x="88392" y="82296"/>
                  </a:lnTo>
                  <a:lnTo>
                    <a:pt x="91439" y="82296"/>
                  </a:lnTo>
                </a:path>
              </a:pathLst>
            </a:custGeom>
            <a:noFill/>
            <a:ln cap="flat" cmpd="sng" w="24375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23"/>
            <p:cNvSpPr/>
            <p:nvPr/>
          </p:nvSpPr>
          <p:spPr>
            <a:xfrm>
              <a:off x="4629911" y="2325623"/>
              <a:ext cx="21590" cy="21590"/>
            </a:xfrm>
            <a:custGeom>
              <a:rect b="b" l="l" r="r" t="t"/>
              <a:pathLst>
                <a:path extrusionOk="0" h="21589" w="21589">
                  <a:moveTo>
                    <a:pt x="0" y="3048"/>
                  </a:moveTo>
                  <a:lnTo>
                    <a:pt x="0" y="15239"/>
                  </a:lnTo>
                  <a:lnTo>
                    <a:pt x="3048" y="21336"/>
                  </a:lnTo>
                  <a:lnTo>
                    <a:pt x="18287" y="21336"/>
                  </a:lnTo>
                  <a:lnTo>
                    <a:pt x="21336" y="15239"/>
                  </a:lnTo>
                  <a:lnTo>
                    <a:pt x="21336" y="9143"/>
                  </a:lnTo>
                  <a:lnTo>
                    <a:pt x="21336" y="3048"/>
                  </a:lnTo>
                  <a:lnTo>
                    <a:pt x="18287" y="0"/>
                  </a:lnTo>
                  <a:lnTo>
                    <a:pt x="3048" y="0"/>
                  </a:lnTo>
                  <a:lnTo>
                    <a:pt x="0" y="304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9" name="Google Shape;2609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86681" y="2337816"/>
              <a:ext cx="176877" cy="1249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10" name="Google Shape;2610;p23"/>
          <p:cNvSpPr/>
          <p:nvPr/>
        </p:nvSpPr>
        <p:spPr>
          <a:xfrm>
            <a:off x="4187952" y="2621279"/>
            <a:ext cx="600710" cy="36830"/>
          </a:xfrm>
          <a:custGeom>
            <a:rect b="b" l="l" r="r" t="t"/>
            <a:pathLst>
              <a:path extrusionOk="0" h="36830" w="600710">
                <a:moveTo>
                  <a:pt x="0" y="36575"/>
                </a:moveTo>
                <a:lnTo>
                  <a:pt x="67437" y="22479"/>
                </a:lnTo>
                <a:lnTo>
                  <a:pt x="137160" y="15240"/>
                </a:lnTo>
                <a:lnTo>
                  <a:pt x="189690" y="11811"/>
                </a:lnTo>
                <a:lnTo>
                  <a:pt x="241935" y="10668"/>
                </a:lnTo>
                <a:lnTo>
                  <a:pt x="293608" y="11811"/>
                </a:lnTo>
                <a:lnTo>
                  <a:pt x="344424" y="15240"/>
                </a:lnTo>
                <a:lnTo>
                  <a:pt x="385524" y="18526"/>
                </a:lnTo>
                <a:lnTo>
                  <a:pt x="426338" y="23240"/>
                </a:lnTo>
                <a:lnTo>
                  <a:pt x="466582" y="28527"/>
                </a:lnTo>
                <a:lnTo>
                  <a:pt x="505968" y="33528"/>
                </a:lnTo>
                <a:lnTo>
                  <a:pt x="525637" y="34385"/>
                </a:lnTo>
                <a:lnTo>
                  <a:pt x="546735" y="35814"/>
                </a:lnTo>
                <a:lnTo>
                  <a:pt x="567261" y="36099"/>
                </a:lnTo>
                <a:lnTo>
                  <a:pt x="585215" y="33528"/>
                </a:lnTo>
                <a:lnTo>
                  <a:pt x="597408" y="30480"/>
                </a:lnTo>
                <a:lnTo>
                  <a:pt x="600456" y="27432"/>
                </a:lnTo>
                <a:lnTo>
                  <a:pt x="600456" y="18287"/>
                </a:lnTo>
                <a:lnTo>
                  <a:pt x="600456" y="12192"/>
                </a:lnTo>
                <a:lnTo>
                  <a:pt x="600456" y="6096"/>
                </a:lnTo>
                <a:lnTo>
                  <a:pt x="597408" y="0"/>
                </a:lnTo>
              </a:path>
            </a:pathLst>
          </a:custGeom>
          <a:noFill/>
          <a:ln cap="flat" cmpd="sng" w="2437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1" name="Google Shape;2611;p23"/>
          <p:cNvSpPr/>
          <p:nvPr/>
        </p:nvSpPr>
        <p:spPr>
          <a:xfrm>
            <a:off x="4901184" y="2566416"/>
            <a:ext cx="21590" cy="12700"/>
          </a:xfrm>
          <a:custGeom>
            <a:rect b="b" l="l" r="r" t="t"/>
            <a:pathLst>
              <a:path extrusionOk="0" h="12700" w="21589">
                <a:moveTo>
                  <a:pt x="21336" y="0"/>
                </a:moveTo>
                <a:lnTo>
                  <a:pt x="15239" y="3048"/>
                </a:lnTo>
                <a:lnTo>
                  <a:pt x="6095" y="9144"/>
                </a:lnTo>
                <a:lnTo>
                  <a:pt x="0" y="12192"/>
                </a:lnTo>
              </a:path>
            </a:pathLst>
          </a:custGeom>
          <a:noFill/>
          <a:ln cap="flat" cmpd="sng" w="2437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2" name="Google Shape;2612;p23"/>
          <p:cNvGrpSpPr/>
          <p:nvPr/>
        </p:nvGrpSpPr>
        <p:grpSpPr>
          <a:xfrm>
            <a:off x="4764024" y="2801112"/>
            <a:ext cx="213358" cy="391413"/>
            <a:chOff x="4764024" y="2801112"/>
            <a:chExt cx="213358" cy="391413"/>
          </a:xfrm>
        </p:grpSpPr>
        <p:sp>
          <p:nvSpPr>
            <p:cNvPr id="2613" name="Google Shape;2613;p23"/>
            <p:cNvSpPr/>
            <p:nvPr/>
          </p:nvSpPr>
          <p:spPr>
            <a:xfrm>
              <a:off x="4764024" y="2945510"/>
              <a:ext cx="127000" cy="247015"/>
            </a:xfrm>
            <a:custGeom>
              <a:rect b="b" l="l" r="r" t="t"/>
              <a:pathLst>
                <a:path extrusionOk="0" h="247014" w="127000">
                  <a:moveTo>
                    <a:pt x="9143" y="20193"/>
                  </a:moveTo>
                  <a:lnTo>
                    <a:pt x="11382" y="35718"/>
                  </a:lnTo>
                  <a:lnTo>
                    <a:pt x="13334" y="50673"/>
                  </a:lnTo>
                  <a:lnTo>
                    <a:pt x="14716" y="65627"/>
                  </a:lnTo>
                  <a:lnTo>
                    <a:pt x="15239" y="81153"/>
                  </a:lnTo>
                  <a:lnTo>
                    <a:pt x="17002" y="113680"/>
                  </a:lnTo>
                  <a:lnTo>
                    <a:pt x="17907" y="147066"/>
                  </a:lnTo>
                  <a:lnTo>
                    <a:pt x="18240" y="181022"/>
                  </a:lnTo>
                  <a:lnTo>
                    <a:pt x="18287" y="215265"/>
                  </a:lnTo>
                  <a:lnTo>
                    <a:pt x="18287" y="218313"/>
                  </a:lnTo>
                  <a:lnTo>
                    <a:pt x="18287" y="224409"/>
                  </a:lnTo>
                  <a:lnTo>
                    <a:pt x="18287" y="215265"/>
                  </a:lnTo>
                  <a:lnTo>
                    <a:pt x="18287" y="209169"/>
                  </a:lnTo>
                  <a:lnTo>
                    <a:pt x="18287" y="200025"/>
                  </a:lnTo>
                </a:path>
                <a:path extrusionOk="0" h="247014" w="127000">
                  <a:moveTo>
                    <a:pt x="0" y="26289"/>
                  </a:moveTo>
                  <a:lnTo>
                    <a:pt x="36290" y="238"/>
                  </a:lnTo>
                  <a:lnTo>
                    <a:pt x="48768" y="0"/>
                  </a:lnTo>
                  <a:lnTo>
                    <a:pt x="61245" y="1476"/>
                  </a:lnTo>
                  <a:lnTo>
                    <a:pt x="101012" y="22098"/>
                  </a:lnTo>
                  <a:lnTo>
                    <a:pt x="108632" y="46101"/>
                  </a:lnTo>
                  <a:lnTo>
                    <a:pt x="106299" y="59817"/>
                  </a:lnTo>
                  <a:lnTo>
                    <a:pt x="86534" y="100917"/>
                  </a:lnTo>
                  <a:lnTo>
                    <a:pt x="51815" y="139065"/>
                  </a:lnTo>
                  <a:lnTo>
                    <a:pt x="48767" y="142113"/>
                  </a:lnTo>
                  <a:lnTo>
                    <a:pt x="42672" y="145161"/>
                  </a:lnTo>
                  <a:lnTo>
                    <a:pt x="36575" y="151257"/>
                  </a:lnTo>
                  <a:lnTo>
                    <a:pt x="45720" y="148209"/>
                  </a:lnTo>
                  <a:lnTo>
                    <a:pt x="51815" y="145161"/>
                  </a:lnTo>
                  <a:lnTo>
                    <a:pt x="57912" y="142113"/>
                  </a:lnTo>
                  <a:lnTo>
                    <a:pt x="67055" y="140350"/>
                  </a:lnTo>
                  <a:lnTo>
                    <a:pt x="76200" y="139446"/>
                  </a:lnTo>
                  <a:lnTo>
                    <a:pt x="85344" y="139112"/>
                  </a:lnTo>
                  <a:lnTo>
                    <a:pt x="94487" y="139065"/>
                  </a:lnTo>
                  <a:lnTo>
                    <a:pt x="102631" y="140160"/>
                  </a:lnTo>
                  <a:lnTo>
                    <a:pt x="126872" y="168402"/>
                  </a:lnTo>
                  <a:lnTo>
                    <a:pt x="126634" y="177022"/>
                  </a:lnTo>
                  <a:lnTo>
                    <a:pt x="124967" y="184785"/>
                  </a:lnTo>
                  <a:lnTo>
                    <a:pt x="122872" y="196119"/>
                  </a:lnTo>
                  <a:lnTo>
                    <a:pt x="90439" y="232886"/>
                  </a:lnTo>
                  <a:lnTo>
                    <a:pt x="45720" y="246983"/>
                  </a:lnTo>
                  <a:lnTo>
                    <a:pt x="36575" y="246507"/>
                  </a:lnTo>
                  <a:lnTo>
                    <a:pt x="27431" y="244887"/>
                  </a:lnTo>
                  <a:lnTo>
                    <a:pt x="18287" y="242697"/>
                  </a:lnTo>
                  <a:lnTo>
                    <a:pt x="12191" y="239649"/>
                  </a:lnTo>
                  <a:lnTo>
                    <a:pt x="6096" y="236601"/>
                  </a:lnTo>
                  <a:lnTo>
                    <a:pt x="6096" y="230505"/>
                  </a:lnTo>
                  <a:lnTo>
                    <a:pt x="6096" y="224409"/>
                  </a:lnTo>
                  <a:lnTo>
                    <a:pt x="6096" y="221361"/>
                  </a:lnTo>
                  <a:lnTo>
                    <a:pt x="6096" y="218313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14" name="Google Shape;2614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85944" y="2801112"/>
              <a:ext cx="91438" cy="10667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15" name="Google Shape;261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8616" y="2750439"/>
            <a:ext cx="99440" cy="154303"/>
          </a:xfrm>
          <a:prstGeom prst="rect">
            <a:avLst/>
          </a:prstGeom>
          <a:noFill/>
          <a:ln>
            <a:noFill/>
          </a:ln>
        </p:spPr>
      </p:pic>
      <p:sp>
        <p:nvSpPr>
          <p:cNvPr id="2616" name="Google Shape;2616;p23"/>
          <p:cNvSpPr/>
          <p:nvPr/>
        </p:nvSpPr>
        <p:spPr>
          <a:xfrm>
            <a:off x="8796528" y="2971800"/>
            <a:ext cx="12700" cy="15240"/>
          </a:xfrm>
          <a:custGeom>
            <a:rect b="b" l="l" r="r" t="t"/>
            <a:pathLst>
              <a:path extrusionOk="0" h="15239" w="12700">
                <a:moveTo>
                  <a:pt x="12191" y="0"/>
                </a:moveTo>
                <a:lnTo>
                  <a:pt x="6095" y="9144"/>
                </a:lnTo>
                <a:lnTo>
                  <a:pt x="3047" y="9144"/>
                </a:lnTo>
                <a:lnTo>
                  <a:pt x="0" y="15239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7" name="Google Shape;261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1408" y="3343656"/>
            <a:ext cx="106678" cy="11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8" name="Google Shape;261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14288" y="3253264"/>
            <a:ext cx="204214" cy="26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9" name="Google Shape;261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87824" y="4296918"/>
            <a:ext cx="179830" cy="218454"/>
          </a:xfrm>
          <a:prstGeom prst="rect">
            <a:avLst/>
          </a:prstGeom>
          <a:noFill/>
          <a:ln>
            <a:noFill/>
          </a:ln>
        </p:spPr>
      </p:pic>
      <p:sp>
        <p:nvSpPr>
          <p:cNvPr id="2620" name="Google Shape;2620;p23"/>
          <p:cNvSpPr/>
          <p:nvPr/>
        </p:nvSpPr>
        <p:spPr>
          <a:xfrm>
            <a:off x="4882896" y="4108703"/>
            <a:ext cx="11430" cy="94615"/>
          </a:xfrm>
          <a:custGeom>
            <a:rect b="b" l="l" r="r" t="t"/>
            <a:pathLst>
              <a:path extrusionOk="0" h="94614" w="11429">
                <a:moveTo>
                  <a:pt x="0" y="0"/>
                </a:moveTo>
                <a:lnTo>
                  <a:pt x="1000" y="13239"/>
                </a:lnTo>
                <a:lnTo>
                  <a:pt x="3428" y="25908"/>
                </a:lnTo>
                <a:lnTo>
                  <a:pt x="6429" y="38576"/>
                </a:lnTo>
                <a:lnTo>
                  <a:pt x="9143" y="51816"/>
                </a:lnTo>
                <a:lnTo>
                  <a:pt x="9953" y="60579"/>
                </a:lnTo>
                <a:lnTo>
                  <a:pt x="11049" y="71628"/>
                </a:lnTo>
                <a:lnTo>
                  <a:pt x="10429" y="82677"/>
                </a:lnTo>
                <a:lnTo>
                  <a:pt x="6095" y="91440"/>
                </a:lnTo>
                <a:lnTo>
                  <a:pt x="3048" y="91440"/>
                </a:lnTo>
                <a:lnTo>
                  <a:pt x="3048" y="94487"/>
                </a:lnTo>
                <a:lnTo>
                  <a:pt x="0" y="94487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1" name="Google Shape;2621;p23"/>
          <p:cNvSpPr/>
          <p:nvPr/>
        </p:nvSpPr>
        <p:spPr>
          <a:xfrm>
            <a:off x="5166359" y="4336113"/>
            <a:ext cx="106680" cy="81915"/>
          </a:xfrm>
          <a:custGeom>
            <a:rect b="b" l="l" r="r" t="t"/>
            <a:pathLst>
              <a:path extrusionOk="0" h="81914" w="106679">
                <a:moveTo>
                  <a:pt x="0" y="16430"/>
                </a:moveTo>
                <a:lnTo>
                  <a:pt x="10906" y="15430"/>
                </a:lnTo>
                <a:lnTo>
                  <a:pt x="20954" y="13001"/>
                </a:lnTo>
                <a:lnTo>
                  <a:pt x="30432" y="10001"/>
                </a:lnTo>
                <a:lnTo>
                  <a:pt x="39624" y="7286"/>
                </a:lnTo>
                <a:lnTo>
                  <a:pt x="49196" y="3333"/>
                </a:lnTo>
                <a:lnTo>
                  <a:pt x="59054" y="809"/>
                </a:lnTo>
                <a:lnTo>
                  <a:pt x="68341" y="0"/>
                </a:lnTo>
                <a:lnTo>
                  <a:pt x="76200" y="1190"/>
                </a:lnTo>
                <a:lnTo>
                  <a:pt x="79248" y="1190"/>
                </a:lnTo>
              </a:path>
              <a:path extrusionOk="0" h="81914" w="106679">
                <a:moveTo>
                  <a:pt x="21336" y="80438"/>
                </a:moveTo>
                <a:lnTo>
                  <a:pt x="35051" y="81724"/>
                </a:lnTo>
                <a:lnTo>
                  <a:pt x="48767" y="81581"/>
                </a:lnTo>
                <a:lnTo>
                  <a:pt x="62483" y="80867"/>
                </a:lnTo>
                <a:lnTo>
                  <a:pt x="76200" y="80438"/>
                </a:lnTo>
                <a:lnTo>
                  <a:pt x="84820" y="79962"/>
                </a:lnTo>
                <a:lnTo>
                  <a:pt x="92582" y="78914"/>
                </a:lnTo>
                <a:lnTo>
                  <a:pt x="99774" y="77866"/>
                </a:lnTo>
                <a:lnTo>
                  <a:pt x="106679" y="7739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2" name="Google Shape;2622;p23"/>
          <p:cNvSpPr/>
          <p:nvPr/>
        </p:nvSpPr>
        <p:spPr>
          <a:xfrm>
            <a:off x="5685091" y="4119276"/>
            <a:ext cx="133985" cy="800735"/>
          </a:xfrm>
          <a:custGeom>
            <a:rect b="b" l="l" r="r" t="t"/>
            <a:pathLst>
              <a:path extrusionOk="0" h="800735" w="133985">
                <a:moveTo>
                  <a:pt x="133540" y="19907"/>
                </a:moveTo>
                <a:lnTo>
                  <a:pt x="89392" y="13049"/>
                </a:lnTo>
                <a:lnTo>
                  <a:pt x="62436" y="6762"/>
                </a:lnTo>
                <a:lnTo>
                  <a:pt x="50101" y="3905"/>
                </a:lnTo>
                <a:lnTo>
                  <a:pt x="38338" y="2190"/>
                </a:lnTo>
                <a:lnTo>
                  <a:pt x="26860" y="1619"/>
                </a:lnTo>
                <a:lnTo>
                  <a:pt x="19621" y="0"/>
                </a:lnTo>
                <a:lnTo>
                  <a:pt x="12382" y="95"/>
                </a:lnTo>
                <a:lnTo>
                  <a:pt x="6286" y="2476"/>
                </a:lnTo>
                <a:lnTo>
                  <a:pt x="2476" y="7715"/>
                </a:lnTo>
                <a:lnTo>
                  <a:pt x="0" y="20050"/>
                </a:lnTo>
                <a:lnTo>
                  <a:pt x="952" y="33242"/>
                </a:lnTo>
                <a:lnTo>
                  <a:pt x="4190" y="45862"/>
                </a:lnTo>
                <a:lnTo>
                  <a:pt x="8572" y="56483"/>
                </a:lnTo>
                <a:lnTo>
                  <a:pt x="15954" y="76057"/>
                </a:lnTo>
                <a:lnTo>
                  <a:pt x="24193" y="94202"/>
                </a:lnTo>
                <a:lnTo>
                  <a:pt x="33004" y="111775"/>
                </a:lnTo>
                <a:lnTo>
                  <a:pt x="42100" y="129635"/>
                </a:lnTo>
                <a:lnTo>
                  <a:pt x="51196" y="145684"/>
                </a:lnTo>
                <a:lnTo>
                  <a:pt x="60007" y="162020"/>
                </a:lnTo>
                <a:lnTo>
                  <a:pt x="81391" y="210931"/>
                </a:lnTo>
                <a:lnTo>
                  <a:pt x="87820" y="257651"/>
                </a:lnTo>
                <a:lnTo>
                  <a:pt x="83962" y="274891"/>
                </a:lnTo>
                <a:lnTo>
                  <a:pt x="60388" y="318611"/>
                </a:lnTo>
                <a:lnTo>
                  <a:pt x="26860" y="355187"/>
                </a:lnTo>
                <a:lnTo>
                  <a:pt x="23812" y="358235"/>
                </a:lnTo>
                <a:lnTo>
                  <a:pt x="23812" y="361283"/>
                </a:lnTo>
                <a:lnTo>
                  <a:pt x="20764" y="361283"/>
                </a:lnTo>
                <a:lnTo>
                  <a:pt x="29908" y="364331"/>
                </a:lnTo>
                <a:lnTo>
                  <a:pt x="36004" y="367379"/>
                </a:lnTo>
                <a:lnTo>
                  <a:pt x="69532" y="400907"/>
                </a:lnTo>
                <a:lnTo>
                  <a:pt x="78533" y="448913"/>
                </a:lnTo>
                <a:lnTo>
                  <a:pt x="78676" y="464915"/>
                </a:lnTo>
                <a:lnTo>
                  <a:pt x="74866" y="485489"/>
                </a:lnTo>
                <a:lnTo>
                  <a:pt x="61531" y="526637"/>
                </a:lnTo>
                <a:lnTo>
                  <a:pt x="44672" y="566023"/>
                </a:lnTo>
                <a:lnTo>
                  <a:pt x="34480" y="585692"/>
                </a:lnTo>
                <a:lnTo>
                  <a:pt x="24288" y="605932"/>
                </a:lnTo>
                <a:lnTo>
                  <a:pt x="6286" y="654272"/>
                </a:lnTo>
                <a:lnTo>
                  <a:pt x="1762" y="697563"/>
                </a:lnTo>
                <a:lnTo>
                  <a:pt x="3619" y="709898"/>
                </a:lnTo>
                <a:lnTo>
                  <a:pt x="25717" y="754094"/>
                </a:lnTo>
                <a:lnTo>
                  <a:pt x="42100" y="772763"/>
                </a:lnTo>
                <a:lnTo>
                  <a:pt x="49958" y="781764"/>
                </a:lnTo>
                <a:lnTo>
                  <a:pt x="59245" y="789908"/>
                </a:lnTo>
                <a:lnTo>
                  <a:pt x="69103" y="796337"/>
                </a:lnTo>
                <a:lnTo>
                  <a:pt x="78676" y="800195"/>
                </a:lnTo>
                <a:lnTo>
                  <a:pt x="81724" y="800195"/>
                </a:lnTo>
                <a:lnTo>
                  <a:pt x="84772" y="800195"/>
                </a:lnTo>
                <a:lnTo>
                  <a:pt x="87820" y="800195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3" name="Google Shape;262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80176" y="4309872"/>
            <a:ext cx="174449" cy="164590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23"/>
          <p:cNvSpPr/>
          <p:nvPr/>
        </p:nvSpPr>
        <p:spPr>
          <a:xfrm>
            <a:off x="6284976" y="4303776"/>
            <a:ext cx="3175" cy="15240"/>
          </a:xfrm>
          <a:custGeom>
            <a:rect b="b" l="l" r="r" t="t"/>
            <a:pathLst>
              <a:path extrusionOk="0" h="15239" w="3175">
                <a:moveTo>
                  <a:pt x="0" y="0"/>
                </a:moveTo>
                <a:lnTo>
                  <a:pt x="3048" y="6096"/>
                </a:lnTo>
                <a:lnTo>
                  <a:pt x="3048" y="12191"/>
                </a:lnTo>
                <a:lnTo>
                  <a:pt x="3048" y="15239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5" name="Google Shape;2625;p23"/>
          <p:cNvSpPr/>
          <p:nvPr/>
        </p:nvSpPr>
        <p:spPr>
          <a:xfrm>
            <a:off x="6294120" y="4401311"/>
            <a:ext cx="0" cy="18415"/>
          </a:xfrm>
          <a:custGeom>
            <a:rect b="b" l="l" r="r" t="t"/>
            <a:pathLst>
              <a:path extrusionOk="0" h="18414" w="120000">
                <a:moveTo>
                  <a:pt x="0" y="18287"/>
                </a:moveTo>
                <a:lnTo>
                  <a:pt x="0" y="12191"/>
                </a:lnTo>
                <a:lnTo>
                  <a:pt x="0" y="6096"/>
                </a:lnTo>
                <a:lnTo>
                  <a:pt x="0" y="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6" name="Google Shape;2626;p23"/>
          <p:cNvGrpSpPr/>
          <p:nvPr/>
        </p:nvGrpSpPr>
        <p:grpSpPr>
          <a:xfrm>
            <a:off x="6856095" y="4096512"/>
            <a:ext cx="364615" cy="262126"/>
            <a:chOff x="6856095" y="4096512"/>
            <a:chExt cx="364615" cy="262126"/>
          </a:xfrm>
        </p:grpSpPr>
        <p:pic>
          <p:nvPicPr>
            <p:cNvPr id="2627" name="Google Shape;2627;p2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856095" y="4136136"/>
              <a:ext cx="78103" cy="22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8" name="Google Shape;2628;p23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958584" y="4154424"/>
              <a:ext cx="147493" cy="135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9" name="Google Shape;2629;p23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132320" y="4096512"/>
              <a:ext cx="88390" cy="182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0" name="Google Shape;2630;p23"/>
          <p:cNvSpPr/>
          <p:nvPr/>
        </p:nvSpPr>
        <p:spPr>
          <a:xfrm>
            <a:off x="7290816" y="4258055"/>
            <a:ext cx="9525" cy="76200"/>
          </a:xfrm>
          <a:custGeom>
            <a:rect b="b" l="l" r="r" t="t"/>
            <a:pathLst>
              <a:path extrusionOk="0" h="76200" w="9525">
                <a:moveTo>
                  <a:pt x="9144" y="0"/>
                </a:moveTo>
                <a:lnTo>
                  <a:pt x="7381" y="10906"/>
                </a:lnTo>
                <a:lnTo>
                  <a:pt x="6477" y="20955"/>
                </a:lnTo>
                <a:lnTo>
                  <a:pt x="6143" y="30432"/>
                </a:lnTo>
                <a:lnTo>
                  <a:pt x="6096" y="39624"/>
                </a:lnTo>
                <a:lnTo>
                  <a:pt x="5572" y="48768"/>
                </a:lnTo>
                <a:lnTo>
                  <a:pt x="4191" y="57912"/>
                </a:lnTo>
                <a:lnTo>
                  <a:pt x="2238" y="67056"/>
                </a:lnTo>
                <a:lnTo>
                  <a:pt x="0" y="7620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1" name="Google Shape;2631;p23"/>
          <p:cNvGrpSpPr/>
          <p:nvPr/>
        </p:nvGrpSpPr>
        <p:grpSpPr>
          <a:xfrm>
            <a:off x="7476744" y="4044696"/>
            <a:ext cx="134492" cy="171068"/>
            <a:chOff x="7476744" y="4044696"/>
            <a:chExt cx="134492" cy="171068"/>
          </a:xfrm>
        </p:grpSpPr>
        <p:pic>
          <p:nvPicPr>
            <p:cNvPr id="2632" name="Google Shape;2632;p2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7476744" y="4044696"/>
              <a:ext cx="118870" cy="124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3" name="Google Shape;2633;p23"/>
            <p:cNvSpPr/>
            <p:nvPr/>
          </p:nvSpPr>
          <p:spPr>
            <a:xfrm>
              <a:off x="7510271" y="4206239"/>
              <a:ext cx="100965" cy="9525"/>
            </a:xfrm>
            <a:custGeom>
              <a:rect b="b" l="l" r="r" t="t"/>
              <a:pathLst>
                <a:path extrusionOk="0" h="9525" w="100965">
                  <a:moveTo>
                    <a:pt x="0" y="0"/>
                  </a:moveTo>
                  <a:lnTo>
                    <a:pt x="11906" y="1809"/>
                  </a:lnTo>
                  <a:lnTo>
                    <a:pt x="24383" y="3048"/>
                  </a:lnTo>
                  <a:lnTo>
                    <a:pt x="36861" y="4286"/>
                  </a:lnTo>
                  <a:lnTo>
                    <a:pt x="48767" y="6096"/>
                  </a:lnTo>
                  <a:lnTo>
                    <a:pt x="62436" y="6572"/>
                  </a:lnTo>
                  <a:lnTo>
                    <a:pt x="75818" y="7620"/>
                  </a:lnTo>
                  <a:lnTo>
                    <a:pt x="88630" y="8667"/>
                  </a:lnTo>
                  <a:lnTo>
                    <a:pt x="100583" y="9144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4" name="Google Shape;2634;p23"/>
          <p:cNvSpPr/>
          <p:nvPr/>
        </p:nvSpPr>
        <p:spPr>
          <a:xfrm>
            <a:off x="7757159" y="4053840"/>
            <a:ext cx="13970" cy="121920"/>
          </a:xfrm>
          <a:custGeom>
            <a:rect b="b" l="l" r="r" t="t"/>
            <a:pathLst>
              <a:path extrusionOk="0" h="121920" w="13970">
                <a:moveTo>
                  <a:pt x="3047" y="0"/>
                </a:moveTo>
                <a:lnTo>
                  <a:pt x="9906" y="42433"/>
                </a:lnTo>
                <a:lnTo>
                  <a:pt x="12620" y="70294"/>
                </a:lnTo>
                <a:lnTo>
                  <a:pt x="13334" y="83820"/>
                </a:lnTo>
                <a:lnTo>
                  <a:pt x="13477" y="97345"/>
                </a:lnTo>
                <a:lnTo>
                  <a:pt x="12191" y="109727"/>
                </a:lnTo>
                <a:lnTo>
                  <a:pt x="6095" y="115824"/>
                </a:lnTo>
                <a:lnTo>
                  <a:pt x="6095" y="118872"/>
                </a:lnTo>
                <a:lnTo>
                  <a:pt x="0" y="12192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5" name="Google Shape;2635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946410" y="4664535"/>
            <a:ext cx="109964" cy="14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6" name="Google Shape;2636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23432" y="4604385"/>
            <a:ext cx="222502" cy="2449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7" name="Google Shape;2637;p23"/>
          <p:cNvGrpSpPr/>
          <p:nvPr/>
        </p:nvGrpSpPr>
        <p:grpSpPr>
          <a:xfrm>
            <a:off x="8705088" y="4002024"/>
            <a:ext cx="76198" cy="222631"/>
            <a:chOff x="8705088" y="4002024"/>
            <a:chExt cx="76198" cy="222631"/>
          </a:xfrm>
        </p:grpSpPr>
        <p:pic>
          <p:nvPicPr>
            <p:cNvPr id="2638" name="Google Shape;2638;p2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8705088" y="4002024"/>
              <a:ext cx="76198" cy="1767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9" name="Google Shape;2639;p23"/>
            <p:cNvSpPr/>
            <p:nvPr/>
          </p:nvSpPr>
          <p:spPr>
            <a:xfrm>
              <a:off x="8732520" y="4221480"/>
              <a:ext cx="3175" cy="3175"/>
            </a:xfrm>
            <a:custGeom>
              <a:rect b="b" l="l" r="r" t="t"/>
              <a:pathLst>
                <a:path extrusionOk="0" h="3175" w="3175">
                  <a:moveTo>
                    <a:pt x="3048" y="0"/>
                  </a:moveTo>
                  <a:lnTo>
                    <a:pt x="3048" y="3048"/>
                  </a:lnTo>
                  <a:lnTo>
                    <a:pt x="0" y="3048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0" name="Google Shape;2640;p23"/>
          <p:cNvGrpSpPr/>
          <p:nvPr/>
        </p:nvGrpSpPr>
        <p:grpSpPr>
          <a:xfrm>
            <a:off x="4966811" y="5462016"/>
            <a:ext cx="217835" cy="352170"/>
            <a:chOff x="4966811" y="5462016"/>
            <a:chExt cx="217835" cy="352170"/>
          </a:xfrm>
        </p:grpSpPr>
        <p:sp>
          <p:nvSpPr>
            <p:cNvPr id="2641" name="Google Shape;2641;p23"/>
            <p:cNvSpPr/>
            <p:nvPr/>
          </p:nvSpPr>
          <p:spPr>
            <a:xfrm>
              <a:off x="4966811" y="5610986"/>
              <a:ext cx="145415" cy="203200"/>
            </a:xfrm>
            <a:custGeom>
              <a:rect b="b" l="l" r="r" t="t"/>
              <a:pathLst>
                <a:path extrusionOk="0" h="203200" w="145414">
                  <a:moveTo>
                    <a:pt x="38004" y="30861"/>
                  </a:moveTo>
                  <a:lnTo>
                    <a:pt x="39766" y="45100"/>
                  </a:lnTo>
                  <a:lnTo>
                    <a:pt x="40671" y="60198"/>
                  </a:lnTo>
                  <a:lnTo>
                    <a:pt x="41005" y="75866"/>
                  </a:lnTo>
                  <a:lnTo>
                    <a:pt x="41052" y="91820"/>
                  </a:lnTo>
                  <a:lnTo>
                    <a:pt x="41052" y="107823"/>
                  </a:lnTo>
                  <a:lnTo>
                    <a:pt x="41052" y="123825"/>
                  </a:lnTo>
                  <a:lnTo>
                    <a:pt x="41052" y="190976"/>
                  </a:lnTo>
                  <a:lnTo>
                    <a:pt x="41052" y="189356"/>
                  </a:lnTo>
                  <a:lnTo>
                    <a:pt x="41052" y="186308"/>
                  </a:lnTo>
                  <a:lnTo>
                    <a:pt x="41052" y="183261"/>
                  </a:lnTo>
                </a:path>
                <a:path extrusionOk="0" h="203200" w="145414">
                  <a:moveTo>
                    <a:pt x="1428" y="27812"/>
                  </a:moveTo>
                  <a:lnTo>
                    <a:pt x="0" y="16716"/>
                  </a:lnTo>
                  <a:lnTo>
                    <a:pt x="1428" y="9906"/>
                  </a:lnTo>
                  <a:lnTo>
                    <a:pt x="7429" y="5953"/>
                  </a:lnTo>
                  <a:lnTo>
                    <a:pt x="19716" y="3429"/>
                  </a:lnTo>
                  <a:lnTo>
                    <a:pt x="34813" y="1285"/>
                  </a:lnTo>
                  <a:lnTo>
                    <a:pt x="51339" y="0"/>
                  </a:lnTo>
                  <a:lnTo>
                    <a:pt x="67294" y="428"/>
                  </a:lnTo>
                  <a:lnTo>
                    <a:pt x="98964" y="27812"/>
                  </a:lnTo>
                  <a:lnTo>
                    <a:pt x="96440" y="42767"/>
                  </a:lnTo>
                  <a:lnTo>
                    <a:pt x="90201" y="56006"/>
                  </a:lnTo>
                  <a:lnTo>
                    <a:pt x="82248" y="68103"/>
                  </a:lnTo>
                  <a:lnTo>
                    <a:pt x="74580" y="79629"/>
                  </a:lnTo>
                  <a:lnTo>
                    <a:pt x="67770" y="86534"/>
                  </a:lnTo>
                  <a:lnTo>
                    <a:pt x="61245" y="93725"/>
                  </a:lnTo>
                  <a:lnTo>
                    <a:pt x="55292" y="101488"/>
                  </a:lnTo>
                  <a:lnTo>
                    <a:pt x="50196" y="110108"/>
                  </a:lnTo>
                  <a:lnTo>
                    <a:pt x="57054" y="109585"/>
                  </a:lnTo>
                  <a:lnTo>
                    <a:pt x="63912" y="108204"/>
                  </a:lnTo>
                  <a:lnTo>
                    <a:pt x="70770" y="106251"/>
                  </a:lnTo>
                  <a:lnTo>
                    <a:pt x="77628" y="104012"/>
                  </a:lnTo>
                  <a:lnTo>
                    <a:pt x="87725" y="101822"/>
                  </a:lnTo>
                  <a:lnTo>
                    <a:pt x="98964" y="100202"/>
                  </a:lnTo>
                  <a:lnTo>
                    <a:pt x="110204" y="99726"/>
                  </a:lnTo>
                  <a:lnTo>
                    <a:pt x="120300" y="100964"/>
                  </a:lnTo>
                  <a:lnTo>
                    <a:pt x="145351" y="134540"/>
                  </a:lnTo>
                  <a:lnTo>
                    <a:pt x="143160" y="144780"/>
                  </a:lnTo>
                  <a:lnTo>
                    <a:pt x="112299" y="182498"/>
                  </a:lnTo>
                  <a:lnTo>
                    <a:pt x="66960" y="201929"/>
                  </a:lnTo>
                  <a:lnTo>
                    <a:pt x="55530" y="202739"/>
                  </a:lnTo>
                  <a:lnTo>
                    <a:pt x="44100" y="201549"/>
                  </a:lnTo>
                  <a:lnTo>
                    <a:pt x="33956" y="196691"/>
                  </a:lnTo>
                  <a:lnTo>
                    <a:pt x="29241" y="187833"/>
                  </a:lnTo>
                  <a:lnTo>
                    <a:pt x="27384" y="176688"/>
                  </a:lnTo>
                  <a:lnTo>
                    <a:pt x="25812" y="164973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42" name="Google Shape;2642;p2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052346" y="5462016"/>
              <a:ext cx="132300" cy="1091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43" name="Google Shape;2643;p23"/>
          <p:cNvSpPr/>
          <p:nvPr/>
        </p:nvSpPr>
        <p:spPr>
          <a:xfrm>
            <a:off x="5413247" y="5617464"/>
            <a:ext cx="45720" cy="5715"/>
          </a:xfrm>
          <a:custGeom>
            <a:rect b="b" l="l" r="r" t="t"/>
            <a:pathLst>
              <a:path extrusionOk="0" h="5714" w="45720">
                <a:moveTo>
                  <a:pt x="0" y="3047"/>
                </a:moveTo>
                <a:lnTo>
                  <a:pt x="9525" y="4762"/>
                </a:lnTo>
                <a:lnTo>
                  <a:pt x="16763" y="5333"/>
                </a:lnTo>
                <a:lnTo>
                  <a:pt x="24002" y="4762"/>
                </a:lnTo>
                <a:lnTo>
                  <a:pt x="33527" y="3047"/>
                </a:lnTo>
                <a:lnTo>
                  <a:pt x="39624" y="0"/>
                </a:lnTo>
                <a:lnTo>
                  <a:pt x="42672" y="0"/>
                </a:lnTo>
                <a:lnTo>
                  <a:pt x="45719" y="3047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4" name="Google Shape;2644;p23"/>
          <p:cNvSpPr/>
          <p:nvPr/>
        </p:nvSpPr>
        <p:spPr>
          <a:xfrm>
            <a:off x="5416296" y="5693664"/>
            <a:ext cx="85725" cy="10795"/>
          </a:xfrm>
          <a:custGeom>
            <a:rect b="b" l="l" r="r" t="t"/>
            <a:pathLst>
              <a:path extrusionOk="0" h="10795" w="85725">
                <a:moveTo>
                  <a:pt x="0" y="6095"/>
                </a:moveTo>
                <a:lnTo>
                  <a:pt x="13715" y="8286"/>
                </a:lnTo>
                <a:lnTo>
                  <a:pt x="27431" y="9905"/>
                </a:lnTo>
                <a:lnTo>
                  <a:pt x="41147" y="10382"/>
                </a:lnTo>
                <a:lnTo>
                  <a:pt x="54863" y="9143"/>
                </a:lnTo>
                <a:lnTo>
                  <a:pt x="64769" y="5572"/>
                </a:lnTo>
                <a:lnTo>
                  <a:pt x="72389" y="3428"/>
                </a:lnTo>
                <a:lnTo>
                  <a:pt x="78866" y="1857"/>
                </a:lnTo>
                <a:lnTo>
                  <a:pt x="85343" y="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5" name="Google Shape;2645;p23"/>
          <p:cNvSpPr/>
          <p:nvPr/>
        </p:nvSpPr>
        <p:spPr>
          <a:xfrm>
            <a:off x="5775340" y="5400675"/>
            <a:ext cx="162560" cy="704850"/>
          </a:xfrm>
          <a:custGeom>
            <a:rect b="b" l="l" r="r" t="t"/>
            <a:pathLst>
              <a:path extrusionOk="0" h="704850" w="162560">
                <a:moveTo>
                  <a:pt x="162163" y="27813"/>
                </a:moveTo>
                <a:lnTo>
                  <a:pt x="117157" y="6810"/>
                </a:lnTo>
                <a:lnTo>
                  <a:pt x="68056" y="0"/>
                </a:lnTo>
                <a:lnTo>
                  <a:pt x="51911" y="428"/>
                </a:lnTo>
                <a:lnTo>
                  <a:pt x="13192" y="19812"/>
                </a:lnTo>
                <a:lnTo>
                  <a:pt x="0" y="60769"/>
                </a:lnTo>
                <a:lnTo>
                  <a:pt x="2524" y="77343"/>
                </a:lnTo>
                <a:lnTo>
                  <a:pt x="28289" y="124825"/>
                </a:lnTo>
                <a:lnTo>
                  <a:pt x="56578" y="158067"/>
                </a:lnTo>
                <a:lnTo>
                  <a:pt x="70723" y="174117"/>
                </a:lnTo>
                <a:lnTo>
                  <a:pt x="82534" y="187404"/>
                </a:lnTo>
                <a:lnTo>
                  <a:pt x="94345" y="200406"/>
                </a:lnTo>
                <a:lnTo>
                  <a:pt x="105013" y="213979"/>
                </a:lnTo>
                <a:lnTo>
                  <a:pt x="113395" y="228981"/>
                </a:lnTo>
                <a:lnTo>
                  <a:pt x="118538" y="241363"/>
                </a:lnTo>
                <a:lnTo>
                  <a:pt x="120253" y="254889"/>
                </a:lnTo>
                <a:lnTo>
                  <a:pt x="118538" y="268414"/>
                </a:lnTo>
                <a:lnTo>
                  <a:pt x="94345" y="308991"/>
                </a:lnTo>
                <a:lnTo>
                  <a:pt x="70723" y="332613"/>
                </a:lnTo>
                <a:lnTo>
                  <a:pt x="63436" y="339994"/>
                </a:lnTo>
                <a:lnTo>
                  <a:pt x="55864" y="348234"/>
                </a:lnTo>
                <a:lnTo>
                  <a:pt x="48863" y="357044"/>
                </a:lnTo>
                <a:lnTo>
                  <a:pt x="43291" y="366141"/>
                </a:lnTo>
                <a:lnTo>
                  <a:pt x="40243" y="372237"/>
                </a:lnTo>
                <a:lnTo>
                  <a:pt x="46339" y="375285"/>
                </a:lnTo>
                <a:lnTo>
                  <a:pt x="49387" y="381381"/>
                </a:lnTo>
                <a:lnTo>
                  <a:pt x="81105" y="407527"/>
                </a:lnTo>
                <a:lnTo>
                  <a:pt x="103489" y="451866"/>
                </a:lnTo>
                <a:lnTo>
                  <a:pt x="105298" y="469820"/>
                </a:lnTo>
                <a:lnTo>
                  <a:pt x="104251" y="488061"/>
                </a:lnTo>
                <a:lnTo>
                  <a:pt x="102679" y="505348"/>
                </a:lnTo>
                <a:lnTo>
                  <a:pt x="98536" y="521208"/>
                </a:lnTo>
                <a:lnTo>
                  <a:pt x="92678" y="536495"/>
                </a:lnTo>
                <a:lnTo>
                  <a:pt x="85963" y="552069"/>
                </a:lnTo>
                <a:lnTo>
                  <a:pt x="80962" y="565785"/>
                </a:lnTo>
                <a:lnTo>
                  <a:pt x="75676" y="579501"/>
                </a:lnTo>
                <a:lnTo>
                  <a:pt x="70961" y="593217"/>
                </a:lnTo>
                <a:lnTo>
                  <a:pt x="67675" y="606933"/>
                </a:lnTo>
                <a:lnTo>
                  <a:pt x="67770" y="616505"/>
                </a:lnTo>
                <a:lnTo>
                  <a:pt x="81153" y="653938"/>
                </a:lnTo>
                <a:lnTo>
                  <a:pt x="98202" y="671369"/>
                </a:lnTo>
                <a:lnTo>
                  <a:pt x="107299" y="680085"/>
                </a:lnTo>
                <a:lnTo>
                  <a:pt x="114681" y="686466"/>
                </a:lnTo>
                <a:lnTo>
                  <a:pt x="122920" y="692277"/>
                </a:lnTo>
                <a:lnTo>
                  <a:pt x="131730" y="698087"/>
                </a:lnTo>
                <a:lnTo>
                  <a:pt x="140827" y="704469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6" name="Google Shape;2646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074664" y="5565648"/>
            <a:ext cx="170686" cy="15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7" name="Google Shape;2647;p23"/>
          <p:cNvSpPr/>
          <p:nvPr/>
        </p:nvSpPr>
        <p:spPr>
          <a:xfrm>
            <a:off x="6361176" y="5538215"/>
            <a:ext cx="6350" cy="24765"/>
          </a:xfrm>
          <a:custGeom>
            <a:rect b="b" l="l" r="r" t="t"/>
            <a:pathLst>
              <a:path extrusionOk="0" h="24764" w="6350">
                <a:moveTo>
                  <a:pt x="6096" y="0"/>
                </a:moveTo>
                <a:lnTo>
                  <a:pt x="3048" y="12191"/>
                </a:lnTo>
                <a:lnTo>
                  <a:pt x="0" y="15239"/>
                </a:lnTo>
                <a:lnTo>
                  <a:pt x="0" y="24383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23"/>
          <p:cNvSpPr/>
          <p:nvPr/>
        </p:nvSpPr>
        <p:spPr>
          <a:xfrm>
            <a:off x="6367271" y="5644896"/>
            <a:ext cx="24765" cy="24765"/>
          </a:xfrm>
          <a:custGeom>
            <a:rect b="b" l="l" r="r" t="t"/>
            <a:pathLst>
              <a:path extrusionOk="0" h="24764" w="24764">
                <a:moveTo>
                  <a:pt x="0" y="6096"/>
                </a:moveTo>
                <a:lnTo>
                  <a:pt x="0" y="18287"/>
                </a:lnTo>
                <a:lnTo>
                  <a:pt x="6095" y="24384"/>
                </a:lnTo>
                <a:lnTo>
                  <a:pt x="18287" y="24384"/>
                </a:lnTo>
                <a:lnTo>
                  <a:pt x="24383" y="18287"/>
                </a:lnTo>
                <a:lnTo>
                  <a:pt x="24383" y="12192"/>
                </a:lnTo>
                <a:lnTo>
                  <a:pt x="24383" y="6096"/>
                </a:lnTo>
                <a:lnTo>
                  <a:pt x="18287" y="0"/>
                </a:lnTo>
                <a:lnTo>
                  <a:pt x="6095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7F007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9" name="Google Shape;2649;p23"/>
          <p:cNvGrpSpPr/>
          <p:nvPr/>
        </p:nvGrpSpPr>
        <p:grpSpPr>
          <a:xfrm>
            <a:off x="6765798" y="5425440"/>
            <a:ext cx="571927" cy="243076"/>
            <a:chOff x="6765798" y="5425440"/>
            <a:chExt cx="571927" cy="243076"/>
          </a:xfrm>
        </p:grpSpPr>
        <p:pic>
          <p:nvPicPr>
            <p:cNvPr id="2650" name="Google Shape;2650;p2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765798" y="5471160"/>
              <a:ext cx="80008" cy="1950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1" name="Google Shape;2651;p23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885908" y="5425440"/>
              <a:ext cx="451817" cy="2430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2" name="Google Shape;2652;p23"/>
          <p:cNvSpPr/>
          <p:nvPr/>
        </p:nvSpPr>
        <p:spPr>
          <a:xfrm>
            <a:off x="7525511" y="5382767"/>
            <a:ext cx="113030" cy="140335"/>
          </a:xfrm>
          <a:custGeom>
            <a:rect b="b" l="l" r="r" t="t"/>
            <a:pathLst>
              <a:path extrusionOk="0" h="140335" w="113029">
                <a:moveTo>
                  <a:pt x="76200" y="0"/>
                </a:moveTo>
                <a:lnTo>
                  <a:pt x="67008" y="6857"/>
                </a:lnTo>
                <a:lnTo>
                  <a:pt x="57531" y="13715"/>
                </a:lnTo>
                <a:lnTo>
                  <a:pt x="47482" y="20573"/>
                </a:lnTo>
                <a:lnTo>
                  <a:pt x="36576" y="27431"/>
                </a:lnTo>
                <a:lnTo>
                  <a:pt x="29241" y="32527"/>
                </a:lnTo>
                <a:lnTo>
                  <a:pt x="0" y="67055"/>
                </a:lnTo>
                <a:lnTo>
                  <a:pt x="0" y="73151"/>
                </a:lnTo>
                <a:lnTo>
                  <a:pt x="3048" y="82295"/>
                </a:lnTo>
                <a:lnTo>
                  <a:pt x="12192" y="85343"/>
                </a:lnTo>
                <a:lnTo>
                  <a:pt x="18288" y="85343"/>
                </a:lnTo>
                <a:lnTo>
                  <a:pt x="29194" y="88868"/>
                </a:lnTo>
                <a:lnTo>
                  <a:pt x="39243" y="90677"/>
                </a:lnTo>
                <a:lnTo>
                  <a:pt x="48720" y="91344"/>
                </a:lnTo>
                <a:lnTo>
                  <a:pt x="57912" y="91439"/>
                </a:lnTo>
                <a:lnTo>
                  <a:pt x="67484" y="92821"/>
                </a:lnTo>
                <a:lnTo>
                  <a:pt x="77343" y="93344"/>
                </a:lnTo>
                <a:lnTo>
                  <a:pt x="86629" y="94440"/>
                </a:lnTo>
                <a:lnTo>
                  <a:pt x="94488" y="97535"/>
                </a:lnTo>
                <a:lnTo>
                  <a:pt x="97536" y="97535"/>
                </a:lnTo>
                <a:lnTo>
                  <a:pt x="94488" y="97535"/>
                </a:lnTo>
              </a:path>
              <a:path extrusionOk="0" h="140335" w="113029">
                <a:moveTo>
                  <a:pt x="18288" y="137159"/>
                </a:moveTo>
                <a:lnTo>
                  <a:pt x="38862" y="137159"/>
                </a:lnTo>
                <a:lnTo>
                  <a:pt x="59436" y="137159"/>
                </a:lnTo>
                <a:lnTo>
                  <a:pt x="80010" y="137159"/>
                </a:lnTo>
                <a:lnTo>
                  <a:pt x="100584" y="137159"/>
                </a:lnTo>
                <a:lnTo>
                  <a:pt x="106680" y="140207"/>
                </a:lnTo>
                <a:lnTo>
                  <a:pt x="109728" y="140207"/>
                </a:lnTo>
                <a:lnTo>
                  <a:pt x="112776" y="140207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23"/>
          <p:cNvSpPr/>
          <p:nvPr/>
        </p:nvSpPr>
        <p:spPr>
          <a:xfrm>
            <a:off x="7772400" y="5379720"/>
            <a:ext cx="9525" cy="113030"/>
          </a:xfrm>
          <a:custGeom>
            <a:rect b="b" l="l" r="r" t="t"/>
            <a:pathLst>
              <a:path extrusionOk="0" h="113029" w="9525">
                <a:moveTo>
                  <a:pt x="0" y="0"/>
                </a:moveTo>
                <a:lnTo>
                  <a:pt x="4000" y="18287"/>
                </a:lnTo>
                <a:lnTo>
                  <a:pt x="6857" y="36575"/>
                </a:lnTo>
                <a:lnTo>
                  <a:pt x="8572" y="54863"/>
                </a:lnTo>
                <a:lnTo>
                  <a:pt x="9143" y="73151"/>
                </a:lnTo>
                <a:lnTo>
                  <a:pt x="9048" y="84058"/>
                </a:lnTo>
                <a:lnTo>
                  <a:pt x="8381" y="94106"/>
                </a:lnTo>
                <a:lnTo>
                  <a:pt x="6572" y="103584"/>
                </a:lnTo>
                <a:lnTo>
                  <a:pt x="3047" y="112775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4" name="Google Shape;2654;p23"/>
          <p:cNvGrpSpPr/>
          <p:nvPr/>
        </p:nvGrpSpPr>
        <p:grpSpPr>
          <a:xfrm>
            <a:off x="6138672" y="5830824"/>
            <a:ext cx="368806" cy="237742"/>
            <a:chOff x="6138672" y="5830824"/>
            <a:chExt cx="368806" cy="237742"/>
          </a:xfrm>
        </p:grpSpPr>
        <p:pic>
          <p:nvPicPr>
            <p:cNvPr id="2655" name="Google Shape;2655;p23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138672" y="5915501"/>
              <a:ext cx="109726" cy="1516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6" name="Google Shape;2656;p23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278880" y="5830824"/>
              <a:ext cx="228598" cy="237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57" name="Google Shape;2657;p23"/>
          <p:cNvGrpSpPr/>
          <p:nvPr/>
        </p:nvGrpSpPr>
        <p:grpSpPr>
          <a:xfrm>
            <a:off x="8683752" y="5337048"/>
            <a:ext cx="73865" cy="207645"/>
            <a:chOff x="8683752" y="5337048"/>
            <a:chExt cx="73865" cy="207645"/>
          </a:xfrm>
        </p:grpSpPr>
        <p:pic>
          <p:nvPicPr>
            <p:cNvPr id="2658" name="Google Shape;2658;p2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683752" y="5337048"/>
              <a:ext cx="73865" cy="1645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9" name="Google Shape;2659;p23"/>
            <p:cNvSpPr/>
            <p:nvPr/>
          </p:nvSpPr>
          <p:spPr>
            <a:xfrm>
              <a:off x="8711184" y="5535168"/>
              <a:ext cx="6350" cy="9525"/>
            </a:xfrm>
            <a:custGeom>
              <a:rect b="b" l="l" r="r" t="t"/>
              <a:pathLst>
                <a:path extrusionOk="0" h="9525" w="6350">
                  <a:moveTo>
                    <a:pt x="6096" y="0"/>
                  </a:moveTo>
                  <a:lnTo>
                    <a:pt x="3048" y="3047"/>
                  </a:lnTo>
                  <a:lnTo>
                    <a:pt x="3048" y="6095"/>
                  </a:lnTo>
                  <a:lnTo>
                    <a:pt x="0" y="9143"/>
                  </a:lnTo>
                </a:path>
              </a:pathLst>
            </a:custGeom>
            <a:noFill/>
            <a:ln cap="flat" cmpd="sng" w="24375">
              <a:solidFill>
                <a:srgbClr val="7F00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0" name="Google Shape;2660;p23"/>
          <p:cNvSpPr/>
          <p:nvPr/>
        </p:nvSpPr>
        <p:spPr>
          <a:xfrm>
            <a:off x="2109216" y="3127248"/>
            <a:ext cx="113030" cy="2051685"/>
          </a:xfrm>
          <a:custGeom>
            <a:rect b="b" l="l" r="r" t="t"/>
            <a:pathLst>
              <a:path extrusionOk="0" h="2051685" w="113030">
                <a:moveTo>
                  <a:pt x="0" y="0"/>
                </a:moveTo>
                <a:lnTo>
                  <a:pt x="1285" y="39862"/>
                </a:lnTo>
                <a:lnTo>
                  <a:pt x="8620" y="80486"/>
                </a:lnTo>
                <a:lnTo>
                  <a:pt x="23193" y="132873"/>
                </a:lnTo>
                <a:lnTo>
                  <a:pt x="30479" y="158496"/>
                </a:lnTo>
                <a:lnTo>
                  <a:pt x="39052" y="201929"/>
                </a:lnTo>
                <a:lnTo>
                  <a:pt x="46481" y="245363"/>
                </a:lnTo>
                <a:lnTo>
                  <a:pt x="52768" y="288797"/>
                </a:lnTo>
                <a:lnTo>
                  <a:pt x="57911" y="332231"/>
                </a:lnTo>
                <a:lnTo>
                  <a:pt x="64246" y="387048"/>
                </a:lnTo>
                <a:lnTo>
                  <a:pt x="69722" y="441578"/>
                </a:lnTo>
                <a:lnTo>
                  <a:pt x="74628" y="495538"/>
                </a:lnTo>
                <a:lnTo>
                  <a:pt x="79248" y="548639"/>
                </a:lnTo>
                <a:lnTo>
                  <a:pt x="84100" y="603503"/>
                </a:lnTo>
                <a:lnTo>
                  <a:pt x="88075" y="658367"/>
                </a:lnTo>
                <a:lnTo>
                  <a:pt x="91756" y="713231"/>
                </a:lnTo>
                <a:lnTo>
                  <a:pt x="95731" y="768095"/>
                </a:lnTo>
                <a:lnTo>
                  <a:pt x="100584" y="822960"/>
                </a:lnTo>
                <a:lnTo>
                  <a:pt x="102705" y="868704"/>
                </a:lnTo>
                <a:lnTo>
                  <a:pt x="105119" y="914595"/>
                </a:lnTo>
                <a:lnTo>
                  <a:pt x="107387" y="960778"/>
                </a:lnTo>
                <a:lnTo>
                  <a:pt x="109069" y="1007400"/>
                </a:lnTo>
                <a:lnTo>
                  <a:pt x="109728" y="1054607"/>
                </a:lnTo>
                <a:lnTo>
                  <a:pt x="111215" y="1102156"/>
                </a:lnTo>
                <a:lnTo>
                  <a:pt x="112117" y="1149705"/>
                </a:lnTo>
                <a:lnTo>
                  <a:pt x="112580" y="1197254"/>
                </a:lnTo>
                <a:lnTo>
                  <a:pt x="112751" y="1244803"/>
                </a:lnTo>
                <a:lnTo>
                  <a:pt x="112776" y="1292352"/>
                </a:lnTo>
                <a:lnTo>
                  <a:pt x="111469" y="1340515"/>
                </a:lnTo>
                <a:lnTo>
                  <a:pt x="110163" y="1388412"/>
                </a:lnTo>
                <a:lnTo>
                  <a:pt x="108857" y="1436150"/>
                </a:lnTo>
                <a:lnTo>
                  <a:pt x="107550" y="1483833"/>
                </a:lnTo>
                <a:lnTo>
                  <a:pt x="106244" y="1531571"/>
                </a:lnTo>
                <a:lnTo>
                  <a:pt x="104938" y="1579468"/>
                </a:lnTo>
                <a:lnTo>
                  <a:pt x="103632" y="1627632"/>
                </a:lnTo>
                <a:lnTo>
                  <a:pt x="103155" y="1673352"/>
                </a:lnTo>
                <a:lnTo>
                  <a:pt x="102108" y="1719071"/>
                </a:lnTo>
                <a:lnTo>
                  <a:pt x="101060" y="1764791"/>
                </a:lnTo>
                <a:lnTo>
                  <a:pt x="100584" y="1810512"/>
                </a:lnTo>
                <a:lnTo>
                  <a:pt x="98774" y="1846564"/>
                </a:lnTo>
                <a:lnTo>
                  <a:pt x="96297" y="1916382"/>
                </a:lnTo>
                <a:lnTo>
                  <a:pt x="93249" y="1974151"/>
                </a:lnTo>
                <a:lnTo>
                  <a:pt x="91440" y="2001012"/>
                </a:lnTo>
                <a:lnTo>
                  <a:pt x="91916" y="2027872"/>
                </a:lnTo>
                <a:lnTo>
                  <a:pt x="97536" y="2051303"/>
                </a:lnTo>
                <a:lnTo>
                  <a:pt x="103632" y="2045208"/>
                </a:lnTo>
                <a:lnTo>
                  <a:pt x="103632" y="2042159"/>
                </a:lnTo>
                <a:lnTo>
                  <a:pt x="103632" y="2029968"/>
                </a:lnTo>
                <a:lnTo>
                  <a:pt x="103632" y="2026920"/>
                </a:lnTo>
                <a:lnTo>
                  <a:pt x="103632" y="2020824"/>
                </a:lnTo>
                <a:lnTo>
                  <a:pt x="103632" y="2014727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23"/>
          <p:cNvSpPr/>
          <p:nvPr/>
        </p:nvSpPr>
        <p:spPr>
          <a:xfrm>
            <a:off x="5221223" y="2999232"/>
            <a:ext cx="104139" cy="78740"/>
          </a:xfrm>
          <a:custGeom>
            <a:rect b="b" l="l" r="r" t="t"/>
            <a:pathLst>
              <a:path extrusionOk="0" h="78739" w="104139">
                <a:moveTo>
                  <a:pt x="0" y="0"/>
                </a:moveTo>
                <a:lnTo>
                  <a:pt x="9143" y="1762"/>
                </a:lnTo>
                <a:lnTo>
                  <a:pt x="18287" y="2666"/>
                </a:lnTo>
                <a:lnTo>
                  <a:pt x="27432" y="3000"/>
                </a:lnTo>
                <a:lnTo>
                  <a:pt x="36575" y="3047"/>
                </a:lnTo>
                <a:lnTo>
                  <a:pt x="45243" y="2571"/>
                </a:lnTo>
                <a:lnTo>
                  <a:pt x="53339" y="1524"/>
                </a:lnTo>
                <a:lnTo>
                  <a:pt x="61436" y="476"/>
                </a:lnTo>
                <a:lnTo>
                  <a:pt x="70103" y="0"/>
                </a:lnTo>
                <a:lnTo>
                  <a:pt x="76200" y="0"/>
                </a:lnTo>
                <a:lnTo>
                  <a:pt x="73151" y="0"/>
                </a:lnTo>
                <a:lnTo>
                  <a:pt x="73151" y="3047"/>
                </a:lnTo>
              </a:path>
              <a:path extrusionOk="0" h="78739" w="104139">
                <a:moveTo>
                  <a:pt x="15239" y="76200"/>
                </a:moveTo>
                <a:lnTo>
                  <a:pt x="26241" y="77914"/>
                </a:lnTo>
                <a:lnTo>
                  <a:pt x="36956" y="78486"/>
                </a:lnTo>
                <a:lnTo>
                  <a:pt x="48244" y="77914"/>
                </a:lnTo>
                <a:lnTo>
                  <a:pt x="60960" y="76200"/>
                </a:lnTo>
                <a:lnTo>
                  <a:pt x="70103" y="75247"/>
                </a:lnTo>
                <a:lnTo>
                  <a:pt x="79247" y="73151"/>
                </a:lnTo>
                <a:lnTo>
                  <a:pt x="88391" y="71056"/>
                </a:lnTo>
                <a:lnTo>
                  <a:pt x="97536" y="70103"/>
                </a:lnTo>
                <a:lnTo>
                  <a:pt x="103631" y="70103"/>
                </a:lnTo>
                <a:lnTo>
                  <a:pt x="100584" y="70103"/>
                </a:lnTo>
                <a:lnTo>
                  <a:pt x="103631" y="70103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2" name="Google Shape;2662;p23"/>
          <p:cNvSpPr/>
          <p:nvPr/>
        </p:nvSpPr>
        <p:spPr>
          <a:xfrm>
            <a:off x="5650420" y="2688335"/>
            <a:ext cx="198755" cy="964565"/>
          </a:xfrm>
          <a:custGeom>
            <a:rect b="b" l="l" r="r" t="t"/>
            <a:pathLst>
              <a:path extrusionOk="0" h="964564" w="198754">
                <a:moveTo>
                  <a:pt x="162115" y="36575"/>
                </a:moveTo>
                <a:lnTo>
                  <a:pt x="137731" y="6096"/>
                </a:lnTo>
                <a:lnTo>
                  <a:pt x="111823" y="0"/>
                </a:lnTo>
                <a:lnTo>
                  <a:pt x="98298" y="95"/>
                </a:lnTo>
                <a:lnTo>
                  <a:pt x="47815" y="23240"/>
                </a:lnTo>
                <a:lnTo>
                  <a:pt x="18859" y="54863"/>
                </a:lnTo>
                <a:lnTo>
                  <a:pt x="2095" y="100584"/>
                </a:lnTo>
                <a:lnTo>
                  <a:pt x="0" y="124301"/>
                </a:lnTo>
                <a:lnTo>
                  <a:pt x="3619" y="146303"/>
                </a:lnTo>
                <a:lnTo>
                  <a:pt x="25336" y="192404"/>
                </a:lnTo>
                <a:lnTo>
                  <a:pt x="58483" y="231648"/>
                </a:lnTo>
                <a:lnTo>
                  <a:pt x="78914" y="254650"/>
                </a:lnTo>
                <a:lnTo>
                  <a:pt x="98488" y="278511"/>
                </a:lnTo>
                <a:lnTo>
                  <a:pt x="131635" y="332231"/>
                </a:lnTo>
                <a:lnTo>
                  <a:pt x="143827" y="373761"/>
                </a:lnTo>
                <a:lnTo>
                  <a:pt x="146875" y="417575"/>
                </a:lnTo>
                <a:lnTo>
                  <a:pt x="145208" y="438102"/>
                </a:lnTo>
                <a:lnTo>
                  <a:pt x="132730" y="478012"/>
                </a:lnTo>
                <a:lnTo>
                  <a:pt x="110537" y="514016"/>
                </a:lnTo>
                <a:lnTo>
                  <a:pt x="84343" y="542686"/>
                </a:lnTo>
                <a:lnTo>
                  <a:pt x="48815" y="571452"/>
                </a:lnTo>
                <a:lnTo>
                  <a:pt x="43243" y="576072"/>
                </a:lnTo>
                <a:lnTo>
                  <a:pt x="46291" y="582167"/>
                </a:lnTo>
                <a:lnTo>
                  <a:pt x="52387" y="585215"/>
                </a:lnTo>
                <a:lnTo>
                  <a:pt x="84629" y="613981"/>
                </a:lnTo>
                <a:lnTo>
                  <a:pt x="106108" y="654558"/>
                </a:lnTo>
                <a:lnTo>
                  <a:pt x="114538" y="707659"/>
                </a:lnTo>
                <a:lnTo>
                  <a:pt x="113728" y="727328"/>
                </a:lnTo>
                <a:lnTo>
                  <a:pt x="111204" y="747569"/>
                </a:lnTo>
                <a:lnTo>
                  <a:pt x="107251" y="768096"/>
                </a:lnTo>
                <a:lnTo>
                  <a:pt x="101727" y="788670"/>
                </a:lnTo>
                <a:lnTo>
                  <a:pt x="95059" y="809244"/>
                </a:lnTo>
                <a:lnTo>
                  <a:pt x="88392" y="829818"/>
                </a:lnTo>
                <a:lnTo>
                  <a:pt x="82867" y="850391"/>
                </a:lnTo>
                <a:lnTo>
                  <a:pt x="78438" y="866393"/>
                </a:lnTo>
                <a:lnTo>
                  <a:pt x="74866" y="882395"/>
                </a:lnTo>
                <a:lnTo>
                  <a:pt x="73009" y="898397"/>
                </a:lnTo>
                <a:lnTo>
                  <a:pt x="73723" y="914400"/>
                </a:lnTo>
                <a:lnTo>
                  <a:pt x="77104" y="925210"/>
                </a:lnTo>
                <a:lnTo>
                  <a:pt x="111871" y="955452"/>
                </a:lnTo>
                <a:lnTo>
                  <a:pt x="156019" y="963167"/>
                </a:lnTo>
                <a:lnTo>
                  <a:pt x="168259" y="964311"/>
                </a:lnTo>
                <a:lnTo>
                  <a:pt x="178498" y="963168"/>
                </a:lnTo>
                <a:lnTo>
                  <a:pt x="188166" y="959739"/>
                </a:lnTo>
                <a:lnTo>
                  <a:pt x="198691" y="954024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3" name="Google Shape;2663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023610" y="2987040"/>
            <a:ext cx="166876" cy="156970"/>
          </a:xfrm>
          <a:prstGeom prst="rect">
            <a:avLst/>
          </a:prstGeom>
          <a:noFill/>
          <a:ln>
            <a:noFill/>
          </a:ln>
        </p:spPr>
      </p:pic>
      <p:sp>
        <p:nvSpPr>
          <p:cNvPr id="2664" name="Google Shape;2664;p23"/>
          <p:cNvSpPr/>
          <p:nvPr/>
        </p:nvSpPr>
        <p:spPr>
          <a:xfrm>
            <a:off x="6342888" y="2990088"/>
            <a:ext cx="21590" cy="24765"/>
          </a:xfrm>
          <a:custGeom>
            <a:rect b="b" l="l" r="r" t="t"/>
            <a:pathLst>
              <a:path extrusionOk="0" h="24764" w="21589">
                <a:moveTo>
                  <a:pt x="0" y="6096"/>
                </a:moveTo>
                <a:lnTo>
                  <a:pt x="0" y="18287"/>
                </a:lnTo>
                <a:lnTo>
                  <a:pt x="3048" y="24384"/>
                </a:lnTo>
                <a:lnTo>
                  <a:pt x="18287" y="24384"/>
                </a:lnTo>
                <a:lnTo>
                  <a:pt x="21336" y="18287"/>
                </a:lnTo>
                <a:lnTo>
                  <a:pt x="21336" y="12191"/>
                </a:lnTo>
                <a:lnTo>
                  <a:pt x="21336" y="6096"/>
                </a:lnTo>
                <a:lnTo>
                  <a:pt x="18287" y="0"/>
                </a:lnTo>
                <a:lnTo>
                  <a:pt x="3048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7F007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5" name="Google Shape;2665;p23"/>
          <p:cNvSpPr/>
          <p:nvPr/>
        </p:nvSpPr>
        <p:spPr>
          <a:xfrm>
            <a:off x="6367271" y="3108960"/>
            <a:ext cx="21590" cy="21590"/>
          </a:xfrm>
          <a:custGeom>
            <a:rect b="b" l="l" r="r" t="t"/>
            <a:pathLst>
              <a:path extrusionOk="0" h="21589" w="21589">
                <a:moveTo>
                  <a:pt x="0" y="3048"/>
                </a:moveTo>
                <a:lnTo>
                  <a:pt x="0" y="18287"/>
                </a:lnTo>
                <a:lnTo>
                  <a:pt x="6095" y="21336"/>
                </a:lnTo>
                <a:lnTo>
                  <a:pt x="18287" y="21336"/>
                </a:lnTo>
                <a:lnTo>
                  <a:pt x="21336" y="18287"/>
                </a:lnTo>
                <a:lnTo>
                  <a:pt x="21336" y="12191"/>
                </a:lnTo>
                <a:lnTo>
                  <a:pt x="21336" y="3048"/>
                </a:lnTo>
                <a:lnTo>
                  <a:pt x="18287" y="0"/>
                </a:lnTo>
                <a:lnTo>
                  <a:pt x="6095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7F007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6" name="Google Shape;2666;p2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6669024" y="2929128"/>
            <a:ext cx="79246" cy="192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7" name="Google Shape;2667;p23"/>
          <p:cNvGrpSpPr/>
          <p:nvPr/>
        </p:nvGrpSpPr>
        <p:grpSpPr>
          <a:xfrm>
            <a:off x="6797802" y="2889504"/>
            <a:ext cx="371092" cy="252982"/>
            <a:chOff x="6797802" y="2889504"/>
            <a:chExt cx="371092" cy="252982"/>
          </a:xfrm>
        </p:grpSpPr>
        <p:pic>
          <p:nvPicPr>
            <p:cNvPr id="2668" name="Google Shape;2668;p2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797802" y="2947416"/>
              <a:ext cx="145540" cy="129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9" name="Google Shape;2669;p2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6970776" y="2889504"/>
              <a:ext cx="198118" cy="25298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70" name="Google Shape;2670;p2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299960" y="2877312"/>
            <a:ext cx="140206" cy="173734"/>
          </a:xfrm>
          <a:prstGeom prst="rect">
            <a:avLst/>
          </a:prstGeom>
          <a:noFill/>
          <a:ln>
            <a:noFill/>
          </a:ln>
        </p:spPr>
      </p:pic>
      <p:sp>
        <p:nvSpPr>
          <p:cNvPr id="2671" name="Google Shape;2671;p23"/>
          <p:cNvSpPr/>
          <p:nvPr/>
        </p:nvSpPr>
        <p:spPr>
          <a:xfrm>
            <a:off x="7676626" y="2862072"/>
            <a:ext cx="8255" cy="139065"/>
          </a:xfrm>
          <a:custGeom>
            <a:rect b="b" l="l" r="r" t="t"/>
            <a:pathLst>
              <a:path extrusionOk="0" h="139064" w="8254">
                <a:moveTo>
                  <a:pt x="1285" y="0"/>
                </a:moveTo>
                <a:lnTo>
                  <a:pt x="0" y="14192"/>
                </a:lnTo>
                <a:lnTo>
                  <a:pt x="142" y="28956"/>
                </a:lnTo>
                <a:lnTo>
                  <a:pt x="857" y="43719"/>
                </a:lnTo>
                <a:lnTo>
                  <a:pt x="1285" y="57912"/>
                </a:lnTo>
                <a:lnTo>
                  <a:pt x="2571" y="108489"/>
                </a:lnTo>
                <a:lnTo>
                  <a:pt x="7762" y="135636"/>
                </a:lnTo>
                <a:lnTo>
                  <a:pt x="8191" y="138684"/>
                </a:lnTo>
                <a:lnTo>
                  <a:pt x="4333" y="137160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p23"/>
          <p:cNvSpPr/>
          <p:nvPr/>
        </p:nvSpPr>
        <p:spPr>
          <a:xfrm>
            <a:off x="816863" y="4392167"/>
            <a:ext cx="2828925" cy="79375"/>
          </a:xfrm>
          <a:custGeom>
            <a:rect b="b" l="l" r="r" t="t"/>
            <a:pathLst>
              <a:path extrusionOk="0" h="79375" w="2828925">
                <a:moveTo>
                  <a:pt x="0" y="27432"/>
                </a:moveTo>
                <a:lnTo>
                  <a:pt x="49910" y="18669"/>
                </a:lnTo>
                <a:lnTo>
                  <a:pt x="97535" y="12192"/>
                </a:lnTo>
                <a:lnTo>
                  <a:pt x="150066" y="9953"/>
                </a:lnTo>
                <a:lnTo>
                  <a:pt x="202310" y="8001"/>
                </a:lnTo>
                <a:lnTo>
                  <a:pt x="253984" y="6619"/>
                </a:lnTo>
                <a:lnTo>
                  <a:pt x="304800" y="6096"/>
                </a:lnTo>
                <a:lnTo>
                  <a:pt x="357518" y="5779"/>
                </a:lnTo>
                <a:lnTo>
                  <a:pt x="409797" y="5023"/>
                </a:lnTo>
                <a:lnTo>
                  <a:pt x="461930" y="4120"/>
                </a:lnTo>
                <a:lnTo>
                  <a:pt x="514209" y="3364"/>
                </a:lnTo>
                <a:lnTo>
                  <a:pt x="566927" y="3048"/>
                </a:lnTo>
                <a:lnTo>
                  <a:pt x="612989" y="1560"/>
                </a:lnTo>
                <a:lnTo>
                  <a:pt x="659635" y="658"/>
                </a:lnTo>
                <a:lnTo>
                  <a:pt x="706721" y="195"/>
                </a:lnTo>
                <a:lnTo>
                  <a:pt x="754099" y="24"/>
                </a:lnTo>
                <a:lnTo>
                  <a:pt x="801624" y="0"/>
                </a:lnTo>
                <a:lnTo>
                  <a:pt x="851025" y="341"/>
                </a:lnTo>
                <a:lnTo>
                  <a:pt x="900574" y="1267"/>
                </a:lnTo>
                <a:lnTo>
                  <a:pt x="950415" y="2633"/>
                </a:lnTo>
                <a:lnTo>
                  <a:pt x="1000694" y="4291"/>
                </a:lnTo>
                <a:lnTo>
                  <a:pt x="1051559" y="6096"/>
                </a:lnTo>
                <a:lnTo>
                  <a:pt x="1102766" y="7924"/>
                </a:lnTo>
                <a:lnTo>
                  <a:pt x="1153972" y="9753"/>
                </a:lnTo>
                <a:lnTo>
                  <a:pt x="1205179" y="11582"/>
                </a:lnTo>
                <a:lnTo>
                  <a:pt x="1256385" y="13411"/>
                </a:lnTo>
                <a:lnTo>
                  <a:pt x="1307591" y="15240"/>
                </a:lnTo>
                <a:lnTo>
                  <a:pt x="1642871" y="15240"/>
                </a:lnTo>
                <a:lnTo>
                  <a:pt x="1692342" y="16377"/>
                </a:lnTo>
                <a:lnTo>
                  <a:pt x="1741545" y="17248"/>
                </a:lnTo>
                <a:lnTo>
                  <a:pt x="1790588" y="17959"/>
                </a:lnTo>
                <a:lnTo>
                  <a:pt x="1839579" y="18616"/>
                </a:lnTo>
                <a:lnTo>
                  <a:pt x="1888622" y="19327"/>
                </a:lnTo>
                <a:lnTo>
                  <a:pt x="1937825" y="20198"/>
                </a:lnTo>
                <a:lnTo>
                  <a:pt x="1987295" y="21336"/>
                </a:lnTo>
                <a:lnTo>
                  <a:pt x="2038478" y="23506"/>
                </a:lnTo>
                <a:lnTo>
                  <a:pt x="2089513" y="26261"/>
                </a:lnTo>
                <a:lnTo>
                  <a:pt x="2140256" y="29455"/>
                </a:lnTo>
                <a:lnTo>
                  <a:pt x="2190561" y="32942"/>
                </a:lnTo>
                <a:lnTo>
                  <a:pt x="2240279" y="36576"/>
                </a:lnTo>
                <a:lnTo>
                  <a:pt x="2295143" y="39862"/>
                </a:lnTo>
                <a:lnTo>
                  <a:pt x="2350007" y="44576"/>
                </a:lnTo>
                <a:lnTo>
                  <a:pt x="2404871" y="49863"/>
                </a:lnTo>
                <a:lnTo>
                  <a:pt x="2459735" y="54864"/>
                </a:lnTo>
                <a:lnTo>
                  <a:pt x="2505408" y="59388"/>
                </a:lnTo>
                <a:lnTo>
                  <a:pt x="2550794" y="63627"/>
                </a:lnTo>
                <a:lnTo>
                  <a:pt x="2595610" y="67294"/>
                </a:lnTo>
                <a:lnTo>
                  <a:pt x="2639567" y="70104"/>
                </a:lnTo>
                <a:lnTo>
                  <a:pt x="2703956" y="72771"/>
                </a:lnTo>
                <a:lnTo>
                  <a:pt x="2770631" y="73152"/>
                </a:lnTo>
                <a:lnTo>
                  <a:pt x="2782538" y="73199"/>
                </a:lnTo>
                <a:lnTo>
                  <a:pt x="2795015" y="73533"/>
                </a:lnTo>
                <a:lnTo>
                  <a:pt x="2807493" y="74437"/>
                </a:lnTo>
                <a:lnTo>
                  <a:pt x="2819399" y="76200"/>
                </a:lnTo>
                <a:lnTo>
                  <a:pt x="2828543" y="79248"/>
                </a:lnTo>
                <a:lnTo>
                  <a:pt x="2819399" y="79248"/>
                </a:lnTo>
                <a:lnTo>
                  <a:pt x="2822447" y="79248"/>
                </a:lnTo>
                <a:lnTo>
                  <a:pt x="2813780" y="78724"/>
                </a:lnTo>
                <a:lnTo>
                  <a:pt x="2805683" y="77343"/>
                </a:lnTo>
                <a:lnTo>
                  <a:pt x="2797587" y="75390"/>
                </a:lnTo>
                <a:lnTo>
                  <a:pt x="2788919" y="73152"/>
                </a:lnTo>
              </a:path>
            </a:pathLst>
          </a:custGeom>
          <a:noFill/>
          <a:ln cap="flat" cmpd="sng" w="24375">
            <a:solidFill>
              <a:srgbClr val="7F0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76" name="Shape 2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7" name="Google Shape;2677;p24"/>
          <p:cNvGrpSpPr/>
          <p:nvPr/>
        </p:nvGrpSpPr>
        <p:grpSpPr>
          <a:xfrm>
            <a:off x="1981200" y="1371600"/>
            <a:ext cx="6708250" cy="4983399"/>
            <a:chOff x="2496381" y="2103094"/>
            <a:chExt cx="5168620" cy="3571544"/>
          </a:xfrm>
        </p:grpSpPr>
        <p:grpSp>
          <p:nvGrpSpPr>
            <p:cNvPr id="2678" name="Google Shape;2678;p24"/>
            <p:cNvGrpSpPr/>
            <p:nvPr/>
          </p:nvGrpSpPr>
          <p:grpSpPr>
            <a:xfrm>
              <a:off x="4028693" y="2245552"/>
              <a:ext cx="688873" cy="225614"/>
              <a:chOff x="4028693" y="2245552"/>
              <a:chExt cx="688873" cy="225614"/>
            </a:xfrm>
          </p:grpSpPr>
          <p:sp>
            <p:nvSpPr>
              <p:cNvPr id="2679" name="Google Shape;2679;p24"/>
              <p:cNvSpPr/>
              <p:nvPr/>
            </p:nvSpPr>
            <p:spPr>
              <a:xfrm>
                <a:off x="4028693" y="2253996"/>
                <a:ext cx="109220" cy="217170"/>
              </a:xfrm>
              <a:custGeom>
                <a:rect b="b" l="l" r="r" t="t"/>
                <a:pathLst>
                  <a:path extrusionOk="0" h="217169" w="109220">
                    <a:moveTo>
                      <a:pt x="0" y="0"/>
                    </a:moveTo>
                    <a:lnTo>
                      <a:pt x="142" y="7072"/>
                    </a:lnTo>
                    <a:lnTo>
                      <a:pt x="571" y="13715"/>
                    </a:lnTo>
                    <a:lnTo>
                      <a:pt x="1285" y="20359"/>
                    </a:lnTo>
                    <a:lnTo>
                      <a:pt x="2286" y="27432"/>
                    </a:lnTo>
                    <a:lnTo>
                      <a:pt x="3726" y="38421"/>
                    </a:lnTo>
                    <a:lnTo>
                      <a:pt x="4667" y="49625"/>
                    </a:lnTo>
                    <a:lnTo>
                      <a:pt x="5179" y="60971"/>
                    </a:lnTo>
                    <a:lnTo>
                      <a:pt x="5334" y="72390"/>
                    </a:lnTo>
                    <a:lnTo>
                      <a:pt x="6226" y="90558"/>
                    </a:lnTo>
                    <a:lnTo>
                      <a:pt x="6762" y="108585"/>
                    </a:lnTo>
                    <a:lnTo>
                      <a:pt x="7155" y="126611"/>
                    </a:lnTo>
                    <a:lnTo>
                      <a:pt x="7620" y="144780"/>
                    </a:lnTo>
                    <a:lnTo>
                      <a:pt x="7750" y="160210"/>
                    </a:lnTo>
                    <a:lnTo>
                      <a:pt x="8096" y="175641"/>
                    </a:lnTo>
                    <a:lnTo>
                      <a:pt x="8584" y="191071"/>
                    </a:lnTo>
                    <a:lnTo>
                      <a:pt x="9144" y="206502"/>
                    </a:lnTo>
                    <a:lnTo>
                      <a:pt x="9144" y="209550"/>
                    </a:lnTo>
                    <a:lnTo>
                      <a:pt x="9144" y="213360"/>
                    </a:lnTo>
                    <a:lnTo>
                      <a:pt x="9144" y="216408"/>
                    </a:lnTo>
                    <a:lnTo>
                      <a:pt x="10668" y="216408"/>
                    </a:lnTo>
                    <a:lnTo>
                      <a:pt x="12954" y="217170"/>
                    </a:lnTo>
                    <a:lnTo>
                      <a:pt x="15240" y="217170"/>
                    </a:lnTo>
                    <a:lnTo>
                      <a:pt x="22098" y="216908"/>
                    </a:lnTo>
                    <a:lnTo>
                      <a:pt x="28956" y="216217"/>
                    </a:lnTo>
                    <a:lnTo>
                      <a:pt x="35814" y="215241"/>
                    </a:lnTo>
                    <a:lnTo>
                      <a:pt x="42672" y="214122"/>
                    </a:lnTo>
                    <a:lnTo>
                      <a:pt x="52959" y="212562"/>
                    </a:lnTo>
                    <a:lnTo>
                      <a:pt x="63246" y="211359"/>
                    </a:lnTo>
                    <a:lnTo>
                      <a:pt x="73533" y="210585"/>
                    </a:lnTo>
                    <a:lnTo>
                      <a:pt x="83820" y="210311"/>
                    </a:lnTo>
                    <a:lnTo>
                      <a:pt x="89356" y="210621"/>
                    </a:lnTo>
                    <a:lnTo>
                      <a:pt x="97250" y="211073"/>
                    </a:lnTo>
                    <a:lnTo>
                      <a:pt x="104715" y="210954"/>
                    </a:lnTo>
                    <a:lnTo>
                      <a:pt x="108966" y="209550"/>
                    </a:lnTo>
                    <a:lnTo>
                      <a:pt x="108966" y="208788"/>
                    </a:lnTo>
                    <a:lnTo>
                      <a:pt x="108966" y="208026"/>
                    </a:lnTo>
                    <a:lnTo>
                      <a:pt x="108966" y="20650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0" name="Google Shape;2680;p24"/>
              <p:cNvSpPr/>
              <p:nvPr/>
            </p:nvSpPr>
            <p:spPr>
              <a:xfrm>
                <a:off x="4177283" y="2325624"/>
                <a:ext cx="20320" cy="115570"/>
              </a:xfrm>
              <a:custGeom>
                <a:rect b="b" l="l" r="r" t="t"/>
                <a:pathLst>
                  <a:path extrusionOk="0" h="115569" w="20320">
                    <a:moveTo>
                      <a:pt x="0" y="0"/>
                    </a:moveTo>
                    <a:lnTo>
                      <a:pt x="7548" y="13846"/>
                    </a:lnTo>
                    <a:lnTo>
                      <a:pt x="12382" y="26765"/>
                    </a:lnTo>
                    <a:lnTo>
                      <a:pt x="15216" y="40397"/>
                    </a:lnTo>
                    <a:lnTo>
                      <a:pt x="16764" y="56388"/>
                    </a:lnTo>
                    <a:lnTo>
                      <a:pt x="16252" y="69520"/>
                    </a:lnTo>
                    <a:lnTo>
                      <a:pt x="14954" y="86582"/>
                    </a:lnTo>
                    <a:lnTo>
                      <a:pt x="14942" y="103215"/>
                    </a:lnTo>
                    <a:lnTo>
                      <a:pt x="18288" y="115062"/>
                    </a:lnTo>
                    <a:lnTo>
                      <a:pt x="19050" y="115062"/>
                    </a:lnTo>
                    <a:lnTo>
                      <a:pt x="19812" y="11506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681" name="Google Shape;2681;p2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245076" y="2256256"/>
                <a:ext cx="201218" cy="18138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2" name="Google Shape;2682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466056" y="2245552"/>
                <a:ext cx="251510" cy="182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83" name="Google Shape;2683;p24"/>
            <p:cNvGrpSpPr/>
            <p:nvPr/>
          </p:nvGrpSpPr>
          <p:grpSpPr>
            <a:xfrm>
              <a:off x="4981168" y="2103094"/>
              <a:ext cx="1034846" cy="294182"/>
              <a:chOff x="4981168" y="2103094"/>
              <a:chExt cx="1034846" cy="294182"/>
            </a:xfrm>
          </p:grpSpPr>
          <p:pic>
            <p:nvPicPr>
              <p:cNvPr id="2684" name="Google Shape;2684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981168" y="2215108"/>
                <a:ext cx="211886" cy="1821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5" name="Google Shape;2685;p2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217864" y="2185676"/>
                <a:ext cx="124542" cy="16892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6" name="Google Shape;2686;p2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378170" y="2145766"/>
                <a:ext cx="416864" cy="1814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87" name="Google Shape;2687;p2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24178" y="2103094"/>
                <a:ext cx="191836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688" name="Google Shape;2688;p24"/>
            <p:cNvSpPr/>
            <p:nvPr/>
          </p:nvSpPr>
          <p:spPr>
            <a:xfrm>
              <a:off x="4110990" y="2540507"/>
              <a:ext cx="1713230" cy="97790"/>
            </a:xfrm>
            <a:custGeom>
              <a:rect b="b" l="l" r="r" t="t"/>
              <a:pathLst>
                <a:path extrusionOk="0" h="97789" w="1713229">
                  <a:moveTo>
                    <a:pt x="0" y="79248"/>
                  </a:moveTo>
                  <a:lnTo>
                    <a:pt x="48006" y="87284"/>
                  </a:lnTo>
                  <a:lnTo>
                    <a:pt x="88713" y="91844"/>
                  </a:lnTo>
                  <a:lnTo>
                    <a:pt x="138695" y="95797"/>
                  </a:lnTo>
                  <a:lnTo>
                    <a:pt x="199263" y="97166"/>
                  </a:lnTo>
                  <a:lnTo>
                    <a:pt x="234696" y="97059"/>
                  </a:lnTo>
                  <a:lnTo>
                    <a:pt x="305562" y="94488"/>
                  </a:lnTo>
                  <a:lnTo>
                    <a:pt x="347269" y="91118"/>
                  </a:lnTo>
                  <a:lnTo>
                    <a:pt x="388905" y="86963"/>
                  </a:lnTo>
                  <a:lnTo>
                    <a:pt x="430399" y="82379"/>
                  </a:lnTo>
                  <a:lnTo>
                    <a:pt x="471678" y="77724"/>
                  </a:lnTo>
                  <a:lnTo>
                    <a:pt x="513397" y="72866"/>
                  </a:lnTo>
                  <a:lnTo>
                    <a:pt x="555117" y="68580"/>
                  </a:lnTo>
                  <a:lnTo>
                    <a:pt x="596836" y="64865"/>
                  </a:lnTo>
                  <a:lnTo>
                    <a:pt x="638556" y="61721"/>
                  </a:lnTo>
                  <a:lnTo>
                    <a:pt x="680394" y="58673"/>
                  </a:lnTo>
                  <a:lnTo>
                    <a:pt x="722376" y="56197"/>
                  </a:lnTo>
                  <a:lnTo>
                    <a:pt x="764357" y="54006"/>
                  </a:lnTo>
                  <a:lnTo>
                    <a:pt x="806196" y="51815"/>
                  </a:lnTo>
                  <a:lnTo>
                    <a:pt x="848487" y="49518"/>
                  </a:lnTo>
                  <a:lnTo>
                    <a:pt x="890778" y="47148"/>
                  </a:lnTo>
                  <a:lnTo>
                    <a:pt x="933069" y="44636"/>
                  </a:lnTo>
                  <a:lnTo>
                    <a:pt x="975360" y="41909"/>
                  </a:lnTo>
                  <a:lnTo>
                    <a:pt x="1017781" y="39052"/>
                  </a:lnTo>
                  <a:lnTo>
                    <a:pt x="1060418" y="36194"/>
                  </a:lnTo>
                  <a:lnTo>
                    <a:pt x="1103197" y="33337"/>
                  </a:lnTo>
                  <a:lnTo>
                    <a:pt x="1146048" y="30479"/>
                  </a:lnTo>
                  <a:lnTo>
                    <a:pt x="1185362" y="28193"/>
                  </a:lnTo>
                  <a:lnTo>
                    <a:pt x="1224533" y="25907"/>
                  </a:lnTo>
                  <a:lnTo>
                    <a:pt x="1263705" y="23621"/>
                  </a:lnTo>
                  <a:lnTo>
                    <a:pt x="1303020" y="21335"/>
                  </a:lnTo>
                  <a:lnTo>
                    <a:pt x="1339476" y="19502"/>
                  </a:lnTo>
                  <a:lnTo>
                    <a:pt x="1375791" y="17525"/>
                  </a:lnTo>
                  <a:lnTo>
                    <a:pt x="1412105" y="15549"/>
                  </a:lnTo>
                  <a:lnTo>
                    <a:pt x="1448562" y="13715"/>
                  </a:lnTo>
                  <a:lnTo>
                    <a:pt x="1482161" y="12311"/>
                  </a:lnTo>
                  <a:lnTo>
                    <a:pt x="1515618" y="10477"/>
                  </a:lnTo>
                  <a:lnTo>
                    <a:pt x="1549074" y="8358"/>
                  </a:lnTo>
                  <a:lnTo>
                    <a:pt x="1582674" y="6095"/>
                  </a:lnTo>
                  <a:lnTo>
                    <a:pt x="1606677" y="4714"/>
                  </a:lnTo>
                  <a:lnTo>
                    <a:pt x="1630680" y="3047"/>
                  </a:lnTo>
                  <a:lnTo>
                    <a:pt x="1654683" y="1381"/>
                  </a:lnTo>
                  <a:lnTo>
                    <a:pt x="1678686" y="0"/>
                  </a:lnTo>
                  <a:lnTo>
                    <a:pt x="1687258" y="0"/>
                  </a:lnTo>
                  <a:lnTo>
                    <a:pt x="1695831" y="0"/>
                  </a:lnTo>
                  <a:lnTo>
                    <a:pt x="1704403" y="0"/>
                  </a:lnTo>
                  <a:lnTo>
                    <a:pt x="1712976" y="0"/>
                  </a:lnTo>
                  <a:lnTo>
                    <a:pt x="1708404" y="5333"/>
                  </a:lnTo>
                  <a:lnTo>
                    <a:pt x="1704594" y="4571"/>
                  </a:lnTo>
                  <a:lnTo>
                    <a:pt x="1696212" y="457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89" name="Google Shape;2689;p24"/>
            <p:cNvGrpSpPr/>
            <p:nvPr/>
          </p:nvGrpSpPr>
          <p:grpSpPr>
            <a:xfrm>
              <a:off x="3624141" y="3093720"/>
              <a:ext cx="320043" cy="159283"/>
              <a:chOff x="3624141" y="3093720"/>
              <a:chExt cx="320043" cy="159283"/>
            </a:xfrm>
          </p:grpSpPr>
          <p:pic>
            <p:nvPicPr>
              <p:cNvPr id="2690" name="Google Shape;2690;p2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624141" y="3093720"/>
                <a:ext cx="207219" cy="15928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91" name="Google Shape;2691;p2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850634" y="3122841"/>
                <a:ext cx="93550" cy="1095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92" name="Google Shape;2692;p24"/>
            <p:cNvGrpSpPr/>
            <p:nvPr/>
          </p:nvGrpSpPr>
          <p:grpSpPr>
            <a:xfrm>
              <a:off x="4693920" y="3313176"/>
              <a:ext cx="33909" cy="111633"/>
              <a:chOff x="4693920" y="3313176"/>
              <a:chExt cx="33909" cy="111633"/>
            </a:xfrm>
          </p:grpSpPr>
          <p:sp>
            <p:nvSpPr>
              <p:cNvPr id="2693" name="Google Shape;2693;p24"/>
              <p:cNvSpPr/>
              <p:nvPr/>
            </p:nvSpPr>
            <p:spPr>
              <a:xfrm>
                <a:off x="4725924" y="3365754"/>
                <a:ext cx="1905" cy="59055"/>
              </a:xfrm>
              <a:custGeom>
                <a:rect b="b" l="l" r="r" t="t"/>
                <a:pathLst>
                  <a:path extrusionOk="0" h="59054" w="1904">
                    <a:moveTo>
                      <a:pt x="0" y="0"/>
                    </a:moveTo>
                    <a:lnTo>
                      <a:pt x="1524" y="38862"/>
                    </a:lnTo>
                    <a:lnTo>
                      <a:pt x="1524" y="51816"/>
                    </a:lnTo>
                    <a:lnTo>
                      <a:pt x="1524" y="5867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4" name="Google Shape;2694;p24"/>
              <p:cNvSpPr/>
              <p:nvPr/>
            </p:nvSpPr>
            <p:spPr>
              <a:xfrm>
                <a:off x="4693920" y="3313176"/>
                <a:ext cx="22860" cy="24130"/>
              </a:xfrm>
              <a:custGeom>
                <a:rect b="b" l="l" r="r" t="t"/>
                <a:pathLst>
                  <a:path extrusionOk="0" h="24129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3621"/>
                    </a:lnTo>
                    <a:lnTo>
                      <a:pt x="17526" y="23621"/>
                    </a:lnTo>
                    <a:lnTo>
                      <a:pt x="22860" y="18287"/>
                    </a:lnTo>
                    <a:lnTo>
                      <a:pt x="22860" y="12191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5" name="Google Shape;2695;p24"/>
            <p:cNvGrpSpPr/>
            <p:nvPr/>
          </p:nvGrpSpPr>
          <p:grpSpPr>
            <a:xfrm>
              <a:off x="4786858" y="3333749"/>
              <a:ext cx="145948" cy="75463"/>
              <a:chOff x="4786858" y="3333749"/>
              <a:chExt cx="145948" cy="75463"/>
            </a:xfrm>
          </p:grpSpPr>
          <p:pic>
            <p:nvPicPr>
              <p:cNvPr id="2696" name="Google Shape;2696;p2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786858" y="3334486"/>
                <a:ext cx="106730" cy="747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97" name="Google Shape;2697;p24"/>
              <p:cNvSpPr/>
              <p:nvPr/>
            </p:nvSpPr>
            <p:spPr>
              <a:xfrm>
                <a:off x="4928996" y="3333749"/>
                <a:ext cx="3810" cy="67310"/>
              </a:xfrm>
              <a:custGeom>
                <a:rect b="b" l="l" r="r" t="t"/>
                <a:pathLst>
                  <a:path extrusionOk="0" h="67310" w="3810">
                    <a:moveTo>
                      <a:pt x="1142" y="0"/>
                    </a:moveTo>
                    <a:lnTo>
                      <a:pt x="285" y="8905"/>
                    </a:lnTo>
                    <a:lnTo>
                      <a:pt x="0" y="17526"/>
                    </a:lnTo>
                    <a:lnTo>
                      <a:pt x="285" y="26146"/>
                    </a:lnTo>
                    <a:lnTo>
                      <a:pt x="1142" y="35052"/>
                    </a:lnTo>
                    <a:lnTo>
                      <a:pt x="1821" y="42945"/>
                    </a:lnTo>
                    <a:lnTo>
                      <a:pt x="2571" y="50768"/>
                    </a:lnTo>
                    <a:lnTo>
                      <a:pt x="3178" y="58733"/>
                    </a:lnTo>
                    <a:lnTo>
                      <a:pt x="3428" y="6705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698" name="Google Shape;2698;p2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758188" y="2857474"/>
              <a:ext cx="92729" cy="7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9" name="Google Shape;2699;p2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797270" y="2790192"/>
              <a:ext cx="96062" cy="1054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00" name="Google Shape;2700;p24"/>
            <p:cNvGrpSpPr/>
            <p:nvPr/>
          </p:nvGrpSpPr>
          <p:grpSpPr>
            <a:xfrm>
              <a:off x="3685768" y="3189706"/>
              <a:ext cx="448868" cy="273608"/>
              <a:chOff x="3685768" y="3189706"/>
              <a:chExt cx="448868" cy="273608"/>
            </a:xfrm>
          </p:grpSpPr>
          <p:pic>
            <p:nvPicPr>
              <p:cNvPr id="2701" name="Google Shape;2701;p24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3685768" y="3330676"/>
                <a:ext cx="120446" cy="1326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2" name="Google Shape;2702;p2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3849312" y="3327628"/>
                <a:ext cx="81870" cy="1231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03" name="Google Shape;2703;p2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3955516" y="3189706"/>
                <a:ext cx="179120" cy="2591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04" name="Google Shape;2704;p24"/>
            <p:cNvSpPr/>
            <p:nvPr/>
          </p:nvSpPr>
          <p:spPr>
            <a:xfrm>
              <a:off x="4676394" y="2988075"/>
              <a:ext cx="336550" cy="236220"/>
            </a:xfrm>
            <a:custGeom>
              <a:rect b="b" l="l" r="r" t="t"/>
              <a:pathLst>
                <a:path extrusionOk="0" h="236219" w="336550">
                  <a:moveTo>
                    <a:pt x="253746" y="1250"/>
                  </a:moveTo>
                  <a:lnTo>
                    <a:pt x="238041" y="0"/>
                  </a:lnTo>
                  <a:lnTo>
                    <a:pt x="224123" y="1535"/>
                  </a:lnTo>
                  <a:lnTo>
                    <a:pt x="210347" y="5214"/>
                  </a:lnTo>
                  <a:lnTo>
                    <a:pt x="195072" y="10394"/>
                  </a:lnTo>
                  <a:lnTo>
                    <a:pt x="165151" y="20443"/>
                  </a:lnTo>
                  <a:lnTo>
                    <a:pt x="135159" y="31349"/>
                  </a:lnTo>
                  <a:lnTo>
                    <a:pt x="105596" y="43398"/>
                  </a:lnTo>
                  <a:lnTo>
                    <a:pt x="76962" y="56876"/>
                  </a:lnTo>
                  <a:lnTo>
                    <a:pt x="70866" y="59924"/>
                  </a:lnTo>
                  <a:lnTo>
                    <a:pt x="69342" y="60686"/>
                  </a:lnTo>
                  <a:lnTo>
                    <a:pt x="106680" y="72116"/>
                  </a:lnTo>
                  <a:lnTo>
                    <a:pt x="152781" y="72878"/>
                  </a:lnTo>
                  <a:lnTo>
                    <a:pt x="175902" y="72973"/>
                  </a:lnTo>
                  <a:lnTo>
                    <a:pt x="198882" y="73640"/>
                  </a:lnTo>
                  <a:lnTo>
                    <a:pt x="237744" y="80498"/>
                  </a:lnTo>
                  <a:lnTo>
                    <a:pt x="238636" y="87963"/>
                  </a:lnTo>
                  <a:lnTo>
                    <a:pt x="232886" y="95642"/>
                  </a:lnTo>
                  <a:lnTo>
                    <a:pt x="224992" y="102036"/>
                  </a:lnTo>
                  <a:lnTo>
                    <a:pt x="219456" y="105644"/>
                  </a:lnTo>
                  <a:lnTo>
                    <a:pt x="200644" y="118824"/>
                  </a:lnTo>
                  <a:lnTo>
                    <a:pt x="180975" y="131075"/>
                  </a:lnTo>
                  <a:lnTo>
                    <a:pt x="160734" y="142613"/>
                  </a:lnTo>
                  <a:lnTo>
                    <a:pt x="140208" y="153650"/>
                  </a:lnTo>
                  <a:lnTo>
                    <a:pt x="117788" y="166211"/>
                  </a:lnTo>
                  <a:lnTo>
                    <a:pt x="72378" y="191047"/>
                  </a:lnTo>
                  <a:lnTo>
                    <a:pt x="37528" y="209514"/>
                  </a:lnTo>
                  <a:lnTo>
                    <a:pt x="24955" y="216134"/>
                  </a:lnTo>
                  <a:lnTo>
                    <a:pt x="12668" y="223325"/>
                  </a:lnTo>
                  <a:lnTo>
                    <a:pt x="1524" y="231374"/>
                  </a:lnTo>
                  <a:lnTo>
                    <a:pt x="0" y="233660"/>
                  </a:lnTo>
                  <a:lnTo>
                    <a:pt x="0" y="235184"/>
                  </a:lnTo>
                  <a:lnTo>
                    <a:pt x="13835" y="235719"/>
                  </a:lnTo>
                  <a:lnTo>
                    <a:pt x="27813" y="236041"/>
                  </a:lnTo>
                  <a:lnTo>
                    <a:pt x="41790" y="235934"/>
                  </a:lnTo>
                  <a:lnTo>
                    <a:pt x="55626" y="235184"/>
                  </a:lnTo>
                  <a:lnTo>
                    <a:pt x="90368" y="231124"/>
                  </a:lnTo>
                  <a:lnTo>
                    <a:pt x="124968" y="226135"/>
                  </a:lnTo>
                  <a:lnTo>
                    <a:pt x="159567" y="220718"/>
                  </a:lnTo>
                  <a:lnTo>
                    <a:pt x="194310" y="215372"/>
                  </a:lnTo>
                  <a:lnTo>
                    <a:pt x="242316" y="208037"/>
                  </a:lnTo>
                  <a:lnTo>
                    <a:pt x="290322" y="200132"/>
                  </a:lnTo>
                  <a:lnTo>
                    <a:pt x="310896" y="196417"/>
                  </a:lnTo>
                  <a:lnTo>
                    <a:pt x="321183" y="194667"/>
                  </a:lnTo>
                  <a:lnTo>
                    <a:pt x="331470" y="193274"/>
                  </a:lnTo>
                  <a:lnTo>
                    <a:pt x="336042" y="192512"/>
                  </a:lnTo>
                  <a:lnTo>
                    <a:pt x="324612" y="193274"/>
                  </a:lnTo>
                  <a:lnTo>
                    <a:pt x="319278" y="19327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5" name="Google Shape;2705;p24"/>
            <p:cNvGrpSpPr/>
            <p:nvPr/>
          </p:nvGrpSpPr>
          <p:grpSpPr>
            <a:xfrm>
              <a:off x="5082635" y="2891790"/>
              <a:ext cx="688372" cy="405003"/>
              <a:chOff x="5082635" y="2891790"/>
              <a:chExt cx="688372" cy="405003"/>
            </a:xfrm>
          </p:grpSpPr>
          <p:pic>
            <p:nvPicPr>
              <p:cNvPr id="2706" name="Google Shape;2706;p2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125186" y="2945104"/>
                <a:ext cx="269798" cy="22255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7" name="Google Shape;2707;p24"/>
              <p:cNvSpPr/>
              <p:nvPr/>
            </p:nvSpPr>
            <p:spPr>
              <a:xfrm>
                <a:off x="5449824" y="3057144"/>
                <a:ext cx="36830" cy="6985"/>
              </a:xfrm>
              <a:custGeom>
                <a:rect b="b" l="l" r="r" t="t"/>
                <a:pathLst>
                  <a:path extrusionOk="0" h="6985" w="36829">
                    <a:moveTo>
                      <a:pt x="0" y="6858"/>
                    </a:moveTo>
                    <a:lnTo>
                      <a:pt x="9465" y="5250"/>
                    </a:lnTo>
                    <a:lnTo>
                      <a:pt x="18573" y="3714"/>
                    </a:lnTo>
                    <a:lnTo>
                      <a:pt x="27539" y="2035"/>
                    </a:lnTo>
                    <a:lnTo>
                      <a:pt x="3657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08" name="Google Shape;2708;p2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537428" y="2996158"/>
                <a:ext cx="119684" cy="1730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09" name="Google Shape;2709;p24"/>
              <p:cNvSpPr/>
              <p:nvPr/>
            </p:nvSpPr>
            <p:spPr>
              <a:xfrm>
                <a:off x="5689092" y="2891790"/>
                <a:ext cx="81915" cy="256540"/>
              </a:xfrm>
              <a:custGeom>
                <a:rect b="b" l="l" r="r" t="t"/>
                <a:pathLst>
                  <a:path extrusionOk="0" h="256539" w="81914">
                    <a:moveTo>
                      <a:pt x="0" y="0"/>
                    </a:moveTo>
                    <a:lnTo>
                      <a:pt x="38100" y="21335"/>
                    </a:lnTo>
                    <a:lnTo>
                      <a:pt x="66603" y="68699"/>
                    </a:lnTo>
                    <a:lnTo>
                      <a:pt x="77557" y="108192"/>
                    </a:lnTo>
                    <a:lnTo>
                      <a:pt x="81605" y="153507"/>
                    </a:lnTo>
                    <a:lnTo>
                      <a:pt x="80772" y="176021"/>
                    </a:lnTo>
                    <a:lnTo>
                      <a:pt x="68234" y="231421"/>
                    </a:lnTo>
                    <a:lnTo>
                      <a:pt x="54102" y="253746"/>
                    </a:lnTo>
                    <a:lnTo>
                      <a:pt x="51816" y="25603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0" name="Google Shape;2710;p24"/>
              <p:cNvSpPr/>
              <p:nvPr/>
            </p:nvSpPr>
            <p:spPr>
              <a:xfrm>
                <a:off x="5082635" y="2971038"/>
                <a:ext cx="163195" cy="325755"/>
              </a:xfrm>
              <a:custGeom>
                <a:rect b="b" l="l" r="r" t="t"/>
                <a:pathLst>
                  <a:path extrusionOk="0" h="325754" w="163195">
                    <a:moveTo>
                      <a:pt x="26574" y="0"/>
                    </a:moveTo>
                    <a:lnTo>
                      <a:pt x="4476" y="34290"/>
                    </a:lnTo>
                    <a:lnTo>
                      <a:pt x="0" y="98583"/>
                    </a:lnTo>
                    <a:lnTo>
                      <a:pt x="1583" y="131052"/>
                    </a:lnTo>
                    <a:lnTo>
                      <a:pt x="10858" y="190726"/>
                    </a:lnTo>
                    <a:lnTo>
                      <a:pt x="29241" y="247280"/>
                    </a:lnTo>
                    <a:lnTo>
                      <a:pt x="56137" y="292262"/>
                    </a:lnTo>
                    <a:lnTo>
                      <a:pt x="92404" y="319099"/>
                    </a:lnTo>
                    <a:lnTo>
                      <a:pt x="114966" y="325374"/>
                    </a:lnTo>
                    <a:lnTo>
                      <a:pt x="130182" y="325338"/>
                    </a:lnTo>
                    <a:lnTo>
                      <a:pt x="141827" y="325088"/>
                    </a:lnTo>
                    <a:lnTo>
                      <a:pt x="152042" y="324409"/>
                    </a:lnTo>
                    <a:lnTo>
                      <a:pt x="162972" y="32308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711" name="Google Shape;2711;p2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934180" y="4632197"/>
              <a:ext cx="288086" cy="1516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2" name="Google Shape;2712;p24"/>
            <p:cNvSpPr/>
            <p:nvPr/>
          </p:nvSpPr>
          <p:spPr>
            <a:xfrm>
              <a:off x="6032563" y="4973573"/>
              <a:ext cx="544830" cy="167640"/>
            </a:xfrm>
            <a:custGeom>
              <a:rect b="b" l="l" r="r" t="t"/>
              <a:pathLst>
                <a:path extrusionOk="0" h="167639" w="544829">
                  <a:moveTo>
                    <a:pt x="190" y="64770"/>
                  </a:moveTo>
                  <a:lnTo>
                    <a:pt x="95" y="80319"/>
                  </a:lnTo>
                  <a:lnTo>
                    <a:pt x="0" y="96012"/>
                  </a:lnTo>
                  <a:lnTo>
                    <a:pt x="190" y="111704"/>
                  </a:lnTo>
                  <a:lnTo>
                    <a:pt x="5024" y="154150"/>
                  </a:lnTo>
                  <a:lnTo>
                    <a:pt x="17716" y="166878"/>
                  </a:lnTo>
                  <a:lnTo>
                    <a:pt x="21526" y="167640"/>
                  </a:lnTo>
                  <a:lnTo>
                    <a:pt x="73723" y="161317"/>
                  </a:lnTo>
                  <a:lnTo>
                    <a:pt x="90868" y="158400"/>
                  </a:lnTo>
                  <a:lnTo>
                    <a:pt x="146994" y="152578"/>
                  </a:lnTo>
                  <a:lnTo>
                    <a:pt x="190952" y="151030"/>
                  </a:lnTo>
                  <a:lnTo>
                    <a:pt x="212788" y="150114"/>
                  </a:lnTo>
                  <a:lnTo>
                    <a:pt x="260889" y="146018"/>
                  </a:lnTo>
                  <a:lnTo>
                    <a:pt x="309562" y="140208"/>
                  </a:lnTo>
                  <a:lnTo>
                    <a:pt x="358711" y="134207"/>
                  </a:lnTo>
                  <a:lnTo>
                    <a:pt x="383285" y="131314"/>
                  </a:lnTo>
                  <a:lnTo>
                    <a:pt x="407860" y="128778"/>
                  </a:lnTo>
                  <a:lnTo>
                    <a:pt x="430018" y="126492"/>
                  </a:lnTo>
                  <a:lnTo>
                    <a:pt x="451961" y="124206"/>
                  </a:lnTo>
                  <a:lnTo>
                    <a:pt x="495490" y="119634"/>
                  </a:lnTo>
                  <a:lnTo>
                    <a:pt x="528256" y="114300"/>
                  </a:lnTo>
                  <a:lnTo>
                    <a:pt x="532828" y="113538"/>
                  </a:lnTo>
                  <a:lnTo>
                    <a:pt x="538162" y="112776"/>
                  </a:lnTo>
                  <a:lnTo>
                    <a:pt x="541972" y="110490"/>
                  </a:lnTo>
                  <a:lnTo>
                    <a:pt x="544258" y="108966"/>
                  </a:lnTo>
                  <a:lnTo>
                    <a:pt x="543496" y="108966"/>
                  </a:lnTo>
                  <a:lnTo>
                    <a:pt x="544258" y="105918"/>
                  </a:lnTo>
                  <a:lnTo>
                    <a:pt x="544258" y="101346"/>
                  </a:lnTo>
                  <a:lnTo>
                    <a:pt x="541972" y="99060"/>
                  </a:lnTo>
                  <a:lnTo>
                    <a:pt x="541210" y="94488"/>
                  </a:lnTo>
                  <a:lnTo>
                    <a:pt x="539293" y="84070"/>
                  </a:lnTo>
                  <a:lnTo>
                    <a:pt x="537876" y="73437"/>
                  </a:lnTo>
                  <a:lnTo>
                    <a:pt x="536602" y="62662"/>
                  </a:lnTo>
                  <a:lnTo>
                    <a:pt x="535114" y="51816"/>
                  </a:lnTo>
                  <a:lnTo>
                    <a:pt x="524446" y="8382"/>
                  </a:lnTo>
                  <a:lnTo>
                    <a:pt x="522922" y="5334"/>
                  </a:lnTo>
                  <a:lnTo>
                    <a:pt x="521398" y="2286"/>
                  </a:lnTo>
                  <a:lnTo>
                    <a:pt x="51987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13" name="Google Shape;2713;p24"/>
            <p:cNvGrpSpPr/>
            <p:nvPr/>
          </p:nvGrpSpPr>
          <p:grpSpPr>
            <a:xfrm>
              <a:off x="5062702" y="5526760"/>
              <a:ext cx="321614" cy="147878"/>
              <a:chOff x="5062702" y="5526760"/>
              <a:chExt cx="321614" cy="147878"/>
            </a:xfrm>
          </p:grpSpPr>
          <p:pic>
            <p:nvPicPr>
              <p:cNvPr id="2714" name="Google Shape;2714;p2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062702" y="5526760"/>
                <a:ext cx="150736" cy="147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5" name="Google Shape;2715;p2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233009" y="5528594"/>
                <a:ext cx="151307" cy="13309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16" name="Google Shape;2716;p2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725642" y="5497804"/>
              <a:ext cx="81584" cy="1364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17" name="Google Shape;2717;p24"/>
            <p:cNvGrpSpPr/>
            <p:nvPr/>
          </p:nvGrpSpPr>
          <p:grpSpPr>
            <a:xfrm>
              <a:off x="4434052" y="3877030"/>
              <a:ext cx="3230949" cy="1691158"/>
              <a:chOff x="4434052" y="3877030"/>
              <a:chExt cx="3230949" cy="1691158"/>
            </a:xfrm>
          </p:grpSpPr>
          <p:sp>
            <p:nvSpPr>
              <p:cNvPr id="2718" name="Google Shape;2718;p24"/>
              <p:cNvSpPr/>
              <p:nvPr/>
            </p:nvSpPr>
            <p:spPr>
              <a:xfrm>
                <a:off x="6240017" y="5466588"/>
                <a:ext cx="1270" cy="101600"/>
              </a:xfrm>
              <a:custGeom>
                <a:rect b="b" l="l" r="r" t="t"/>
                <a:pathLst>
                  <a:path extrusionOk="0" h="101600" w="1270">
                    <a:moveTo>
                      <a:pt x="0" y="0"/>
                    </a:moveTo>
                    <a:lnTo>
                      <a:pt x="750" y="49720"/>
                    </a:lnTo>
                    <a:lnTo>
                      <a:pt x="762" y="74985"/>
                    </a:lnTo>
                    <a:lnTo>
                      <a:pt x="762" y="83820"/>
                    </a:lnTo>
                    <a:lnTo>
                      <a:pt x="762" y="92654"/>
                    </a:lnTo>
                    <a:lnTo>
                      <a:pt x="762" y="10134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9" name="Google Shape;2719;p24"/>
              <p:cNvSpPr/>
              <p:nvPr/>
            </p:nvSpPr>
            <p:spPr>
              <a:xfrm>
                <a:off x="6230873" y="5454074"/>
                <a:ext cx="86995" cy="97155"/>
              </a:xfrm>
              <a:custGeom>
                <a:rect b="b" l="l" r="r" t="t"/>
                <a:pathLst>
                  <a:path extrusionOk="0" h="97154" w="86995">
                    <a:moveTo>
                      <a:pt x="0" y="14037"/>
                    </a:moveTo>
                    <a:lnTo>
                      <a:pt x="8405" y="7834"/>
                    </a:lnTo>
                    <a:lnTo>
                      <a:pt x="16954" y="2702"/>
                    </a:lnTo>
                    <a:lnTo>
                      <a:pt x="26360" y="0"/>
                    </a:lnTo>
                    <a:lnTo>
                      <a:pt x="37338" y="1083"/>
                    </a:lnTo>
                    <a:lnTo>
                      <a:pt x="46386" y="7000"/>
                    </a:lnTo>
                    <a:lnTo>
                      <a:pt x="52006" y="15847"/>
                    </a:lnTo>
                    <a:lnTo>
                      <a:pt x="54482" y="26265"/>
                    </a:lnTo>
                    <a:lnTo>
                      <a:pt x="54102" y="36897"/>
                    </a:lnTo>
                    <a:lnTo>
                      <a:pt x="35814" y="73473"/>
                    </a:lnTo>
                    <a:lnTo>
                      <a:pt x="34290" y="76521"/>
                    </a:lnTo>
                    <a:lnTo>
                      <a:pt x="32766" y="78807"/>
                    </a:lnTo>
                    <a:lnTo>
                      <a:pt x="38862" y="80331"/>
                    </a:lnTo>
                    <a:lnTo>
                      <a:pt x="44958" y="81855"/>
                    </a:lnTo>
                    <a:lnTo>
                      <a:pt x="50292" y="84141"/>
                    </a:lnTo>
                    <a:lnTo>
                      <a:pt x="57030" y="85998"/>
                    </a:lnTo>
                    <a:lnTo>
                      <a:pt x="63627" y="88141"/>
                    </a:lnTo>
                    <a:lnTo>
                      <a:pt x="70223" y="90570"/>
                    </a:lnTo>
                    <a:lnTo>
                      <a:pt x="76962" y="93285"/>
                    </a:lnTo>
                    <a:lnTo>
                      <a:pt x="80772" y="95571"/>
                    </a:lnTo>
                    <a:lnTo>
                      <a:pt x="83058" y="96333"/>
                    </a:lnTo>
                    <a:lnTo>
                      <a:pt x="86868" y="9709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0" name="Google Shape;2720;p24"/>
              <p:cNvSpPr/>
              <p:nvPr/>
            </p:nvSpPr>
            <p:spPr>
              <a:xfrm>
                <a:off x="6335267" y="5465064"/>
                <a:ext cx="46990" cy="78105"/>
              </a:xfrm>
              <a:custGeom>
                <a:rect b="b" l="l" r="r" t="t"/>
                <a:pathLst>
                  <a:path extrusionOk="0" h="78104" w="46989">
                    <a:moveTo>
                      <a:pt x="0" y="0"/>
                    </a:moveTo>
                    <a:lnTo>
                      <a:pt x="1476" y="13835"/>
                    </a:lnTo>
                    <a:lnTo>
                      <a:pt x="2667" y="27813"/>
                    </a:lnTo>
                    <a:lnTo>
                      <a:pt x="3857" y="41790"/>
                    </a:lnTo>
                    <a:lnTo>
                      <a:pt x="5334" y="55626"/>
                    </a:lnTo>
                    <a:lnTo>
                      <a:pt x="5334" y="60198"/>
                    </a:lnTo>
                    <a:lnTo>
                      <a:pt x="5334" y="68580"/>
                    </a:lnTo>
                    <a:lnTo>
                      <a:pt x="8382" y="72390"/>
                    </a:lnTo>
                    <a:lnTo>
                      <a:pt x="12954" y="77724"/>
                    </a:lnTo>
                    <a:lnTo>
                      <a:pt x="22098" y="76962"/>
                    </a:lnTo>
                    <a:lnTo>
                      <a:pt x="28194" y="77724"/>
                    </a:lnTo>
                    <a:lnTo>
                      <a:pt x="33528" y="77723"/>
                    </a:lnTo>
                    <a:lnTo>
                      <a:pt x="38862" y="77723"/>
                    </a:lnTo>
                    <a:lnTo>
                      <a:pt x="43434" y="74675"/>
                    </a:lnTo>
                    <a:lnTo>
                      <a:pt x="44196" y="73913"/>
                    </a:lnTo>
                    <a:lnTo>
                      <a:pt x="45720" y="73151"/>
                    </a:lnTo>
                    <a:lnTo>
                      <a:pt x="46482" y="7238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1" name="Google Shape;2721;p24"/>
              <p:cNvSpPr/>
              <p:nvPr/>
            </p:nvSpPr>
            <p:spPr>
              <a:xfrm>
                <a:off x="6354317" y="5495544"/>
                <a:ext cx="21590" cy="20320"/>
              </a:xfrm>
              <a:custGeom>
                <a:rect b="b" l="l" r="r" t="t"/>
                <a:pathLst>
                  <a:path extrusionOk="0" h="20320" w="21589">
                    <a:moveTo>
                      <a:pt x="0" y="19811"/>
                    </a:moveTo>
                    <a:lnTo>
                      <a:pt x="5369" y="14787"/>
                    </a:lnTo>
                    <a:lnTo>
                      <a:pt x="10953" y="9905"/>
                    </a:lnTo>
                    <a:lnTo>
                      <a:pt x="16394" y="5024"/>
                    </a:lnTo>
                    <a:lnTo>
                      <a:pt x="2133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2" name="Google Shape;2722;p24"/>
              <p:cNvSpPr/>
              <p:nvPr/>
            </p:nvSpPr>
            <p:spPr>
              <a:xfrm>
                <a:off x="6342126" y="5450586"/>
                <a:ext cx="41275" cy="14604"/>
              </a:xfrm>
              <a:custGeom>
                <a:rect b="b" l="l" r="r" t="t"/>
                <a:pathLst>
                  <a:path extrusionOk="0" h="14604" w="41275">
                    <a:moveTo>
                      <a:pt x="0" y="14478"/>
                    </a:moveTo>
                    <a:lnTo>
                      <a:pt x="10287" y="9429"/>
                    </a:lnTo>
                    <a:lnTo>
                      <a:pt x="20002" y="5524"/>
                    </a:lnTo>
                    <a:lnTo>
                      <a:pt x="30003" y="2476"/>
                    </a:lnTo>
                    <a:lnTo>
                      <a:pt x="4114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3" name="Google Shape;2723;p24"/>
              <p:cNvSpPr/>
              <p:nvPr/>
            </p:nvSpPr>
            <p:spPr>
              <a:xfrm>
                <a:off x="6421338" y="5449062"/>
                <a:ext cx="78740" cy="99060"/>
              </a:xfrm>
              <a:custGeom>
                <a:rect b="b" l="l" r="r" t="t"/>
                <a:pathLst>
                  <a:path extrusionOk="0" h="99060" w="78739">
                    <a:moveTo>
                      <a:pt x="30515" y="0"/>
                    </a:moveTo>
                    <a:lnTo>
                      <a:pt x="1643" y="28586"/>
                    </a:lnTo>
                    <a:lnTo>
                      <a:pt x="0" y="49470"/>
                    </a:lnTo>
                    <a:lnTo>
                      <a:pt x="35" y="60198"/>
                    </a:lnTo>
                    <a:lnTo>
                      <a:pt x="17645" y="97500"/>
                    </a:lnTo>
                    <a:lnTo>
                      <a:pt x="24133" y="98583"/>
                    </a:lnTo>
                    <a:lnTo>
                      <a:pt x="30765" y="97809"/>
                    </a:lnTo>
                    <a:lnTo>
                      <a:pt x="50327" y="67056"/>
                    </a:lnTo>
                    <a:lnTo>
                      <a:pt x="49565" y="61722"/>
                    </a:lnTo>
                    <a:lnTo>
                      <a:pt x="44993" y="56388"/>
                    </a:lnTo>
                    <a:lnTo>
                      <a:pt x="43469" y="54102"/>
                    </a:lnTo>
                    <a:lnTo>
                      <a:pt x="41183" y="52577"/>
                    </a:lnTo>
                    <a:lnTo>
                      <a:pt x="39659" y="50292"/>
                    </a:lnTo>
                    <a:lnTo>
                      <a:pt x="39659" y="49530"/>
                    </a:lnTo>
                    <a:lnTo>
                      <a:pt x="43469" y="47244"/>
                    </a:lnTo>
                    <a:lnTo>
                      <a:pt x="48041" y="45719"/>
                    </a:lnTo>
                    <a:lnTo>
                      <a:pt x="52613" y="43433"/>
                    </a:lnTo>
                    <a:lnTo>
                      <a:pt x="57947" y="41148"/>
                    </a:lnTo>
                    <a:lnTo>
                      <a:pt x="63281" y="38099"/>
                    </a:lnTo>
                    <a:lnTo>
                      <a:pt x="68615" y="35813"/>
                    </a:lnTo>
                    <a:lnTo>
                      <a:pt x="70139" y="35813"/>
                    </a:lnTo>
                    <a:lnTo>
                      <a:pt x="70139" y="35051"/>
                    </a:lnTo>
                    <a:lnTo>
                      <a:pt x="70901" y="35813"/>
                    </a:lnTo>
                    <a:lnTo>
                      <a:pt x="70615" y="45874"/>
                    </a:lnTo>
                    <a:lnTo>
                      <a:pt x="70330" y="56292"/>
                    </a:lnTo>
                    <a:lnTo>
                      <a:pt x="70901" y="66567"/>
                    </a:lnTo>
                    <a:lnTo>
                      <a:pt x="73187" y="76199"/>
                    </a:lnTo>
                    <a:lnTo>
                      <a:pt x="75473" y="81533"/>
                    </a:lnTo>
                    <a:lnTo>
                      <a:pt x="75473" y="80009"/>
                    </a:lnTo>
                    <a:lnTo>
                      <a:pt x="78521" y="822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4" name="Google Shape;2724;p24"/>
              <p:cNvSpPr/>
              <p:nvPr/>
            </p:nvSpPr>
            <p:spPr>
              <a:xfrm>
                <a:off x="6527292" y="5444490"/>
                <a:ext cx="47625" cy="90170"/>
              </a:xfrm>
              <a:custGeom>
                <a:rect b="b" l="l" r="r" t="t"/>
                <a:pathLst>
                  <a:path extrusionOk="0" h="90170" w="47625">
                    <a:moveTo>
                      <a:pt x="0" y="23622"/>
                    </a:moveTo>
                    <a:lnTo>
                      <a:pt x="7881" y="67353"/>
                    </a:lnTo>
                    <a:lnTo>
                      <a:pt x="22860" y="89916"/>
                    </a:lnTo>
                    <a:lnTo>
                      <a:pt x="31242" y="88392"/>
                    </a:lnTo>
                    <a:lnTo>
                      <a:pt x="47113" y="46827"/>
                    </a:lnTo>
                    <a:lnTo>
                      <a:pt x="46958" y="33242"/>
                    </a:lnTo>
                    <a:lnTo>
                      <a:pt x="46374" y="19800"/>
                    </a:lnTo>
                    <a:lnTo>
                      <a:pt x="45719" y="6858"/>
                    </a:lnTo>
                    <a:lnTo>
                      <a:pt x="45719" y="4572"/>
                    </a:lnTo>
                    <a:lnTo>
                      <a:pt x="44957" y="2286"/>
                    </a:lnTo>
                    <a:lnTo>
                      <a:pt x="44957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5" name="Google Shape;2725;p24"/>
              <p:cNvSpPr/>
              <p:nvPr/>
            </p:nvSpPr>
            <p:spPr>
              <a:xfrm>
                <a:off x="6615683" y="5441442"/>
                <a:ext cx="43815" cy="86995"/>
              </a:xfrm>
              <a:custGeom>
                <a:rect b="b" l="l" r="r" t="t"/>
                <a:pathLst>
                  <a:path extrusionOk="0" h="86995" w="43815">
                    <a:moveTo>
                      <a:pt x="4572" y="0"/>
                    </a:moveTo>
                    <a:lnTo>
                      <a:pt x="3333" y="10417"/>
                    </a:lnTo>
                    <a:lnTo>
                      <a:pt x="2095" y="21050"/>
                    </a:lnTo>
                    <a:lnTo>
                      <a:pt x="1143" y="31825"/>
                    </a:lnTo>
                    <a:lnTo>
                      <a:pt x="762" y="42671"/>
                    </a:lnTo>
                    <a:lnTo>
                      <a:pt x="762" y="50672"/>
                    </a:lnTo>
                    <a:lnTo>
                      <a:pt x="762" y="58673"/>
                    </a:lnTo>
                    <a:lnTo>
                      <a:pt x="762" y="66674"/>
                    </a:lnTo>
                    <a:lnTo>
                      <a:pt x="762" y="74675"/>
                    </a:lnTo>
                    <a:lnTo>
                      <a:pt x="762" y="79247"/>
                    </a:lnTo>
                    <a:lnTo>
                      <a:pt x="0" y="81533"/>
                    </a:lnTo>
                    <a:lnTo>
                      <a:pt x="3810" y="84581"/>
                    </a:lnTo>
                    <a:lnTo>
                      <a:pt x="6858" y="86867"/>
                    </a:lnTo>
                    <a:lnTo>
                      <a:pt x="13716" y="85343"/>
                    </a:lnTo>
                    <a:lnTo>
                      <a:pt x="16764" y="85343"/>
                    </a:lnTo>
                    <a:lnTo>
                      <a:pt x="23622" y="85343"/>
                    </a:lnTo>
                    <a:lnTo>
                      <a:pt x="31242" y="83819"/>
                    </a:lnTo>
                    <a:lnTo>
                      <a:pt x="37338" y="81533"/>
                    </a:lnTo>
                    <a:lnTo>
                      <a:pt x="39624" y="80009"/>
                    </a:lnTo>
                    <a:lnTo>
                      <a:pt x="41148" y="79247"/>
                    </a:lnTo>
                    <a:lnTo>
                      <a:pt x="43434" y="7848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6" name="Google Shape;2726;p24"/>
              <p:cNvSpPr/>
              <p:nvPr/>
            </p:nvSpPr>
            <p:spPr>
              <a:xfrm>
                <a:off x="6691883" y="5425440"/>
                <a:ext cx="22860" cy="97790"/>
              </a:xfrm>
              <a:custGeom>
                <a:rect b="b" l="l" r="r" t="t"/>
                <a:pathLst>
                  <a:path extrusionOk="0" h="97789" w="22859">
                    <a:moveTo>
                      <a:pt x="22859" y="0"/>
                    </a:moveTo>
                    <a:lnTo>
                      <a:pt x="20883" y="11763"/>
                    </a:lnTo>
                    <a:lnTo>
                      <a:pt x="18478" y="23240"/>
                    </a:lnTo>
                    <a:lnTo>
                      <a:pt x="15787" y="34718"/>
                    </a:lnTo>
                    <a:lnTo>
                      <a:pt x="12953" y="46481"/>
                    </a:lnTo>
                    <a:lnTo>
                      <a:pt x="10394" y="58852"/>
                    </a:lnTo>
                    <a:lnTo>
                      <a:pt x="7905" y="72294"/>
                    </a:lnTo>
                    <a:lnTo>
                      <a:pt x="4702" y="85594"/>
                    </a:lnTo>
                    <a:lnTo>
                      <a:pt x="0" y="9753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7" name="Google Shape;2727;p24"/>
              <p:cNvSpPr/>
              <p:nvPr/>
            </p:nvSpPr>
            <p:spPr>
              <a:xfrm>
                <a:off x="6723888" y="5421630"/>
                <a:ext cx="40005" cy="94615"/>
              </a:xfrm>
              <a:custGeom>
                <a:rect b="b" l="l" r="r" t="t"/>
                <a:pathLst>
                  <a:path extrusionOk="0" h="94614" w="40004">
                    <a:moveTo>
                      <a:pt x="0" y="0"/>
                    </a:moveTo>
                    <a:lnTo>
                      <a:pt x="3452" y="10846"/>
                    </a:lnTo>
                    <a:lnTo>
                      <a:pt x="7048" y="21621"/>
                    </a:lnTo>
                    <a:lnTo>
                      <a:pt x="10929" y="32254"/>
                    </a:lnTo>
                    <a:lnTo>
                      <a:pt x="15240" y="42672"/>
                    </a:lnTo>
                    <a:lnTo>
                      <a:pt x="18930" y="51696"/>
                    </a:lnTo>
                    <a:lnTo>
                      <a:pt x="23050" y="60579"/>
                    </a:lnTo>
                    <a:lnTo>
                      <a:pt x="27455" y="69461"/>
                    </a:lnTo>
                    <a:lnTo>
                      <a:pt x="32004" y="78486"/>
                    </a:lnTo>
                    <a:lnTo>
                      <a:pt x="34290" y="83820"/>
                    </a:lnTo>
                    <a:lnTo>
                      <a:pt x="37338" y="89154"/>
                    </a:lnTo>
                    <a:lnTo>
                      <a:pt x="39624" y="944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8" name="Google Shape;2728;p24"/>
              <p:cNvSpPr/>
              <p:nvPr/>
            </p:nvSpPr>
            <p:spPr>
              <a:xfrm>
                <a:off x="6708648" y="5484114"/>
                <a:ext cx="47625" cy="5080"/>
              </a:xfrm>
              <a:custGeom>
                <a:rect b="b" l="l" r="r" t="t"/>
                <a:pathLst>
                  <a:path extrusionOk="0" h="5079" w="47625">
                    <a:moveTo>
                      <a:pt x="0" y="3048"/>
                    </a:moveTo>
                    <a:lnTo>
                      <a:pt x="10167" y="3893"/>
                    </a:lnTo>
                    <a:lnTo>
                      <a:pt x="20193" y="4667"/>
                    </a:lnTo>
                    <a:lnTo>
                      <a:pt x="30218" y="4441"/>
                    </a:lnTo>
                    <a:lnTo>
                      <a:pt x="40386" y="2286"/>
                    </a:lnTo>
                    <a:lnTo>
                      <a:pt x="42672" y="1524"/>
                    </a:lnTo>
                    <a:lnTo>
                      <a:pt x="44958" y="762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9" name="Google Shape;2729;p24"/>
              <p:cNvSpPr/>
              <p:nvPr/>
            </p:nvSpPr>
            <p:spPr>
              <a:xfrm>
                <a:off x="6810755" y="5430774"/>
                <a:ext cx="0" cy="67945"/>
              </a:xfrm>
              <a:custGeom>
                <a:rect b="b" l="l" r="r" t="t"/>
                <a:pathLst>
                  <a:path extrusionOk="0" h="67945" w="120000">
                    <a:moveTo>
                      <a:pt x="0" y="0"/>
                    </a:moveTo>
                    <a:lnTo>
                      <a:pt x="0" y="16704"/>
                    </a:lnTo>
                    <a:lnTo>
                      <a:pt x="0" y="33623"/>
                    </a:lnTo>
                    <a:lnTo>
                      <a:pt x="0" y="50684"/>
                    </a:lnTo>
                    <a:lnTo>
                      <a:pt x="0" y="678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0" name="Google Shape;2730;p24"/>
              <p:cNvSpPr/>
              <p:nvPr/>
            </p:nvSpPr>
            <p:spPr>
              <a:xfrm>
                <a:off x="6806945" y="5408842"/>
                <a:ext cx="74930" cy="82550"/>
              </a:xfrm>
              <a:custGeom>
                <a:rect b="b" l="l" r="r" t="t"/>
                <a:pathLst>
                  <a:path extrusionOk="0" h="82550" w="74929">
                    <a:moveTo>
                      <a:pt x="3048" y="22693"/>
                    </a:moveTo>
                    <a:lnTo>
                      <a:pt x="2286" y="10501"/>
                    </a:lnTo>
                    <a:lnTo>
                      <a:pt x="0" y="7453"/>
                    </a:lnTo>
                    <a:lnTo>
                      <a:pt x="12192" y="3643"/>
                    </a:lnTo>
                    <a:lnTo>
                      <a:pt x="19407" y="1666"/>
                    </a:lnTo>
                    <a:lnTo>
                      <a:pt x="27051" y="404"/>
                    </a:lnTo>
                    <a:lnTo>
                      <a:pt x="34694" y="0"/>
                    </a:lnTo>
                    <a:lnTo>
                      <a:pt x="41910" y="595"/>
                    </a:lnTo>
                    <a:lnTo>
                      <a:pt x="50292" y="2119"/>
                    </a:lnTo>
                    <a:lnTo>
                      <a:pt x="54864" y="9739"/>
                    </a:lnTo>
                    <a:lnTo>
                      <a:pt x="53340" y="18121"/>
                    </a:lnTo>
                    <a:lnTo>
                      <a:pt x="49208" y="26812"/>
                    </a:lnTo>
                    <a:lnTo>
                      <a:pt x="43148" y="33932"/>
                    </a:lnTo>
                    <a:lnTo>
                      <a:pt x="36087" y="40195"/>
                    </a:lnTo>
                    <a:lnTo>
                      <a:pt x="28956" y="46315"/>
                    </a:lnTo>
                    <a:lnTo>
                      <a:pt x="24384" y="50887"/>
                    </a:lnTo>
                    <a:lnTo>
                      <a:pt x="21336" y="53173"/>
                    </a:lnTo>
                    <a:lnTo>
                      <a:pt x="18288" y="58507"/>
                    </a:lnTo>
                    <a:lnTo>
                      <a:pt x="22860" y="64603"/>
                    </a:lnTo>
                    <a:lnTo>
                      <a:pt x="31242" y="66889"/>
                    </a:lnTo>
                    <a:lnTo>
                      <a:pt x="38100" y="69175"/>
                    </a:lnTo>
                    <a:lnTo>
                      <a:pt x="45529" y="71794"/>
                    </a:lnTo>
                    <a:lnTo>
                      <a:pt x="52959" y="74128"/>
                    </a:lnTo>
                    <a:lnTo>
                      <a:pt x="60388" y="76461"/>
                    </a:lnTo>
                    <a:lnTo>
                      <a:pt x="67818" y="79081"/>
                    </a:lnTo>
                    <a:lnTo>
                      <a:pt x="71628" y="80605"/>
                    </a:lnTo>
                    <a:lnTo>
                      <a:pt x="72390" y="80605"/>
                    </a:lnTo>
                    <a:lnTo>
                      <a:pt x="74676" y="8212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1" name="Google Shape;2731;p24"/>
              <p:cNvSpPr/>
              <p:nvPr/>
            </p:nvSpPr>
            <p:spPr>
              <a:xfrm>
                <a:off x="6899910" y="5416296"/>
                <a:ext cx="10795" cy="68580"/>
              </a:xfrm>
              <a:custGeom>
                <a:rect b="b" l="l" r="r" t="t"/>
                <a:pathLst>
                  <a:path extrusionOk="0" h="68579" w="10795">
                    <a:moveTo>
                      <a:pt x="0" y="0"/>
                    </a:moveTo>
                    <a:lnTo>
                      <a:pt x="7620" y="43434"/>
                    </a:lnTo>
                    <a:lnTo>
                      <a:pt x="8382" y="60198"/>
                    </a:lnTo>
                    <a:lnTo>
                      <a:pt x="10668" y="6858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32" name="Google Shape;2732;p2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4434052" y="3877030"/>
                <a:ext cx="2272334" cy="15263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3" name="Google Shape;2733;p24"/>
              <p:cNvSpPr/>
              <p:nvPr/>
            </p:nvSpPr>
            <p:spPr>
              <a:xfrm>
                <a:off x="6952488" y="5404866"/>
                <a:ext cx="67310" cy="99060"/>
              </a:xfrm>
              <a:custGeom>
                <a:rect b="b" l="l" r="r" t="t"/>
                <a:pathLst>
                  <a:path extrusionOk="0" h="99060" w="67309">
                    <a:moveTo>
                      <a:pt x="0" y="7619"/>
                    </a:moveTo>
                    <a:lnTo>
                      <a:pt x="10953" y="7227"/>
                    </a:lnTo>
                    <a:lnTo>
                      <a:pt x="21335" y="6191"/>
                    </a:lnTo>
                    <a:lnTo>
                      <a:pt x="31718" y="4726"/>
                    </a:lnTo>
                    <a:lnTo>
                      <a:pt x="42672" y="3047"/>
                    </a:lnTo>
                    <a:lnTo>
                      <a:pt x="48006" y="2285"/>
                    </a:lnTo>
                    <a:lnTo>
                      <a:pt x="59436" y="0"/>
                    </a:lnTo>
                    <a:lnTo>
                      <a:pt x="64769" y="1523"/>
                    </a:lnTo>
                    <a:lnTo>
                      <a:pt x="64769" y="2285"/>
                    </a:lnTo>
                    <a:lnTo>
                      <a:pt x="64769" y="3047"/>
                    </a:lnTo>
                    <a:lnTo>
                      <a:pt x="62031" y="9977"/>
                    </a:lnTo>
                    <a:lnTo>
                      <a:pt x="57721" y="16192"/>
                    </a:lnTo>
                    <a:lnTo>
                      <a:pt x="52554" y="22121"/>
                    </a:lnTo>
                    <a:lnTo>
                      <a:pt x="47244" y="28193"/>
                    </a:lnTo>
                    <a:lnTo>
                      <a:pt x="38814" y="38623"/>
                    </a:lnTo>
                    <a:lnTo>
                      <a:pt x="15240" y="71627"/>
                    </a:lnTo>
                    <a:lnTo>
                      <a:pt x="3048" y="98297"/>
                    </a:lnTo>
                    <a:lnTo>
                      <a:pt x="3048" y="99059"/>
                    </a:lnTo>
                    <a:lnTo>
                      <a:pt x="12192" y="99059"/>
                    </a:lnTo>
                    <a:lnTo>
                      <a:pt x="54864" y="87629"/>
                    </a:lnTo>
                    <a:lnTo>
                      <a:pt x="61722" y="86105"/>
                    </a:lnTo>
                    <a:lnTo>
                      <a:pt x="63246" y="85343"/>
                    </a:lnTo>
                    <a:lnTo>
                      <a:pt x="67056" y="8381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4" name="Google Shape;2734;p24"/>
              <p:cNvSpPr/>
              <p:nvPr/>
            </p:nvSpPr>
            <p:spPr>
              <a:xfrm>
                <a:off x="7057644" y="5396484"/>
                <a:ext cx="24130" cy="85725"/>
              </a:xfrm>
              <a:custGeom>
                <a:rect b="b" l="l" r="r" t="t"/>
                <a:pathLst>
                  <a:path extrusionOk="0" h="85725" w="24129">
                    <a:moveTo>
                      <a:pt x="23622" y="0"/>
                    </a:moveTo>
                    <a:lnTo>
                      <a:pt x="2286" y="41910"/>
                    </a:lnTo>
                    <a:lnTo>
                      <a:pt x="0" y="78486"/>
                    </a:lnTo>
                    <a:lnTo>
                      <a:pt x="0" y="85344"/>
                    </a:lnTo>
                    <a:lnTo>
                      <a:pt x="0" y="81534"/>
                    </a:lnTo>
                    <a:lnTo>
                      <a:pt x="3810" y="8382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5" name="Google Shape;2735;p24"/>
              <p:cNvSpPr/>
              <p:nvPr/>
            </p:nvSpPr>
            <p:spPr>
              <a:xfrm>
                <a:off x="7077455" y="5401818"/>
                <a:ext cx="38100" cy="92710"/>
              </a:xfrm>
              <a:custGeom>
                <a:rect b="b" l="l" r="r" t="t"/>
                <a:pathLst>
                  <a:path extrusionOk="0" h="92710" w="38100">
                    <a:moveTo>
                      <a:pt x="0" y="0"/>
                    </a:moveTo>
                    <a:lnTo>
                      <a:pt x="25146" y="40385"/>
                    </a:lnTo>
                    <a:lnTo>
                      <a:pt x="36504" y="78747"/>
                    </a:lnTo>
                    <a:lnTo>
                      <a:pt x="38100" y="9220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6" name="Google Shape;2736;p24"/>
              <p:cNvSpPr/>
              <p:nvPr/>
            </p:nvSpPr>
            <p:spPr>
              <a:xfrm>
                <a:off x="7070598" y="5458206"/>
                <a:ext cx="33655" cy="24130"/>
              </a:xfrm>
              <a:custGeom>
                <a:rect b="b" l="l" r="r" t="t"/>
                <a:pathLst>
                  <a:path extrusionOk="0" h="24129" w="33654">
                    <a:moveTo>
                      <a:pt x="0" y="23622"/>
                    </a:moveTo>
                    <a:lnTo>
                      <a:pt x="8560" y="16823"/>
                    </a:lnTo>
                    <a:lnTo>
                      <a:pt x="16478" y="10953"/>
                    </a:lnTo>
                    <a:lnTo>
                      <a:pt x="24538" y="5512"/>
                    </a:lnTo>
                    <a:lnTo>
                      <a:pt x="33527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7" name="Google Shape;2737;p24"/>
              <p:cNvSpPr/>
              <p:nvPr/>
            </p:nvSpPr>
            <p:spPr>
              <a:xfrm>
                <a:off x="7134605" y="5389626"/>
                <a:ext cx="51435" cy="74295"/>
              </a:xfrm>
              <a:custGeom>
                <a:rect b="b" l="l" r="r" t="t"/>
                <a:pathLst>
                  <a:path extrusionOk="0" h="74295" w="51434">
                    <a:moveTo>
                      <a:pt x="0" y="15240"/>
                    </a:moveTo>
                    <a:lnTo>
                      <a:pt x="9382" y="13311"/>
                    </a:lnTo>
                    <a:lnTo>
                      <a:pt x="19050" y="11811"/>
                    </a:lnTo>
                    <a:lnTo>
                      <a:pt x="28717" y="10310"/>
                    </a:lnTo>
                    <a:lnTo>
                      <a:pt x="38100" y="8382"/>
                    </a:lnTo>
                    <a:lnTo>
                      <a:pt x="43434" y="6858"/>
                    </a:lnTo>
                    <a:lnTo>
                      <a:pt x="47244" y="5334"/>
                    </a:lnTo>
                    <a:lnTo>
                      <a:pt x="51053" y="1524"/>
                    </a:lnTo>
                    <a:lnTo>
                      <a:pt x="50292" y="1524"/>
                    </a:lnTo>
                    <a:lnTo>
                      <a:pt x="46482" y="0"/>
                    </a:lnTo>
                    <a:lnTo>
                      <a:pt x="43434" y="0"/>
                    </a:lnTo>
                    <a:lnTo>
                      <a:pt x="36576" y="762"/>
                    </a:lnTo>
                    <a:lnTo>
                      <a:pt x="33528" y="9144"/>
                    </a:lnTo>
                    <a:lnTo>
                      <a:pt x="31242" y="15240"/>
                    </a:lnTo>
                    <a:lnTo>
                      <a:pt x="29610" y="22705"/>
                    </a:lnTo>
                    <a:lnTo>
                      <a:pt x="29051" y="30956"/>
                    </a:lnTo>
                    <a:lnTo>
                      <a:pt x="29206" y="39350"/>
                    </a:lnTo>
                    <a:lnTo>
                      <a:pt x="43434" y="73914"/>
                    </a:lnTo>
                    <a:lnTo>
                      <a:pt x="47244" y="73914"/>
                    </a:lnTo>
                    <a:lnTo>
                      <a:pt x="51054" y="7391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8" name="Google Shape;2738;p24"/>
              <p:cNvSpPr/>
              <p:nvPr/>
            </p:nvSpPr>
            <p:spPr>
              <a:xfrm>
                <a:off x="7214616" y="5396484"/>
                <a:ext cx="13970" cy="60325"/>
              </a:xfrm>
              <a:custGeom>
                <a:rect b="b" l="l" r="r" t="t"/>
                <a:pathLst>
                  <a:path extrusionOk="0" h="60325" w="13970">
                    <a:moveTo>
                      <a:pt x="0" y="0"/>
                    </a:moveTo>
                    <a:lnTo>
                      <a:pt x="11430" y="43434"/>
                    </a:lnTo>
                    <a:lnTo>
                      <a:pt x="12192" y="51816"/>
                    </a:lnTo>
                    <a:lnTo>
                      <a:pt x="13716" y="601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9" name="Google Shape;2739;p24"/>
              <p:cNvSpPr/>
              <p:nvPr/>
            </p:nvSpPr>
            <p:spPr>
              <a:xfrm>
                <a:off x="7260157" y="5394198"/>
                <a:ext cx="50800" cy="66675"/>
              </a:xfrm>
              <a:custGeom>
                <a:rect b="b" l="l" r="r" t="t"/>
                <a:pathLst>
                  <a:path extrusionOk="0" h="66675" w="50800">
                    <a:moveTo>
                      <a:pt x="2464" y="10668"/>
                    </a:moveTo>
                    <a:lnTo>
                      <a:pt x="1262" y="19728"/>
                    </a:lnTo>
                    <a:lnTo>
                      <a:pt x="273" y="29432"/>
                    </a:lnTo>
                    <a:lnTo>
                      <a:pt x="0" y="39278"/>
                    </a:lnTo>
                    <a:lnTo>
                      <a:pt x="940" y="48768"/>
                    </a:lnTo>
                    <a:lnTo>
                      <a:pt x="2464" y="56388"/>
                    </a:lnTo>
                    <a:lnTo>
                      <a:pt x="7036" y="64770"/>
                    </a:lnTo>
                    <a:lnTo>
                      <a:pt x="15418" y="66294"/>
                    </a:lnTo>
                    <a:lnTo>
                      <a:pt x="22633" y="66222"/>
                    </a:lnTo>
                    <a:lnTo>
                      <a:pt x="49327" y="33909"/>
                    </a:lnTo>
                    <a:lnTo>
                      <a:pt x="50708" y="21431"/>
                    </a:lnTo>
                    <a:lnTo>
                      <a:pt x="46660" y="10668"/>
                    </a:lnTo>
                    <a:lnTo>
                      <a:pt x="42850" y="6096"/>
                    </a:lnTo>
                    <a:lnTo>
                      <a:pt x="35992" y="3810"/>
                    </a:lnTo>
                    <a:lnTo>
                      <a:pt x="29896" y="1524"/>
                    </a:lnTo>
                    <a:lnTo>
                      <a:pt x="29134" y="762"/>
                    </a:lnTo>
                    <a:lnTo>
                      <a:pt x="28372" y="762"/>
                    </a:lnTo>
                    <a:lnTo>
                      <a:pt x="2761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0" name="Google Shape;2740;p24"/>
              <p:cNvSpPr/>
              <p:nvPr/>
            </p:nvSpPr>
            <p:spPr>
              <a:xfrm>
                <a:off x="7345679" y="5383530"/>
                <a:ext cx="11430" cy="66040"/>
              </a:xfrm>
              <a:custGeom>
                <a:rect b="b" l="l" r="r" t="t"/>
                <a:pathLst>
                  <a:path extrusionOk="0" h="66039" w="11429">
                    <a:moveTo>
                      <a:pt x="11429" y="0"/>
                    </a:moveTo>
                    <a:lnTo>
                      <a:pt x="10596" y="8322"/>
                    </a:lnTo>
                    <a:lnTo>
                      <a:pt x="9334" y="16287"/>
                    </a:lnTo>
                    <a:lnTo>
                      <a:pt x="7786" y="24110"/>
                    </a:lnTo>
                    <a:lnTo>
                      <a:pt x="6095" y="32004"/>
                    </a:lnTo>
                    <a:lnTo>
                      <a:pt x="4714" y="39314"/>
                    </a:lnTo>
                    <a:lnTo>
                      <a:pt x="3047" y="46482"/>
                    </a:lnTo>
                    <a:lnTo>
                      <a:pt x="1381" y="53649"/>
                    </a:lnTo>
                    <a:lnTo>
                      <a:pt x="0" y="60960"/>
                    </a:lnTo>
                    <a:lnTo>
                      <a:pt x="0" y="64008"/>
                    </a:lnTo>
                    <a:lnTo>
                      <a:pt x="0" y="6553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1" name="Google Shape;2741;p24"/>
              <p:cNvSpPr/>
              <p:nvPr/>
            </p:nvSpPr>
            <p:spPr>
              <a:xfrm>
                <a:off x="7352538" y="5321808"/>
                <a:ext cx="64769" cy="111760"/>
              </a:xfrm>
              <a:custGeom>
                <a:rect b="b" l="l" r="r" t="t"/>
                <a:pathLst>
                  <a:path extrusionOk="0" h="111760" w="64770">
                    <a:moveTo>
                      <a:pt x="0" y="67818"/>
                    </a:moveTo>
                    <a:lnTo>
                      <a:pt x="36278" y="92749"/>
                    </a:lnTo>
                    <a:lnTo>
                      <a:pt x="41243" y="97726"/>
                    </a:lnTo>
                    <a:lnTo>
                      <a:pt x="46351" y="102417"/>
                    </a:lnTo>
                    <a:lnTo>
                      <a:pt x="51816" y="106680"/>
                    </a:lnTo>
                    <a:lnTo>
                      <a:pt x="55626" y="109728"/>
                    </a:lnTo>
                    <a:lnTo>
                      <a:pt x="58674" y="110490"/>
                    </a:lnTo>
                    <a:lnTo>
                      <a:pt x="63246" y="111252"/>
                    </a:lnTo>
                    <a:lnTo>
                      <a:pt x="64008" y="106680"/>
                    </a:lnTo>
                    <a:lnTo>
                      <a:pt x="64770" y="101346"/>
                    </a:lnTo>
                    <a:lnTo>
                      <a:pt x="64008" y="96774"/>
                    </a:lnTo>
                    <a:lnTo>
                      <a:pt x="63269" y="86617"/>
                    </a:lnTo>
                    <a:lnTo>
                      <a:pt x="61531" y="76676"/>
                    </a:lnTo>
                    <a:lnTo>
                      <a:pt x="59507" y="66877"/>
                    </a:lnTo>
                    <a:lnTo>
                      <a:pt x="57912" y="57150"/>
                    </a:lnTo>
                    <a:lnTo>
                      <a:pt x="56316" y="46851"/>
                    </a:lnTo>
                    <a:lnTo>
                      <a:pt x="54863" y="36480"/>
                    </a:lnTo>
                    <a:lnTo>
                      <a:pt x="53411" y="25967"/>
                    </a:lnTo>
                    <a:lnTo>
                      <a:pt x="51815" y="15240"/>
                    </a:lnTo>
                    <a:lnTo>
                      <a:pt x="51053" y="7620"/>
                    </a:lnTo>
                    <a:lnTo>
                      <a:pt x="51053" y="5334"/>
                    </a:lnTo>
                    <a:lnTo>
                      <a:pt x="49529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42" name="Google Shape;2742;p24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442684" y="4188688"/>
                <a:ext cx="140258" cy="1554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3" name="Google Shape;2743;p24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603466" y="4144957"/>
                <a:ext cx="267512" cy="1641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44" name="Google Shape;2744;p24"/>
              <p:cNvSpPr/>
              <p:nvPr/>
            </p:nvSpPr>
            <p:spPr>
              <a:xfrm>
                <a:off x="6955536" y="4159758"/>
                <a:ext cx="3175" cy="95250"/>
              </a:xfrm>
              <a:custGeom>
                <a:rect b="b" l="l" r="r" t="t"/>
                <a:pathLst>
                  <a:path extrusionOk="0" h="95250" w="3175">
                    <a:moveTo>
                      <a:pt x="3048" y="0"/>
                    </a:moveTo>
                    <a:lnTo>
                      <a:pt x="2476" y="13144"/>
                    </a:lnTo>
                    <a:lnTo>
                      <a:pt x="1905" y="26288"/>
                    </a:lnTo>
                    <a:lnTo>
                      <a:pt x="1333" y="39433"/>
                    </a:lnTo>
                    <a:lnTo>
                      <a:pt x="762" y="52577"/>
                    </a:lnTo>
                    <a:lnTo>
                      <a:pt x="321" y="62305"/>
                    </a:lnTo>
                    <a:lnTo>
                      <a:pt x="95" y="72104"/>
                    </a:lnTo>
                    <a:lnTo>
                      <a:pt x="11" y="82045"/>
                    </a:lnTo>
                    <a:lnTo>
                      <a:pt x="0" y="92202"/>
                    </a:lnTo>
                    <a:lnTo>
                      <a:pt x="0" y="92964"/>
                    </a:lnTo>
                    <a:lnTo>
                      <a:pt x="0" y="93726"/>
                    </a:lnTo>
                    <a:lnTo>
                      <a:pt x="0" y="9525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5" name="Google Shape;2745;p24"/>
              <p:cNvSpPr/>
              <p:nvPr/>
            </p:nvSpPr>
            <p:spPr>
              <a:xfrm>
                <a:off x="6961632" y="4145946"/>
                <a:ext cx="47625" cy="73660"/>
              </a:xfrm>
              <a:custGeom>
                <a:rect b="b" l="l" r="r" t="t"/>
                <a:pathLst>
                  <a:path extrusionOk="0" h="73660" w="47625">
                    <a:moveTo>
                      <a:pt x="0" y="6191"/>
                    </a:moveTo>
                    <a:lnTo>
                      <a:pt x="9655" y="2202"/>
                    </a:lnTo>
                    <a:lnTo>
                      <a:pt x="17811" y="0"/>
                    </a:lnTo>
                    <a:lnTo>
                      <a:pt x="25824" y="511"/>
                    </a:lnTo>
                    <a:lnTo>
                      <a:pt x="35052" y="4667"/>
                    </a:lnTo>
                    <a:lnTo>
                      <a:pt x="41136" y="9572"/>
                    </a:lnTo>
                    <a:lnTo>
                      <a:pt x="45434" y="15906"/>
                    </a:lnTo>
                    <a:lnTo>
                      <a:pt x="47589" y="23098"/>
                    </a:lnTo>
                    <a:lnTo>
                      <a:pt x="47244" y="30575"/>
                    </a:lnTo>
                    <a:lnTo>
                      <a:pt x="22169" y="61864"/>
                    </a:lnTo>
                    <a:lnTo>
                      <a:pt x="8382" y="71723"/>
                    </a:lnTo>
                    <a:lnTo>
                      <a:pt x="6096" y="732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6" name="Google Shape;2746;p24"/>
              <p:cNvSpPr/>
              <p:nvPr/>
            </p:nvSpPr>
            <p:spPr>
              <a:xfrm>
                <a:off x="7033260" y="4154424"/>
                <a:ext cx="30480" cy="90170"/>
              </a:xfrm>
              <a:custGeom>
                <a:rect b="b" l="l" r="r" t="t"/>
                <a:pathLst>
                  <a:path extrusionOk="0" h="90170" w="30479">
                    <a:moveTo>
                      <a:pt x="30479" y="0"/>
                    </a:moveTo>
                    <a:lnTo>
                      <a:pt x="26896" y="12442"/>
                    </a:lnTo>
                    <a:lnTo>
                      <a:pt x="22955" y="24669"/>
                    </a:lnTo>
                    <a:lnTo>
                      <a:pt x="18585" y="36754"/>
                    </a:lnTo>
                    <a:lnTo>
                      <a:pt x="13715" y="48768"/>
                    </a:lnTo>
                    <a:lnTo>
                      <a:pt x="10286" y="59055"/>
                    </a:lnTo>
                    <a:lnTo>
                      <a:pt x="6857" y="69342"/>
                    </a:lnTo>
                    <a:lnTo>
                      <a:pt x="3428" y="79629"/>
                    </a:lnTo>
                    <a:lnTo>
                      <a:pt x="0" y="8991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7" name="Google Shape;2747;p24"/>
              <p:cNvSpPr/>
              <p:nvPr/>
            </p:nvSpPr>
            <p:spPr>
              <a:xfrm>
                <a:off x="7054595" y="4152900"/>
                <a:ext cx="41910" cy="85725"/>
              </a:xfrm>
              <a:custGeom>
                <a:rect b="b" l="l" r="r" t="t"/>
                <a:pathLst>
                  <a:path extrusionOk="0" h="85725" w="41909">
                    <a:moveTo>
                      <a:pt x="0" y="0"/>
                    </a:moveTo>
                    <a:lnTo>
                      <a:pt x="21859" y="36433"/>
                    </a:lnTo>
                    <a:lnTo>
                      <a:pt x="38909" y="75997"/>
                    </a:lnTo>
                    <a:lnTo>
                      <a:pt x="41910" y="8534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8" name="Google Shape;2748;p24"/>
              <p:cNvSpPr/>
              <p:nvPr/>
            </p:nvSpPr>
            <p:spPr>
              <a:xfrm>
                <a:off x="7063739" y="4203954"/>
                <a:ext cx="37465" cy="12700"/>
              </a:xfrm>
              <a:custGeom>
                <a:rect b="b" l="l" r="r" t="t"/>
                <a:pathLst>
                  <a:path extrusionOk="0" h="12700" w="37465">
                    <a:moveTo>
                      <a:pt x="0" y="12191"/>
                    </a:moveTo>
                    <a:lnTo>
                      <a:pt x="9155" y="9215"/>
                    </a:lnTo>
                    <a:lnTo>
                      <a:pt x="18383" y="6095"/>
                    </a:lnTo>
                    <a:lnTo>
                      <a:pt x="27753" y="2976"/>
                    </a:lnTo>
                    <a:lnTo>
                      <a:pt x="3733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9" name="Google Shape;2749;p24"/>
              <p:cNvSpPr/>
              <p:nvPr/>
            </p:nvSpPr>
            <p:spPr>
              <a:xfrm>
                <a:off x="7132379" y="4165854"/>
                <a:ext cx="3810" cy="70485"/>
              </a:xfrm>
              <a:custGeom>
                <a:rect b="b" l="l" r="r" t="t"/>
                <a:pathLst>
                  <a:path extrusionOk="0" h="70485" w="3809">
                    <a:moveTo>
                      <a:pt x="3750" y="0"/>
                    </a:moveTo>
                    <a:lnTo>
                      <a:pt x="1452" y="15894"/>
                    </a:lnTo>
                    <a:lnTo>
                      <a:pt x="226" y="31718"/>
                    </a:lnTo>
                    <a:lnTo>
                      <a:pt x="0" y="47684"/>
                    </a:lnTo>
                    <a:lnTo>
                      <a:pt x="702" y="64008"/>
                    </a:lnTo>
                    <a:lnTo>
                      <a:pt x="702" y="66294"/>
                    </a:lnTo>
                    <a:lnTo>
                      <a:pt x="1464" y="67818"/>
                    </a:lnTo>
                    <a:lnTo>
                      <a:pt x="1464" y="701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0" name="Google Shape;2750;p24"/>
              <p:cNvSpPr/>
              <p:nvPr/>
            </p:nvSpPr>
            <p:spPr>
              <a:xfrm>
                <a:off x="7136129" y="4142541"/>
                <a:ext cx="70485" cy="76835"/>
              </a:xfrm>
              <a:custGeom>
                <a:rect b="b" l="l" r="r" t="t"/>
                <a:pathLst>
                  <a:path extrusionOk="0" h="76835" w="70484">
                    <a:moveTo>
                      <a:pt x="0" y="18740"/>
                    </a:moveTo>
                    <a:lnTo>
                      <a:pt x="22431" y="0"/>
                    </a:lnTo>
                    <a:lnTo>
                      <a:pt x="29908" y="261"/>
                    </a:lnTo>
                    <a:lnTo>
                      <a:pt x="37099" y="1952"/>
                    </a:lnTo>
                    <a:lnTo>
                      <a:pt x="43434" y="5786"/>
                    </a:lnTo>
                    <a:lnTo>
                      <a:pt x="47303" y="12251"/>
                    </a:lnTo>
                    <a:lnTo>
                      <a:pt x="48101" y="20359"/>
                    </a:lnTo>
                    <a:lnTo>
                      <a:pt x="46755" y="28610"/>
                    </a:lnTo>
                    <a:lnTo>
                      <a:pt x="44196" y="35504"/>
                    </a:lnTo>
                    <a:lnTo>
                      <a:pt x="39123" y="43243"/>
                    </a:lnTo>
                    <a:lnTo>
                      <a:pt x="33337" y="50553"/>
                    </a:lnTo>
                    <a:lnTo>
                      <a:pt x="27265" y="57578"/>
                    </a:lnTo>
                    <a:lnTo>
                      <a:pt x="21336" y="64460"/>
                    </a:lnTo>
                    <a:lnTo>
                      <a:pt x="17526" y="68270"/>
                    </a:lnTo>
                    <a:lnTo>
                      <a:pt x="19050" y="67508"/>
                    </a:lnTo>
                    <a:lnTo>
                      <a:pt x="17526" y="72080"/>
                    </a:lnTo>
                    <a:lnTo>
                      <a:pt x="22860" y="75890"/>
                    </a:lnTo>
                    <a:lnTo>
                      <a:pt x="30480" y="75890"/>
                    </a:lnTo>
                    <a:lnTo>
                      <a:pt x="38100" y="76652"/>
                    </a:lnTo>
                    <a:lnTo>
                      <a:pt x="46101" y="76628"/>
                    </a:lnTo>
                    <a:lnTo>
                      <a:pt x="54102" y="76461"/>
                    </a:lnTo>
                    <a:lnTo>
                      <a:pt x="62103" y="76009"/>
                    </a:lnTo>
                    <a:lnTo>
                      <a:pt x="70104" y="7512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1" name="Google Shape;2751;p24"/>
              <p:cNvSpPr/>
              <p:nvPr/>
            </p:nvSpPr>
            <p:spPr>
              <a:xfrm>
                <a:off x="7219188" y="4153662"/>
                <a:ext cx="3175" cy="58419"/>
              </a:xfrm>
              <a:custGeom>
                <a:rect b="b" l="l" r="r" t="t"/>
                <a:pathLst>
                  <a:path extrusionOk="0" h="58420" w="3175">
                    <a:moveTo>
                      <a:pt x="3048" y="0"/>
                    </a:moveTo>
                    <a:lnTo>
                      <a:pt x="2702" y="10858"/>
                    </a:lnTo>
                    <a:lnTo>
                      <a:pt x="2571" y="21717"/>
                    </a:lnTo>
                    <a:lnTo>
                      <a:pt x="2297" y="32575"/>
                    </a:lnTo>
                    <a:lnTo>
                      <a:pt x="1524" y="43434"/>
                    </a:lnTo>
                    <a:lnTo>
                      <a:pt x="762" y="51053"/>
                    </a:lnTo>
                    <a:lnTo>
                      <a:pt x="762" y="53340"/>
                    </a:lnTo>
                    <a:lnTo>
                      <a:pt x="0" y="5791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2" name="Google Shape;2752;p24"/>
              <p:cNvSpPr/>
              <p:nvPr/>
            </p:nvSpPr>
            <p:spPr>
              <a:xfrm>
                <a:off x="7231379" y="4142994"/>
                <a:ext cx="47625" cy="66040"/>
              </a:xfrm>
              <a:custGeom>
                <a:rect b="b" l="l" r="r" t="t"/>
                <a:pathLst>
                  <a:path extrusionOk="0" h="66039" w="47625">
                    <a:moveTo>
                      <a:pt x="0" y="0"/>
                    </a:moveTo>
                    <a:lnTo>
                      <a:pt x="28956" y="36575"/>
                    </a:lnTo>
                    <a:lnTo>
                      <a:pt x="43422" y="58221"/>
                    </a:lnTo>
                    <a:lnTo>
                      <a:pt x="47244" y="6553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24"/>
              <p:cNvSpPr/>
              <p:nvPr/>
            </p:nvSpPr>
            <p:spPr>
              <a:xfrm>
                <a:off x="7245095" y="4183380"/>
                <a:ext cx="21590" cy="14604"/>
              </a:xfrm>
              <a:custGeom>
                <a:rect b="b" l="l" r="r" t="t"/>
                <a:pathLst>
                  <a:path extrusionOk="0" h="14604" w="21590">
                    <a:moveTo>
                      <a:pt x="0" y="14477"/>
                    </a:moveTo>
                    <a:lnTo>
                      <a:pt x="7084" y="9215"/>
                    </a:lnTo>
                    <a:lnTo>
                      <a:pt x="12096" y="5524"/>
                    </a:lnTo>
                    <a:lnTo>
                      <a:pt x="16394" y="2690"/>
                    </a:lnTo>
                    <a:lnTo>
                      <a:pt x="2133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4" name="Google Shape;2754;p24"/>
              <p:cNvSpPr/>
              <p:nvPr/>
            </p:nvSpPr>
            <p:spPr>
              <a:xfrm>
                <a:off x="7299960" y="4132326"/>
                <a:ext cx="59055" cy="62865"/>
              </a:xfrm>
              <a:custGeom>
                <a:rect b="b" l="l" r="r" t="t"/>
                <a:pathLst>
                  <a:path extrusionOk="0" h="62864" w="59054">
                    <a:moveTo>
                      <a:pt x="12953" y="15239"/>
                    </a:moveTo>
                    <a:lnTo>
                      <a:pt x="8143" y="24717"/>
                    </a:lnTo>
                    <a:lnTo>
                      <a:pt x="4190" y="33337"/>
                    </a:lnTo>
                    <a:lnTo>
                      <a:pt x="1381" y="42243"/>
                    </a:lnTo>
                    <a:lnTo>
                      <a:pt x="0" y="52577"/>
                    </a:lnTo>
                    <a:lnTo>
                      <a:pt x="0" y="55625"/>
                    </a:lnTo>
                    <a:lnTo>
                      <a:pt x="0" y="59435"/>
                    </a:lnTo>
                    <a:lnTo>
                      <a:pt x="0" y="62483"/>
                    </a:lnTo>
                    <a:lnTo>
                      <a:pt x="4571" y="59435"/>
                    </a:lnTo>
                    <a:lnTo>
                      <a:pt x="4571" y="57149"/>
                    </a:lnTo>
                    <a:lnTo>
                      <a:pt x="5333" y="51053"/>
                    </a:lnTo>
                    <a:lnTo>
                      <a:pt x="5798" y="44195"/>
                    </a:lnTo>
                    <a:lnTo>
                      <a:pt x="6191" y="37337"/>
                    </a:lnTo>
                    <a:lnTo>
                      <a:pt x="6727" y="30479"/>
                    </a:lnTo>
                    <a:lnTo>
                      <a:pt x="7619" y="23621"/>
                    </a:lnTo>
                    <a:lnTo>
                      <a:pt x="8381" y="17525"/>
                    </a:lnTo>
                    <a:lnTo>
                      <a:pt x="9143" y="16001"/>
                    </a:lnTo>
                    <a:lnTo>
                      <a:pt x="12953" y="13715"/>
                    </a:lnTo>
                    <a:lnTo>
                      <a:pt x="15239" y="17525"/>
                    </a:lnTo>
                    <a:lnTo>
                      <a:pt x="17525" y="23621"/>
                    </a:lnTo>
                    <a:lnTo>
                      <a:pt x="19811" y="28955"/>
                    </a:lnTo>
                    <a:lnTo>
                      <a:pt x="22859" y="35813"/>
                    </a:lnTo>
                    <a:lnTo>
                      <a:pt x="24383" y="38861"/>
                    </a:lnTo>
                    <a:lnTo>
                      <a:pt x="32765" y="39623"/>
                    </a:lnTo>
                    <a:lnTo>
                      <a:pt x="39623" y="39623"/>
                    </a:lnTo>
                    <a:lnTo>
                      <a:pt x="44957" y="33527"/>
                    </a:lnTo>
                    <a:lnTo>
                      <a:pt x="48005" y="27431"/>
                    </a:lnTo>
                    <a:lnTo>
                      <a:pt x="51815" y="21335"/>
                    </a:lnTo>
                    <a:lnTo>
                      <a:pt x="54101" y="12953"/>
                    </a:lnTo>
                    <a:lnTo>
                      <a:pt x="56387" y="6857"/>
                    </a:lnTo>
                    <a:lnTo>
                      <a:pt x="58673" y="0"/>
                    </a:lnTo>
                    <a:lnTo>
                      <a:pt x="55625" y="4571"/>
                    </a:lnTo>
                    <a:lnTo>
                      <a:pt x="57149" y="4571"/>
                    </a:lnTo>
                    <a:lnTo>
                      <a:pt x="55768" y="11882"/>
                    </a:lnTo>
                    <a:lnTo>
                      <a:pt x="54101" y="19049"/>
                    </a:lnTo>
                    <a:lnTo>
                      <a:pt x="52435" y="26217"/>
                    </a:lnTo>
                    <a:lnTo>
                      <a:pt x="51053" y="33527"/>
                    </a:lnTo>
                    <a:lnTo>
                      <a:pt x="50291" y="41909"/>
                    </a:lnTo>
                    <a:lnTo>
                      <a:pt x="50291" y="50291"/>
                    </a:lnTo>
                    <a:lnTo>
                      <a:pt x="51053" y="5791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5" name="Google Shape;2755;p24"/>
              <p:cNvSpPr/>
              <p:nvPr/>
            </p:nvSpPr>
            <p:spPr>
              <a:xfrm>
                <a:off x="7382696" y="4127754"/>
                <a:ext cx="31750" cy="78740"/>
              </a:xfrm>
              <a:custGeom>
                <a:rect b="b" l="l" r="r" t="t"/>
                <a:pathLst>
                  <a:path extrusionOk="0" h="78739" w="31750">
                    <a:moveTo>
                      <a:pt x="1845" y="0"/>
                    </a:moveTo>
                    <a:lnTo>
                      <a:pt x="1821" y="10287"/>
                    </a:lnTo>
                    <a:lnTo>
                      <a:pt x="1654" y="20574"/>
                    </a:lnTo>
                    <a:lnTo>
                      <a:pt x="1202" y="30861"/>
                    </a:lnTo>
                    <a:lnTo>
                      <a:pt x="321" y="41148"/>
                    </a:lnTo>
                    <a:lnTo>
                      <a:pt x="0" y="48006"/>
                    </a:lnTo>
                    <a:lnTo>
                      <a:pt x="35" y="54864"/>
                    </a:lnTo>
                    <a:lnTo>
                      <a:pt x="214" y="61722"/>
                    </a:lnTo>
                    <a:lnTo>
                      <a:pt x="321" y="68580"/>
                    </a:lnTo>
                    <a:lnTo>
                      <a:pt x="321" y="73914"/>
                    </a:lnTo>
                    <a:lnTo>
                      <a:pt x="1845" y="76962"/>
                    </a:lnTo>
                    <a:lnTo>
                      <a:pt x="7179" y="77724"/>
                    </a:lnTo>
                    <a:lnTo>
                      <a:pt x="14037" y="78486"/>
                    </a:lnTo>
                    <a:lnTo>
                      <a:pt x="18609" y="76200"/>
                    </a:lnTo>
                    <a:lnTo>
                      <a:pt x="23181" y="71628"/>
                    </a:lnTo>
                    <a:lnTo>
                      <a:pt x="28515" y="66294"/>
                    </a:lnTo>
                    <a:lnTo>
                      <a:pt x="29277" y="63246"/>
                    </a:lnTo>
                    <a:lnTo>
                      <a:pt x="31563" y="563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6" name="Google Shape;2756;p24"/>
              <p:cNvSpPr/>
              <p:nvPr/>
            </p:nvSpPr>
            <p:spPr>
              <a:xfrm>
                <a:off x="7390638" y="4145280"/>
                <a:ext cx="13970" cy="10160"/>
              </a:xfrm>
              <a:custGeom>
                <a:rect b="b" l="l" r="r" t="t"/>
                <a:pathLst>
                  <a:path extrusionOk="0" h="10160" w="13970">
                    <a:moveTo>
                      <a:pt x="0" y="9905"/>
                    </a:moveTo>
                    <a:lnTo>
                      <a:pt x="9143" y="4571"/>
                    </a:lnTo>
                    <a:lnTo>
                      <a:pt x="10667" y="5333"/>
                    </a:lnTo>
                    <a:lnTo>
                      <a:pt x="13715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7" name="Google Shape;2757;p24"/>
              <p:cNvSpPr/>
              <p:nvPr/>
            </p:nvSpPr>
            <p:spPr>
              <a:xfrm>
                <a:off x="7385304" y="4117086"/>
                <a:ext cx="17145" cy="3175"/>
              </a:xfrm>
              <a:custGeom>
                <a:rect b="b" l="l" r="r" t="t"/>
                <a:pathLst>
                  <a:path extrusionOk="0" h="3175" w="17145">
                    <a:moveTo>
                      <a:pt x="0" y="3048"/>
                    </a:moveTo>
                    <a:lnTo>
                      <a:pt x="9144" y="1524"/>
                    </a:lnTo>
                    <a:lnTo>
                      <a:pt x="11430" y="1524"/>
                    </a:lnTo>
                    <a:lnTo>
                      <a:pt x="1676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8" name="Google Shape;2758;p24"/>
              <p:cNvSpPr/>
              <p:nvPr/>
            </p:nvSpPr>
            <p:spPr>
              <a:xfrm>
                <a:off x="7437882" y="4118610"/>
                <a:ext cx="19050" cy="3810"/>
              </a:xfrm>
              <a:custGeom>
                <a:rect b="b" l="l" r="r" t="t"/>
                <a:pathLst>
                  <a:path extrusionOk="0" h="3810" w="19050">
                    <a:moveTo>
                      <a:pt x="0" y="3810"/>
                    </a:moveTo>
                    <a:lnTo>
                      <a:pt x="7620" y="2286"/>
                    </a:lnTo>
                    <a:lnTo>
                      <a:pt x="12192" y="2286"/>
                    </a:lnTo>
                    <a:lnTo>
                      <a:pt x="1905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9" name="Google Shape;2759;p24"/>
              <p:cNvSpPr/>
              <p:nvPr/>
            </p:nvSpPr>
            <p:spPr>
              <a:xfrm>
                <a:off x="7442454" y="4123182"/>
                <a:ext cx="7620" cy="55880"/>
              </a:xfrm>
              <a:custGeom>
                <a:rect b="b" l="l" r="r" t="t"/>
                <a:pathLst>
                  <a:path extrusionOk="0" h="55879" w="7620">
                    <a:moveTo>
                      <a:pt x="7620" y="0"/>
                    </a:moveTo>
                    <a:lnTo>
                      <a:pt x="4941" y="9691"/>
                    </a:lnTo>
                    <a:lnTo>
                      <a:pt x="2762" y="18669"/>
                    </a:lnTo>
                    <a:lnTo>
                      <a:pt x="1297" y="27646"/>
                    </a:lnTo>
                    <a:lnTo>
                      <a:pt x="762" y="37338"/>
                    </a:lnTo>
                    <a:lnTo>
                      <a:pt x="0" y="43434"/>
                    </a:lnTo>
                    <a:lnTo>
                      <a:pt x="762" y="49530"/>
                    </a:lnTo>
                    <a:lnTo>
                      <a:pt x="762" y="556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0" name="Google Shape;2760;p24"/>
              <p:cNvSpPr/>
              <p:nvPr/>
            </p:nvSpPr>
            <p:spPr>
              <a:xfrm>
                <a:off x="7498842" y="4112514"/>
                <a:ext cx="43180" cy="83185"/>
              </a:xfrm>
              <a:custGeom>
                <a:rect b="b" l="l" r="r" t="t"/>
                <a:pathLst>
                  <a:path extrusionOk="0" h="83185" w="43179">
                    <a:moveTo>
                      <a:pt x="2285" y="0"/>
                    </a:moveTo>
                    <a:lnTo>
                      <a:pt x="1726" y="10156"/>
                    </a:lnTo>
                    <a:lnTo>
                      <a:pt x="1238" y="20097"/>
                    </a:lnTo>
                    <a:lnTo>
                      <a:pt x="892" y="29896"/>
                    </a:lnTo>
                    <a:lnTo>
                      <a:pt x="761" y="39624"/>
                    </a:lnTo>
                    <a:lnTo>
                      <a:pt x="452" y="47970"/>
                    </a:lnTo>
                    <a:lnTo>
                      <a:pt x="0" y="56673"/>
                    </a:lnTo>
                    <a:lnTo>
                      <a:pt x="119" y="65234"/>
                    </a:lnTo>
                    <a:lnTo>
                      <a:pt x="1523" y="73152"/>
                    </a:lnTo>
                    <a:lnTo>
                      <a:pt x="3809" y="80010"/>
                    </a:lnTo>
                    <a:lnTo>
                      <a:pt x="7619" y="82296"/>
                    </a:lnTo>
                    <a:lnTo>
                      <a:pt x="14477" y="82296"/>
                    </a:lnTo>
                    <a:lnTo>
                      <a:pt x="22097" y="83058"/>
                    </a:lnTo>
                    <a:lnTo>
                      <a:pt x="27431" y="81534"/>
                    </a:lnTo>
                    <a:lnTo>
                      <a:pt x="33527" y="77723"/>
                    </a:lnTo>
                    <a:lnTo>
                      <a:pt x="40385" y="74675"/>
                    </a:lnTo>
                    <a:lnTo>
                      <a:pt x="41909" y="70865"/>
                    </a:lnTo>
                    <a:lnTo>
                      <a:pt x="42671" y="6400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1" name="Google Shape;2761;p24"/>
              <p:cNvSpPr/>
              <p:nvPr/>
            </p:nvSpPr>
            <p:spPr>
              <a:xfrm>
                <a:off x="7513320" y="4144518"/>
                <a:ext cx="36830" cy="10160"/>
              </a:xfrm>
              <a:custGeom>
                <a:rect b="b" l="l" r="r" t="t"/>
                <a:pathLst>
                  <a:path extrusionOk="0" h="10160" w="36829">
                    <a:moveTo>
                      <a:pt x="0" y="9905"/>
                    </a:moveTo>
                    <a:lnTo>
                      <a:pt x="9894" y="8251"/>
                    </a:lnTo>
                    <a:lnTo>
                      <a:pt x="19145" y="6381"/>
                    </a:lnTo>
                    <a:lnTo>
                      <a:pt x="27967" y="3798"/>
                    </a:lnTo>
                    <a:lnTo>
                      <a:pt x="3657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2" name="Google Shape;2762;p24"/>
              <p:cNvSpPr/>
              <p:nvPr/>
            </p:nvSpPr>
            <p:spPr>
              <a:xfrm>
                <a:off x="7514844" y="4107942"/>
                <a:ext cx="27940" cy="18415"/>
              </a:xfrm>
              <a:custGeom>
                <a:rect b="b" l="l" r="r" t="t"/>
                <a:pathLst>
                  <a:path extrusionOk="0" h="18414" w="27940">
                    <a:moveTo>
                      <a:pt x="0" y="18287"/>
                    </a:moveTo>
                    <a:lnTo>
                      <a:pt x="7608" y="10608"/>
                    </a:lnTo>
                    <a:lnTo>
                      <a:pt x="12858" y="6000"/>
                    </a:lnTo>
                    <a:lnTo>
                      <a:pt x="18538" y="2964"/>
                    </a:lnTo>
                    <a:lnTo>
                      <a:pt x="27431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3" name="Google Shape;2763;p24"/>
              <p:cNvSpPr/>
              <p:nvPr/>
            </p:nvSpPr>
            <p:spPr>
              <a:xfrm>
                <a:off x="7587233" y="4112514"/>
                <a:ext cx="10160" cy="55880"/>
              </a:xfrm>
              <a:custGeom>
                <a:rect b="b" l="l" r="r" t="t"/>
                <a:pathLst>
                  <a:path extrusionOk="0" h="55879" w="10159">
                    <a:moveTo>
                      <a:pt x="9905" y="0"/>
                    </a:moveTo>
                    <a:lnTo>
                      <a:pt x="8489" y="11179"/>
                    </a:lnTo>
                    <a:lnTo>
                      <a:pt x="6572" y="22002"/>
                    </a:lnTo>
                    <a:lnTo>
                      <a:pt x="4226" y="32682"/>
                    </a:lnTo>
                    <a:lnTo>
                      <a:pt x="1523" y="43434"/>
                    </a:lnTo>
                    <a:lnTo>
                      <a:pt x="761" y="47244"/>
                    </a:lnTo>
                    <a:lnTo>
                      <a:pt x="761" y="51816"/>
                    </a:lnTo>
                    <a:lnTo>
                      <a:pt x="0" y="55626"/>
                    </a:lnTo>
                    <a:lnTo>
                      <a:pt x="0" y="54864"/>
                    </a:lnTo>
                    <a:lnTo>
                      <a:pt x="0" y="54102"/>
                    </a:lnTo>
                    <a:lnTo>
                      <a:pt x="0" y="5334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4" name="Google Shape;2764;p24"/>
              <p:cNvSpPr/>
              <p:nvPr/>
            </p:nvSpPr>
            <p:spPr>
              <a:xfrm>
                <a:off x="7585626" y="4076700"/>
                <a:ext cx="79375" cy="87630"/>
              </a:xfrm>
              <a:custGeom>
                <a:rect b="b" l="l" r="r" t="t"/>
                <a:pathLst>
                  <a:path extrusionOk="0" h="87629" w="79375">
                    <a:moveTo>
                      <a:pt x="1607" y="77724"/>
                    </a:moveTo>
                    <a:lnTo>
                      <a:pt x="1071" y="63996"/>
                    </a:lnTo>
                    <a:lnTo>
                      <a:pt x="178" y="49625"/>
                    </a:lnTo>
                    <a:lnTo>
                      <a:pt x="0" y="35397"/>
                    </a:lnTo>
                    <a:lnTo>
                      <a:pt x="22943" y="2286"/>
                    </a:lnTo>
                    <a:lnTo>
                      <a:pt x="39231" y="0"/>
                    </a:lnTo>
                    <a:lnTo>
                      <a:pt x="47482" y="571"/>
                    </a:lnTo>
                    <a:lnTo>
                      <a:pt x="54947" y="2286"/>
                    </a:lnTo>
                    <a:lnTo>
                      <a:pt x="62567" y="4572"/>
                    </a:lnTo>
                    <a:lnTo>
                      <a:pt x="71711" y="9144"/>
                    </a:lnTo>
                    <a:lnTo>
                      <a:pt x="73235" y="16764"/>
                    </a:lnTo>
                    <a:lnTo>
                      <a:pt x="72437" y="23514"/>
                    </a:lnTo>
                    <a:lnTo>
                      <a:pt x="67996" y="29051"/>
                    </a:lnTo>
                    <a:lnTo>
                      <a:pt x="61983" y="33587"/>
                    </a:lnTo>
                    <a:lnTo>
                      <a:pt x="56471" y="37338"/>
                    </a:lnTo>
                    <a:lnTo>
                      <a:pt x="51434" y="40933"/>
                    </a:lnTo>
                    <a:lnTo>
                      <a:pt x="45327" y="44958"/>
                    </a:lnTo>
                    <a:lnTo>
                      <a:pt x="39647" y="49553"/>
                    </a:lnTo>
                    <a:lnTo>
                      <a:pt x="35897" y="54864"/>
                    </a:lnTo>
                    <a:lnTo>
                      <a:pt x="33611" y="60960"/>
                    </a:lnTo>
                    <a:lnTo>
                      <a:pt x="38945" y="65532"/>
                    </a:lnTo>
                    <a:lnTo>
                      <a:pt x="68663" y="80772"/>
                    </a:lnTo>
                    <a:lnTo>
                      <a:pt x="73235" y="83058"/>
                    </a:lnTo>
                    <a:lnTo>
                      <a:pt x="76283" y="84582"/>
                    </a:lnTo>
                    <a:lnTo>
                      <a:pt x="79331" y="8763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765" name="Google Shape;2765;p24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617283" y="2856712"/>
              <a:ext cx="277323" cy="2027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66" name="Google Shape;2766;p24"/>
            <p:cNvGrpSpPr/>
            <p:nvPr/>
          </p:nvGrpSpPr>
          <p:grpSpPr>
            <a:xfrm>
              <a:off x="2496381" y="3019018"/>
              <a:ext cx="356571" cy="352856"/>
              <a:chOff x="2496381" y="3019018"/>
              <a:chExt cx="356571" cy="352856"/>
            </a:xfrm>
          </p:grpSpPr>
          <p:pic>
            <p:nvPicPr>
              <p:cNvPr id="2767" name="Google Shape;2767;p24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2498572" y="3151606"/>
                <a:ext cx="138734" cy="1410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68" name="Google Shape;2768;p24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2496381" y="3019018"/>
                <a:ext cx="93681" cy="1105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69" name="Google Shape;2769;p24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2666974" y="3262096"/>
                <a:ext cx="185978" cy="1097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70" name="Google Shape;2770;p24"/>
            <p:cNvGrpSpPr/>
            <p:nvPr/>
          </p:nvGrpSpPr>
          <p:grpSpPr>
            <a:xfrm>
              <a:off x="2974085" y="3176778"/>
              <a:ext cx="108712" cy="71628"/>
              <a:chOff x="2974085" y="3176778"/>
              <a:chExt cx="108712" cy="71628"/>
            </a:xfrm>
          </p:grpSpPr>
          <p:sp>
            <p:nvSpPr>
              <p:cNvPr id="2771" name="Google Shape;2771;p24"/>
              <p:cNvSpPr/>
              <p:nvPr/>
            </p:nvSpPr>
            <p:spPr>
              <a:xfrm>
                <a:off x="2974085" y="3176778"/>
                <a:ext cx="68580" cy="8890"/>
              </a:xfrm>
              <a:custGeom>
                <a:rect b="b" l="l" r="r" t="t"/>
                <a:pathLst>
                  <a:path extrusionOk="0" h="8889" w="68580">
                    <a:moveTo>
                      <a:pt x="0" y="8382"/>
                    </a:moveTo>
                    <a:lnTo>
                      <a:pt x="44958" y="3810"/>
                    </a:lnTo>
                    <a:lnTo>
                      <a:pt x="52577" y="2286"/>
                    </a:lnTo>
                    <a:lnTo>
                      <a:pt x="60960" y="3048"/>
                    </a:lnTo>
                    <a:lnTo>
                      <a:pt x="6858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2" name="Google Shape;2772;p24"/>
              <p:cNvSpPr/>
              <p:nvPr/>
            </p:nvSpPr>
            <p:spPr>
              <a:xfrm>
                <a:off x="3009137" y="3236976"/>
                <a:ext cx="73660" cy="11430"/>
              </a:xfrm>
              <a:custGeom>
                <a:rect b="b" l="l" r="r" t="t"/>
                <a:pathLst>
                  <a:path extrusionOk="0" h="11430" w="73660">
                    <a:moveTo>
                      <a:pt x="0" y="10667"/>
                    </a:moveTo>
                    <a:lnTo>
                      <a:pt x="44196" y="7619"/>
                    </a:lnTo>
                    <a:lnTo>
                      <a:pt x="51613" y="6107"/>
                    </a:lnTo>
                    <a:lnTo>
                      <a:pt x="58959" y="4667"/>
                    </a:lnTo>
                    <a:lnTo>
                      <a:pt x="66163" y="2797"/>
                    </a:lnTo>
                    <a:lnTo>
                      <a:pt x="7315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773" name="Google Shape;2773;p2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3405745" y="4680940"/>
              <a:ext cx="283883" cy="2080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774" name="Google Shape;2774;p24"/>
            <p:cNvGrpSpPr/>
            <p:nvPr/>
          </p:nvGrpSpPr>
          <p:grpSpPr>
            <a:xfrm>
              <a:off x="3843502" y="4860010"/>
              <a:ext cx="432104" cy="269037"/>
              <a:chOff x="3843502" y="4860010"/>
              <a:chExt cx="432104" cy="269037"/>
            </a:xfrm>
          </p:grpSpPr>
          <p:pic>
            <p:nvPicPr>
              <p:cNvPr id="2775" name="Google Shape;2775;p24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3843502" y="4995646"/>
                <a:ext cx="112064" cy="1311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6" name="Google Shape;2776;p24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3979519" y="4985943"/>
                <a:ext cx="83489" cy="1431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77" name="Google Shape;2777;p24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088866" y="4860010"/>
                <a:ext cx="186740" cy="2416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78" name="Google Shape;2778;p24"/>
            <p:cNvSpPr/>
            <p:nvPr/>
          </p:nvSpPr>
          <p:spPr>
            <a:xfrm>
              <a:off x="2732210" y="4918709"/>
              <a:ext cx="635" cy="66675"/>
            </a:xfrm>
            <a:custGeom>
              <a:rect b="b" l="l" r="r" t="t"/>
              <a:pathLst>
                <a:path extrusionOk="0" h="66675" w="635">
                  <a:moveTo>
                    <a:pt x="321" y="0"/>
                  </a:moveTo>
                  <a:lnTo>
                    <a:pt x="0" y="9596"/>
                  </a:lnTo>
                  <a:lnTo>
                    <a:pt x="35" y="19050"/>
                  </a:lnTo>
                  <a:lnTo>
                    <a:pt x="214" y="28503"/>
                  </a:lnTo>
                  <a:lnTo>
                    <a:pt x="321" y="38100"/>
                  </a:lnTo>
                  <a:lnTo>
                    <a:pt x="321" y="44969"/>
                  </a:lnTo>
                  <a:lnTo>
                    <a:pt x="321" y="51911"/>
                  </a:lnTo>
                  <a:lnTo>
                    <a:pt x="321" y="58995"/>
                  </a:lnTo>
                  <a:lnTo>
                    <a:pt x="321" y="6629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24"/>
            <p:cNvSpPr/>
            <p:nvPr/>
          </p:nvSpPr>
          <p:spPr>
            <a:xfrm>
              <a:off x="2565654" y="4779264"/>
              <a:ext cx="92710" cy="106680"/>
            </a:xfrm>
            <a:custGeom>
              <a:rect b="b" l="l" r="r" t="t"/>
              <a:pathLst>
                <a:path extrusionOk="0" h="106679" w="92710">
                  <a:moveTo>
                    <a:pt x="0" y="16001"/>
                  </a:moveTo>
                  <a:lnTo>
                    <a:pt x="12954" y="57911"/>
                  </a:lnTo>
                  <a:lnTo>
                    <a:pt x="17811" y="78676"/>
                  </a:lnTo>
                  <a:lnTo>
                    <a:pt x="20562" y="88558"/>
                  </a:lnTo>
                  <a:lnTo>
                    <a:pt x="24384" y="98297"/>
                  </a:lnTo>
                  <a:lnTo>
                    <a:pt x="27432" y="104393"/>
                  </a:lnTo>
                  <a:lnTo>
                    <a:pt x="32766" y="106679"/>
                  </a:lnTo>
                  <a:lnTo>
                    <a:pt x="38100" y="100583"/>
                  </a:lnTo>
                  <a:lnTo>
                    <a:pt x="50292" y="63245"/>
                  </a:lnTo>
                  <a:lnTo>
                    <a:pt x="52435" y="38600"/>
                  </a:lnTo>
                  <a:lnTo>
                    <a:pt x="53340" y="30479"/>
                  </a:lnTo>
                  <a:lnTo>
                    <a:pt x="54102" y="28193"/>
                  </a:lnTo>
                  <a:lnTo>
                    <a:pt x="53340" y="27431"/>
                  </a:lnTo>
                  <a:lnTo>
                    <a:pt x="54864" y="26669"/>
                  </a:lnTo>
                  <a:lnTo>
                    <a:pt x="57912" y="30479"/>
                  </a:lnTo>
                  <a:lnTo>
                    <a:pt x="60960" y="36575"/>
                  </a:lnTo>
                  <a:lnTo>
                    <a:pt x="62484" y="42671"/>
                  </a:lnTo>
                  <a:lnTo>
                    <a:pt x="65448" y="51244"/>
                  </a:lnTo>
                  <a:lnTo>
                    <a:pt x="67913" y="59816"/>
                  </a:lnTo>
                  <a:lnTo>
                    <a:pt x="70520" y="68389"/>
                  </a:lnTo>
                  <a:lnTo>
                    <a:pt x="73914" y="76961"/>
                  </a:lnTo>
                  <a:lnTo>
                    <a:pt x="76962" y="82295"/>
                  </a:lnTo>
                  <a:lnTo>
                    <a:pt x="78486" y="88391"/>
                  </a:lnTo>
                  <a:lnTo>
                    <a:pt x="85344" y="89153"/>
                  </a:lnTo>
                  <a:lnTo>
                    <a:pt x="86106" y="89153"/>
                  </a:lnTo>
                  <a:lnTo>
                    <a:pt x="86868" y="89153"/>
                  </a:lnTo>
                  <a:lnTo>
                    <a:pt x="87630" y="89153"/>
                  </a:lnTo>
                  <a:lnTo>
                    <a:pt x="90678" y="81533"/>
                  </a:lnTo>
                  <a:lnTo>
                    <a:pt x="91440" y="73913"/>
                  </a:lnTo>
                  <a:lnTo>
                    <a:pt x="92202" y="65531"/>
                  </a:lnTo>
                  <a:lnTo>
                    <a:pt x="92297" y="55828"/>
                  </a:lnTo>
                  <a:lnTo>
                    <a:pt x="92392" y="46196"/>
                  </a:lnTo>
                  <a:lnTo>
                    <a:pt x="84582" y="5333"/>
                  </a:lnTo>
                  <a:lnTo>
                    <a:pt x="82296" y="1523"/>
                  </a:lnTo>
                  <a:lnTo>
                    <a:pt x="79248" y="1523"/>
                  </a:lnTo>
                  <a:lnTo>
                    <a:pt x="7467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24"/>
            <p:cNvSpPr/>
            <p:nvPr/>
          </p:nvSpPr>
          <p:spPr>
            <a:xfrm>
              <a:off x="2726435" y="4860750"/>
              <a:ext cx="93345" cy="103505"/>
            </a:xfrm>
            <a:custGeom>
              <a:rect b="b" l="l" r="r" t="t"/>
              <a:pathLst>
                <a:path extrusionOk="0" h="103504" w="93344">
                  <a:moveTo>
                    <a:pt x="0" y="41195"/>
                  </a:moveTo>
                  <a:lnTo>
                    <a:pt x="17633" y="5619"/>
                  </a:lnTo>
                  <a:lnTo>
                    <a:pt x="30515" y="0"/>
                  </a:lnTo>
                  <a:lnTo>
                    <a:pt x="38099" y="47"/>
                  </a:lnTo>
                  <a:lnTo>
                    <a:pt x="44957" y="2547"/>
                  </a:lnTo>
                  <a:lnTo>
                    <a:pt x="48958" y="8048"/>
                  </a:lnTo>
                  <a:lnTo>
                    <a:pt x="50958" y="15263"/>
                  </a:lnTo>
                  <a:lnTo>
                    <a:pt x="51816" y="22907"/>
                  </a:lnTo>
                  <a:lnTo>
                    <a:pt x="51280" y="33456"/>
                  </a:lnTo>
                  <a:lnTo>
                    <a:pt x="28098" y="71104"/>
                  </a:lnTo>
                  <a:lnTo>
                    <a:pt x="15240" y="78533"/>
                  </a:lnTo>
                  <a:lnTo>
                    <a:pt x="14478" y="78533"/>
                  </a:lnTo>
                  <a:lnTo>
                    <a:pt x="22098" y="78533"/>
                  </a:lnTo>
                  <a:lnTo>
                    <a:pt x="29718" y="80057"/>
                  </a:lnTo>
                  <a:lnTo>
                    <a:pt x="36576" y="82343"/>
                  </a:lnTo>
                  <a:lnTo>
                    <a:pt x="45600" y="84891"/>
                  </a:lnTo>
                  <a:lnTo>
                    <a:pt x="54483" y="87868"/>
                  </a:lnTo>
                  <a:lnTo>
                    <a:pt x="63365" y="91130"/>
                  </a:lnTo>
                  <a:lnTo>
                    <a:pt x="72390" y="94535"/>
                  </a:lnTo>
                  <a:lnTo>
                    <a:pt x="76200" y="96059"/>
                  </a:lnTo>
                  <a:lnTo>
                    <a:pt x="87630" y="102917"/>
                  </a:lnTo>
                  <a:lnTo>
                    <a:pt x="92202" y="100631"/>
                  </a:lnTo>
                  <a:lnTo>
                    <a:pt x="92964" y="100631"/>
                  </a:lnTo>
                  <a:lnTo>
                    <a:pt x="92202" y="99107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24"/>
            <p:cNvSpPr/>
            <p:nvPr/>
          </p:nvSpPr>
          <p:spPr>
            <a:xfrm>
              <a:off x="2566416" y="4645152"/>
              <a:ext cx="66040" cy="92710"/>
            </a:xfrm>
            <a:custGeom>
              <a:rect b="b" l="l" r="r" t="t"/>
              <a:pathLst>
                <a:path extrusionOk="0" h="92710" w="66039">
                  <a:moveTo>
                    <a:pt x="0" y="53339"/>
                  </a:moveTo>
                  <a:lnTo>
                    <a:pt x="4583" y="44779"/>
                  </a:lnTo>
                  <a:lnTo>
                    <a:pt x="9239" y="36290"/>
                  </a:lnTo>
                  <a:lnTo>
                    <a:pt x="14037" y="27943"/>
                  </a:lnTo>
                  <a:lnTo>
                    <a:pt x="19049" y="19811"/>
                  </a:lnTo>
                  <a:lnTo>
                    <a:pt x="22859" y="12953"/>
                  </a:lnTo>
                  <a:lnTo>
                    <a:pt x="26669" y="6095"/>
                  </a:lnTo>
                  <a:lnTo>
                    <a:pt x="31241" y="0"/>
                  </a:lnTo>
                  <a:lnTo>
                    <a:pt x="33527" y="3047"/>
                  </a:lnTo>
                  <a:lnTo>
                    <a:pt x="35051" y="6857"/>
                  </a:lnTo>
                  <a:lnTo>
                    <a:pt x="37337" y="11429"/>
                  </a:lnTo>
                  <a:lnTo>
                    <a:pt x="40766" y="21836"/>
                  </a:lnTo>
                  <a:lnTo>
                    <a:pt x="44195" y="32384"/>
                  </a:lnTo>
                  <a:lnTo>
                    <a:pt x="47625" y="42933"/>
                  </a:lnTo>
                  <a:lnTo>
                    <a:pt x="51053" y="53339"/>
                  </a:lnTo>
                  <a:lnTo>
                    <a:pt x="55030" y="63055"/>
                  </a:lnTo>
                  <a:lnTo>
                    <a:pt x="58864" y="72770"/>
                  </a:lnTo>
                  <a:lnTo>
                    <a:pt x="62412" y="82486"/>
                  </a:lnTo>
                  <a:lnTo>
                    <a:pt x="65532" y="9220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2" name="Google Shape;2782;p24"/>
            <p:cNvGrpSpPr/>
            <p:nvPr/>
          </p:nvGrpSpPr>
          <p:grpSpPr>
            <a:xfrm>
              <a:off x="3089909" y="4786122"/>
              <a:ext cx="90932" cy="65786"/>
              <a:chOff x="3089909" y="4786122"/>
              <a:chExt cx="90932" cy="65786"/>
            </a:xfrm>
          </p:grpSpPr>
          <p:sp>
            <p:nvSpPr>
              <p:cNvPr id="2783" name="Google Shape;2783;p24"/>
              <p:cNvSpPr/>
              <p:nvPr/>
            </p:nvSpPr>
            <p:spPr>
              <a:xfrm>
                <a:off x="3089909" y="4786122"/>
                <a:ext cx="55244" cy="5715"/>
              </a:xfrm>
              <a:custGeom>
                <a:rect b="b" l="l" r="r" t="t"/>
                <a:pathLst>
                  <a:path extrusionOk="0" h="5714" w="55244">
                    <a:moveTo>
                      <a:pt x="0" y="5333"/>
                    </a:moveTo>
                    <a:lnTo>
                      <a:pt x="9596" y="4512"/>
                    </a:lnTo>
                    <a:lnTo>
                      <a:pt x="19050" y="3333"/>
                    </a:lnTo>
                    <a:lnTo>
                      <a:pt x="28503" y="2012"/>
                    </a:lnTo>
                    <a:lnTo>
                      <a:pt x="38100" y="761"/>
                    </a:lnTo>
                    <a:lnTo>
                      <a:pt x="44196" y="0"/>
                    </a:lnTo>
                    <a:lnTo>
                      <a:pt x="48768" y="0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4" name="Google Shape;2784;p24"/>
              <p:cNvSpPr/>
              <p:nvPr/>
            </p:nvSpPr>
            <p:spPr>
              <a:xfrm>
                <a:off x="3117341" y="4841748"/>
                <a:ext cx="63500" cy="10160"/>
              </a:xfrm>
              <a:custGeom>
                <a:rect b="b" l="l" r="r" t="t"/>
                <a:pathLst>
                  <a:path extrusionOk="0" h="10160" w="63500">
                    <a:moveTo>
                      <a:pt x="0" y="5333"/>
                    </a:moveTo>
                    <a:lnTo>
                      <a:pt x="10084" y="7858"/>
                    </a:lnTo>
                    <a:lnTo>
                      <a:pt x="20669" y="9524"/>
                    </a:lnTo>
                    <a:lnTo>
                      <a:pt x="31396" y="10048"/>
                    </a:lnTo>
                    <a:lnTo>
                      <a:pt x="41910" y="9143"/>
                    </a:lnTo>
                    <a:lnTo>
                      <a:pt x="53340" y="5333"/>
                    </a:lnTo>
                    <a:lnTo>
                      <a:pt x="56388" y="4571"/>
                    </a:lnTo>
                    <a:lnTo>
                      <a:pt x="6324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9" name="Google Shape;2789;p25"/>
          <p:cNvGrpSpPr/>
          <p:nvPr/>
        </p:nvGrpSpPr>
        <p:grpSpPr>
          <a:xfrm>
            <a:off x="244882" y="1070481"/>
            <a:ext cx="5204346" cy="3466288"/>
            <a:chOff x="3227044" y="2312669"/>
            <a:chExt cx="3299994" cy="2188084"/>
          </a:xfrm>
        </p:grpSpPr>
        <p:sp>
          <p:nvSpPr>
            <p:cNvPr id="2790" name="Google Shape;2790;p25"/>
            <p:cNvSpPr/>
            <p:nvPr/>
          </p:nvSpPr>
          <p:spPr>
            <a:xfrm>
              <a:off x="3587496" y="2312669"/>
              <a:ext cx="88900" cy="2062480"/>
            </a:xfrm>
            <a:custGeom>
              <a:rect b="b" l="l" r="r" t="t"/>
              <a:pathLst>
                <a:path extrusionOk="0" h="2062479" w="88900">
                  <a:moveTo>
                    <a:pt x="0" y="0"/>
                  </a:moveTo>
                  <a:lnTo>
                    <a:pt x="762" y="38100"/>
                  </a:lnTo>
                  <a:lnTo>
                    <a:pt x="4833" y="74854"/>
                  </a:lnTo>
                  <a:lnTo>
                    <a:pt x="6096" y="86868"/>
                  </a:lnTo>
                  <a:lnTo>
                    <a:pt x="7369" y="100584"/>
                  </a:lnTo>
                  <a:lnTo>
                    <a:pt x="8858" y="114300"/>
                  </a:lnTo>
                  <a:lnTo>
                    <a:pt x="10489" y="128016"/>
                  </a:lnTo>
                  <a:lnTo>
                    <a:pt x="12192" y="141732"/>
                  </a:lnTo>
                  <a:lnTo>
                    <a:pt x="14001" y="156721"/>
                  </a:lnTo>
                  <a:lnTo>
                    <a:pt x="18288" y="202692"/>
                  </a:lnTo>
                  <a:lnTo>
                    <a:pt x="19716" y="241554"/>
                  </a:lnTo>
                  <a:lnTo>
                    <a:pt x="20109" y="260985"/>
                  </a:lnTo>
                  <a:lnTo>
                    <a:pt x="20574" y="280416"/>
                  </a:lnTo>
                  <a:lnTo>
                    <a:pt x="22002" y="333374"/>
                  </a:lnTo>
                  <a:lnTo>
                    <a:pt x="27432" y="386334"/>
                  </a:lnTo>
                  <a:lnTo>
                    <a:pt x="37611" y="439483"/>
                  </a:lnTo>
                  <a:lnTo>
                    <a:pt x="41148" y="457200"/>
                  </a:lnTo>
                  <a:lnTo>
                    <a:pt x="47244" y="496538"/>
                  </a:lnTo>
                  <a:lnTo>
                    <a:pt x="51054" y="536448"/>
                  </a:lnTo>
                  <a:lnTo>
                    <a:pt x="54673" y="582549"/>
                  </a:lnTo>
                  <a:lnTo>
                    <a:pt x="57150" y="628650"/>
                  </a:lnTo>
                  <a:lnTo>
                    <a:pt x="59150" y="671322"/>
                  </a:lnTo>
                  <a:lnTo>
                    <a:pt x="60257" y="692729"/>
                  </a:lnTo>
                  <a:lnTo>
                    <a:pt x="61722" y="713994"/>
                  </a:lnTo>
                  <a:lnTo>
                    <a:pt x="63888" y="732853"/>
                  </a:lnTo>
                  <a:lnTo>
                    <a:pt x="65913" y="751713"/>
                  </a:lnTo>
                  <a:lnTo>
                    <a:pt x="67937" y="770572"/>
                  </a:lnTo>
                  <a:lnTo>
                    <a:pt x="70104" y="789432"/>
                  </a:lnTo>
                  <a:lnTo>
                    <a:pt x="72139" y="807850"/>
                  </a:lnTo>
                  <a:lnTo>
                    <a:pt x="73818" y="826484"/>
                  </a:lnTo>
                  <a:lnTo>
                    <a:pt x="75354" y="845260"/>
                  </a:lnTo>
                  <a:lnTo>
                    <a:pt x="76962" y="864108"/>
                  </a:lnTo>
                  <a:lnTo>
                    <a:pt x="78664" y="887670"/>
                  </a:lnTo>
                  <a:lnTo>
                    <a:pt x="80295" y="911447"/>
                  </a:lnTo>
                  <a:lnTo>
                    <a:pt x="81784" y="935366"/>
                  </a:lnTo>
                  <a:lnTo>
                    <a:pt x="83058" y="959358"/>
                  </a:lnTo>
                  <a:lnTo>
                    <a:pt x="84189" y="980503"/>
                  </a:lnTo>
                  <a:lnTo>
                    <a:pt x="86165" y="1022794"/>
                  </a:lnTo>
                  <a:lnTo>
                    <a:pt x="87427" y="1063823"/>
                  </a:lnTo>
                  <a:lnTo>
                    <a:pt x="88261" y="1103304"/>
                  </a:lnTo>
                  <a:lnTo>
                    <a:pt x="88392" y="1123188"/>
                  </a:lnTo>
                  <a:lnTo>
                    <a:pt x="88380" y="1154049"/>
                  </a:lnTo>
                  <a:lnTo>
                    <a:pt x="88296" y="1184910"/>
                  </a:lnTo>
                  <a:lnTo>
                    <a:pt x="88070" y="1215771"/>
                  </a:lnTo>
                  <a:lnTo>
                    <a:pt x="87630" y="1246632"/>
                  </a:lnTo>
                  <a:lnTo>
                    <a:pt x="87296" y="1268229"/>
                  </a:lnTo>
                  <a:lnTo>
                    <a:pt x="87249" y="1289685"/>
                  </a:lnTo>
                  <a:lnTo>
                    <a:pt x="87201" y="1311140"/>
                  </a:lnTo>
                  <a:lnTo>
                    <a:pt x="86868" y="1332738"/>
                  </a:lnTo>
                  <a:lnTo>
                    <a:pt x="85986" y="1353312"/>
                  </a:lnTo>
                  <a:lnTo>
                    <a:pt x="85534" y="1373886"/>
                  </a:lnTo>
                  <a:lnTo>
                    <a:pt x="85367" y="1394460"/>
                  </a:lnTo>
                  <a:lnTo>
                    <a:pt x="85344" y="1415034"/>
                  </a:lnTo>
                  <a:lnTo>
                    <a:pt x="84653" y="1435727"/>
                  </a:lnTo>
                  <a:lnTo>
                    <a:pt x="83820" y="1456563"/>
                  </a:lnTo>
                  <a:lnTo>
                    <a:pt x="82986" y="1477398"/>
                  </a:lnTo>
                  <a:lnTo>
                    <a:pt x="82296" y="1498092"/>
                  </a:lnTo>
                  <a:lnTo>
                    <a:pt x="82403" y="1516963"/>
                  </a:lnTo>
                  <a:lnTo>
                    <a:pt x="82581" y="1535906"/>
                  </a:lnTo>
                  <a:lnTo>
                    <a:pt x="82617" y="1554991"/>
                  </a:lnTo>
                  <a:lnTo>
                    <a:pt x="82296" y="1574292"/>
                  </a:lnTo>
                  <a:lnTo>
                    <a:pt x="81736" y="1592127"/>
                  </a:lnTo>
                  <a:lnTo>
                    <a:pt x="81248" y="1610106"/>
                  </a:lnTo>
                  <a:lnTo>
                    <a:pt x="80902" y="1628084"/>
                  </a:lnTo>
                  <a:lnTo>
                    <a:pt x="80772" y="1645920"/>
                  </a:lnTo>
                  <a:lnTo>
                    <a:pt x="80676" y="1664088"/>
                  </a:lnTo>
                  <a:lnTo>
                    <a:pt x="80581" y="1682115"/>
                  </a:lnTo>
                  <a:lnTo>
                    <a:pt x="80772" y="1700141"/>
                  </a:lnTo>
                  <a:lnTo>
                    <a:pt x="81534" y="1718310"/>
                  </a:lnTo>
                  <a:lnTo>
                    <a:pt x="82796" y="1735574"/>
                  </a:lnTo>
                  <a:lnTo>
                    <a:pt x="84201" y="1752981"/>
                  </a:lnTo>
                  <a:lnTo>
                    <a:pt x="85605" y="1770387"/>
                  </a:lnTo>
                  <a:lnTo>
                    <a:pt x="87915" y="1822703"/>
                  </a:lnTo>
                  <a:lnTo>
                    <a:pt x="88392" y="1857756"/>
                  </a:lnTo>
                  <a:lnTo>
                    <a:pt x="88368" y="1875603"/>
                  </a:lnTo>
                  <a:lnTo>
                    <a:pt x="88201" y="1893665"/>
                  </a:lnTo>
                  <a:lnTo>
                    <a:pt x="87749" y="1911869"/>
                  </a:lnTo>
                  <a:lnTo>
                    <a:pt x="86868" y="1930145"/>
                  </a:lnTo>
                  <a:lnTo>
                    <a:pt x="86177" y="1950720"/>
                  </a:lnTo>
                  <a:lnTo>
                    <a:pt x="85344" y="1971294"/>
                  </a:lnTo>
                  <a:lnTo>
                    <a:pt x="84510" y="1991868"/>
                  </a:lnTo>
                  <a:lnTo>
                    <a:pt x="83820" y="2012442"/>
                  </a:lnTo>
                  <a:lnTo>
                    <a:pt x="83260" y="2022729"/>
                  </a:lnTo>
                  <a:lnTo>
                    <a:pt x="82772" y="2033016"/>
                  </a:lnTo>
                  <a:lnTo>
                    <a:pt x="82426" y="2043303"/>
                  </a:lnTo>
                  <a:lnTo>
                    <a:pt x="82296" y="2053589"/>
                  </a:lnTo>
                  <a:lnTo>
                    <a:pt x="81534" y="2055876"/>
                  </a:lnTo>
                  <a:lnTo>
                    <a:pt x="81534" y="2060448"/>
                  </a:lnTo>
                  <a:lnTo>
                    <a:pt x="81534" y="2061972"/>
                  </a:lnTo>
                  <a:lnTo>
                    <a:pt x="79248" y="2059686"/>
                  </a:lnTo>
                  <a:lnTo>
                    <a:pt x="77724" y="2057400"/>
                  </a:lnTo>
                  <a:lnTo>
                    <a:pt x="75438" y="205435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25"/>
            <p:cNvSpPr/>
            <p:nvPr/>
          </p:nvSpPr>
          <p:spPr>
            <a:xfrm>
              <a:off x="3340608" y="4200905"/>
              <a:ext cx="3186430" cy="113030"/>
            </a:xfrm>
            <a:custGeom>
              <a:rect b="b" l="l" r="r" t="t"/>
              <a:pathLst>
                <a:path extrusionOk="0" h="113029" w="3186429">
                  <a:moveTo>
                    <a:pt x="0" y="102870"/>
                  </a:moveTo>
                  <a:lnTo>
                    <a:pt x="2285" y="101346"/>
                  </a:lnTo>
                  <a:lnTo>
                    <a:pt x="762" y="102870"/>
                  </a:lnTo>
                  <a:lnTo>
                    <a:pt x="3048" y="102870"/>
                  </a:lnTo>
                  <a:lnTo>
                    <a:pt x="10477" y="103131"/>
                  </a:lnTo>
                  <a:lnTo>
                    <a:pt x="17907" y="103822"/>
                  </a:lnTo>
                  <a:lnTo>
                    <a:pt x="25336" y="104798"/>
                  </a:lnTo>
                  <a:lnTo>
                    <a:pt x="32766" y="105918"/>
                  </a:lnTo>
                  <a:lnTo>
                    <a:pt x="46362" y="107489"/>
                  </a:lnTo>
                  <a:lnTo>
                    <a:pt x="59817" y="108775"/>
                  </a:lnTo>
                  <a:lnTo>
                    <a:pt x="73271" y="109775"/>
                  </a:lnTo>
                  <a:lnTo>
                    <a:pt x="86868" y="110490"/>
                  </a:lnTo>
                  <a:lnTo>
                    <a:pt x="108132" y="111799"/>
                  </a:lnTo>
                  <a:lnTo>
                    <a:pt x="129540" y="112395"/>
                  </a:lnTo>
                  <a:lnTo>
                    <a:pt x="150947" y="112418"/>
                  </a:lnTo>
                  <a:lnTo>
                    <a:pt x="172212" y="112014"/>
                  </a:lnTo>
                  <a:lnTo>
                    <a:pt x="200084" y="110537"/>
                  </a:lnTo>
                  <a:lnTo>
                    <a:pt x="227742" y="107632"/>
                  </a:lnTo>
                  <a:lnTo>
                    <a:pt x="255258" y="103870"/>
                  </a:lnTo>
                  <a:lnTo>
                    <a:pt x="282702" y="99822"/>
                  </a:lnTo>
                  <a:lnTo>
                    <a:pt x="313563" y="95571"/>
                  </a:lnTo>
                  <a:lnTo>
                    <a:pt x="344424" y="90963"/>
                  </a:lnTo>
                  <a:lnTo>
                    <a:pt x="375285" y="86213"/>
                  </a:lnTo>
                  <a:lnTo>
                    <a:pt x="406146" y="81534"/>
                  </a:lnTo>
                  <a:lnTo>
                    <a:pt x="437459" y="77664"/>
                  </a:lnTo>
                  <a:lnTo>
                    <a:pt x="468630" y="74009"/>
                  </a:lnTo>
                  <a:lnTo>
                    <a:pt x="499800" y="70496"/>
                  </a:lnTo>
                  <a:lnTo>
                    <a:pt x="531114" y="67056"/>
                  </a:lnTo>
                  <a:lnTo>
                    <a:pt x="569535" y="62638"/>
                  </a:lnTo>
                  <a:lnTo>
                    <a:pt x="608171" y="58578"/>
                  </a:lnTo>
                  <a:lnTo>
                    <a:pt x="646949" y="54947"/>
                  </a:lnTo>
                  <a:lnTo>
                    <a:pt x="685800" y="51816"/>
                  </a:lnTo>
                  <a:lnTo>
                    <a:pt x="724792" y="49089"/>
                  </a:lnTo>
                  <a:lnTo>
                    <a:pt x="764000" y="46577"/>
                  </a:lnTo>
                  <a:lnTo>
                    <a:pt x="803350" y="44207"/>
                  </a:lnTo>
                  <a:lnTo>
                    <a:pt x="842772" y="41910"/>
                  </a:lnTo>
                  <a:lnTo>
                    <a:pt x="906113" y="38957"/>
                  </a:lnTo>
                  <a:lnTo>
                    <a:pt x="970026" y="36576"/>
                  </a:lnTo>
                  <a:lnTo>
                    <a:pt x="1034129" y="34956"/>
                  </a:lnTo>
                  <a:lnTo>
                    <a:pt x="1066359" y="34754"/>
                  </a:lnTo>
                  <a:lnTo>
                    <a:pt x="1098804" y="35052"/>
                  </a:lnTo>
                  <a:lnTo>
                    <a:pt x="1130248" y="35171"/>
                  </a:lnTo>
                  <a:lnTo>
                    <a:pt x="1161764" y="35433"/>
                  </a:lnTo>
                  <a:lnTo>
                    <a:pt x="1193422" y="35694"/>
                  </a:lnTo>
                  <a:lnTo>
                    <a:pt x="1225296" y="35814"/>
                  </a:lnTo>
                  <a:lnTo>
                    <a:pt x="1257871" y="35552"/>
                  </a:lnTo>
                  <a:lnTo>
                    <a:pt x="1290447" y="34861"/>
                  </a:lnTo>
                  <a:lnTo>
                    <a:pt x="1323022" y="33885"/>
                  </a:lnTo>
                  <a:lnTo>
                    <a:pt x="1355598" y="32766"/>
                  </a:lnTo>
                  <a:lnTo>
                    <a:pt x="1388185" y="31765"/>
                  </a:lnTo>
                  <a:lnTo>
                    <a:pt x="1420844" y="31051"/>
                  </a:lnTo>
                  <a:lnTo>
                    <a:pt x="1453645" y="30622"/>
                  </a:lnTo>
                  <a:lnTo>
                    <a:pt x="1486662" y="30480"/>
                  </a:lnTo>
                  <a:lnTo>
                    <a:pt x="1519809" y="30039"/>
                  </a:lnTo>
                  <a:lnTo>
                    <a:pt x="1552956" y="29813"/>
                  </a:lnTo>
                  <a:lnTo>
                    <a:pt x="1586103" y="29729"/>
                  </a:lnTo>
                  <a:lnTo>
                    <a:pt x="1619250" y="29718"/>
                  </a:lnTo>
                  <a:lnTo>
                    <a:pt x="1665427" y="29352"/>
                  </a:lnTo>
                  <a:lnTo>
                    <a:pt x="1711604" y="29169"/>
                  </a:lnTo>
                  <a:lnTo>
                    <a:pt x="1757781" y="29169"/>
                  </a:lnTo>
                  <a:lnTo>
                    <a:pt x="1803958" y="29352"/>
                  </a:lnTo>
                  <a:lnTo>
                    <a:pt x="1850136" y="29717"/>
                  </a:lnTo>
                  <a:lnTo>
                    <a:pt x="1882842" y="30170"/>
                  </a:lnTo>
                  <a:lnTo>
                    <a:pt x="1915763" y="30479"/>
                  </a:lnTo>
                  <a:lnTo>
                    <a:pt x="1948826" y="30789"/>
                  </a:lnTo>
                  <a:lnTo>
                    <a:pt x="1981962" y="31241"/>
                  </a:lnTo>
                  <a:lnTo>
                    <a:pt x="2015097" y="31241"/>
                  </a:lnTo>
                  <a:lnTo>
                    <a:pt x="2048160" y="31241"/>
                  </a:lnTo>
                  <a:lnTo>
                    <a:pt x="2081081" y="31241"/>
                  </a:lnTo>
                  <a:lnTo>
                    <a:pt x="2113788" y="31241"/>
                  </a:lnTo>
                  <a:lnTo>
                    <a:pt x="2155507" y="31361"/>
                  </a:lnTo>
                  <a:lnTo>
                    <a:pt x="2197227" y="31622"/>
                  </a:lnTo>
                  <a:lnTo>
                    <a:pt x="2238946" y="31884"/>
                  </a:lnTo>
                  <a:lnTo>
                    <a:pt x="2280666" y="32003"/>
                  </a:lnTo>
                  <a:lnTo>
                    <a:pt x="2314825" y="31765"/>
                  </a:lnTo>
                  <a:lnTo>
                    <a:pt x="2348769" y="31241"/>
                  </a:lnTo>
                  <a:lnTo>
                    <a:pt x="2382571" y="30718"/>
                  </a:lnTo>
                  <a:lnTo>
                    <a:pt x="2416302" y="30479"/>
                  </a:lnTo>
                  <a:lnTo>
                    <a:pt x="2449568" y="30158"/>
                  </a:lnTo>
                  <a:lnTo>
                    <a:pt x="2482977" y="30194"/>
                  </a:lnTo>
                  <a:lnTo>
                    <a:pt x="2516385" y="30372"/>
                  </a:lnTo>
                  <a:lnTo>
                    <a:pt x="2549652" y="30479"/>
                  </a:lnTo>
                  <a:lnTo>
                    <a:pt x="2590919" y="30575"/>
                  </a:lnTo>
                  <a:lnTo>
                    <a:pt x="2632329" y="30670"/>
                  </a:lnTo>
                  <a:lnTo>
                    <a:pt x="2673738" y="30479"/>
                  </a:lnTo>
                  <a:lnTo>
                    <a:pt x="2715006" y="29717"/>
                  </a:lnTo>
                  <a:lnTo>
                    <a:pt x="2780538" y="27622"/>
                  </a:lnTo>
                  <a:lnTo>
                    <a:pt x="2846070" y="24383"/>
                  </a:lnTo>
                  <a:lnTo>
                    <a:pt x="2877061" y="23110"/>
                  </a:lnTo>
                  <a:lnTo>
                    <a:pt x="2939617" y="19990"/>
                  </a:lnTo>
                  <a:lnTo>
                    <a:pt x="2999172" y="16430"/>
                  </a:lnTo>
                  <a:lnTo>
                    <a:pt x="3056012" y="11858"/>
                  </a:lnTo>
                  <a:lnTo>
                    <a:pt x="3084576" y="9143"/>
                  </a:lnTo>
                  <a:lnTo>
                    <a:pt x="3104459" y="7417"/>
                  </a:lnTo>
                  <a:lnTo>
                    <a:pt x="3124200" y="5619"/>
                  </a:lnTo>
                  <a:lnTo>
                    <a:pt x="3143940" y="3679"/>
                  </a:lnTo>
                  <a:lnTo>
                    <a:pt x="3163824" y="1523"/>
                  </a:lnTo>
                  <a:lnTo>
                    <a:pt x="3171444" y="761"/>
                  </a:lnTo>
                  <a:lnTo>
                    <a:pt x="3178302" y="761"/>
                  </a:lnTo>
                  <a:lnTo>
                    <a:pt x="3185922" y="0"/>
                  </a:lnTo>
                  <a:lnTo>
                    <a:pt x="3179826" y="0"/>
                  </a:lnTo>
                  <a:lnTo>
                    <a:pt x="3174492" y="0"/>
                  </a:lnTo>
                  <a:lnTo>
                    <a:pt x="3168396" y="0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2" name="Google Shape;2792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39671" y="4347005"/>
              <a:ext cx="119065" cy="1274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3" name="Google Shape;2793;p25"/>
            <p:cNvSpPr/>
            <p:nvPr/>
          </p:nvSpPr>
          <p:spPr>
            <a:xfrm>
              <a:off x="6501383" y="4437888"/>
              <a:ext cx="3810" cy="62865"/>
            </a:xfrm>
            <a:custGeom>
              <a:rect b="b" l="l" r="r" t="t"/>
              <a:pathLst>
                <a:path extrusionOk="0" h="62864" w="3809">
                  <a:moveTo>
                    <a:pt x="3048" y="0"/>
                  </a:moveTo>
                  <a:lnTo>
                    <a:pt x="3476" y="11882"/>
                  </a:lnTo>
                  <a:lnTo>
                    <a:pt x="3619" y="23622"/>
                  </a:lnTo>
                  <a:lnTo>
                    <a:pt x="3476" y="35361"/>
                  </a:lnTo>
                  <a:lnTo>
                    <a:pt x="3048" y="47244"/>
                  </a:lnTo>
                  <a:lnTo>
                    <a:pt x="2286" y="53340"/>
                  </a:lnTo>
                  <a:lnTo>
                    <a:pt x="2286" y="57150"/>
                  </a:lnTo>
                  <a:lnTo>
                    <a:pt x="0" y="62484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4" name="Google Shape;279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27044" y="2362936"/>
              <a:ext cx="205790" cy="1478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5" name="Google Shape;2795;p25"/>
            <p:cNvSpPr/>
            <p:nvPr/>
          </p:nvSpPr>
          <p:spPr>
            <a:xfrm>
              <a:off x="5500116" y="2742437"/>
              <a:ext cx="28575" cy="33020"/>
            </a:xfrm>
            <a:custGeom>
              <a:rect b="b" l="l" r="r" t="t"/>
              <a:pathLst>
                <a:path extrusionOk="0" h="33019" w="28575">
                  <a:moveTo>
                    <a:pt x="9144" y="19050"/>
                  </a:moveTo>
                  <a:lnTo>
                    <a:pt x="6858" y="18288"/>
                  </a:lnTo>
                  <a:lnTo>
                    <a:pt x="4572" y="17526"/>
                  </a:lnTo>
                  <a:lnTo>
                    <a:pt x="3048" y="16002"/>
                  </a:lnTo>
                  <a:lnTo>
                    <a:pt x="3048" y="19050"/>
                  </a:lnTo>
                  <a:lnTo>
                    <a:pt x="2286" y="24384"/>
                  </a:lnTo>
                  <a:lnTo>
                    <a:pt x="3048" y="27432"/>
                  </a:lnTo>
                  <a:lnTo>
                    <a:pt x="4572" y="29718"/>
                  </a:lnTo>
                  <a:lnTo>
                    <a:pt x="9144" y="32004"/>
                  </a:lnTo>
                  <a:lnTo>
                    <a:pt x="11430" y="32766"/>
                  </a:lnTo>
                  <a:lnTo>
                    <a:pt x="14478" y="32766"/>
                  </a:lnTo>
                  <a:lnTo>
                    <a:pt x="19050" y="32766"/>
                  </a:lnTo>
                  <a:lnTo>
                    <a:pt x="20574" y="31242"/>
                  </a:lnTo>
                  <a:lnTo>
                    <a:pt x="24384" y="26669"/>
                  </a:lnTo>
                  <a:lnTo>
                    <a:pt x="26670" y="21335"/>
                  </a:lnTo>
                  <a:lnTo>
                    <a:pt x="26670" y="16001"/>
                  </a:lnTo>
                  <a:lnTo>
                    <a:pt x="26670" y="11429"/>
                  </a:lnTo>
                  <a:lnTo>
                    <a:pt x="28194" y="6857"/>
                  </a:lnTo>
                  <a:lnTo>
                    <a:pt x="23622" y="3809"/>
                  </a:lnTo>
                  <a:lnTo>
                    <a:pt x="19812" y="761"/>
                  </a:lnTo>
                  <a:lnTo>
                    <a:pt x="14478" y="0"/>
                  </a:lnTo>
                  <a:lnTo>
                    <a:pt x="10668" y="0"/>
                  </a:lnTo>
                  <a:lnTo>
                    <a:pt x="5334" y="0"/>
                  </a:lnTo>
                  <a:lnTo>
                    <a:pt x="4572" y="0"/>
                  </a:lnTo>
                  <a:lnTo>
                    <a:pt x="2286" y="4571"/>
                  </a:lnTo>
                  <a:lnTo>
                    <a:pt x="762" y="8382"/>
                  </a:lnTo>
                  <a:lnTo>
                    <a:pt x="0" y="14478"/>
                  </a:lnTo>
                  <a:lnTo>
                    <a:pt x="1524" y="18288"/>
                  </a:lnTo>
                  <a:lnTo>
                    <a:pt x="2286" y="21336"/>
                  </a:lnTo>
                  <a:lnTo>
                    <a:pt x="9144" y="22860"/>
                  </a:lnTo>
                  <a:lnTo>
                    <a:pt x="12192" y="23622"/>
                  </a:lnTo>
                  <a:lnTo>
                    <a:pt x="16002" y="23622"/>
                  </a:lnTo>
                  <a:lnTo>
                    <a:pt x="22098" y="24384"/>
                  </a:lnTo>
                  <a:lnTo>
                    <a:pt x="24384" y="21335"/>
                  </a:lnTo>
                  <a:lnTo>
                    <a:pt x="27432" y="18287"/>
                  </a:lnTo>
                  <a:lnTo>
                    <a:pt x="26670" y="14477"/>
                  </a:lnTo>
                  <a:lnTo>
                    <a:pt x="26670" y="10667"/>
                  </a:lnTo>
                  <a:lnTo>
                    <a:pt x="26670" y="6857"/>
                  </a:lnTo>
                  <a:lnTo>
                    <a:pt x="23622" y="5333"/>
                  </a:lnTo>
                  <a:lnTo>
                    <a:pt x="19812" y="5333"/>
                  </a:lnTo>
                  <a:lnTo>
                    <a:pt x="16002" y="4571"/>
                  </a:lnTo>
                  <a:lnTo>
                    <a:pt x="12954" y="5333"/>
                  </a:lnTo>
                  <a:lnTo>
                    <a:pt x="9906" y="8382"/>
                  </a:lnTo>
                  <a:lnTo>
                    <a:pt x="9144" y="8382"/>
                  </a:lnTo>
                  <a:lnTo>
                    <a:pt x="9144" y="9144"/>
                  </a:lnTo>
                  <a:lnTo>
                    <a:pt x="8382" y="99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796" name="Google Shape;2796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41822" y="2588488"/>
              <a:ext cx="81584" cy="74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7" name="Google Shape;2797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41822" y="2702026"/>
              <a:ext cx="282752" cy="1600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8" name="Google Shape;2798;p25"/>
          <p:cNvGrpSpPr/>
          <p:nvPr/>
        </p:nvGrpSpPr>
        <p:grpSpPr>
          <a:xfrm>
            <a:off x="1210185" y="5953810"/>
            <a:ext cx="7212330" cy="1513664"/>
            <a:chOff x="3380206" y="5515355"/>
            <a:chExt cx="4860848" cy="804697"/>
          </a:xfrm>
        </p:grpSpPr>
        <p:pic>
          <p:nvPicPr>
            <p:cNvPr id="2799" name="Google Shape;2799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80206" y="5684494"/>
              <a:ext cx="256082" cy="1928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00" name="Google Shape;2800;p25"/>
            <p:cNvGrpSpPr/>
            <p:nvPr/>
          </p:nvGrpSpPr>
          <p:grpSpPr>
            <a:xfrm>
              <a:off x="3889865" y="5723356"/>
              <a:ext cx="390373" cy="240080"/>
              <a:chOff x="3889865" y="5723356"/>
              <a:chExt cx="390373" cy="240080"/>
            </a:xfrm>
          </p:grpSpPr>
          <p:pic>
            <p:nvPicPr>
              <p:cNvPr id="2801" name="Google Shape;2801;p2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3889865" y="5739358"/>
                <a:ext cx="74845" cy="1512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2" name="Google Shape;2802;p2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985234" y="5724880"/>
                <a:ext cx="71678" cy="1189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03" name="Google Shape;2803;p2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078198" y="5723356"/>
                <a:ext cx="202040" cy="2400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804" name="Google Shape;2804;p2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518682" y="5671540"/>
              <a:ext cx="467109" cy="170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5" name="Google Shape;2805;p2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178288" y="5673064"/>
              <a:ext cx="121030" cy="2377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6" name="Google Shape;2806;p2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497804" y="5628106"/>
              <a:ext cx="95300" cy="177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7" name="Google Shape;2807;p25"/>
            <p:cNvSpPr/>
            <p:nvPr/>
          </p:nvSpPr>
          <p:spPr>
            <a:xfrm>
              <a:off x="5727953" y="5787390"/>
              <a:ext cx="31115" cy="66675"/>
            </a:xfrm>
            <a:custGeom>
              <a:rect b="b" l="l" r="r" t="t"/>
              <a:pathLst>
                <a:path extrusionOk="0" h="66675" w="31114">
                  <a:moveTo>
                    <a:pt x="25146" y="0"/>
                  </a:moveTo>
                  <a:lnTo>
                    <a:pt x="29920" y="16775"/>
                  </a:lnTo>
                  <a:lnTo>
                    <a:pt x="30765" y="31337"/>
                  </a:lnTo>
                  <a:lnTo>
                    <a:pt x="26324" y="44898"/>
                  </a:lnTo>
                  <a:lnTo>
                    <a:pt x="15240" y="58674"/>
                  </a:lnTo>
                  <a:lnTo>
                    <a:pt x="7620" y="64770"/>
                  </a:lnTo>
                  <a:lnTo>
                    <a:pt x="6096" y="66294"/>
                  </a:lnTo>
                  <a:lnTo>
                    <a:pt x="0" y="6629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08" name="Google Shape;2808;p2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911570" y="5546572"/>
              <a:ext cx="118922" cy="2164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9" name="Google Shape;2809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133205" y="5590363"/>
              <a:ext cx="109885" cy="16358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10" name="Google Shape;2810;p25"/>
            <p:cNvGrpSpPr/>
            <p:nvPr/>
          </p:nvGrpSpPr>
          <p:grpSpPr>
            <a:xfrm>
              <a:off x="6421254" y="5545073"/>
              <a:ext cx="734712" cy="264160"/>
              <a:chOff x="6421254" y="5545073"/>
              <a:chExt cx="734712" cy="264160"/>
            </a:xfrm>
          </p:grpSpPr>
          <p:sp>
            <p:nvSpPr>
              <p:cNvPr id="2811" name="Google Shape;2811;p25"/>
              <p:cNvSpPr/>
              <p:nvPr/>
            </p:nvSpPr>
            <p:spPr>
              <a:xfrm>
                <a:off x="6470903" y="5596889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2" name="Google Shape;2812;p25"/>
              <p:cNvSpPr/>
              <p:nvPr/>
            </p:nvSpPr>
            <p:spPr>
              <a:xfrm>
                <a:off x="6421254" y="5545073"/>
                <a:ext cx="107950" cy="245110"/>
              </a:xfrm>
              <a:custGeom>
                <a:rect b="b" l="l" r="r" t="t"/>
                <a:pathLst>
                  <a:path extrusionOk="0" h="245110" w="107950">
                    <a:moveTo>
                      <a:pt x="78605" y="0"/>
                    </a:moveTo>
                    <a:lnTo>
                      <a:pt x="42493" y="33539"/>
                    </a:lnTo>
                    <a:lnTo>
                      <a:pt x="22431" y="73806"/>
                    </a:lnTo>
                    <a:lnTo>
                      <a:pt x="6000" y="123694"/>
                    </a:lnTo>
                    <a:lnTo>
                      <a:pt x="0" y="168854"/>
                    </a:lnTo>
                    <a:lnTo>
                      <a:pt x="500" y="188214"/>
                    </a:lnTo>
                    <a:lnTo>
                      <a:pt x="13073" y="224790"/>
                    </a:lnTo>
                    <a:lnTo>
                      <a:pt x="47684" y="245042"/>
                    </a:lnTo>
                    <a:lnTo>
                      <a:pt x="61841" y="244602"/>
                    </a:lnTo>
                    <a:lnTo>
                      <a:pt x="75092" y="241208"/>
                    </a:lnTo>
                    <a:lnTo>
                      <a:pt x="86701" y="235172"/>
                    </a:lnTo>
                    <a:lnTo>
                      <a:pt x="97309" y="227564"/>
                    </a:lnTo>
                    <a:lnTo>
                      <a:pt x="107561" y="2194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3" name="Google Shape;2813;p25"/>
              <p:cNvSpPr/>
              <p:nvPr/>
            </p:nvSpPr>
            <p:spPr>
              <a:xfrm>
                <a:off x="6516623" y="5602223"/>
                <a:ext cx="344170" cy="207010"/>
              </a:xfrm>
              <a:custGeom>
                <a:rect b="b" l="l" r="r" t="t"/>
                <a:pathLst>
                  <a:path extrusionOk="0" h="207010" w="344170">
                    <a:moveTo>
                      <a:pt x="40385" y="0"/>
                    </a:moveTo>
                    <a:lnTo>
                      <a:pt x="41981" y="10989"/>
                    </a:lnTo>
                    <a:lnTo>
                      <a:pt x="43433" y="22193"/>
                    </a:lnTo>
                    <a:lnTo>
                      <a:pt x="44886" y="33539"/>
                    </a:lnTo>
                    <a:lnTo>
                      <a:pt x="46481" y="44958"/>
                    </a:lnTo>
                    <a:lnTo>
                      <a:pt x="47624" y="57531"/>
                    </a:lnTo>
                    <a:lnTo>
                      <a:pt x="48767" y="70104"/>
                    </a:lnTo>
                    <a:lnTo>
                      <a:pt x="49910" y="82677"/>
                    </a:lnTo>
                    <a:lnTo>
                      <a:pt x="51053" y="95250"/>
                    </a:lnTo>
                    <a:lnTo>
                      <a:pt x="51815" y="102108"/>
                    </a:lnTo>
                    <a:lnTo>
                      <a:pt x="53339" y="108966"/>
                    </a:lnTo>
                    <a:lnTo>
                      <a:pt x="54101" y="116586"/>
                    </a:lnTo>
                    <a:lnTo>
                      <a:pt x="21764" y="90487"/>
                    </a:lnTo>
                    <a:lnTo>
                      <a:pt x="0" y="124968"/>
                    </a:lnTo>
                    <a:lnTo>
                      <a:pt x="1059" y="133909"/>
                    </a:lnTo>
                    <a:lnTo>
                      <a:pt x="5048" y="138779"/>
                    </a:lnTo>
                    <a:lnTo>
                      <a:pt x="11465" y="140934"/>
                    </a:lnTo>
                    <a:lnTo>
                      <a:pt x="19811" y="141732"/>
                    </a:lnTo>
                    <a:lnTo>
                      <a:pt x="34456" y="140874"/>
                    </a:lnTo>
                    <a:lnTo>
                      <a:pt x="72389" y="121158"/>
                    </a:lnTo>
                    <a:lnTo>
                      <a:pt x="101215" y="89975"/>
                    </a:lnTo>
                    <a:lnTo>
                      <a:pt x="111835" y="53816"/>
                    </a:lnTo>
                    <a:lnTo>
                      <a:pt x="110489" y="47244"/>
                    </a:lnTo>
                    <a:lnTo>
                      <a:pt x="109727" y="46482"/>
                    </a:lnTo>
                    <a:lnTo>
                      <a:pt x="108965" y="46482"/>
                    </a:lnTo>
                    <a:lnTo>
                      <a:pt x="107441" y="46482"/>
                    </a:lnTo>
                    <a:lnTo>
                      <a:pt x="81653" y="86141"/>
                    </a:lnTo>
                    <a:lnTo>
                      <a:pt x="77319" y="116978"/>
                    </a:lnTo>
                    <a:lnTo>
                      <a:pt x="82295" y="129540"/>
                    </a:lnTo>
                    <a:lnTo>
                      <a:pt x="89832" y="134897"/>
                    </a:lnTo>
                    <a:lnTo>
                      <a:pt x="99726" y="137541"/>
                    </a:lnTo>
                    <a:lnTo>
                      <a:pt x="110049" y="137898"/>
                    </a:lnTo>
                    <a:lnTo>
                      <a:pt x="118871" y="136398"/>
                    </a:lnTo>
                    <a:lnTo>
                      <a:pt x="135695" y="126634"/>
                    </a:lnTo>
                    <a:lnTo>
                      <a:pt x="148304" y="111442"/>
                    </a:lnTo>
                    <a:lnTo>
                      <a:pt x="156483" y="93106"/>
                    </a:lnTo>
                    <a:lnTo>
                      <a:pt x="160019" y="73914"/>
                    </a:lnTo>
                    <a:lnTo>
                      <a:pt x="159984" y="63841"/>
                    </a:lnTo>
                    <a:lnTo>
                      <a:pt x="159734" y="53340"/>
                    </a:lnTo>
                    <a:lnTo>
                      <a:pt x="159055" y="42838"/>
                    </a:lnTo>
                    <a:lnTo>
                      <a:pt x="157733" y="32766"/>
                    </a:lnTo>
                    <a:lnTo>
                      <a:pt x="157733" y="31242"/>
                    </a:lnTo>
                    <a:lnTo>
                      <a:pt x="157733" y="29718"/>
                    </a:lnTo>
                    <a:lnTo>
                      <a:pt x="156971" y="28194"/>
                    </a:lnTo>
                    <a:lnTo>
                      <a:pt x="156971" y="35052"/>
                    </a:lnTo>
                    <a:lnTo>
                      <a:pt x="156971" y="40386"/>
                    </a:lnTo>
                    <a:lnTo>
                      <a:pt x="156971" y="48006"/>
                    </a:lnTo>
                    <a:lnTo>
                      <a:pt x="156960" y="72139"/>
                    </a:lnTo>
                    <a:lnTo>
                      <a:pt x="156876" y="96488"/>
                    </a:lnTo>
                    <a:lnTo>
                      <a:pt x="156650" y="120979"/>
                    </a:lnTo>
                    <a:lnTo>
                      <a:pt x="156209" y="145542"/>
                    </a:lnTo>
                    <a:lnTo>
                      <a:pt x="156007" y="159508"/>
                    </a:lnTo>
                    <a:lnTo>
                      <a:pt x="155733" y="173831"/>
                    </a:lnTo>
                    <a:lnTo>
                      <a:pt x="155888" y="188297"/>
                    </a:lnTo>
                    <a:lnTo>
                      <a:pt x="156971" y="202692"/>
                    </a:lnTo>
                    <a:lnTo>
                      <a:pt x="157733" y="204978"/>
                    </a:lnTo>
                    <a:lnTo>
                      <a:pt x="156971" y="206502"/>
                    </a:lnTo>
                    <a:lnTo>
                      <a:pt x="158495" y="206502"/>
                    </a:lnTo>
                    <a:lnTo>
                      <a:pt x="158472" y="195762"/>
                    </a:lnTo>
                    <a:lnTo>
                      <a:pt x="158305" y="185166"/>
                    </a:lnTo>
                    <a:lnTo>
                      <a:pt x="157853" y="174569"/>
                    </a:lnTo>
                    <a:lnTo>
                      <a:pt x="156971" y="163830"/>
                    </a:lnTo>
                    <a:lnTo>
                      <a:pt x="155852" y="147958"/>
                    </a:lnTo>
                    <a:lnTo>
                      <a:pt x="154876" y="132302"/>
                    </a:lnTo>
                    <a:lnTo>
                      <a:pt x="154185" y="116788"/>
                    </a:lnTo>
                    <a:lnTo>
                      <a:pt x="153923" y="101346"/>
                    </a:lnTo>
                    <a:lnTo>
                      <a:pt x="155078" y="91963"/>
                    </a:lnTo>
                    <a:lnTo>
                      <a:pt x="158019" y="84582"/>
                    </a:lnTo>
                    <a:lnTo>
                      <a:pt x="163675" y="79486"/>
                    </a:lnTo>
                    <a:lnTo>
                      <a:pt x="172973" y="76962"/>
                    </a:lnTo>
                    <a:lnTo>
                      <a:pt x="182641" y="76330"/>
                    </a:lnTo>
                    <a:lnTo>
                      <a:pt x="192023" y="77057"/>
                    </a:lnTo>
                    <a:lnTo>
                      <a:pt x="217681" y="106441"/>
                    </a:lnTo>
                    <a:lnTo>
                      <a:pt x="215645" y="114300"/>
                    </a:lnTo>
                    <a:lnTo>
                      <a:pt x="192023" y="137160"/>
                    </a:lnTo>
                    <a:lnTo>
                      <a:pt x="191261" y="137922"/>
                    </a:lnTo>
                    <a:lnTo>
                      <a:pt x="190499" y="138684"/>
                    </a:lnTo>
                    <a:lnTo>
                      <a:pt x="195071" y="135636"/>
                    </a:lnTo>
                    <a:lnTo>
                      <a:pt x="198881" y="133350"/>
                    </a:lnTo>
                    <a:lnTo>
                      <a:pt x="228980" y="106489"/>
                    </a:lnTo>
                    <a:lnTo>
                      <a:pt x="253698" y="73259"/>
                    </a:lnTo>
                    <a:lnTo>
                      <a:pt x="248411" y="50292"/>
                    </a:lnTo>
                    <a:lnTo>
                      <a:pt x="244601" y="52578"/>
                    </a:lnTo>
                    <a:lnTo>
                      <a:pt x="235100" y="94511"/>
                    </a:lnTo>
                    <a:lnTo>
                      <a:pt x="265937" y="124206"/>
                    </a:lnTo>
                    <a:lnTo>
                      <a:pt x="301228" y="99071"/>
                    </a:lnTo>
                    <a:lnTo>
                      <a:pt x="302656" y="81188"/>
                    </a:lnTo>
                    <a:lnTo>
                      <a:pt x="302513" y="72390"/>
                    </a:lnTo>
                    <a:lnTo>
                      <a:pt x="302513" y="66294"/>
                    </a:lnTo>
                    <a:lnTo>
                      <a:pt x="301751" y="60960"/>
                    </a:lnTo>
                    <a:lnTo>
                      <a:pt x="300227" y="57150"/>
                    </a:lnTo>
                    <a:lnTo>
                      <a:pt x="299596" y="73402"/>
                    </a:lnTo>
                    <a:lnTo>
                      <a:pt x="298608" y="90582"/>
                    </a:lnTo>
                    <a:lnTo>
                      <a:pt x="298620" y="107620"/>
                    </a:lnTo>
                    <a:lnTo>
                      <a:pt x="300989" y="123444"/>
                    </a:lnTo>
                    <a:lnTo>
                      <a:pt x="301751" y="124206"/>
                    </a:lnTo>
                    <a:lnTo>
                      <a:pt x="302513" y="118110"/>
                    </a:lnTo>
                    <a:lnTo>
                      <a:pt x="302513" y="110490"/>
                    </a:lnTo>
                    <a:lnTo>
                      <a:pt x="302513" y="104394"/>
                    </a:lnTo>
                    <a:lnTo>
                      <a:pt x="310979" y="64960"/>
                    </a:lnTo>
                    <a:lnTo>
                      <a:pt x="332863" y="46374"/>
                    </a:lnTo>
                    <a:lnTo>
                      <a:pt x="337565" y="50292"/>
                    </a:lnTo>
                    <a:lnTo>
                      <a:pt x="341733" y="59721"/>
                    </a:lnTo>
                    <a:lnTo>
                      <a:pt x="343471" y="70294"/>
                    </a:lnTo>
                    <a:lnTo>
                      <a:pt x="343781" y="81153"/>
                    </a:lnTo>
                    <a:lnTo>
                      <a:pt x="343661" y="91440"/>
                    </a:lnTo>
                    <a:lnTo>
                      <a:pt x="343661" y="99429"/>
                    </a:lnTo>
                    <a:lnTo>
                      <a:pt x="343661" y="107346"/>
                    </a:lnTo>
                    <a:lnTo>
                      <a:pt x="343661" y="115121"/>
                    </a:lnTo>
                    <a:lnTo>
                      <a:pt x="343661" y="12268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14" name="Google Shape;2814;p25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873214" y="5591530"/>
                <a:ext cx="282752" cy="2073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15" name="Google Shape;2815;p25"/>
            <p:cNvGrpSpPr/>
            <p:nvPr/>
          </p:nvGrpSpPr>
          <p:grpSpPr>
            <a:xfrm>
              <a:off x="7364216" y="5515355"/>
              <a:ext cx="426471" cy="243204"/>
              <a:chOff x="7364216" y="5515355"/>
              <a:chExt cx="426471" cy="243204"/>
            </a:xfrm>
          </p:grpSpPr>
          <p:pic>
            <p:nvPicPr>
              <p:cNvPr id="2816" name="Google Shape;2816;p25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364216" y="5620105"/>
                <a:ext cx="183418" cy="11777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17" name="Google Shape;2817;p25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591018" y="5579338"/>
                <a:ext cx="96824" cy="1387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8" name="Google Shape;2818;p25"/>
              <p:cNvSpPr/>
              <p:nvPr/>
            </p:nvSpPr>
            <p:spPr>
              <a:xfrm>
                <a:off x="7668767" y="5515355"/>
                <a:ext cx="121920" cy="243204"/>
              </a:xfrm>
              <a:custGeom>
                <a:rect b="b" l="l" r="r" t="t"/>
                <a:pathLst>
                  <a:path extrusionOk="0" h="243204" w="121920">
                    <a:moveTo>
                      <a:pt x="20574" y="0"/>
                    </a:moveTo>
                    <a:lnTo>
                      <a:pt x="58614" y="19931"/>
                    </a:lnTo>
                    <a:lnTo>
                      <a:pt x="94583" y="59435"/>
                    </a:lnTo>
                    <a:lnTo>
                      <a:pt x="112776" y="93725"/>
                    </a:lnTo>
                    <a:lnTo>
                      <a:pt x="121669" y="146554"/>
                    </a:lnTo>
                    <a:lnTo>
                      <a:pt x="117348" y="163829"/>
                    </a:lnTo>
                    <a:lnTo>
                      <a:pt x="93345" y="196214"/>
                    </a:lnTo>
                    <a:lnTo>
                      <a:pt x="60198" y="219455"/>
                    </a:lnTo>
                    <a:lnTo>
                      <a:pt x="16049" y="239708"/>
                    </a:lnTo>
                    <a:lnTo>
                      <a:pt x="0" y="24307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19" name="Google Shape;2819;p2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026882" y="5609818"/>
              <a:ext cx="214172" cy="1349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20" name="Google Shape;2820;p25"/>
            <p:cNvGrpSpPr/>
            <p:nvPr/>
          </p:nvGrpSpPr>
          <p:grpSpPr>
            <a:xfrm>
              <a:off x="4593538" y="6060602"/>
              <a:ext cx="234950" cy="248920"/>
              <a:chOff x="4593538" y="6060602"/>
              <a:chExt cx="234950" cy="248920"/>
            </a:xfrm>
          </p:grpSpPr>
          <p:pic>
            <p:nvPicPr>
              <p:cNvPr id="2821" name="Google Shape;2821;p25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666272" y="6106642"/>
                <a:ext cx="145783" cy="1676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2" name="Google Shape;2822;p25"/>
              <p:cNvSpPr/>
              <p:nvPr/>
            </p:nvSpPr>
            <p:spPr>
              <a:xfrm>
                <a:off x="4593538" y="6060602"/>
                <a:ext cx="234950" cy="248920"/>
              </a:xfrm>
              <a:custGeom>
                <a:rect b="b" l="l" r="r" t="t"/>
                <a:pathLst>
                  <a:path extrusionOk="0" h="248920" w="234950">
                    <a:moveTo>
                      <a:pt x="159817" y="12537"/>
                    </a:moveTo>
                    <a:lnTo>
                      <a:pt x="140208" y="7119"/>
                    </a:lnTo>
                    <a:lnTo>
                      <a:pt x="119526" y="2345"/>
                    </a:lnTo>
                    <a:lnTo>
                      <a:pt x="98417" y="0"/>
                    </a:lnTo>
                    <a:lnTo>
                      <a:pt x="77521" y="1869"/>
                    </a:lnTo>
                    <a:lnTo>
                      <a:pt x="29325" y="31301"/>
                    </a:lnTo>
                    <a:lnTo>
                      <a:pt x="2845" y="81879"/>
                    </a:lnTo>
                    <a:lnTo>
                      <a:pt x="0" y="107180"/>
                    </a:lnTo>
                    <a:lnTo>
                      <a:pt x="2369" y="131695"/>
                    </a:lnTo>
                    <a:lnTo>
                      <a:pt x="19609" y="178653"/>
                    </a:lnTo>
                    <a:lnTo>
                      <a:pt x="47898" y="217705"/>
                    </a:lnTo>
                    <a:lnTo>
                      <a:pt x="88189" y="244185"/>
                    </a:lnTo>
                    <a:lnTo>
                      <a:pt x="109728" y="248483"/>
                    </a:lnTo>
                    <a:lnTo>
                      <a:pt x="130766" y="247138"/>
                    </a:lnTo>
                    <a:lnTo>
                      <a:pt x="170485" y="231231"/>
                    </a:lnTo>
                    <a:lnTo>
                      <a:pt x="203823" y="203132"/>
                    </a:lnTo>
                    <a:lnTo>
                      <a:pt x="226873" y="166461"/>
                    </a:lnTo>
                    <a:lnTo>
                      <a:pt x="234684" y="130552"/>
                    </a:lnTo>
                    <a:lnTo>
                      <a:pt x="233945" y="111704"/>
                    </a:lnTo>
                    <a:lnTo>
                      <a:pt x="219789" y="72663"/>
                    </a:lnTo>
                    <a:lnTo>
                      <a:pt x="186094" y="36421"/>
                    </a:lnTo>
                    <a:lnTo>
                      <a:pt x="139910" y="28634"/>
                    </a:lnTo>
                    <a:lnTo>
                      <a:pt x="121717" y="4454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23" name="Google Shape;2823;p2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097480" y="6118834"/>
              <a:ext cx="272358" cy="1611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24" name="Google Shape;2824;p25"/>
            <p:cNvGrpSpPr/>
            <p:nvPr/>
          </p:nvGrpSpPr>
          <p:grpSpPr>
            <a:xfrm>
              <a:off x="5485352" y="6016752"/>
              <a:ext cx="233679" cy="279400"/>
              <a:chOff x="5485352" y="6016752"/>
              <a:chExt cx="233679" cy="279400"/>
            </a:xfrm>
          </p:grpSpPr>
          <p:sp>
            <p:nvSpPr>
              <p:cNvPr id="2825" name="Google Shape;2825;p25"/>
              <p:cNvSpPr/>
              <p:nvPr/>
            </p:nvSpPr>
            <p:spPr>
              <a:xfrm>
                <a:off x="5577078" y="6116574"/>
                <a:ext cx="3175" cy="110489"/>
              </a:xfrm>
              <a:custGeom>
                <a:rect b="b" l="l" r="r" t="t"/>
                <a:pathLst>
                  <a:path extrusionOk="0" h="110489" w="3175">
                    <a:moveTo>
                      <a:pt x="3048" y="0"/>
                    </a:moveTo>
                    <a:lnTo>
                      <a:pt x="2035" y="14275"/>
                    </a:lnTo>
                    <a:lnTo>
                      <a:pt x="1238" y="28479"/>
                    </a:lnTo>
                    <a:lnTo>
                      <a:pt x="583" y="42541"/>
                    </a:lnTo>
                    <a:lnTo>
                      <a:pt x="0" y="56388"/>
                    </a:lnTo>
                    <a:lnTo>
                      <a:pt x="0" y="67687"/>
                    </a:lnTo>
                    <a:lnTo>
                      <a:pt x="0" y="78771"/>
                    </a:lnTo>
                    <a:lnTo>
                      <a:pt x="0" y="89713"/>
                    </a:lnTo>
                    <a:lnTo>
                      <a:pt x="0" y="100584"/>
                    </a:lnTo>
                    <a:lnTo>
                      <a:pt x="0" y="108204"/>
                    </a:lnTo>
                    <a:lnTo>
                      <a:pt x="0" y="106680"/>
                    </a:lnTo>
                    <a:lnTo>
                      <a:pt x="2286" y="11048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6" name="Google Shape;2826;p25"/>
              <p:cNvSpPr/>
              <p:nvPr/>
            </p:nvSpPr>
            <p:spPr>
              <a:xfrm>
                <a:off x="5562981" y="6099774"/>
                <a:ext cx="82550" cy="133985"/>
              </a:xfrm>
              <a:custGeom>
                <a:rect b="b" l="l" r="r" t="t"/>
                <a:pathLst>
                  <a:path extrusionOk="0" h="133985" w="82550">
                    <a:moveTo>
                      <a:pt x="1904" y="23657"/>
                    </a:moveTo>
                    <a:lnTo>
                      <a:pt x="523" y="15370"/>
                    </a:lnTo>
                    <a:lnTo>
                      <a:pt x="0" y="8798"/>
                    </a:lnTo>
                    <a:lnTo>
                      <a:pt x="2333" y="3940"/>
                    </a:lnTo>
                    <a:lnTo>
                      <a:pt x="9524" y="797"/>
                    </a:lnTo>
                    <a:lnTo>
                      <a:pt x="17287" y="0"/>
                    </a:lnTo>
                    <a:lnTo>
                      <a:pt x="25336" y="130"/>
                    </a:lnTo>
                    <a:lnTo>
                      <a:pt x="52542" y="27539"/>
                    </a:lnTo>
                    <a:lnTo>
                      <a:pt x="52958" y="36611"/>
                    </a:lnTo>
                    <a:lnTo>
                      <a:pt x="51732" y="47958"/>
                    </a:lnTo>
                    <a:lnTo>
                      <a:pt x="29336" y="84617"/>
                    </a:lnTo>
                    <a:lnTo>
                      <a:pt x="26288" y="88427"/>
                    </a:lnTo>
                    <a:lnTo>
                      <a:pt x="34289" y="88308"/>
                    </a:lnTo>
                    <a:lnTo>
                      <a:pt x="42290" y="88046"/>
                    </a:lnTo>
                    <a:lnTo>
                      <a:pt x="50291" y="87784"/>
                    </a:lnTo>
                    <a:lnTo>
                      <a:pt x="58292" y="87665"/>
                    </a:lnTo>
                    <a:lnTo>
                      <a:pt x="64388" y="87665"/>
                    </a:lnTo>
                    <a:lnTo>
                      <a:pt x="77342" y="84617"/>
                    </a:lnTo>
                    <a:lnTo>
                      <a:pt x="81152" y="92237"/>
                    </a:lnTo>
                    <a:lnTo>
                      <a:pt x="82153" y="98798"/>
                    </a:lnTo>
                    <a:lnTo>
                      <a:pt x="79438" y="104715"/>
                    </a:lnTo>
                    <a:lnTo>
                      <a:pt x="39076" y="131909"/>
                    </a:lnTo>
                    <a:lnTo>
                      <a:pt x="27050" y="133385"/>
                    </a:lnTo>
                    <a:lnTo>
                      <a:pt x="25526" y="133385"/>
                    </a:lnTo>
                    <a:lnTo>
                      <a:pt x="24002" y="133385"/>
                    </a:lnTo>
                    <a:lnTo>
                      <a:pt x="21716" y="13262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7" name="Google Shape;2827;p25"/>
              <p:cNvSpPr/>
              <p:nvPr/>
            </p:nvSpPr>
            <p:spPr>
              <a:xfrm>
                <a:off x="5485352" y="6016752"/>
                <a:ext cx="233679" cy="279400"/>
              </a:xfrm>
              <a:custGeom>
                <a:rect b="b" l="l" r="r" t="t"/>
                <a:pathLst>
                  <a:path extrusionOk="0" h="279400" w="233679">
                    <a:moveTo>
                      <a:pt x="145065" y="0"/>
                    </a:moveTo>
                    <a:lnTo>
                      <a:pt x="92880" y="17573"/>
                    </a:lnTo>
                    <a:lnTo>
                      <a:pt x="56804" y="49363"/>
                    </a:lnTo>
                    <a:lnTo>
                      <a:pt x="22490" y="95511"/>
                    </a:lnTo>
                    <a:lnTo>
                      <a:pt x="2988" y="144756"/>
                    </a:lnTo>
                    <a:lnTo>
                      <a:pt x="0" y="169926"/>
                    </a:lnTo>
                    <a:lnTo>
                      <a:pt x="1726" y="195095"/>
                    </a:lnTo>
                    <a:lnTo>
                      <a:pt x="20121" y="237779"/>
                    </a:lnTo>
                    <a:lnTo>
                      <a:pt x="55602" y="265949"/>
                    </a:lnTo>
                    <a:lnTo>
                      <a:pt x="100548" y="279201"/>
                    </a:lnTo>
                    <a:lnTo>
                      <a:pt x="124396" y="279082"/>
                    </a:lnTo>
                    <a:lnTo>
                      <a:pt x="169449" y="264414"/>
                    </a:lnTo>
                    <a:lnTo>
                      <a:pt x="204501" y="236982"/>
                    </a:lnTo>
                    <a:lnTo>
                      <a:pt x="228123" y="200405"/>
                    </a:lnTo>
                    <a:lnTo>
                      <a:pt x="233457" y="163544"/>
                    </a:lnTo>
                    <a:lnTo>
                      <a:pt x="230695" y="145006"/>
                    </a:lnTo>
                    <a:lnTo>
                      <a:pt x="213610" y="104096"/>
                    </a:lnTo>
                    <a:lnTo>
                      <a:pt x="182106" y="61781"/>
                    </a:lnTo>
                    <a:lnTo>
                      <a:pt x="144303" y="33623"/>
                    </a:lnTo>
                    <a:lnTo>
                      <a:pt x="120681" y="36576"/>
                    </a:lnTo>
                    <a:lnTo>
                      <a:pt x="118395" y="38100"/>
                    </a:lnTo>
                    <a:lnTo>
                      <a:pt x="116109" y="3962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28" name="Google Shape;2828;p2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951289" y="6079997"/>
              <a:ext cx="285705" cy="2400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9" name="Google Shape;2829;p2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413728" y="6064732"/>
              <a:ext cx="202552" cy="132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0" name="Google Shape;2830;p25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843496" y="6064696"/>
              <a:ext cx="367334" cy="1410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31" name="Google Shape;2831;p25"/>
            <p:cNvGrpSpPr/>
            <p:nvPr/>
          </p:nvGrpSpPr>
          <p:grpSpPr>
            <a:xfrm>
              <a:off x="7403473" y="6031992"/>
              <a:ext cx="563364" cy="156209"/>
              <a:chOff x="7403473" y="6031992"/>
              <a:chExt cx="563364" cy="156209"/>
            </a:xfrm>
          </p:grpSpPr>
          <p:sp>
            <p:nvSpPr>
              <p:cNvPr id="2832" name="Google Shape;2832;p25"/>
              <p:cNvSpPr/>
              <p:nvPr/>
            </p:nvSpPr>
            <p:spPr>
              <a:xfrm>
                <a:off x="7403473" y="6077712"/>
                <a:ext cx="59690" cy="110489"/>
              </a:xfrm>
              <a:custGeom>
                <a:rect b="b" l="l" r="r" t="t"/>
                <a:pathLst>
                  <a:path extrusionOk="0" h="110489" w="59690">
                    <a:moveTo>
                      <a:pt x="38981" y="0"/>
                    </a:moveTo>
                    <a:lnTo>
                      <a:pt x="2405" y="21336"/>
                    </a:lnTo>
                    <a:lnTo>
                      <a:pt x="0" y="33027"/>
                    </a:lnTo>
                    <a:lnTo>
                      <a:pt x="1452" y="44005"/>
                    </a:lnTo>
                    <a:lnTo>
                      <a:pt x="31361" y="77914"/>
                    </a:lnTo>
                    <a:lnTo>
                      <a:pt x="51935" y="89154"/>
                    </a:lnTo>
                    <a:lnTo>
                      <a:pt x="56507" y="92202"/>
                    </a:lnTo>
                    <a:lnTo>
                      <a:pt x="58031" y="92202"/>
                    </a:lnTo>
                    <a:lnTo>
                      <a:pt x="59555" y="95250"/>
                    </a:lnTo>
                    <a:lnTo>
                      <a:pt x="22502" y="110394"/>
                    </a:lnTo>
                    <a:lnTo>
                      <a:pt x="14847" y="110454"/>
                    </a:lnTo>
                    <a:lnTo>
                      <a:pt x="6977" y="109728"/>
                    </a:lnTo>
                    <a:lnTo>
                      <a:pt x="6977" y="103632"/>
                    </a:lnTo>
                    <a:lnTo>
                      <a:pt x="6977" y="100584"/>
                    </a:lnTo>
                    <a:lnTo>
                      <a:pt x="6977" y="9677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3" name="Google Shape;2833;p25"/>
              <p:cNvSpPr/>
              <p:nvPr/>
            </p:nvSpPr>
            <p:spPr>
              <a:xfrm>
                <a:off x="7490079" y="6091428"/>
                <a:ext cx="49530" cy="93980"/>
              </a:xfrm>
              <a:custGeom>
                <a:rect b="b" l="l" r="r" t="t"/>
                <a:pathLst>
                  <a:path extrusionOk="0" h="93979" w="49529">
                    <a:moveTo>
                      <a:pt x="14097" y="0"/>
                    </a:moveTo>
                    <a:lnTo>
                      <a:pt x="12751" y="14132"/>
                    </a:lnTo>
                    <a:lnTo>
                      <a:pt x="10191" y="27336"/>
                    </a:lnTo>
                    <a:lnTo>
                      <a:pt x="6917" y="40397"/>
                    </a:lnTo>
                    <a:lnTo>
                      <a:pt x="3429" y="54102"/>
                    </a:lnTo>
                    <a:lnTo>
                      <a:pt x="1714" y="62269"/>
                    </a:lnTo>
                    <a:lnTo>
                      <a:pt x="0" y="72580"/>
                    </a:lnTo>
                    <a:lnTo>
                      <a:pt x="0" y="82605"/>
                    </a:lnTo>
                    <a:lnTo>
                      <a:pt x="3429" y="89916"/>
                    </a:lnTo>
                    <a:lnTo>
                      <a:pt x="14549" y="93511"/>
                    </a:lnTo>
                    <a:lnTo>
                      <a:pt x="26098" y="89535"/>
                    </a:lnTo>
                    <a:lnTo>
                      <a:pt x="36218" y="81557"/>
                    </a:lnTo>
                    <a:lnTo>
                      <a:pt x="43053" y="73152"/>
                    </a:lnTo>
                    <a:lnTo>
                      <a:pt x="47767" y="63650"/>
                    </a:lnTo>
                    <a:lnTo>
                      <a:pt x="49339" y="53721"/>
                    </a:lnTo>
                    <a:lnTo>
                      <a:pt x="47767" y="43791"/>
                    </a:lnTo>
                    <a:lnTo>
                      <a:pt x="43053" y="34290"/>
                    </a:lnTo>
                    <a:lnTo>
                      <a:pt x="37040" y="26539"/>
                    </a:lnTo>
                    <a:lnTo>
                      <a:pt x="29813" y="19145"/>
                    </a:lnTo>
                    <a:lnTo>
                      <a:pt x="22157" y="11894"/>
                    </a:lnTo>
                    <a:lnTo>
                      <a:pt x="14859" y="45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4" name="Google Shape;2834;p25"/>
              <p:cNvSpPr/>
              <p:nvPr/>
            </p:nvSpPr>
            <p:spPr>
              <a:xfrm>
                <a:off x="7581138" y="6032754"/>
                <a:ext cx="7620" cy="154305"/>
              </a:xfrm>
              <a:custGeom>
                <a:rect b="b" l="l" r="r" t="t"/>
                <a:pathLst>
                  <a:path extrusionOk="0" h="154304" w="7620">
                    <a:moveTo>
                      <a:pt x="0" y="0"/>
                    </a:moveTo>
                    <a:lnTo>
                      <a:pt x="5250" y="38040"/>
                    </a:lnTo>
                    <a:lnTo>
                      <a:pt x="6417" y="71628"/>
                    </a:lnTo>
                    <a:lnTo>
                      <a:pt x="6381" y="92202"/>
                    </a:lnTo>
                    <a:lnTo>
                      <a:pt x="6203" y="112776"/>
                    </a:lnTo>
                    <a:lnTo>
                      <a:pt x="6096" y="133350"/>
                    </a:lnTo>
                    <a:lnTo>
                      <a:pt x="6096" y="140208"/>
                    </a:lnTo>
                    <a:lnTo>
                      <a:pt x="6096" y="147066"/>
                    </a:lnTo>
                    <a:lnTo>
                      <a:pt x="7620" y="15392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5" name="Google Shape;2835;p25"/>
              <p:cNvSpPr/>
              <p:nvPr/>
            </p:nvSpPr>
            <p:spPr>
              <a:xfrm>
                <a:off x="7621238" y="6105144"/>
                <a:ext cx="88265" cy="50800"/>
              </a:xfrm>
              <a:custGeom>
                <a:rect b="b" l="l" r="r" t="t"/>
                <a:pathLst>
                  <a:path extrusionOk="0" h="50800" w="88265">
                    <a:moveTo>
                      <a:pt x="285" y="0"/>
                    </a:moveTo>
                    <a:lnTo>
                      <a:pt x="107" y="9155"/>
                    </a:lnTo>
                    <a:lnTo>
                      <a:pt x="0" y="18954"/>
                    </a:lnTo>
                    <a:lnTo>
                      <a:pt x="607" y="28610"/>
                    </a:lnTo>
                    <a:lnTo>
                      <a:pt x="2571" y="37337"/>
                    </a:lnTo>
                    <a:lnTo>
                      <a:pt x="7405" y="44065"/>
                    </a:lnTo>
                    <a:lnTo>
                      <a:pt x="14382" y="48291"/>
                    </a:lnTo>
                    <a:lnTo>
                      <a:pt x="22502" y="50089"/>
                    </a:lnTo>
                    <a:lnTo>
                      <a:pt x="30765" y="49529"/>
                    </a:lnTo>
                    <a:lnTo>
                      <a:pt x="51435" y="14382"/>
                    </a:lnTo>
                    <a:lnTo>
                      <a:pt x="51423" y="7298"/>
                    </a:lnTo>
                    <a:lnTo>
                      <a:pt x="51339" y="0"/>
                    </a:lnTo>
                    <a:lnTo>
                      <a:pt x="49815" y="5333"/>
                    </a:lnTo>
                    <a:lnTo>
                      <a:pt x="47529" y="12953"/>
                    </a:lnTo>
                    <a:lnTo>
                      <a:pt x="47529" y="20573"/>
                    </a:lnTo>
                    <a:lnTo>
                      <a:pt x="47363" y="28836"/>
                    </a:lnTo>
                    <a:lnTo>
                      <a:pt x="47910" y="36956"/>
                    </a:lnTo>
                    <a:lnTo>
                      <a:pt x="50744" y="43934"/>
                    </a:lnTo>
                    <a:lnTo>
                      <a:pt x="57435" y="48767"/>
                    </a:lnTo>
                    <a:lnTo>
                      <a:pt x="65841" y="50208"/>
                    </a:lnTo>
                    <a:lnTo>
                      <a:pt x="73247" y="49434"/>
                    </a:lnTo>
                    <a:lnTo>
                      <a:pt x="80367" y="47374"/>
                    </a:lnTo>
                    <a:lnTo>
                      <a:pt x="87915" y="4495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6" name="Google Shape;2836;p25"/>
              <p:cNvSpPr/>
              <p:nvPr/>
            </p:nvSpPr>
            <p:spPr>
              <a:xfrm>
                <a:off x="7733633" y="6050280"/>
                <a:ext cx="8890" cy="113664"/>
              </a:xfrm>
              <a:custGeom>
                <a:rect b="b" l="l" r="r" t="t"/>
                <a:pathLst>
                  <a:path extrusionOk="0" h="113664" w="8890">
                    <a:moveTo>
                      <a:pt x="6762" y="14478"/>
                    </a:moveTo>
                    <a:lnTo>
                      <a:pt x="2952" y="5334"/>
                    </a:lnTo>
                    <a:lnTo>
                      <a:pt x="2952" y="4572"/>
                    </a:lnTo>
                    <a:lnTo>
                      <a:pt x="666" y="0"/>
                    </a:lnTo>
                    <a:lnTo>
                      <a:pt x="345" y="8131"/>
                    </a:lnTo>
                    <a:lnTo>
                      <a:pt x="381" y="16478"/>
                    </a:lnTo>
                    <a:lnTo>
                      <a:pt x="559" y="24967"/>
                    </a:lnTo>
                    <a:lnTo>
                      <a:pt x="666" y="33528"/>
                    </a:lnTo>
                    <a:lnTo>
                      <a:pt x="583" y="50577"/>
                    </a:lnTo>
                    <a:lnTo>
                      <a:pt x="0" y="68199"/>
                    </a:lnTo>
                    <a:lnTo>
                      <a:pt x="130" y="85820"/>
                    </a:lnTo>
                    <a:lnTo>
                      <a:pt x="2190" y="102870"/>
                    </a:lnTo>
                    <a:lnTo>
                      <a:pt x="5238" y="109728"/>
                    </a:lnTo>
                    <a:lnTo>
                      <a:pt x="5238" y="110490"/>
                    </a:lnTo>
                    <a:lnTo>
                      <a:pt x="8286" y="11353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7" name="Google Shape;2837;p25"/>
              <p:cNvSpPr/>
              <p:nvPr/>
            </p:nvSpPr>
            <p:spPr>
              <a:xfrm>
                <a:off x="7744968" y="6091428"/>
                <a:ext cx="54610" cy="59055"/>
              </a:xfrm>
              <a:custGeom>
                <a:rect b="b" l="l" r="r" t="t"/>
                <a:pathLst>
                  <a:path extrusionOk="0" h="59054" w="54609">
                    <a:moveTo>
                      <a:pt x="0" y="23622"/>
                    </a:moveTo>
                    <a:lnTo>
                      <a:pt x="32765" y="3048"/>
                    </a:lnTo>
                    <a:lnTo>
                      <a:pt x="41909" y="0"/>
                    </a:lnTo>
                    <a:lnTo>
                      <a:pt x="44957" y="3048"/>
                    </a:lnTo>
                    <a:lnTo>
                      <a:pt x="46684" y="7941"/>
                    </a:lnTo>
                    <a:lnTo>
                      <a:pt x="46767" y="15335"/>
                    </a:lnTo>
                    <a:lnTo>
                      <a:pt x="46136" y="22871"/>
                    </a:lnTo>
                    <a:lnTo>
                      <a:pt x="45720" y="28194"/>
                    </a:lnTo>
                    <a:lnTo>
                      <a:pt x="45660" y="34456"/>
                    </a:lnTo>
                    <a:lnTo>
                      <a:pt x="45815" y="45148"/>
                    </a:lnTo>
                    <a:lnTo>
                      <a:pt x="46684" y="54983"/>
                    </a:lnTo>
                    <a:lnTo>
                      <a:pt x="48768" y="58674"/>
                    </a:lnTo>
                    <a:lnTo>
                      <a:pt x="51816" y="58674"/>
                    </a:lnTo>
                    <a:lnTo>
                      <a:pt x="53340" y="57150"/>
                    </a:lnTo>
                    <a:lnTo>
                      <a:pt x="54102" y="5410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8" name="Google Shape;2838;p25"/>
              <p:cNvSpPr/>
              <p:nvPr/>
            </p:nvSpPr>
            <p:spPr>
              <a:xfrm>
                <a:off x="7793736" y="6031992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9" name="Google Shape;2839;p25"/>
              <p:cNvSpPr/>
              <p:nvPr/>
            </p:nvSpPr>
            <p:spPr>
              <a:xfrm>
                <a:off x="7828026" y="6086856"/>
                <a:ext cx="50165" cy="54610"/>
              </a:xfrm>
              <a:custGeom>
                <a:rect b="b" l="l" r="r" t="t"/>
                <a:pathLst>
                  <a:path extrusionOk="0" h="54610" w="50165">
                    <a:moveTo>
                      <a:pt x="0" y="2286"/>
                    </a:moveTo>
                    <a:lnTo>
                      <a:pt x="1488" y="11418"/>
                    </a:lnTo>
                    <a:lnTo>
                      <a:pt x="2762" y="20478"/>
                    </a:lnTo>
                    <a:lnTo>
                      <a:pt x="4179" y="29396"/>
                    </a:lnTo>
                    <a:lnTo>
                      <a:pt x="24979" y="54280"/>
                    </a:lnTo>
                    <a:lnTo>
                      <a:pt x="31242" y="52673"/>
                    </a:lnTo>
                    <a:lnTo>
                      <a:pt x="49732" y="25348"/>
                    </a:lnTo>
                    <a:lnTo>
                      <a:pt x="48768" y="18288"/>
                    </a:lnTo>
                    <a:lnTo>
                      <a:pt x="20574" y="762"/>
                    </a:lnTo>
                    <a:lnTo>
                      <a:pt x="18288" y="0"/>
                    </a:lnTo>
                    <a:lnTo>
                      <a:pt x="1447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0" name="Google Shape;2840;p25"/>
              <p:cNvSpPr/>
              <p:nvPr/>
            </p:nvSpPr>
            <p:spPr>
              <a:xfrm>
                <a:off x="7914132" y="6079236"/>
                <a:ext cx="52705" cy="52069"/>
              </a:xfrm>
              <a:custGeom>
                <a:rect b="b" l="l" r="r" t="t"/>
                <a:pathLst>
                  <a:path extrusionOk="0" h="52070" w="52704">
                    <a:moveTo>
                      <a:pt x="0" y="10668"/>
                    </a:moveTo>
                    <a:lnTo>
                      <a:pt x="5334" y="45720"/>
                    </a:lnTo>
                    <a:lnTo>
                      <a:pt x="5334" y="47244"/>
                    </a:lnTo>
                    <a:lnTo>
                      <a:pt x="5334" y="51816"/>
                    </a:lnTo>
                    <a:lnTo>
                      <a:pt x="3810" y="44196"/>
                    </a:lnTo>
                    <a:lnTo>
                      <a:pt x="3048" y="35052"/>
                    </a:lnTo>
                    <a:lnTo>
                      <a:pt x="3810" y="27432"/>
                    </a:lnTo>
                    <a:lnTo>
                      <a:pt x="36576" y="0"/>
                    </a:lnTo>
                    <a:lnTo>
                      <a:pt x="41148" y="3810"/>
                    </a:lnTo>
                    <a:lnTo>
                      <a:pt x="46482" y="9144"/>
                    </a:lnTo>
                    <a:lnTo>
                      <a:pt x="48006" y="20574"/>
                    </a:lnTo>
                    <a:lnTo>
                      <a:pt x="48768" y="27432"/>
                    </a:lnTo>
                    <a:lnTo>
                      <a:pt x="48768" y="35052"/>
                    </a:lnTo>
                    <a:lnTo>
                      <a:pt x="47244" y="41148"/>
                    </a:lnTo>
                    <a:lnTo>
                      <a:pt x="52578" y="4648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1" name="Google Shape;2841;p25"/>
            <p:cNvSpPr/>
            <p:nvPr/>
          </p:nvSpPr>
          <p:spPr>
            <a:xfrm>
              <a:off x="8025383" y="612190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8288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8288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2" name="Google Shape;2842;p25"/>
          <p:cNvGrpSpPr/>
          <p:nvPr/>
        </p:nvGrpSpPr>
        <p:grpSpPr>
          <a:xfrm>
            <a:off x="6125115" y="506622"/>
            <a:ext cx="3875767" cy="4950187"/>
            <a:chOff x="6125115" y="506622"/>
            <a:chExt cx="3875767" cy="4950187"/>
          </a:xfrm>
        </p:grpSpPr>
        <p:grpSp>
          <p:nvGrpSpPr>
            <p:cNvPr id="2843" name="Google Shape;2843;p25"/>
            <p:cNvGrpSpPr/>
            <p:nvPr/>
          </p:nvGrpSpPr>
          <p:grpSpPr>
            <a:xfrm>
              <a:off x="6216647" y="1071994"/>
              <a:ext cx="3784235" cy="4384815"/>
              <a:chOff x="7587996" y="2358781"/>
              <a:chExt cx="2412885" cy="3098028"/>
            </a:xfrm>
          </p:grpSpPr>
          <p:grpSp>
            <p:nvGrpSpPr>
              <p:cNvPr id="2844" name="Google Shape;2844;p25"/>
              <p:cNvGrpSpPr/>
              <p:nvPr/>
            </p:nvGrpSpPr>
            <p:grpSpPr>
              <a:xfrm>
                <a:off x="8173211" y="2817114"/>
                <a:ext cx="186715" cy="125754"/>
                <a:chOff x="8173211" y="2817114"/>
                <a:chExt cx="186715" cy="125754"/>
              </a:xfrm>
            </p:grpSpPr>
            <p:sp>
              <p:nvSpPr>
                <p:cNvPr id="2845" name="Google Shape;2845;p25"/>
                <p:cNvSpPr/>
                <p:nvPr/>
              </p:nvSpPr>
              <p:spPr>
                <a:xfrm>
                  <a:off x="8195309" y="2886456"/>
                  <a:ext cx="6985" cy="40005"/>
                </a:xfrm>
                <a:custGeom>
                  <a:rect b="b" l="l" r="r" t="t"/>
                  <a:pathLst>
                    <a:path extrusionOk="0" h="40005" w="6984">
                      <a:moveTo>
                        <a:pt x="0" y="0"/>
                      </a:moveTo>
                      <a:lnTo>
                        <a:pt x="1690" y="8012"/>
                      </a:lnTo>
                      <a:lnTo>
                        <a:pt x="3238" y="16097"/>
                      </a:lnTo>
                      <a:lnTo>
                        <a:pt x="4500" y="24324"/>
                      </a:lnTo>
                      <a:lnTo>
                        <a:pt x="5334" y="32766"/>
                      </a:lnTo>
                      <a:lnTo>
                        <a:pt x="6096" y="36576"/>
                      </a:lnTo>
                      <a:lnTo>
                        <a:pt x="6096" y="37338"/>
                      </a:lnTo>
                      <a:lnTo>
                        <a:pt x="6858" y="39624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6" name="Google Shape;2846;p25"/>
                <p:cNvSpPr/>
                <p:nvPr/>
              </p:nvSpPr>
              <p:spPr>
                <a:xfrm>
                  <a:off x="8173211" y="2817114"/>
                  <a:ext cx="22860" cy="22860"/>
                </a:xfrm>
                <a:custGeom>
                  <a:rect b="b" l="l" r="r" t="t"/>
                  <a:pathLst>
                    <a:path extrusionOk="0" h="22860" w="22859">
                      <a:moveTo>
                        <a:pt x="0" y="5333"/>
                      </a:moveTo>
                      <a:lnTo>
                        <a:pt x="0" y="17525"/>
                      </a:lnTo>
                      <a:lnTo>
                        <a:pt x="5333" y="22859"/>
                      </a:lnTo>
                      <a:lnTo>
                        <a:pt x="17525" y="22859"/>
                      </a:lnTo>
                      <a:lnTo>
                        <a:pt x="22859" y="17525"/>
                      </a:lnTo>
                      <a:lnTo>
                        <a:pt x="22859" y="11429"/>
                      </a:lnTo>
                      <a:lnTo>
                        <a:pt x="22859" y="5333"/>
                      </a:lnTo>
                      <a:lnTo>
                        <a:pt x="17525" y="0"/>
                      </a:lnTo>
                      <a:lnTo>
                        <a:pt x="5333" y="0"/>
                      </a:lnTo>
                      <a:lnTo>
                        <a:pt x="0" y="5333"/>
                      </a:lnTo>
                      <a:close/>
                    </a:path>
                  </a:pathLst>
                </a:custGeom>
                <a:solidFill>
                  <a:srgbClr val="333399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847" name="Google Shape;2847;p25"/>
                <p:cNvPicPr preferRelativeResize="0"/>
                <p:nvPr/>
              </p:nvPicPr>
              <p:blipFill rotWithShape="1">
                <a:blip r:embed="rId25">
                  <a:alphaModFix/>
                </a:blip>
                <a:srcRect b="0" l="0" r="0" t="0"/>
                <a:stretch/>
              </p:blipFill>
              <p:spPr>
                <a:xfrm>
                  <a:off x="8244814" y="2844520"/>
                  <a:ext cx="115112" cy="983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48" name="Google Shape;2848;p25"/>
              <p:cNvGrpSpPr/>
              <p:nvPr/>
            </p:nvGrpSpPr>
            <p:grpSpPr>
              <a:xfrm>
                <a:off x="7587996" y="2536698"/>
                <a:ext cx="309118" cy="157079"/>
                <a:chOff x="7587996" y="2536698"/>
                <a:chExt cx="309118" cy="157079"/>
              </a:xfrm>
            </p:grpSpPr>
            <p:sp>
              <p:nvSpPr>
                <p:cNvPr id="2849" name="Google Shape;2849;p25"/>
                <p:cNvSpPr/>
                <p:nvPr/>
              </p:nvSpPr>
              <p:spPr>
                <a:xfrm>
                  <a:off x="7587996" y="2606147"/>
                  <a:ext cx="140970" cy="87630"/>
                </a:xfrm>
                <a:custGeom>
                  <a:rect b="b" l="l" r="r" t="t"/>
                  <a:pathLst>
                    <a:path extrusionOk="0" h="87630" w="140970">
                      <a:moveTo>
                        <a:pt x="0" y="35706"/>
                      </a:moveTo>
                      <a:lnTo>
                        <a:pt x="3810" y="76854"/>
                      </a:lnTo>
                      <a:lnTo>
                        <a:pt x="3810" y="82188"/>
                      </a:lnTo>
                      <a:lnTo>
                        <a:pt x="4572" y="86760"/>
                      </a:lnTo>
                      <a:lnTo>
                        <a:pt x="4572" y="87522"/>
                      </a:lnTo>
                      <a:lnTo>
                        <a:pt x="5334" y="87522"/>
                      </a:lnTo>
                      <a:lnTo>
                        <a:pt x="5048" y="75747"/>
                      </a:lnTo>
                      <a:lnTo>
                        <a:pt x="4762" y="63615"/>
                      </a:lnTo>
                      <a:lnTo>
                        <a:pt x="19942" y="24741"/>
                      </a:lnTo>
                      <a:lnTo>
                        <a:pt x="34647" y="21002"/>
                      </a:lnTo>
                      <a:lnTo>
                        <a:pt x="42481" y="21514"/>
                      </a:lnTo>
                      <a:lnTo>
                        <a:pt x="72366" y="48220"/>
                      </a:lnTo>
                      <a:lnTo>
                        <a:pt x="77724" y="73044"/>
                      </a:lnTo>
                      <a:lnTo>
                        <a:pt x="75438" y="79140"/>
                      </a:lnTo>
                      <a:lnTo>
                        <a:pt x="74676" y="80664"/>
                      </a:lnTo>
                      <a:lnTo>
                        <a:pt x="74676" y="81426"/>
                      </a:lnTo>
                      <a:lnTo>
                        <a:pt x="73914" y="82188"/>
                      </a:lnTo>
                      <a:lnTo>
                        <a:pt x="71628" y="77616"/>
                      </a:lnTo>
                      <a:lnTo>
                        <a:pt x="70104" y="72282"/>
                      </a:lnTo>
                      <a:lnTo>
                        <a:pt x="70104" y="64662"/>
                      </a:lnTo>
                      <a:lnTo>
                        <a:pt x="69949" y="53816"/>
                      </a:lnTo>
                      <a:lnTo>
                        <a:pt x="77366" y="14704"/>
                      </a:lnTo>
                      <a:lnTo>
                        <a:pt x="103620" y="0"/>
                      </a:lnTo>
                      <a:lnTo>
                        <a:pt x="110585" y="369"/>
                      </a:lnTo>
                      <a:lnTo>
                        <a:pt x="139446" y="34182"/>
                      </a:lnTo>
                      <a:lnTo>
                        <a:pt x="140684" y="46851"/>
                      </a:lnTo>
                      <a:lnTo>
                        <a:pt x="140624" y="53578"/>
                      </a:lnTo>
                      <a:lnTo>
                        <a:pt x="140208" y="60090"/>
                      </a:lnTo>
                      <a:lnTo>
                        <a:pt x="140208" y="61614"/>
                      </a:lnTo>
                      <a:lnTo>
                        <a:pt x="139446" y="69234"/>
                      </a:lnTo>
                      <a:lnTo>
                        <a:pt x="138684" y="70758"/>
                      </a:lnTo>
                      <a:lnTo>
                        <a:pt x="138684" y="69996"/>
                      </a:lnTo>
                      <a:lnTo>
                        <a:pt x="138684" y="69234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0" name="Google Shape;2850;p25"/>
                <p:cNvSpPr/>
                <p:nvPr/>
              </p:nvSpPr>
              <p:spPr>
                <a:xfrm>
                  <a:off x="7736586" y="2536698"/>
                  <a:ext cx="24130" cy="22860"/>
                </a:xfrm>
                <a:custGeom>
                  <a:rect b="b" l="l" r="r" t="t"/>
                  <a:pathLst>
                    <a:path extrusionOk="0" h="22860" w="24129">
                      <a:moveTo>
                        <a:pt x="0" y="4571"/>
                      </a:moveTo>
                      <a:lnTo>
                        <a:pt x="0" y="17525"/>
                      </a:lnTo>
                      <a:lnTo>
                        <a:pt x="5334" y="22859"/>
                      </a:lnTo>
                      <a:lnTo>
                        <a:pt x="18288" y="22859"/>
                      </a:lnTo>
                      <a:lnTo>
                        <a:pt x="23622" y="17525"/>
                      </a:lnTo>
                      <a:lnTo>
                        <a:pt x="23622" y="11429"/>
                      </a:lnTo>
                      <a:lnTo>
                        <a:pt x="23622" y="4571"/>
                      </a:lnTo>
                      <a:lnTo>
                        <a:pt x="18288" y="0"/>
                      </a:lnTo>
                      <a:lnTo>
                        <a:pt x="5334" y="0"/>
                      </a:lnTo>
                      <a:lnTo>
                        <a:pt x="0" y="4571"/>
                      </a:lnTo>
                      <a:close/>
                    </a:path>
                  </a:pathLst>
                </a:custGeom>
                <a:solidFill>
                  <a:srgbClr val="333399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1" name="Google Shape;2851;p25"/>
                <p:cNvSpPr/>
                <p:nvPr/>
              </p:nvSpPr>
              <p:spPr>
                <a:xfrm>
                  <a:off x="7764018" y="2599944"/>
                  <a:ext cx="11430" cy="63500"/>
                </a:xfrm>
                <a:custGeom>
                  <a:rect b="b" l="l" r="r" t="t"/>
                  <a:pathLst>
                    <a:path extrusionOk="0" h="63500" w="11429">
                      <a:moveTo>
                        <a:pt x="0" y="0"/>
                      </a:moveTo>
                      <a:lnTo>
                        <a:pt x="8382" y="41910"/>
                      </a:lnTo>
                      <a:lnTo>
                        <a:pt x="9906" y="48768"/>
                      </a:lnTo>
                      <a:lnTo>
                        <a:pt x="10668" y="55626"/>
                      </a:lnTo>
                      <a:lnTo>
                        <a:pt x="11430" y="63246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2" name="Google Shape;2852;p25"/>
                <p:cNvSpPr/>
                <p:nvPr/>
              </p:nvSpPr>
              <p:spPr>
                <a:xfrm>
                  <a:off x="7808214" y="2575560"/>
                  <a:ext cx="88900" cy="79375"/>
                </a:xfrm>
                <a:custGeom>
                  <a:rect b="b" l="l" r="r" t="t"/>
                  <a:pathLst>
                    <a:path extrusionOk="0" h="79375" w="88900">
                      <a:moveTo>
                        <a:pt x="3048" y="38100"/>
                      </a:moveTo>
                      <a:lnTo>
                        <a:pt x="2845" y="46672"/>
                      </a:lnTo>
                      <a:lnTo>
                        <a:pt x="2571" y="55244"/>
                      </a:lnTo>
                      <a:lnTo>
                        <a:pt x="2726" y="63817"/>
                      </a:lnTo>
                      <a:lnTo>
                        <a:pt x="3810" y="72390"/>
                      </a:lnTo>
                      <a:lnTo>
                        <a:pt x="3810" y="74676"/>
                      </a:lnTo>
                      <a:lnTo>
                        <a:pt x="4572" y="76962"/>
                      </a:lnTo>
                      <a:lnTo>
                        <a:pt x="5334" y="78486"/>
                      </a:lnTo>
                      <a:lnTo>
                        <a:pt x="5334" y="70866"/>
                      </a:lnTo>
                      <a:lnTo>
                        <a:pt x="4572" y="63246"/>
                      </a:lnTo>
                      <a:lnTo>
                        <a:pt x="3048" y="55626"/>
                      </a:lnTo>
                      <a:lnTo>
                        <a:pt x="1607" y="48196"/>
                      </a:lnTo>
                      <a:lnTo>
                        <a:pt x="666" y="40767"/>
                      </a:lnTo>
                      <a:lnTo>
                        <a:pt x="154" y="33337"/>
                      </a:lnTo>
                      <a:lnTo>
                        <a:pt x="0" y="25908"/>
                      </a:lnTo>
                      <a:lnTo>
                        <a:pt x="0" y="17526"/>
                      </a:lnTo>
                      <a:lnTo>
                        <a:pt x="3048" y="11429"/>
                      </a:lnTo>
                      <a:lnTo>
                        <a:pt x="38862" y="1523"/>
                      </a:lnTo>
                      <a:lnTo>
                        <a:pt x="47244" y="761"/>
                      </a:lnTo>
                      <a:lnTo>
                        <a:pt x="55626" y="0"/>
                      </a:lnTo>
                      <a:lnTo>
                        <a:pt x="60960" y="8381"/>
                      </a:lnTo>
                      <a:lnTo>
                        <a:pt x="63531" y="15835"/>
                      </a:lnTo>
                      <a:lnTo>
                        <a:pt x="63817" y="24002"/>
                      </a:lnTo>
                      <a:lnTo>
                        <a:pt x="62674" y="32170"/>
                      </a:lnTo>
                      <a:lnTo>
                        <a:pt x="60960" y="39623"/>
                      </a:lnTo>
                      <a:lnTo>
                        <a:pt x="58316" y="47053"/>
                      </a:lnTo>
                      <a:lnTo>
                        <a:pt x="55245" y="54482"/>
                      </a:lnTo>
                      <a:lnTo>
                        <a:pt x="52173" y="61912"/>
                      </a:lnTo>
                      <a:lnTo>
                        <a:pt x="49530" y="69341"/>
                      </a:lnTo>
                      <a:lnTo>
                        <a:pt x="48006" y="75438"/>
                      </a:lnTo>
                      <a:lnTo>
                        <a:pt x="48768" y="77723"/>
                      </a:lnTo>
                      <a:lnTo>
                        <a:pt x="54864" y="78486"/>
                      </a:lnTo>
                      <a:lnTo>
                        <a:pt x="62043" y="78819"/>
                      </a:lnTo>
                      <a:lnTo>
                        <a:pt x="68865" y="77723"/>
                      </a:lnTo>
                      <a:lnTo>
                        <a:pt x="75545" y="75485"/>
                      </a:lnTo>
                      <a:lnTo>
                        <a:pt x="82296" y="72389"/>
                      </a:lnTo>
                      <a:lnTo>
                        <a:pt x="84582" y="71627"/>
                      </a:lnTo>
                      <a:lnTo>
                        <a:pt x="86868" y="70103"/>
                      </a:lnTo>
                      <a:lnTo>
                        <a:pt x="88392" y="69341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853" name="Google Shape;2853;p25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213572" y="2358781"/>
                <a:ext cx="67868" cy="865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54" name="Google Shape;2854;p25"/>
              <p:cNvSpPr/>
              <p:nvPr/>
            </p:nvSpPr>
            <p:spPr>
              <a:xfrm>
                <a:off x="8970264" y="2368010"/>
                <a:ext cx="66675" cy="68580"/>
              </a:xfrm>
              <a:custGeom>
                <a:rect b="b" l="l" r="r" t="t"/>
                <a:pathLst>
                  <a:path extrusionOk="0" h="68580" w="66675">
                    <a:moveTo>
                      <a:pt x="0" y="5619"/>
                    </a:moveTo>
                    <a:lnTo>
                      <a:pt x="8060" y="1916"/>
                    </a:lnTo>
                    <a:lnTo>
                      <a:pt x="15335" y="0"/>
                    </a:lnTo>
                    <a:lnTo>
                      <a:pt x="22181" y="1654"/>
                    </a:lnTo>
                    <a:lnTo>
                      <a:pt x="28956" y="8667"/>
                    </a:lnTo>
                    <a:lnTo>
                      <a:pt x="31789" y="15144"/>
                    </a:lnTo>
                    <a:lnTo>
                      <a:pt x="33337" y="23336"/>
                    </a:lnTo>
                    <a:lnTo>
                      <a:pt x="33456" y="31813"/>
                    </a:lnTo>
                    <a:lnTo>
                      <a:pt x="32004" y="39147"/>
                    </a:lnTo>
                    <a:lnTo>
                      <a:pt x="29277" y="45850"/>
                    </a:lnTo>
                    <a:lnTo>
                      <a:pt x="25050" y="52196"/>
                    </a:lnTo>
                    <a:lnTo>
                      <a:pt x="20109" y="58114"/>
                    </a:lnTo>
                    <a:lnTo>
                      <a:pt x="15240" y="63531"/>
                    </a:lnTo>
                    <a:lnTo>
                      <a:pt x="13716" y="65817"/>
                    </a:lnTo>
                    <a:lnTo>
                      <a:pt x="12954" y="65817"/>
                    </a:lnTo>
                    <a:lnTo>
                      <a:pt x="13716" y="68103"/>
                    </a:lnTo>
                    <a:lnTo>
                      <a:pt x="21145" y="67817"/>
                    </a:lnTo>
                    <a:lnTo>
                      <a:pt x="28575" y="66960"/>
                    </a:lnTo>
                    <a:lnTo>
                      <a:pt x="36004" y="65531"/>
                    </a:lnTo>
                    <a:lnTo>
                      <a:pt x="43434" y="63531"/>
                    </a:lnTo>
                    <a:lnTo>
                      <a:pt x="54864" y="60483"/>
                    </a:lnTo>
                    <a:lnTo>
                      <a:pt x="58674" y="59721"/>
                    </a:lnTo>
                    <a:lnTo>
                      <a:pt x="66294" y="57435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55" name="Google Shape;2855;p25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672552" y="2749270"/>
                <a:ext cx="111302" cy="12959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856" name="Google Shape;2856;p25"/>
              <p:cNvGrpSpPr/>
              <p:nvPr/>
            </p:nvGrpSpPr>
            <p:grpSpPr>
              <a:xfrm>
                <a:off x="8164042" y="2462784"/>
                <a:ext cx="821589" cy="339090"/>
                <a:chOff x="8164042" y="2462784"/>
                <a:chExt cx="821589" cy="339090"/>
              </a:xfrm>
            </p:grpSpPr>
            <p:pic>
              <p:nvPicPr>
                <p:cNvPr id="2857" name="Google Shape;2857;p25"/>
                <p:cNvPicPr preferRelativeResize="0"/>
                <p:nvPr/>
              </p:nvPicPr>
              <p:blipFill rotWithShape="1">
                <a:blip r:embed="rId28">
                  <a:alphaModFix/>
                </a:blip>
                <a:srcRect b="0" l="0" r="0" t="0"/>
                <a:stretch/>
              </p:blipFill>
              <p:spPr>
                <a:xfrm>
                  <a:off x="8164042" y="2522766"/>
                  <a:ext cx="207314" cy="22884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58" name="Google Shape;2858;p25"/>
                <p:cNvPicPr preferRelativeResize="0"/>
                <p:nvPr/>
              </p:nvPicPr>
              <p:blipFill rotWithShape="1">
                <a:blip r:embed="rId29">
                  <a:alphaModFix/>
                </a:blip>
                <a:srcRect b="0" l="0" r="0" t="0"/>
                <a:stretch/>
              </p:blipFill>
              <p:spPr>
                <a:xfrm>
                  <a:off x="8407882" y="2489428"/>
                  <a:ext cx="260654" cy="20883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59" name="Google Shape;2859;p25"/>
                <p:cNvSpPr/>
                <p:nvPr/>
              </p:nvSpPr>
              <p:spPr>
                <a:xfrm>
                  <a:off x="8718042" y="2584704"/>
                  <a:ext cx="29845" cy="5080"/>
                </a:xfrm>
                <a:custGeom>
                  <a:rect b="b" l="l" r="r" t="t"/>
                  <a:pathLst>
                    <a:path extrusionOk="0" h="5080" w="29845">
                      <a:moveTo>
                        <a:pt x="0" y="4572"/>
                      </a:moveTo>
                      <a:lnTo>
                        <a:pt x="8286" y="3964"/>
                      </a:lnTo>
                      <a:lnTo>
                        <a:pt x="15430" y="3143"/>
                      </a:lnTo>
                      <a:lnTo>
                        <a:pt x="22288" y="1893"/>
                      </a:lnTo>
                      <a:lnTo>
                        <a:pt x="29718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860" name="Google Shape;2860;p25"/>
                <p:cNvPicPr preferRelativeResize="0"/>
                <p:nvPr/>
              </p:nvPicPr>
              <p:blipFill rotWithShape="1">
                <a:blip r:embed="rId30">
                  <a:alphaModFix/>
                </a:blip>
                <a:srcRect b="0" l="0" r="0" t="0"/>
                <a:stretch/>
              </p:blipFill>
              <p:spPr>
                <a:xfrm>
                  <a:off x="8778310" y="2542768"/>
                  <a:ext cx="117779" cy="148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61" name="Google Shape;2861;p25"/>
                <p:cNvSpPr/>
                <p:nvPr/>
              </p:nvSpPr>
              <p:spPr>
                <a:xfrm>
                  <a:off x="8940546" y="2462784"/>
                  <a:ext cx="45085" cy="212725"/>
                </a:xfrm>
                <a:custGeom>
                  <a:rect b="b" l="l" r="r" t="t"/>
                  <a:pathLst>
                    <a:path extrusionOk="0" h="212725" w="45084">
                      <a:moveTo>
                        <a:pt x="6857" y="0"/>
                      </a:moveTo>
                      <a:lnTo>
                        <a:pt x="32003" y="31051"/>
                      </a:lnTo>
                      <a:lnTo>
                        <a:pt x="43433" y="70103"/>
                      </a:lnTo>
                      <a:lnTo>
                        <a:pt x="44660" y="93142"/>
                      </a:lnTo>
                      <a:lnTo>
                        <a:pt x="43529" y="115538"/>
                      </a:lnTo>
                      <a:lnTo>
                        <a:pt x="32765" y="159258"/>
                      </a:lnTo>
                      <a:lnTo>
                        <a:pt x="9405" y="199763"/>
                      </a:lnTo>
                      <a:lnTo>
                        <a:pt x="0" y="212597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2" name="Google Shape;2862;p25"/>
                <p:cNvSpPr/>
                <p:nvPr/>
              </p:nvSpPr>
              <p:spPr>
                <a:xfrm>
                  <a:off x="8369522" y="2569464"/>
                  <a:ext cx="115570" cy="232410"/>
                </a:xfrm>
                <a:custGeom>
                  <a:rect b="b" l="l" r="r" t="t"/>
                  <a:pathLst>
                    <a:path extrusionOk="0" h="232410" w="115570">
                      <a:moveTo>
                        <a:pt x="16287" y="0"/>
                      </a:moveTo>
                      <a:lnTo>
                        <a:pt x="7334" y="40862"/>
                      </a:lnTo>
                      <a:lnTo>
                        <a:pt x="1809" y="82296"/>
                      </a:lnTo>
                      <a:lnTo>
                        <a:pt x="0" y="129063"/>
                      </a:lnTo>
                      <a:lnTo>
                        <a:pt x="1488" y="152483"/>
                      </a:lnTo>
                      <a:lnTo>
                        <a:pt x="12918" y="192786"/>
                      </a:lnTo>
                      <a:lnTo>
                        <a:pt x="54387" y="227076"/>
                      </a:lnTo>
                      <a:lnTo>
                        <a:pt x="84582" y="232219"/>
                      </a:lnTo>
                      <a:lnTo>
                        <a:pt x="99929" y="232005"/>
                      </a:lnTo>
                      <a:lnTo>
                        <a:pt x="115347" y="231647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3" name="Google Shape;2863;p25"/>
              <p:cNvGrpSpPr/>
              <p:nvPr/>
            </p:nvGrpSpPr>
            <p:grpSpPr>
              <a:xfrm>
                <a:off x="9126474" y="2510028"/>
                <a:ext cx="62865" cy="95250"/>
                <a:chOff x="9126474" y="2510028"/>
                <a:chExt cx="62865" cy="95250"/>
              </a:xfrm>
            </p:grpSpPr>
            <p:sp>
              <p:nvSpPr>
                <p:cNvPr id="2864" name="Google Shape;2864;p25"/>
                <p:cNvSpPr/>
                <p:nvPr/>
              </p:nvSpPr>
              <p:spPr>
                <a:xfrm>
                  <a:off x="9126474" y="2542032"/>
                  <a:ext cx="62865" cy="11430"/>
                </a:xfrm>
                <a:custGeom>
                  <a:rect b="b" l="l" r="r" t="t"/>
                  <a:pathLst>
                    <a:path extrusionOk="0" h="11430" w="62865">
                      <a:moveTo>
                        <a:pt x="0" y="11429"/>
                      </a:moveTo>
                      <a:lnTo>
                        <a:pt x="45720" y="6095"/>
                      </a:lnTo>
                      <a:lnTo>
                        <a:pt x="57150" y="3047"/>
                      </a:lnTo>
                      <a:lnTo>
                        <a:pt x="62484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5" name="Google Shape;2865;p25"/>
                <p:cNvSpPr/>
                <p:nvPr/>
              </p:nvSpPr>
              <p:spPr>
                <a:xfrm>
                  <a:off x="9156954" y="2510028"/>
                  <a:ext cx="10160" cy="95250"/>
                </a:xfrm>
                <a:custGeom>
                  <a:rect b="b" l="l" r="r" t="t"/>
                  <a:pathLst>
                    <a:path extrusionOk="0" h="95250" w="10159">
                      <a:moveTo>
                        <a:pt x="9905" y="0"/>
                      </a:moveTo>
                      <a:lnTo>
                        <a:pt x="8905" y="9489"/>
                      </a:lnTo>
                      <a:lnTo>
                        <a:pt x="8191" y="18764"/>
                      </a:lnTo>
                      <a:lnTo>
                        <a:pt x="7762" y="28182"/>
                      </a:lnTo>
                      <a:lnTo>
                        <a:pt x="7619" y="38100"/>
                      </a:lnTo>
                      <a:lnTo>
                        <a:pt x="7179" y="52601"/>
                      </a:lnTo>
                      <a:lnTo>
                        <a:pt x="5810" y="66675"/>
                      </a:lnTo>
                      <a:lnTo>
                        <a:pt x="3440" y="80748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6" name="Google Shape;2866;p25"/>
              <p:cNvGrpSpPr/>
              <p:nvPr/>
            </p:nvGrpSpPr>
            <p:grpSpPr>
              <a:xfrm>
                <a:off x="9347428" y="2412466"/>
                <a:ext cx="416102" cy="259892"/>
                <a:chOff x="9347428" y="2412466"/>
                <a:chExt cx="416102" cy="259892"/>
              </a:xfrm>
            </p:grpSpPr>
            <p:pic>
              <p:nvPicPr>
                <p:cNvPr id="2867" name="Google Shape;2867;p25"/>
                <p:cNvPicPr preferRelativeResize="0"/>
                <p:nvPr/>
              </p:nvPicPr>
              <p:blipFill rotWithShape="1">
                <a:blip r:embed="rId31">
                  <a:alphaModFix/>
                </a:blip>
                <a:srcRect b="0" l="0" r="0" t="0"/>
                <a:stretch/>
              </p:blipFill>
              <p:spPr>
                <a:xfrm>
                  <a:off x="9347428" y="2506954"/>
                  <a:ext cx="194741" cy="16540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68" name="Google Shape;2868;p25"/>
                <p:cNvPicPr preferRelativeResize="0"/>
                <p:nvPr/>
              </p:nvPicPr>
              <p:blipFill rotWithShape="1">
                <a:blip r:embed="rId32">
                  <a:alphaModFix/>
                </a:blip>
                <a:srcRect b="0" l="0" r="0" t="0"/>
                <a:stretch/>
              </p:blipFill>
              <p:spPr>
                <a:xfrm>
                  <a:off x="9579838" y="2412466"/>
                  <a:ext cx="183692" cy="209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69" name="Google Shape;2869;p25"/>
              <p:cNvGrpSpPr/>
              <p:nvPr/>
            </p:nvGrpSpPr>
            <p:grpSpPr>
              <a:xfrm>
                <a:off x="9206484" y="2522219"/>
                <a:ext cx="81629" cy="144272"/>
                <a:chOff x="9206484" y="2522219"/>
                <a:chExt cx="81629" cy="144272"/>
              </a:xfrm>
            </p:grpSpPr>
            <p:sp>
              <p:nvSpPr>
                <p:cNvPr id="2870" name="Google Shape;2870;p25"/>
                <p:cNvSpPr/>
                <p:nvPr/>
              </p:nvSpPr>
              <p:spPr>
                <a:xfrm>
                  <a:off x="9240488" y="2522219"/>
                  <a:ext cx="47625" cy="108585"/>
                </a:xfrm>
                <a:custGeom>
                  <a:rect b="b" l="l" r="r" t="t"/>
                  <a:pathLst>
                    <a:path extrusionOk="0" h="108585" w="47625">
                      <a:moveTo>
                        <a:pt x="2571" y="0"/>
                      </a:moveTo>
                      <a:lnTo>
                        <a:pt x="0" y="12573"/>
                      </a:lnTo>
                      <a:lnTo>
                        <a:pt x="285" y="22288"/>
                      </a:lnTo>
                      <a:lnTo>
                        <a:pt x="3428" y="31718"/>
                      </a:lnTo>
                      <a:lnTo>
                        <a:pt x="9429" y="43434"/>
                      </a:lnTo>
                      <a:lnTo>
                        <a:pt x="14823" y="53149"/>
                      </a:lnTo>
                      <a:lnTo>
                        <a:pt x="20573" y="62865"/>
                      </a:lnTo>
                      <a:lnTo>
                        <a:pt x="26467" y="72580"/>
                      </a:lnTo>
                      <a:lnTo>
                        <a:pt x="32289" y="82296"/>
                      </a:lnTo>
                      <a:lnTo>
                        <a:pt x="35492" y="88249"/>
                      </a:lnTo>
                      <a:lnTo>
                        <a:pt x="38480" y="94488"/>
                      </a:lnTo>
                      <a:lnTo>
                        <a:pt x="41612" y="100726"/>
                      </a:lnTo>
                      <a:lnTo>
                        <a:pt x="45243" y="106680"/>
                      </a:lnTo>
                      <a:lnTo>
                        <a:pt x="46767" y="107442"/>
                      </a:lnTo>
                      <a:lnTo>
                        <a:pt x="46767" y="108204"/>
                      </a:lnTo>
                      <a:lnTo>
                        <a:pt x="47529" y="108204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1" name="Google Shape;2871;p25"/>
                <p:cNvSpPr/>
                <p:nvPr/>
              </p:nvSpPr>
              <p:spPr>
                <a:xfrm>
                  <a:off x="9206484" y="2583941"/>
                  <a:ext cx="57150" cy="82550"/>
                </a:xfrm>
                <a:custGeom>
                  <a:rect b="b" l="l" r="r" t="t"/>
                  <a:pathLst>
                    <a:path extrusionOk="0" h="82550" w="57150">
                      <a:moveTo>
                        <a:pt x="57150" y="0"/>
                      </a:moveTo>
                      <a:lnTo>
                        <a:pt x="29718" y="36576"/>
                      </a:lnTo>
                      <a:lnTo>
                        <a:pt x="22824" y="48434"/>
                      </a:lnTo>
                      <a:lnTo>
                        <a:pt x="15716" y="60007"/>
                      </a:lnTo>
                      <a:lnTo>
                        <a:pt x="8179" y="71294"/>
                      </a:lnTo>
                      <a:lnTo>
                        <a:pt x="0" y="82296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72" name="Google Shape;2872;p25"/>
              <p:cNvSpPr/>
              <p:nvPr/>
            </p:nvSpPr>
            <p:spPr>
              <a:xfrm>
                <a:off x="8426957" y="3354323"/>
                <a:ext cx="74295" cy="5080"/>
              </a:xfrm>
              <a:custGeom>
                <a:rect b="b" l="l" r="r" t="t"/>
                <a:pathLst>
                  <a:path extrusionOk="0" h="5079" w="74295">
                    <a:moveTo>
                      <a:pt x="0" y="3048"/>
                    </a:moveTo>
                    <a:lnTo>
                      <a:pt x="12573" y="3143"/>
                    </a:lnTo>
                    <a:lnTo>
                      <a:pt x="25146" y="3238"/>
                    </a:lnTo>
                    <a:lnTo>
                      <a:pt x="37719" y="3048"/>
                    </a:lnTo>
                    <a:lnTo>
                      <a:pt x="50292" y="2286"/>
                    </a:lnTo>
                    <a:lnTo>
                      <a:pt x="57912" y="762"/>
                    </a:lnTo>
                    <a:lnTo>
                      <a:pt x="66294" y="762"/>
                    </a:lnTo>
                    <a:lnTo>
                      <a:pt x="73914" y="0"/>
                    </a:lnTo>
                    <a:lnTo>
                      <a:pt x="70104" y="3048"/>
                    </a:lnTo>
                    <a:lnTo>
                      <a:pt x="67056" y="3048"/>
                    </a:lnTo>
                    <a:lnTo>
                      <a:pt x="61722" y="3810"/>
                    </a:lnTo>
                    <a:lnTo>
                      <a:pt x="60198" y="3810"/>
                    </a:lnTo>
                    <a:lnTo>
                      <a:pt x="57912" y="4572"/>
                    </a:lnTo>
                    <a:lnTo>
                      <a:pt x="56388" y="457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3" name="Google Shape;2873;p25"/>
              <p:cNvSpPr/>
              <p:nvPr/>
            </p:nvSpPr>
            <p:spPr>
              <a:xfrm>
                <a:off x="8408669" y="3438905"/>
                <a:ext cx="93980" cy="5080"/>
              </a:xfrm>
              <a:custGeom>
                <a:rect b="b" l="l" r="r" t="t"/>
                <a:pathLst>
                  <a:path extrusionOk="0" h="5079" w="93979">
                    <a:moveTo>
                      <a:pt x="0" y="3810"/>
                    </a:moveTo>
                    <a:lnTo>
                      <a:pt x="12322" y="4345"/>
                    </a:lnTo>
                    <a:lnTo>
                      <a:pt x="24288" y="4667"/>
                    </a:lnTo>
                    <a:lnTo>
                      <a:pt x="36111" y="4560"/>
                    </a:lnTo>
                    <a:lnTo>
                      <a:pt x="48006" y="3810"/>
                    </a:lnTo>
                    <a:lnTo>
                      <a:pt x="56578" y="3119"/>
                    </a:lnTo>
                    <a:lnTo>
                      <a:pt x="65151" y="2286"/>
                    </a:lnTo>
                    <a:lnTo>
                      <a:pt x="73723" y="1452"/>
                    </a:lnTo>
                    <a:lnTo>
                      <a:pt x="82296" y="762"/>
                    </a:lnTo>
                    <a:lnTo>
                      <a:pt x="86106" y="762"/>
                    </a:lnTo>
                    <a:lnTo>
                      <a:pt x="89916" y="762"/>
                    </a:lnTo>
                    <a:lnTo>
                      <a:pt x="93726" y="0"/>
                    </a:lnTo>
                    <a:lnTo>
                      <a:pt x="89154" y="1524"/>
                    </a:lnTo>
                    <a:lnTo>
                      <a:pt x="84582" y="3048"/>
                    </a:lnTo>
                    <a:lnTo>
                      <a:pt x="80010" y="457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4" name="Google Shape;2874;p25"/>
              <p:cNvSpPr/>
              <p:nvPr/>
            </p:nvSpPr>
            <p:spPr>
              <a:xfrm>
                <a:off x="8413242" y="3514344"/>
                <a:ext cx="86995" cy="6350"/>
              </a:xfrm>
              <a:custGeom>
                <a:rect b="b" l="l" r="r" t="t"/>
                <a:pathLst>
                  <a:path extrusionOk="0" h="6350" w="86995">
                    <a:moveTo>
                      <a:pt x="0" y="0"/>
                    </a:moveTo>
                    <a:lnTo>
                      <a:pt x="45720" y="6095"/>
                    </a:lnTo>
                    <a:lnTo>
                      <a:pt x="61055" y="6286"/>
                    </a:lnTo>
                    <a:lnTo>
                      <a:pt x="68972" y="6095"/>
                    </a:lnTo>
                    <a:lnTo>
                      <a:pt x="76962" y="5333"/>
                    </a:lnTo>
                    <a:lnTo>
                      <a:pt x="80010" y="4571"/>
                    </a:lnTo>
                    <a:lnTo>
                      <a:pt x="83058" y="4571"/>
                    </a:lnTo>
                    <a:lnTo>
                      <a:pt x="86868" y="4571"/>
                    </a:lnTo>
                    <a:lnTo>
                      <a:pt x="83058" y="3047"/>
                    </a:lnTo>
                    <a:lnTo>
                      <a:pt x="81534" y="2285"/>
                    </a:lnTo>
                    <a:lnTo>
                      <a:pt x="78486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75" name="Google Shape;2875;p25"/>
              <p:cNvGrpSpPr/>
              <p:nvPr/>
            </p:nvGrpSpPr>
            <p:grpSpPr>
              <a:xfrm>
                <a:off x="7838573" y="3892296"/>
                <a:ext cx="297955" cy="169188"/>
                <a:chOff x="7838573" y="3892296"/>
                <a:chExt cx="297955" cy="169188"/>
              </a:xfrm>
            </p:grpSpPr>
            <p:pic>
              <p:nvPicPr>
                <p:cNvPr id="2876" name="Google Shape;2876;p25"/>
                <p:cNvPicPr preferRelativeResize="0"/>
                <p:nvPr/>
              </p:nvPicPr>
              <p:blipFill rotWithShape="1">
                <a:blip r:embed="rId33">
                  <a:alphaModFix/>
                </a:blip>
                <a:srcRect b="0" l="0" r="0" t="0"/>
                <a:stretch/>
              </p:blipFill>
              <p:spPr>
                <a:xfrm>
                  <a:off x="7838573" y="3953992"/>
                  <a:ext cx="157880" cy="10749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77" name="Google Shape;2877;p25"/>
                <p:cNvSpPr/>
                <p:nvPr/>
              </p:nvSpPr>
              <p:spPr>
                <a:xfrm>
                  <a:off x="8003286" y="3892296"/>
                  <a:ext cx="22860" cy="22860"/>
                </a:xfrm>
                <a:custGeom>
                  <a:rect b="b" l="l" r="r" t="t"/>
                  <a:pathLst>
                    <a:path extrusionOk="0" h="22860" w="22859">
                      <a:moveTo>
                        <a:pt x="0" y="4571"/>
                      </a:moveTo>
                      <a:lnTo>
                        <a:pt x="0" y="17525"/>
                      </a:lnTo>
                      <a:lnTo>
                        <a:pt x="5333" y="22859"/>
                      </a:lnTo>
                      <a:lnTo>
                        <a:pt x="18287" y="22859"/>
                      </a:lnTo>
                      <a:lnTo>
                        <a:pt x="22859" y="17525"/>
                      </a:lnTo>
                      <a:lnTo>
                        <a:pt x="22859" y="11429"/>
                      </a:lnTo>
                      <a:lnTo>
                        <a:pt x="22859" y="4571"/>
                      </a:lnTo>
                      <a:lnTo>
                        <a:pt x="18287" y="0"/>
                      </a:lnTo>
                      <a:lnTo>
                        <a:pt x="5333" y="0"/>
                      </a:lnTo>
                      <a:lnTo>
                        <a:pt x="0" y="4571"/>
                      </a:lnTo>
                      <a:close/>
                    </a:path>
                  </a:pathLst>
                </a:custGeom>
                <a:solidFill>
                  <a:srgbClr val="333399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8" name="Google Shape;2878;p25"/>
                <p:cNvSpPr/>
                <p:nvPr/>
              </p:nvSpPr>
              <p:spPr>
                <a:xfrm>
                  <a:off x="8028432" y="3959352"/>
                  <a:ext cx="1905" cy="70485"/>
                </a:xfrm>
                <a:custGeom>
                  <a:rect b="b" l="l" r="r" t="t"/>
                  <a:pathLst>
                    <a:path extrusionOk="0" h="70485" w="1904">
                      <a:moveTo>
                        <a:pt x="0" y="0"/>
                      </a:moveTo>
                      <a:lnTo>
                        <a:pt x="452" y="13263"/>
                      </a:lnTo>
                      <a:lnTo>
                        <a:pt x="762" y="26669"/>
                      </a:lnTo>
                      <a:lnTo>
                        <a:pt x="1071" y="40076"/>
                      </a:lnTo>
                      <a:lnTo>
                        <a:pt x="1524" y="53340"/>
                      </a:lnTo>
                      <a:lnTo>
                        <a:pt x="1524" y="59436"/>
                      </a:lnTo>
                      <a:lnTo>
                        <a:pt x="1524" y="64769"/>
                      </a:lnTo>
                      <a:lnTo>
                        <a:pt x="1524" y="70104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9" name="Google Shape;2879;p25"/>
                <p:cNvSpPr/>
                <p:nvPr/>
              </p:nvSpPr>
              <p:spPr>
                <a:xfrm>
                  <a:off x="8066043" y="3944397"/>
                  <a:ext cx="70485" cy="82550"/>
                </a:xfrm>
                <a:custGeom>
                  <a:rect b="b" l="l" r="r" t="t"/>
                  <a:pathLst>
                    <a:path extrusionOk="0" h="82550" w="70484">
                      <a:moveTo>
                        <a:pt x="488" y="29432"/>
                      </a:moveTo>
                      <a:lnTo>
                        <a:pt x="559" y="40040"/>
                      </a:lnTo>
                      <a:lnTo>
                        <a:pt x="1059" y="50291"/>
                      </a:lnTo>
                      <a:lnTo>
                        <a:pt x="2416" y="60400"/>
                      </a:lnTo>
                      <a:lnTo>
                        <a:pt x="5060" y="70580"/>
                      </a:lnTo>
                      <a:lnTo>
                        <a:pt x="5822" y="73628"/>
                      </a:lnTo>
                      <a:lnTo>
                        <a:pt x="7346" y="79724"/>
                      </a:lnTo>
                      <a:lnTo>
                        <a:pt x="10394" y="82010"/>
                      </a:lnTo>
                      <a:lnTo>
                        <a:pt x="10394" y="81248"/>
                      </a:lnTo>
                      <a:lnTo>
                        <a:pt x="10394" y="80486"/>
                      </a:lnTo>
                      <a:lnTo>
                        <a:pt x="9322" y="74187"/>
                      </a:lnTo>
                      <a:lnTo>
                        <a:pt x="7536" y="67817"/>
                      </a:lnTo>
                      <a:lnTo>
                        <a:pt x="5464" y="61305"/>
                      </a:lnTo>
                      <a:lnTo>
                        <a:pt x="3536" y="54578"/>
                      </a:lnTo>
                      <a:lnTo>
                        <a:pt x="1881" y="46660"/>
                      </a:lnTo>
                      <a:lnTo>
                        <a:pt x="583" y="38099"/>
                      </a:lnTo>
                      <a:lnTo>
                        <a:pt x="0" y="29396"/>
                      </a:lnTo>
                      <a:lnTo>
                        <a:pt x="488" y="21050"/>
                      </a:lnTo>
                      <a:lnTo>
                        <a:pt x="38111" y="0"/>
                      </a:lnTo>
                      <a:lnTo>
                        <a:pt x="48244" y="726"/>
                      </a:lnTo>
                      <a:lnTo>
                        <a:pt x="70187" y="38623"/>
                      </a:lnTo>
                      <a:lnTo>
                        <a:pt x="69830" y="46767"/>
                      </a:lnTo>
                      <a:lnTo>
                        <a:pt x="68329" y="54625"/>
                      </a:lnTo>
                      <a:lnTo>
                        <a:pt x="65258" y="62198"/>
                      </a:lnTo>
                      <a:lnTo>
                        <a:pt x="63734" y="63722"/>
                      </a:lnTo>
                      <a:lnTo>
                        <a:pt x="62972" y="66008"/>
                      </a:lnTo>
                      <a:lnTo>
                        <a:pt x="61448" y="67532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880" name="Google Shape;2880;p25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908010" y="4147540"/>
                <a:ext cx="113588" cy="12959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881" name="Google Shape;2881;p25"/>
              <p:cNvGrpSpPr/>
              <p:nvPr/>
            </p:nvGrpSpPr>
            <p:grpSpPr>
              <a:xfrm>
                <a:off x="8471890" y="3760670"/>
                <a:ext cx="246176" cy="343558"/>
                <a:chOff x="8471890" y="3760670"/>
                <a:chExt cx="246176" cy="343558"/>
              </a:xfrm>
            </p:grpSpPr>
            <p:pic>
              <p:nvPicPr>
                <p:cNvPr id="2882" name="Google Shape;2882;p25"/>
                <p:cNvPicPr preferRelativeResize="0"/>
                <p:nvPr/>
              </p:nvPicPr>
              <p:blipFill rotWithShape="1">
                <a:blip r:embed="rId35">
                  <a:alphaModFix/>
                </a:blip>
                <a:srcRect b="0" l="0" r="0" t="0"/>
                <a:stretch/>
              </p:blipFill>
              <p:spPr>
                <a:xfrm>
                  <a:off x="8542542" y="3760670"/>
                  <a:ext cx="86371" cy="775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883" name="Google Shape;2883;p25"/>
                <p:cNvPicPr preferRelativeResize="0"/>
                <p:nvPr/>
              </p:nvPicPr>
              <p:blipFill rotWithShape="1">
                <a:blip r:embed="rId36">
                  <a:alphaModFix/>
                </a:blip>
                <a:srcRect b="0" l="0" r="0" t="0"/>
                <a:stretch/>
              </p:blipFill>
              <p:spPr>
                <a:xfrm>
                  <a:off x="8471890" y="3881602"/>
                  <a:ext cx="246176" cy="22262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84" name="Google Shape;2884;p25"/>
              <p:cNvGrpSpPr/>
              <p:nvPr/>
            </p:nvGrpSpPr>
            <p:grpSpPr>
              <a:xfrm>
                <a:off x="8484869" y="4157471"/>
                <a:ext cx="182880" cy="128803"/>
                <a:chOff x="8484869" y="4157471"/>
                <a:chExt cx="182880" cy="128803"/>
              </a:xfrm>
            </p:grpSpPr>
            <p:sp>
              <p:nvSpPr>
                <p:cNvPr id="2885" name="Google Shape;2885;p25"/>
                <p:cNvSpPr/>
                <p:nvPr/>
              </p:nvSpPr>
              <p:spPr>
                <a:xfrm>
                  <a:off x="8503919" y="4229099"/>
                  <a:ext cx="1905" cy="50800"/>
                </a:xfrm>
                <a:custGeom>
                  <a:rect b="b" l="l" r="r" t="t"/>
                  <a:pathLst>
                    <a:path extrusionOk="0" h="50800" w="1904">
                      <a:moveTo>
                        <a:pt x="0" y="0"/>
                      </a:moveTo>
                      <a:lnTo>
                        <a:pt x="238" y="10417"/>
                      </a:lnTo>
                      <a:lnTo>
                        <a:pt x="762" y="21050"/>
                      </a:lnTo>
                      <a:lnTo>
                        <a:pt x="1285" y="31825"/>
                      </a:lnTo>
                      <a:lnTo>
                        <a:pt x="1524" y="42672"/>
                      </a:lnTo>
                      <a:lnTo>
                        <a:pt x="1524" y="47244"/>
                      </a:lnTo>
                      <a:lnTo>
                        <a:pt x="1524" y="48006"/>
                      </a:lnTo>
                      <a:lnTo>
                        <a:pt x="1524" y="50292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6" name="Google Shape;2886;p25"/>
                <p:cNvSpPr/>
                <p:nvPr/>
              </p:nvSpPr>
              <p:spPr>
                <a:xfrm>
                  <a:off x="8484869" y="4157471"/>
                  <a:ext cx="22860" cy="22860"/>
                </a:xfrm>
                <a:custGeom>
                  <a:rect b="b" l="l" r="r" t="t"/>
                  <a:pathLst>
                    <a:path extrusionOk="0" h="22860" w="22859">
                      <a:moveTo>
                        <a:pt x="0" y="5333"/>
                      </a:moveTo>
                      <a:lnTo>
                        <a:pt x="0" y="18287"/>
                      </a:lnTo>
                      <a:lnTo>
                        <a:pt x="5333" y="22859"/>
                      </a:lnTo>
                      <a:lnTo>
                        <a:pt x="17525" y="22859"/>
                      </a:lnTo>
                      <a:lnTo>
                        <a:pt x="22859" y="18287"/>
                      </a:lnTo>
                      <a:lnTo>
                        <a:pt x="22859" y="11429"/>
                      </a:lnTo>
                      <a:lnTo>
                        <a:pt x="22859" y="5333"/>
                      </a:lnTo>
                      <a:lnTo>
                        <a:pt x="17525" y="0"/>
                      </a:lnTo>
                      <a:lnTo>
                        <a:pt x="5333" y="0"/>
                      </a:lnTo>
                      <a:lnTo>
                        <a:pt x="0" y="5333"/>
                      </a:lnTo>
                      <a:close/>
                    </a:path>
                  </a:pathLst>
                </a:custGeom>
                <a:solidFill>
                  <a:srgbClr val="333399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887" name="Google Shape;2887;p25"/>
                <p:cNvPicPr preferRelativeResize="0"/>
                <p:nvPr/>
              </p:nvPicPr>
              <p:blipFill rotWithShape="1">
                <a:blip r:embed="rId37">
                  <a:alphaModFix/>
                </a:blip>
                <a:srcRect b="0" l="0" r="0" t="0"/>
                <a:stretch/>
              </p:blipFill>
              <p:spPr>
                <a:xfrm>
                  <a:off x="8554186" y="4194593"/>
                  <a:ext cx="70154" cy="9168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888" name="Google Shape;2888;p25"/>
                <p:cNvSpPr/>
                <p:nvPr/>
              </p:nvSpPr>
              <p:spPr>
                <a:xfrm>
                  <a:off x="8667749" y="4207001"/>
                  <a:ext cx="0" cy="64769"/>
                </a:xfrm>
                <a:custGeom>
                  <a:rect b="b" l="l" r="r" t="t"/>
                  <a:pathLst>
                    <a:path extrusionOk="0" h="64770" w="120000">
                      <a:moveTo>
                        <a:pt x="0" y="0"/>
                      </a:moveTo>
                      <a:lnTo>
                        <a:pt x="0" y="16121"/>
                      </a:lnTo>
                      <a:lnTo>
                        <a:pt x="0" y="32385"/>
                      </a:lnTo>
                      <a:lnTo>
                        <a:pt x="0" y="48648"/>
                      </a:lnTo>
                      <a:lnTo>
                        <a:pt x="0" y="64769"/>
                      </a:lnTo>
                    </a:path>
                  </a:pathLst>
                </a:custGeom>
                <a:noFill/>
                <a:ln cap="flat" cmpd="sng" w="22900">
                  <a:solidFill>
                    <a:srgbClr val="3333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889" name="Google Shape;2889;p25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740876" y="3790162"/>
                <a:ext cx="297230" cy="2332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0" name="Google Shape;2890;p25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9090634" y="3861790"/>
                <a:ext cx="186455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1" name="Google Shape;2891;p25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9326854" y="3765016"/>
                <a:ext cx="79679" cy="2362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92" name="Google Shape;2892;p25"/>
              <p:cNvSpPr/>
              <p:nvPr/>
            </p:nvSpPr>
            <p:spPr>
              <a:xfrm>
                <a:off x="8746235" y="3872484"/>
                <a:ext cx="123825" cy="231775"/>
              </a:xfrm>
              <a:custGeom>
                <a:rect b="b" l="l" r="r" t="t"/>
                <a:pathLst>
                  <a:path extrusionOk="0" h="231775" w="123825">
                    <a:moveTo>
                      <a:pt x="3048" y="0"/>
                    </a:moveTo>
                    <a:lnTo>
                      <a:pt x="1928" y="19883"/>
                    </a:lnTo>
                    <a:lnTo>
                      <a:pt x="952" y="39624"/>
                    </a:lnTo>
                    <a:lnTo>
                      <a:pt x="261" y="59364"/>
                    </a:lnTo>
                    <a:lnTo>
                      <a:pt x="0" y="79248"/>
                    </a:lnTo>
                    <a:lnTo>
                      <a:pt x="892" y="107644"/>
                    </a:lnTo>
                    <a:lnTo>
                      <a:pt x="11251" y="162722"/>
                    </a:lnTo>
                    <a:lnTo>
                      <a:pt x="33420" y="205073"/>
                    </a:lnTo>
                    <a:lnTo>
                      <a:pt x="81534" y="231647"/>
                    </a:lnTo>
                    <a:lnTo>
                      <a:pt x="94833" y="231624"/>
                    </a:lnTo>
                    <a:lnTo>
                      <a:pt x="105060" y="231457"/>
                    </a:lnTo>
                    <a:lnTo>
                      <a:pt x="114002" y="231005"/>
                    </a:lnTo>
                    <a:lnTo>
                      <a:pt x="123444" y="23012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893" name="Google Shape;2893;p25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9379432" y="3680303"/>
                <a:ext cx="86156" cy="8476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4" name="Google Shape;2894;p25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052028" y="4751473"/>
                <a:ext cx="234746" cy="13966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895" name="Google Shape;2895;p25"/>
              <p:cNvGrpSpPr/>
              <p:nvPr/>
            </p:nvGrpSpPr>
            <p:grpSpPr>
              <a:xfrm>
                <a:off x="9263598" y="5121402"/>
                <a:ext cx="556320" cy="311404"/>
                <a:chOff x="9263598" y="5121402"/>
                <a:chExt cx="556320" cy="311404"/>
              </a:xfrm>
            </p:grpSpPr>
            <p:sp>
              <p:nvSpPr>
                <p:cNvPr id="2896" name="Google Shape;2896;p25"/>
                <p:cNvSpPr/>
                <p:nvPr/>
              </p:nvSpPr>
              <p:spPr>
                <a:xfrm>
                  <a:off x="9263598" y="5136642"/>
                  <a:ext cx="73660" cy="154940"/>
                </a:xfrm>
                <a:custGeom>
                  <a:rect b="b" l="l" r="r" t="t"/>
                  <a:pathLst>
                    <a:path extrusionOk="0" h="154939" w="73659">
                      <a:moveTo>
                        <a:pt x="60233" y="0"/>
                      </a:moveTo>
                      <a:lnTo>
                        <a:pt x="59614" y="15882"/>
                      </a:lnTo>
                      <a:lnTo>
                        <a:pt x="59852" y="31623"/>
                      </a:lnTo>
                      <a:lnTo>
                        <a:pt x="60662" y="47363"/>
                      </a:lnTo>
                      <a:lnTo>
                        <a:pt x="61757" y="63246"/>
                      </a:lnTo>
                      <a:lnTo>
                        <a:pt x="62353" y="76962"/>
                      </a:lnTo>
                      <a:lnTo>
                        <a:pt x="63091" y="90678"/>
                      </a:lnTo>
                      <a:lnTo>
                        <a:pt x="64115" y="104394"/>
                      </a:lnTo>
                      <a:lnTo>
                        <a:pt x="65567" y="118110"/>
                      </a:lnTo>
                      <a:lnTo>
                        <a:pt x="66329" y="122682"/>
                      </a:lnTo>
                      <a:lnTo>
                        <a:pt x="66329" y="128778"/>
                      </a:lnTo>
                      <a:lnTo>
                        <a:pt x="42969" y="90749"/>
                      </a:lnTo>
                      <a:lnTo>
                        <a:pt x="22157" y="81462"/>
                      </a:lnTo>
                      <a:lnTo>
                        <a:pt x="11465" y="81534"/>
                      </a:lnTo>
                      <a:lnTo>
                        <a:pt x="4214" y="86427"/>
                      </a:lnTo>
                      <a:lnTo>
                        <a:pt x="892" y="94964"/>
                      </a:lnTo>
                      <a:lnTo>
                        <a:pt x="0" y="104786"/>
                      </a:lnTo>
                      <a:lnTo>
                        <a:pt x="35" y="113538"/>
                      </a:lnTo>
                      <a:lnTo>
                        <a:pt x="20609" y="151638"/>
                      </a:lnTo>
                      <a:lnTo>
                        <a:pt x="31361" y="154340"/>
                      </a:lnTo>
                      <a:lnTo>
                        <a:pt x="42612" y="153828"/>
                      </a:lnTo>
                      <a:lnTo>
                        <a:pt x="53721" y="150887"/>
                      </a:lnTo>
                      <a:lnTo>
                        <a:pt x="64043" y="146304"/>
                      </a:lnTo>
                      <a:lnTo>
                        <a:pt x="67091" y="144018"/>
                      </a:lnTo>
                      <a:lnTo>
                        <a:pt x="70139" y="141732"/>
                      </a:lnTo>
                      <a:lnTo>
                        <a:pt x="73187" y="139446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7" name="Google Shape;2897;p25"/>
                <p:cNvSpPr/>
                <p:nvPr/>
              </p:nvSpPr>
              <p:spPr>
                <a:xfrm>
                  <a:off x="9376410" y="5196078"/>
                  <a:ext cx="36830" cy="85725"/>
                </a:xfrm>
                <a:custGeom>
                  <a:rect b="b" l="l" r="r" t="t"/>
                  <a:pathLst>
                    <a:path extrusionOk="0" h="85725" w="36829">
                      <a:moveTo>
                        <a:pt x="9905" y="0"/>
                      </a:moveTo>
                      <a:lnTo>
                        <a:pt x="5250" y="11084"/>
                      </a:lnTo>
                      <a:lnTo>
                        <a:pt x="2381" y="21240"/>
                      </a:lnTo>
                      <a:lnTo>
                        <a:pt x="797" y="31825"/>
                      </a:lnTo>
                      <a:lnTo>
                        <a:pt x="0" y="44196"/>
                      </a:lnTo>
                      <a:lnTo>
                        <a:pt x="11" y="52959"/>
                      </a:lnTo>
                      <a:lnTo>
                        <a:pt x="22097" y="85344"/>
                      </a:lnTo>
                      <a:lnTo>
                        <a:pt x="27431" y="82296"/>
                      </a:lnTo>
                      <a:lnTo>
                        <a:pt x="32765" y="77724"/>
                      </a:lnTo>
                      <a:lnTo>
                        <a:pt x="35051" y="76200"/>
                      </a:lnTo>
                      <a:lnTo>
                        <a:pt x="36575" y="71628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8" name="Google Shape;2898;p25"/>
                <p:cNvSpPr/>
                <p:nvPr/>
              </p:nvSpPr>
              <p:spPr>
                <a:xfrm>
                  <a:off x="9384030" y="5193470"/>
                  <a:ext cx="41910" cy="39370"/>
                </a:xfrm>
                <a:custGeom>
                  <a:rect b="b" l="l" r="r" t="t"/>
                  <a:pathLst>
                    <a:path extrusionOk="0" h="39370" w="41909">
                      <a:moveTo>
                        <a:pt x="0" y="33087"/>
                      </a:moveTo>
                      <a:lnTo>
                        <a:pt x="11239" y="37695"/>
                      </a:lnTo>
                      <a:lnTo>
                        <a:pt x="19050" y="39088"/>
                      </a:lnTo>
                      <a:lnTo>
                        <a:pt x="25717" y="35766"/>
                      </a:lnTo>
                      <a:lnTo>
                        <a:pt x="33528" y="26229"/>
                      </a:lnTo>
                      <a:lnTo>
                        <a:pt x="37338" y="21657"/>
                      </a:lnTo>
                      <a:lnTo>
                        <a:pt x="13096" y="0"/>
                      </a:lnTo>
                      <a:lnTo>
                        <a:pt x="6095" y="1083"/>
                      </a:lnTo>
                      <a:lnTo>
                        <a:pt x="761" y="2607"/>
                      </a:lnTo>
                      <a:lnTo>
                        <a:pt x="2285" y="8703"/>
                      </a:lnTo>
                      <a:lnTo>
                        <a:pt x="4571" y="11751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9" name="Google Shape;2899;p25"/>
                <p:cNvSpPr/>
                <p:nvPr/>
              </p:nvSpPr>
              <p:spPr>
                <a:xfrm>
                  <a:off x="9457658" y="5170170"/>
                  <a:ext cx="5080" cy="144145"/>
                </a:xfrm>
                <a:custGeom>
                  <a:rect b="b" l="l" r="r" t="t"/>
                  <a:pathLst>
                    <a:path extrusionOk="0" h="144145" w="5079">
                      <a:moveTo>
                        <a:pt x="285" y="0"/>
                      </a:moveTo>
                      <a:lnTo>
                        <a:pt x="0" y="13930"/>
                      </a:lnTo>
                      <a:lnTo>
                        <a:pt x="285" y="27431"/>
                      </a:lnTo>
                      <a:lnTo>
                        <a:pt x="1143" y="40933"/>
                      </a:lnTo>
                      <a:lnTo>
                        <a:pt x="2571" y="54863"/>
                      </a:lnTo>
                      <a:lnTo>
                        <a:pt x="3893" y="71556"/>
                      </a:lnTo>
                      <a:lnTo>
                        <a:pt x="4572" y="88391"/>
                      </a:lnTo>
                      <a:lnTo>
                        <a:pt x="4822" y="105227"/>
                      </a:lnTo>
                      <a:lnTo>
                        <a:pt x="4857" y="121919"/>
                      </a:lnTo>
                      <a:lnTo>
                        <a:pt x="4857" y="133349"/>
                      </a:lnTo>
                      <a:lnTo>
                        <a:pt x="4857" y="136397"/>
                      </a:lnTo>
                      <a:lnTo>
                        <a:pt x="4857" y="144017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0" name="Google Shape;2900;p25"/>
                <p:cNvSpPr/>
                <p:nvPr/>
              </p:nvSpPr>
              <p:spPr>
                <a:xfrm>
                  <a:off x="9455658" y="5186172"/>
                  <a:ext cx="106045" cy="81915"/>
                </a:xfrm>
                <a:custGeom>
                  <a:rect b="b" l="l" r="r" t="t"/>
                  <a:pathLst>
                    <a:path extrusionOk="0" h="81914" w="106045">
                      <a:moveTo>
                        <a:pt x="0" y="32765"/>
                      </a:moveTo>
                      <a:lnTo>
                        <a:pt x="8739" y="28586"/>
                      </a:lnTo>
                      <a:lnTo>
                        <a:pt x="16192" y="26193"/>
                      </a:lnTo>
                      <a:lnTo>
                        <a:pt x="23360" y="27086"/>
                      </a:lnTo>
                      <a:lnTo>
                        <a:pt x="31242" y="32765"/>
                      </a:lnTo>
                      <a:lnTo>
                        <a:pt x="35194" y="38409"/>
                      </a:lnTo>
                      <a:lnTo>
                        <a:pt x="37147" y="44767"/>
                      </a:lnTo>
                      <a:lnTo>
                        <a:pt x="37671" y="51411"/>
                      </a:lnTo>
                      <a:lnTo>
                        <a:pt x="37338" y="57911"/>
                      </a:lnTo>
                      <a:lnTo>
                        <a:pt x="19050" y="80009"/>
                      </a:lnTo>
                      <a:lnTo>
                        <a:pt x="18288" y="80771"/>
                      </a:lnTo>
                      <a:lnTo>
                        <a:pt x="16002" y="81533"/>
                      </a:lnTo>
                      <a:lnTo>
                        <a:pt x="20574" y="81533"/>
                      </a:lnTo>
                      <a:lnTo>
                        <a:pt x="26670" y="80009"/>
                      </a:lnTo>
                      <a:lnTo>
                        <a:pt x="32004" y="76199"/>
                      </a:lnTo>
                      <a:lnTo>
                        <a:pt x="41564" y="69842"/>
                      </a:lnTo>
                      <a:lnTo>
                        <a:pt x="74556" y="38992"/>
                      </a:lnTo>
                      <a:lnTo>
                        <a:pt x="85343" y="761"/>
                      </a:lnTo>
                      <a:lnTo>
                        <a:pt x="76199" y="0"/>
                      </a:lnTo>
                      <a:lnTo>
                        <a:pt x="68603" y="916"/>
                      </a:lnTo>
                      <a:lnTo>
                        <a:pt x="57888" y="45386"/>
                      </a:lnTo>
                      <a:lnTo>
                        <a:pt x="96774" y="60959"/>
                      </a:lnTo>
                      <a:lnTo>
                        <a:pt x="99822" y="59435"/>
                      </a:lnTo>
                      <a:lnTo>
                        <a:pt x="102870" y="58673"/>
                      </a:lnTo>
                      <a:lnTo>
                        <a:pt x="105918" y="57911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1" name="Google Shape;2901;p25"/>
                <p:cNvSpPr/>
                <p:nvPr/>
              </p:nvSpPr>
              <p:spPr>
                <a:xfrm>
                  <a:off x="9588722" y="5181600"/>
                  <a:ext cx="50800" cy="58419"/>
                </a:xfrm>
                <a:custGeom>
                  <a:rect b="b" l="l" r="r" t="t"/>
                  <a:pathLst>
                    <a:path extrusionOk="0" h="58420" w="50800">
                      <a:moveTo>
                        <a:pt x="1047" y="9906"/>
                      </a:moveTo>
                      <a:lnTo>
                        <a:pt x="488" y="20943"/>
                      </a:lnTo>
                      <a:lnTo>
                        <a:pt x="0" y="34766"/>
                      </a:lnTo>
                      <a:lnTo>
                        <a:pt x="1369" y="48160"/>
                      </a:lnTo>
                      <a:lnTo>
                        <a:pt x="6381" y="57912"/>
                      </a:lnTo>
                      <a:lnTo>
                        <a:pt x="7905" y="57912"/>
                      </a:lnTo>
                      <a:lnTo>
                        <a:pt x="8667" y="57912"/>
                      </a:lnTo>
                      <a:lnTo>
                        <a:pt x="9001" y="50041"/>
                      </a:lnTo>
                      <a:lnTo>
                        <a:pt x="9048" y="42386"/>
                      </a:lnTo>
                      <a:lnTo>
                        <a:pt x="9096" y="34873"/>
                      </a:lnTo>
                      <a:lnTo>
                        <a:pt x="33813" y="0"/>
                      </a:lnTo>
                      <a:lnTo>
                        <a:pt x="37623" y="3810"/>
                      </a:lnTo>
                      <a:lnTo>
                        <a:pt x="50577" y="40386"/>
                      </a:lnTo>
                      <a:lnTo>
                        <a:pt x="50577" y="48006"/>
                      </a:lnTo>
                      <a:lnTo>
                        <a:pt x="50577" y="56388"/>
                      </a:lnTo>
                      <a:lnTo>
                        <a:pt x="50577" y="57150"/>
                      </a:lnTo>
                      <a:lnTo>
                        <a:pt x="50577" y="57912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2" name="Google Shape;2902;p25"/>
                <p:cNvSpPr/>
                <p:nvPr/>
              </p:nvSpPr>
              <p:spPr>
                <a:xfrm>
                  <a:off x="9678162" y="5121402"/>
                  <a:ext cx="35560" cy="110489"/>
                </a:xfrm>
                <a:custGeom>
                  <a:rect b="b" l="l" r="r" t="t"/>
                  <a:pathLst>
                    <a:path extrusionOk="0" h="110489" w="35559">
                      <a:moveTo>
                        <a:pt x="22098" y="0"/>
                      </a:moveTo>
                      <a:lnTo>
                        <a:pt x="23383" y="11989"/>
                      </a:lnTo>
                      <a:lnTo>
                        <a:pt x="24955" y="23907"/>
                      </a:lnTo>
                      <a:lnTo>
                        <a:pt x="26812" y="35683"/>
                      </a:lnTo>
                      <a:lnTo>
                        <a:pt x="28956" y="47244"/>
                      </a:lnTo>
                      <a:lnTo>
                        <a:pt x="30646" y="58674"/>
                      </a:lnTo>
                      <a:lnTo>
                        <a:pt x="32194" y="70104"/>
                      </a:lnTo>
                      <a:lnTo>
                        <a:pt x="33456" y="81534"/>
                      </a:lnTo>
                      <a:lnTo>
                        <a:pt x="34290" y="92964"/>
                      </a:lnTo>
                      <a:lnTo>
                        <a:pt x="35052" y="96012"/>
                      </a:lnTo>
                      <a:lnTo>
                        <a:pt x="34290" y="99822"/>
                      </a:lnTo>
                      <a:lnTo>
                        <a:pt x="34290" y="103632"/>
                      </a:lnTo>
                      <a:lnTo>
                        <a:pt x="28956" y="99822"/>
                      </a:lnTo>
                      <a:lnTo>
                        <a:pt x="25146" y="96012"/>
                      </a:lnTo>
                      <a:lnTo>
                        <a:pt x="20574" y="89916"/>
                      </a:lnTo>
                      <a:lnTo>
                        <a:pt x="16764" y="85344"/>
                      </a:lnTo>
                      <a:lnTo>
                        <a:pt x="10668" y="75438"/>
                      </a:lnTo>
                      <a:lnTo>
                        <a:pt x="4572" y="73152"/>
                      </a:lnTo>
                      <a:lnTo>
                        <a:pt x="3048" y="73152"/>
                      </a:lnTo>
                      <a:lnTo>
                        <a:pt x="2286" y="73152"/>
                      </a:lnTo>
                      <a:lnTo>
                        <a:pt x="762" y="73152"/>
                      </a:lnTo>
                      <a:lnTo>
                        <a:pt x="0" y="80772"/>
                      </a:lnTo>
                      <a:lnTo>
                        <a:pt x="21062" y="109525"/>
                      </a:lnTo>
                      <a:lnTo>
                        <a:pt x="28956" y="110489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903" name="Google Shape;2903;p25"/>
                <p:cNvPicPr preferRelativeResize="0"/>
                <p:nvPr/>
              </p:nvPicPr>
              <p:blipFill rotWithShape="1">
                <a:blip r:embed="rId43">
                  <a:alphaModFix/>
                </a:blip>
                <a:srcRect b="0" l="0" r="0" t="0"/>
                <a:stretch/>
              </p:blipFill>
              <p:spPr>
                <a:xfrm>
                  <a:off x="9752038" y="5160619"/>
                  <a:ext cx="67880" cy="10101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04" name="Google Shape;2904;p25"/>
                <p:cNvSpPr/>
                <p:nvPr/>
              </p:nvSpPr>
              <p:spPr>
                <a:xfrm>
                  <a:off x="9721596" y="5332476"/>
                  <a:ext cx="62230" cy="100330"/>
                </a:xfrm>
                <a:custGeom>
                  <a:rect b="b" l="l" r="r" t="t"/>
                  <a:pathLst>
                    <a:path extrusionOk="0" h="100329" w="62229">
                      <a:moveTo>
                        <a:pt x="0" y="0"/>
                      </a:moveTo>
                      <a:lnTo>
                        <a:pt x="10537" y="13073"/>
                      </a:lnTo>
                      <a:lnTo>
                        <a:pt x="19716" y="26288"/>
                      </a:lnTo>
                      <a:lnTo>
                        <a:pt x="28182" y="40076"/>
                      </a:lnTo>
                      <a:lnTo>
                        <a:pt x="36576" y="54863"/>
                      </a:lnTo>
                      <a:lnTo>
                        <a:pt x="41600" y="63436"/>
                      </a:lnTo>
                      <a:lnTo>
                        <a:pt x="46482" y="72008"/>
                      </a:lnTo>
                      <a:lnTo>
                        <a:pt x="51363" y="80581"/>
                      </a:lnTo>
                      <a:lnTo>
                        <a:pt x="56388" y="89153"/>
                      </a:lnTo>
                      <a:lnTo>
                        <a:pt x="57912" y="92963"/>
                      </a:lnTo>
                      <a:lnTo>
                        <a:pt x="60198" y="96773"/>
                      </a:lnTo>
                      <a:lnTo>
                        <a:pt x="61722" y="99822"/>
                      </a:lnTo>
                    </a:path>
                  </a:pathLst>
                </a:custGeom>
                <a:noFill/>
                <a:ln cap="flat" cmpd="sng" w="22900">
                  <a:solidFill>
                    <a:srgbClr val="FF99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2905" name="Google Shape;2905;p25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9871684" y="5157190"/>
                <a:ext cx="129197" cy="922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06" name="Google Shape;2906;p25"/>
              <p:cNvSpPr/>
              <p:nvPr/>
            </p:nvSpPr>
            <p:spPr>
              <a:xfrm>
                <a:off x="9694164" y="5396484"/>
                <a:ext cx="62865" cy="60325"/>
              </a:xfrm>
              <a:custGeom>
                <a:rect b="b" l="l" r="r" t="t"/>
                <a:pathLst>
                  <a:path extrusionOk="0" h="60325" w="62865">
                    <a:moveTo>
                      <a:pt x="62483" y="0"/>
                    </a:moveTo>
                    <a:lnTo>
                      <a:pt x="32003" y="23622"/>
                    </a:lnTo>
                    <a:lnTo>
                      <a:pt x="16859" y="43624"/>
                    </a:lnTo>
                    <a:lnTo>
                      <a:pt x="8751" y="53197"/>
                    </a:lnTo>
                    <a:lnTo>
                      <a:pt x="0" y="6019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07" name="Google Shape;2907;p25"/>
              <p:cNvGrpSpPr/>
              <p:nvPr/>
            </p:nvGrpSpPr>
            <p:grpSpPr>
              <a:xfrm>
                <a:off x="9222293" y="2811018"/>
                <a:ext cx="509335" cy="284480"/>
                <a:chOff x="9222293" y="2811018"/>
                <a:chExt cx="509335" cy="284480"/>
              </a:xfrm>
            </p:grpSpPr>
            <p:pic>
              <p:nvPicPr>
                <p:cNvPr id="2908" name="Google Shape;2908;p25"/>
                <p:cNvPicPr preferRelativeResize="0"/>
                <p:nvPr/>
              </p:nvPicPr>
              <p:blipFill rotWithShape="1">
                <a:blip r:embed="rId45">
                  <a:alphaModFix/>
                </a:blip>
                <a:srcRect b="0" l="0" r="0" t="0"/>
                <a:stretch/>
              </p:blipFill>
              <p:spPr>
                <a:xfrm>
                  <a:off x="9222293" y="2875762"/>
                  <a:ext cx="230341" cy="16769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09" name="Google Shape;2909;p25"/>
                <p:cNvSpPr/>
                <p:nvPr/>
              </p:nvSpPr>
              <p:spPr>
                <a:xfrm>
                  <a:off x="9499853" y="2811018"/>
                  <a:ext cx="231775" cy="284480"/>
                </a:xfrm>
                <a:custGeom>
                  <a:rect b="b" l="l" r="r" t="t"/>
                  <a:pathLst>
                    <a:path extrusionOk="0" h="284480" w="231775">
                      <a:moveTo>
                        <a:pt x="169164" y="34289"/>
                      </a:moveTo>
                      <a:lnTo>
                        <a:pt x="154888" y="21216"/>
                      </a:lnTo>
                      <a:lnTo>
                        <a:pt x="140684" y="10858"/>
                      </a:lnTo>
                      <a:lnTo>
                        <a:pt x="124908" y="3643"/>
                      </a:lnTo>
                      <a:lnTo>
                        <a:pt x="105918" y="0"/>
                      </a:lnTo>
                      <a:lnTo>
                        <a:pt x="83546" y="2155"/>
                      </a:lnTo>
                      <a:lnTo>
                        <a:pt x="47089" y="24753"/>
                      </a:lnTo>
                      <a:lnTo>
                        <a:pt x="16609" y="66532"/>
                      </a:lnTo>
                      <a:lnTo>
                        <a:pt x="1250" y="121205"/>
                      </a:lnTo>
                      <a:lnTo>
                        <a:pt x="0" y="150113"/>
                      </a:lnTo>
                      <a:lnTo>
                        <a:pt x="2809" y="175914"/>
                      </a:lnTo>
                      <a:lnTo>
                        <a:pt x="21002" y="223516"/>
                      </a:lnTo>
                      <a:lnTo>
                        <a:pt x="51089" y="259687"/>
                      </a:lnTo>
                      <a:lnTo>
                        <a:pt x="87356" y="279856"/>
                      </a:lnTo>
                      <a:lnTo>
                        <a:pt x="108204" y="284225"/>
                      </a:lnTo>
                      <a:lnTo>
                        <a:pt x="129861" y="282940"/>
                      </a:lnTo>
                      <a:lnTo>
                        <a:pt x="168318" y="264080"/>
                      </a:lnTo>
                      <a:lnTo>
                        <a:pt x="199774" y="232279"/>
                      </a:lnTo>
                      <a:lnTo>
                        <a:pt x="222230" y="191535"/>
                      </a:lnTo>
                      <a:lnTo>
                        <a:pt x="231707" y="145458"/>
                      </a:lnTo>
                      <a:lnTo>
                        <a:pt x="230600" y="122396"/>
                      </a:lnTo>
                      <a:lnTo>
                        <a:pt x="214884" y="78485"/>
                      </a:lnTo>
                      <a:lnTo>
                        <a:pt x="187547" y="47434"/>
                      </a:lnTo>
                      <a:lnTo>
                        <a:pt x="149352" y="31241"/>
                      </a:lnTo>
                      <a:lnTo>
                        <a:pt x="108204" y="43433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2910" name="Google Shape;2910;p25"/>
                <p:cNvPicPr preferRelativeResize="0"/>
                <p:nvPr/>
              </p:nvPicPr>
              <p:blipFill rotWithShape="1">
                <a:blip r:embed="rId46">
                  <a:alphaModFix/>
                </a:blip>
                <a:srcRect b="0" l="0" r="0" t="0"/>
                <a:stretch/>
              </p:blipFill>
              <p:spPr>
                <a:xfrm>
                  <a:off x="9558502" y="2875762"/>
                  <a:ext cx="118160" cy="1478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911" name="Google Shape;2911;p25"/>
              <p:cNvPicPr preferRelativeResize="0"/>
              <p:nvPr/>
            </p:nvPicPr>
            <p:blipFill rotWithShape="1">
              <a:blip r:embed="rId47">
                <a:alphaModFix/>
              </a:blip>
              <a:srcRect b="0" l="0" r="0" t="0"/>
              <a:stretch/>
            </p:blipFill>
            <p:spPr>
              <a:xfrm>
                <a:off x="9480016" y="4236694"/>
                <a:ext cx="228067" cy="11663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912" name="Google Shape;2912;p25"/>
              <p:cNvGrpSpPr/>
              <p:nvPr/>
            </p:nvGrpSpPr>
            <p:grpSpPr>
              <a:xfrm>
                <a:off x="9708939" y="4131409"/>
                <a:ext cx="212725" cy="259715"/>
                <a:chOff x="9708939" y="4131409"/>
                <a:chExt cx="212725" cy="259715"/>
              </a:xfrm>
            </p:grpSpPr>
            <p:pic>
              <p:nvPicPr>
                <p:cNvPr id="2913" name="Google Shape;2913;p25"/>
                <p:cNvPicPr preferRelativeResize="0"/>
                <p:nvPr/>
              </p:nvPicPr>
              <p:blipFill rotWithShape="1">
                <a:blip r:embed="rId48">
                  <a:alphaModFix/>
                </a:blip>
                <a:srcRect b="0" l="0" r="0" t="0"/>
                <a:stretch/>
              </p:blipFill>
              <p:spPr>
                <a:xfrm>
                  <a:off x="9768814" y="4193546"/>
                  <a:ext cx="103682" cy="17197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914" name="Google Shape;2914;p25"/>
                <p:cNvSpPr/>
                <p:nvPr/>
              </p:nvSpPr>
              <p:spPr>
                <a:xfrm>
                  <a:off x="9708939" y="4131409"/>
                  <a:ext cx="212725" cy="259715"/>
                </a:xfrm>
                <a:custGeom>
                  <a:rect b="b" l="l" r="r" t="t"/>
                  <a:pathLst>
                    <a:path extrusionOk="0" h="259714" w="212725">
                      <a:moveTo>
                        <a:pt x="152102" y="8536"/>
                      </a:moveTo>
                      <a:lnTo>
                        <a:pt x="104417" y="6072"/>
                      </a:lnTo>
                      <a:lnTo>
                        <a:pt x="66436" y="24705"/>
                      </a:lnTo>
                      <a:lnTo>
                        <a:pt x="31408" y="61519"/>
                      </a:lnTo>
                      <a:lnTo>
                        <a:pt x="9263" y="106287"/>
                      </a:lnTo>
                      <a:lnTo>
                        <a:pt x="0" y="156721"/>
                      </a:lnTo>
                      <a:lnTo>
                        <a:pt x="1226" y="181510"/>
                      </a:lnTo>
                      <a:lnTo>
                        <a:pt x="16561" y="217705"/>
                      </a:lnTo>
                      <a:lnTo>
                        <a:pt x="46184" y="244756"/>
                      </a:lnTo>
                      <a:lnTo>
                        <a:pt x="101155" y="259330"/>
                      </a:lnTo>
                      <a:lnTo>
                        <a:pt x="120098" y="257710"/>
                      </a:lnTo>
                      <a:lnTo>
                        <a:pt x="154769" y="241518"/>
                      </a:lnTo>
                      <a:lnTo>
                        <a:pt x="182582" y="215038"/>
                      </a:lnTo>
                      <a:lnTo>
                        <a:pt x="203061" y="182272"/>
                      </a:lnTo>
                      <a:lnTo>
                        <a:pt x="211538" y="144934"/>
                      </a:lnTo>
                      <a:lnTo>
                        <a:pt x="212407" y="120753"/>
                      </a:lnTo>
                      <a:lnTo>
                        <a:pt x="210490" y="97214"/>
                      </a:lnTo>
                      <a:lnTo>
                        <a:pt x="198584" y="51208"/>
                      </a:lnTo>
                      <a:lnTo>
                        <a:pt x="169759" y="6524"/>
                      </a:lnTo>
                      <a:lnTo>
                        <a:pt x="140100" y="0"/>
                      </a:lnTo>
                      <a:lnTo>
                        <a:pt x="127908" y="2345"/>
                      </a:lnTo>
                      <a:lnTo>
                        <a:pt x="116002" y="6262"/>
                      </a:lnTo>
                      <a:lnTo>
                        <a:pt x="104096" y="10822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15" name="Google Shape;2915;p25"/>
              <p:cNvGrpSpPr/>
              <p:nvPr/>
            </p:nvGrpSpPr>
            <p:grpSpPr>
              <a:xfrm>
                <a:off x="8594572" y="4555972"/>
                <a:ext cx="428294" cy="320162"/>
                <a:chOff x="8594572" y="4555972"/>
                <a:chExt cx="428294" cy="320162"/>
              </a:xfrm>
            </p:grpSpPr>
            <p:pic>
              <p:nvPicPr>
                <p:cNvPr id="2916" name="Google Shape;2916;p25"/>
                <p:cNvPicPr preferRelativeResize="0"/>
                <p:nvPr/>
              </p:nvPicPr>
              <p:blipFill rotWithShape="1">
                <a:blip r:embed="rId49">
                  <a:alphaModFix/>
                </a:blip>
                <a:srcRect b="0" l="0" r="0" t="0"/>
                <a:stretch/>
              </p:blipFill>
              <p:spPr>
                <a:xfrm>
                  <a:off x="8594572" y="4674082"/>
                  <a:ext cx="83108" cy="20205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17" name="Google Shape;2917;p25"/>
                <p:cNvPicPr preferRelativeResize="0"/>
                <p:nvPr/>
              </p:nvPicPr>
              <p:blipFill rotWithShape="1">
                <a:blip r:embed="rId50">
                  <a:alphaModFix/>
                </a:blip>
                <a:srcRect b="0" l="0" r="0" t="0"/>
                <a:stretch/>
              </p:blipFill>
              <p:spPr>
                <a:xfrm>
                  <a:off x="8720492" y="4699990"/>
                  <a:ext cx="130174" cy="1219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2918" name="Google Shape;2918;p25"/>
                <p:cNvPicPr preferRelativeResize="0"/>
                <p:nvPr/>
              </p:nvPicPr>
              <p:blipFill rotWithShape="1">
                <a:blip r:embed="rId51">
                  <a:alphaModFix/>
                </a:blip>
                <a:srcRect b="0" l="0" r="0" t="0"/>
                <a:stretch/>
              </p:blipFill>
              <p:spPr>
                <a:xfrm>
                  <a:off x="8871178" y="4555972"/>
                  <a:ext cx="151688" cy="26370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2919" name="Google Shape;2919;p25"/>
              <p:cNvPicPr preferRelativeResize="0"/>
              <p:nvPr/>
            </p:nvPicPr>
            <p:blipFill rotWithShape="1">
              <a:blip r:embed="rId52">
                <a:alphaModFix/>
              </a:blip>
              <a:srcRect b="0" l="0" r="0" t="0"/>
              <a:stretch/>
            </p:blipFill>
            <p:spPr>
              <a:xfrm>
                <a:off x="9161500" y="4640554"/>
                <a:ext cx="105968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0" name="Google Shape;2920;p25"/>
              <p:cNvPicPr preferRelativeResize="0"/>
              <p:nvPr/>
            </p:nvPicPr>
            <p:blipFill rotWithShape="1">
              <a:blip r:embed="rId53">
                <a:alphaModFix/>
              </a:blip>
              <a:srcRect b="0" l="0" r="0" t="0"/>
              <a:stretch/>
            </p:blipFill>
            <p:spPr>
              <a:xfrm>
                <a:off x="9396958" y="4592548"/>
                <a:ext cx="98158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1" name="Google Shape;2921;p25"/>
              <p:cNvPicPr preferRelativeResize="0"/>
              <p:nvPr/>
            </p:nvPicPr>
            <p:blipFill rotWithShape="1">
              <a:blip r:embed="rId54">
                <a:alphaModFix/>
              </a:blip>
              <a:srcRect b="0" l="0" r="0" t="0"/>
              <a:stretch/>
            </p:blipFill>
            <p:spPr>
              <a:xfrm>
                <a:off x="9387052" y="4861534"/>
                <a:ext cx="108254" cy="16083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922" name="Google Shape;2922;p25"/>
            <p:cNvCxnSpPr/>
            <p:nvPr/>
          </p:nvCxnSpPr>
          <p:spPr>
            <a:xfrm>
              <a:off x="6125115" y="506622"/>
              <a:ext cx="63988" cy="49077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7" name="Google Shape;2927;p26"/>
          <p:cNvGrpSpPr/>
          <p:nvPr/>
        </p:nvGrpSpPr>
        <p:grpSpPr>
          <a:xfrm>
            <a:off x="444366" y="1672015"/>
            <a:ext cx="5984147" cy="4296838"/>
            <a:chOff x="2607538" y="2385796"/>
            <a:chExt cx="4361206" cy="3307130"/>
          </a:xfrm>
        </p:grpSpPr>
        <p:sp>
          <p:nvSpPr>
            <p:cNvPr id="2928" name="Google Shape;2928;p26"/>
            <p:cNvSpPr/>
            <p:nvPr/>
          </p:nvSpPr>
          <p:spPr>
            <a:xfrm>
              <a:off x="6966204" y="4193285"/>
              <a:ext cx="2540" cy="90170"/>
            </a:xfrm>
            <a:custGeom>
              <a:rect b="b" l="l" r="r" t="t"/>
              <a:pathLst>
                <a:path extrusionOk="0" h="90170" w="2540">
                  <a:moveTo>
                    <a:pt x="0" y="0"/>
                  </a:moveTo>
                  <a:lnTo>
                    <a:pt x="2143" y="41898"/>
                  </a:lnTo>
                  <a:lnTo>
                    <a:pt x="2286" y="64198"/>
                  </a:lnTo>
                  <a:lnTo>
                    <a:pt x="2286" y="72771"/>
                  </a:lnTo>
                  <a:lnTo>
                    <a:pt x="2286" y="81343"/>
                  </a:lnTo>
                  <a:lnTo>
                    <a:pt x="2286" y="89916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29" name="Google Shape;292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07538" y="5445988"/>
              <a:ext cx="161594" cy="246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0" name="Google Shape;293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21254" y="2385796"/>
              <a:ext cx="4308113" cy="29017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1" name="Google Shape;2931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09468" y="5396137"/>
              <a:ext cx="269798" cy="2632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2" name="Google Shape;2932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124174" y="5386921"/>
              <a:ext cx="250748" cy="1831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3" name="Google Shape;2933;p26"/>
          <p:cNvGrpSpPr/>
          <p:nvPr/>
        </p:nvGrpSpPr>
        <p:grpSpPr>
          <a:xfrm>
            <a:off x="6374482" y="1516108"/>
            <a:ext cx="3429000" cy="5008628"/>
            <a:chOff x="7179564" y="2154173"/>
            <a:chExt cx="2367558" cy="4044950"/>
          </a:xfrm>
        </p:grpSpPr>
        <p:sp>
          <p:nvSpPr>
            <p:cNvPr id="2934" name="Google Shape;2934;p26"/>
            <p:cNvSpPr/>
            <p:nvPr/>
          </p:nvSpPr>
          <p:spPr>
            <a:xfrm>
              <a:off x="7179564" y="2154173"/>
              <a:ext cx="254635" cy="4044950"/>
            </a:xfrm>
            <a:custGeom>
              <a:rect b="b" l="l" r="r" t="t"/>
              <a:pathLst>
                <a:path extrusionOk="0" h="4044950" w="254634">
                  <a:moveTo>
                    <a:pt x="0" y="0"/>
                  </a:moveTo>
                  <a:lnTo>
                    <a:pt x="9144" y="47244"/>
                  </a:lnTo>
                  <a:lnTo>
                    <a:pt x="13751" y="100393"/>
                  </a:lnTo>
                  <a:lnTo>
                    <a:pt x="14942" y="149411"/>
                  </a:lnTo>
                  <a:lnTo>
                    <a:pt x="15335" y="180498"/>
                  </a:lnTo>
                  <a:lnTo>
                    <a:pt x="15871" y="211443"/>
                  </a:lnTo>
                  <a:lnTo>
                    <a:pt x="17597" y="270319"/>
                  </a:lnTo>
                  <a:lnTo>
                    <a:pt x="20407" y="326326"/>
                  </a:lnTo>
                  <a:lnTo>
                    <a:pt x="22098" y="354330"/>
                  </a:lnTo>
                  <a:lnTo>
                    <a:pt x="23919" y="385643"/>
                  </a:lnTo>
                  <a:lnTo>
                    <a:pt x="25812" y="416814"/>
                  </a:lnTo>
                  <a:lnTo>
                    <a:pt x="27562" y="447984"/>
                  </a:lnTo>
                  <a:lnTo>
                    <a:pt x="28956" y="479298"/>
                  </a:lnTo>
                  <a:lnTo>
                    <a:pt x="30551" y="513468"/>
                  </a:lnTo>
                  <a:lnTo>
                    <a:pt x="32004" y="547497"/>
                  </a:lnTo>
                  <a:lnTo>
                    <a:pt x="33456" y="581525"/>
                  </a:lnTo>
                  <a:lnTo>
                    <a:pt x="35052" y="615696"/>
                  </a:lnTo>
                  <a:lnTo>
                    <a:pt x="37611" y="652272"/>
                  </a:lnTo>
                  <a:lnTo>
                    <a:pt x="40671" y="688848"/>
                  </a:lnTo>
                  <a:lnTo>
                    <a:pt x="44160" y="725424"/>
                  </a:lnTo>
                  <a:lnTo>
                    <a:pt x="48006" y="762000"/>
                  </a:lnTo>
                  <a:lnTo>
                    <a:pt x="52113" y="801874"/>
                  </a:lnTo>
                  <a:lnTo>
                    <a:pt x="56292" y="841533"/>
                  </a:lnTo>
                  <a:lnTo>
                    <a:pt x="60328" y="881050"/>
                  </a:lnTo>
                  <a:lnTo>
                    <a:pt x="64008" y="920496"/>
                  </a:lnTo>
                  <a:lnTo>
                    <a:pt x="67603" y="960060"/>
                  </a:lnTo>
                  <a:lnTo>
                    <a:pt x="70485" y="999839"/>
                  </a:lnTo>
                  <a:lnTo>
                    <a:pt x="72794" y="1039760"/>
                  </a:lnTo>
                  <a:lnTo>
                    <a:pt x="74676" y="1079754"/>
                  </a:lnTo>
                  <a:lnTo>
                    <a:pt x="77187" y="1125473"/>
                  </a:lnTo>
                  <a:lnTo>
                    <a:pt x="79406" y="1171193"/>
                  </a:lnTo>
                  <a:lnTo>
                    <a:pt x="81588" y="1216913"/>
                  </a:lnTo>
                  <a:lnTo>
                    <a:pt x="83990" y="1262633"/>
                  </a:lnTo>
                  <a:lnTo>
                    <a:pt x="86868" y="1308354"/>
                  </a:lnTo>
                  <a:lnTo>
                    <a:pt x="90934" y="1361303"/>
                  </a:lnTo>
                  <a:lnTo>
                    <a:pt x="95621" y="1414107"/>
                  </a:lnTo>
                  <a:lnTo>
                    <a:pt x="100638" y="1466801"/>
                  </a:lnTo>
                  <a:lnTo>
                    <a:pt x="105692" y="1519421"/>
                  </a:lnTo>
                  <a:lnTo>
                    <a:pt x="110490" y="1572006"/>
                  </a:lnTo>
                  <a:lnTo>
                    <a:pt x="113776" y="1609725"/>
                  </a:lnTo>
                  <a:lnTo>
                    <a:pt x="116776" y="1647444"/>
                  </a:lnTo>
                  <a:lnTo>
                    <a:pt x="119491" y="1685163"/>
                  </a:lnTo>
                  <a:lnTo>
                    <a:pt x="121920" y="1722882"/>
                  </a:lnTo>
                  <a:lnTo>
                    <a:pt x="124777" y="1758898"/>
                  </a:lnTo>
                  <a:lnTo>
                    <a:pt x="127635" y="1794986"/>
                  </a:lnTo>
                  <a:lnTo>
                    <a:pt x="130492" y="1831216"/>
                  </a:lnTo>
                  <a:lnTo>
                    <a:pt x="133350" y="1867662"/>
                  </a:lnTo>
                  <a:lnTo>
                    <a:pt x="136005" y="1903797"/>
                  </a:lnTo>
                  <a:lnTo>
                    <a:pt x="139160" y="1940147"/>
                  </a:lnTo>
                  <a:lnTo>
                    <a:pt x="142458" y="1976639"/>
                  </a:lnTo>
                  <a:lnTo>
                    <a:pt x="145542" y="2013204"/>
                  </a:lnTo>
                  <a:lnTo>
                    <a:pt x="148971" y="2049899"/>
                  </a:lnTo>
                  <a:lnTo>
                    <a:pt x="152400" y="2086737"/>
                  </a:lnTo>
                  <a:lnTo>
                    <a:pt x="155829" y="2123574"/>
                  </a:lnTo>
                  <a:lnTo>
                    <a:pt x="159258" y="2160270"/>
                  </a:lnTo>
                  <a:lnTo>
                    <a:pt x="162103" y="2197869"/>
                  </a:lnTo>
                  <a:lnTo>
                    <a:pt x="164877" y="2235327"/>
                  </a:lnTo>
                  <a:lnTo>
                    <a:pt x="167509" y="2272784"/>
                  </a:lnTo>
                  <a:lnTo>
                    <a:pt x="169926" y="2310384"/>
                  </a:lnTo>
                  <a:lnTo>
                    <a:pt x="172533" y="2347543"/>
                  </a:lnTo>
                  <a:lnTo>
                    <a:pt x="174783" y="2384774"/>
                  </a:lnTo>
                  <a:lnTo>
                    <a:pt x="176891" y="2422147"/>
                  </a:lnTo>
                  <a:lnTo>
                    <a:pt x="179070" y="2459736"/>
                  </a:lnTo>
                  <a:lnTo>
                    <a:pt x="182022" y="2534507"/>
                  </a:lnTo>
                  <a:lnTo>
                    <a:pt x="184404" y="2609850"/>
                  </a:lnTo>
                  <a:lnTo>
                    <a:pt x="185785" y="2666416"/>
                  </a:lnTo>
                  <a:lnTo>
                    <a:pt x="187452" y="2722911"/>
                  </a:lnTo>
                  <a:lnTo>
                    <a:pt x="189118" y="2779264"/>
                  </a:lnTo>
                  <a:lnTo>
                    <a:pt x="190500" y="2835402"/>
                  </a:lnTo>
                  <a:lnTo>
                    <a:pt x="191631" y="2881122"/>
                  </a:lnTo>
                  <a:lnTo>
                    <a:pt x="192690" y="2926841"/>
                  </a:lnTo>
                  <a:lnTo>
                    <a:pt x="193607" y="2972561"/>
                  </a:lnTo>
                  <a:lnTo>
                    <a:pt x="194310" y="3018282"/>
                  </a:lnTo>
                  <a:lnTo>
                    <a:pt x="194298" y="3070288"/>
                  </a:lnTo>
                  <a:lnTo>
                    <a:pt x="194214" y="3122295"/>
                  </a:lnTo>
                  <a:lnTo>
                    <a:pt x="193988" y="3174301"/>
                  </a:lnTo>
                  <a:lnTo>
                    <a:pt x="193548" y="3226308"/>
                  </a:lnTo>
                  <a:lnTo>
                    <a:pt x="193107" y="3258764"/>
                  </a:lnTo>
                  <a:lnTo>
                    <a:pt x="192881" y="3291078"/>
                  </a:lnTo>
                  <a:lnTo>
                    <a:pt x="192797" y="3323391"/>
                  </a:lnTo>
                  <a:lnTo>
                    <a:pt x="192786" y="3355848"/>
                  </a:lnTo>
                  <a:lnTo>
                    <a:pt x="192571" y="3386125"/>
                  </a:lnTo>
                  <a:lnTo>
                    <a:pt x="192214" y="3416331"/>
                  </a:lnTo>
                  <a:lnTo>
                    <a:pt x="192143" y="3446395"/>
                  </a:lnTo>
                  <a:lnTo>
                    <a:pt x="192786" y="3476244"/>
                  </a:lnTo>
                  <a:lnTo>
                    <a:pt x="196500" y="3530727"/>
                  </a:lnTo>
                  <a:lnTo>
                    <a:pt x="201930" y="3585210"/>
                  </a:lnTo>
                  <a:lnTo>
                    <a:pt x="204668" y="3608772"/>
                  </a:lnTo>
                  <a:lnTo>
                    <a:pt x="207264" y="3632549"/>
                  </a:lnTo>
                  <a:lnTo>
                    <a:pt x="209859" y="3656468"/>
                  </a:lnTo>
                  <a:lnTo>
                    <a:pt x="212598" y="3680460"/>
                  </a:lnTo>
                  <a:lnTo>
                    <a:pt x="214645" y="3701034"/>
                  </a:lnTo>
                  <a:lnTo>
                    <a:pt x="216408" y="3721608"/>
                  </a:lnTo>
                  <a:lnTo>
                    <a:pt x="218170" y="3742182"/>
                  </a:lnTo>
                  <a:lnTo>
                    <a:pt x="220218" y="3762755"/>
                  </a:lnTo>
                  <a:lnTo>
                    <a:pt x="224718" y="3814941"/>
                  </a:lnTo>
                  <a:lnTo>
                    <a:pt x="226147" y="3847980"/>
                  </a:lnTo>
                  <a:lnTo>
                    <a:pt x="226885" y="3863721"/>
                  </a:lnTo>
                  <a:lnTo>
                    <a:pt x="230659" y="3909048"/>
                  </a:lnTo>
                  <a:lnTo>
                    <a:pt x="236982" y="3949446"/>
                  </a:lnTo>
                  <a:lnTo>
                    <a:pt x="246126" y="3993641"/>
                  </a:lnTo>
                  <a:lnTo>
                    <a:pt x="248281" y="4002214"/>
                  </a:lnTo>
                  <a:lnTo>
                    <a:pt x="250221" y="4010787"/>
                  </a:lnTo>
                  <a:lnTo>
                    <a:pt x="252019" y="4019359"/>
                  </a:lnTo>
                  <a:lnTo>
                    <a:pt x="253746" y="4027932"/>
                  </a:lnTo>
                  <a:lnTo>
                    <a:pt x="254508" y="4033266"/>
                  </a:lnTo>
                  <a:lnTo>
                    <a:pt x="254508" y="4039362"/>
                  </a:lnTo>
                  <a:lnTo>
                    <a:pt x="254508" y="4044696"/>
                  </a:lnTo>
                  <a:lnTo>
                    <a:pt x="254508" y="4037076"/>
                  </a:lnTo>
                  <a:lnTo>
                    <a:pt x="254508" y="4031741"/>
                  </a:lnTo>
                  <a:lnTo>
                    <a:pt x="252984" y="4024122"/>
                  </a:lnTo>
                  <a:lnTo>
                    <a:pt x="250698" y="4018788"/>
                  </a:lnTo>
                  <a:lnTo>
                    <a:pt x="249174" y="4014216"/>
                  </a:lnTo>
                  <a:lnTo>
                    <a:pt x="246888" y="4008882"/>
                  </a:lnTo>
                </a:path>
              </a:pathLst>
            </a:custGeom>
            <a:noFill/>
            <a:ln cap="flat" cmpd="sng" w="229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5" name="Google Shape;2935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01686" y="2273020"/>
              <a:ext cx="399338" cy="1867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36" name="Google Shape;2936;p26"/>
            <p:cNvGrpSpPr/>
            <p:nvPr/>
          </p:nvGrpSpPr>
          <p:grpSpPr>
            <a:xfrm>
              <a:off x="8105393" y="2253995"/>
              <a:ext cx="130302" cy="143002"/>
              <a:chOff x="8105393" y="2253995"/>
              <a:chExt cx="130302" cy="143002"/>
            </a:xfrm>
          </p:grpSpPr>
          <p:sp>
            <p:nvSpPr>
              <p:cNvPr id="2937" name="Google Shape;2937;p26"/>
              <p:cNvSpPr/>
              <p:nvPr/>
            </p:nvSpPr>
            <p:spPr>
              <a:xfrm>
                <a:off x="8131111" y="2327147"/>
                <a:ext cx="9525" cy="69850"/>
              </a:xfrm>
              <a:custGeom>
                <a:rect b="b" l="l" r="r" t="t"/>
                <a:pathLst>
                  <a:path extrusionOk="0" h="69850" w="9525">
                    <a:moveTo>
                      <a:pt x="1714" y="0"/>
                    </a:moveTo>
                    <a:lnTo>
                      <a:pt x="1047" y="10406"/>
                    </a:lnTo>
                    <a:lnTo>
                      <a:pt x="380" y="20955"/>
                    </a:lnTo>
                    <a:lnTo>
                      <a:pt x="0" y="31503"/>
                    </a:lnTo>
                    <a:lnTo>
                      <a:pt x="190" y="41910"/>
                    </a:lnTo>
                    <a:lnTo>
                      <a:pt x="71" y="48768"/>
                    </a:lnTo>
                    <a:lnTo>
                      <a:pt x="380" y="56769"/>
                    </a:lnTo>
                    <a:lnTo>
                      <a:pt x="2119" y="64198"/>
                    </a:lnTo>
                    <a:lnTo>
                      <a:pt x="6286" y="69342"/>
                    </a:lnTo>
                    <a:lnTo>
                      <a:pt x="7810" y="69342"/>
                    </a:lnTo>
                    <a:lnTo>
                      <a:pt x="9334" y="6934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8" name="Google Shape;2938;p26"/>
              <p:cNvSpPr/>
              <p:nvPr/>
            </p:nvSpPr>
            <p:spPr>
              <a:xfrm>
                <a:off x="8105393" y="225399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9" name="Google Shape;2939;p26"/>
              <p:cNvSpPr/>
              <p:nvPr/>
            </p:nvSpPr>
            <p:spPr>
              <a:xfrm>
                <a:off x="8167115" y="2292857"/>
                <a:ext cx="68580" cy="100965"/>
              </a:xfrm>
              <a:custGeom>
                <a:rect b="b" l="l" r="r" t="t"/>
                <a:pathLst>
                  <a:path extrusionOk="0" h="100964" w="68579">
                    <a:moveTo>
                      <a:pt x="48005" y="14477"/>
                    </a:moveTo>
                    <a:lnTo>
                      <a:pt x="43469" y="11477"/>
                    </a:lnTo>
                    <a:lnTo>
                      <a:pt x="37433" y="7048"/>
                    </a:lnTo>
                    <a:lnTo>
                      <a:pt x="30968" y="2905"/>
                    </a:lnTo>
                    <a:lnTo>
                      <a:pt x="25145" y="761"/>
                    </a:lnTo>
                    <a:lnTo>
                      <a:pt x="17525" y="0"/>
                    </a:lnTo>
                    <a:lnTo>
                      <a:pt x="12953" y="14477"/>
                    </a:lnTo>
                    <a:lnTo>
                      <a:pt x="10667" y="19811"/>
                    </a:lnTo>
                    <a:lnTo>
                      <a:pt x="8084" y="29575"/>
                    </a:lnTo>
                    <a:lnTo>
                      <a:pt x="6572" y="40766"/>
                    </a:lnTo>
                    <a:lnTo>
                      <a:pt x="6917" y="51958"/>
                    </a:lnTo>
                    <a:lnTo>
                      <a:pt x="41147" y="77723"/>
                    </a:lnTo>
                    <a:lnTo>
                      <a:pt x="54387" y="78485"/>
                    </a:lnTo>
                    <a:lnTo>
                      <a:pt x="60971" y="79224"/>
                    </a:lnTo>
                    <a:lnTo>
                      <a:pt x="67055" y="81533"/>
                    </a:lnTo>
                    <a:lnTo>
                      <a:pt x="67055" y="82295"/>
                    </a:lnTo>
                    <a:lnTo>
                      <a:pt x="67817" y="82295"/>
                    </a:lnTo>
                    <a:lnTo>
                      <a:pt x="68579" y="83057"/>
                    </a:lnTo>
                    <a:lnTo>
                      <a:pt x="64007" y="89153"/>
                    </a:lnTo>
                    <a:lnTo>
                      <a:pt x="60959" y="90677"/>
                    </a:lnTo>
                    <a:lnTo>
                      <a:pt x="52577" y="92963"/>
                    </a:lnTo>
                    <a:lnTo>
                      <a:pt x="42398" y="95976"/>
                    </a:lnTo>
                    <a:lnTo>
                      <a:pt x="32289" y="98202"/>
                    </a:lnTo>
                    <a:lnTo>
                      <a:pt x="22038" y="99714"/>
                    </a:lnTo>
                    <a:lnTo>
                      <a:pt x="11429" y="100583"/>
                    </a:lnTo>
                    <a:lnTo>
                      <a:pt x="5333" y="100583"/>
                    </a:lnTo>
                    <a:lnTo>
                      <a:pt x="3047" y="100583"/>
                    </a:lnTo>
                    <a:lnTo>
                      <a:pt x="0" y="9677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0" name="Google Shape;2940;p26"/>
            <p:cNvGrpSpPr/>
            <p:nvPr/>
          </p:nvGrpSpPr>
          <p:grpSpPr>
            <a:xfrm>
              <a:off x="8372093" y="2251709"/>
              <a:ext cx="222250" cy="118110"/>
              <a:chOff x="8372093" y="2251709"/>
              <a:chExt cx="222250" cy="118110"/>
            </a:xfrm>
          </p:grpSpPr>
          <p:sp>
            <p:nvSpPr>
              <p:cNvPr id="2941" name="Google Shape;2941;p26"/>
              <p:cNvSpPr/>
              <p:nvPr/>
            </p:nvSpPr>
            <p:spPr>
              <a:xfrm>
                <a:off x="8398001" y="2251709"/>
                <a:ext cx="5080" cy="118110"/>
              </a:xfrm>
              <a:custGeom>
                <a:rect b="b" l="l" r="r" t="t"/>
                <a:pathLst>
                  <a:path extrusionOk="0" h="118110" w="5079">
                    <a:moveTo>
                      <a:pt x="0" y="0"/>
                    </a:moveTo>
                    <a:lnTo>
                      <a:pt x="1321" y="13477"/>
                    </a:lnTo>
                    <a:lnTo>
                      <a:pt x="2000" y="26670"/>
                    </a:lnTo>
                    <a:lnTo>
                      <a:pt x="2250" y="39862"/>
                    </a:lnTo>
                    <a:lnTo>
                      <a:pt x="2286" y="53340"/>
                    </a:lnTo>
                    <a:lnTo>
                      <a:pt x="2190" y="66043"/>
                    </a:lnTo>
                    <a:lnTo>
                      <a:pt x="2095" y="78962"/>
                    </a:lnTo>
                    <a:lnTo>
                      <a:pt x="2286" y="92023"/>
                    </a:lnTo>
                    <a:lnTo>
                      <a:pt x="3048" y="105155"/>
                    </a:lnTo>
                    <a:lnTo>
                      <a:pt x="3048" y="109728"/>
                    </a:lnTo>
                    <a:lnTo>
                      <a:pt x="3810" y="118110"/>
                    </a:lnTo>
                    <a:lnTo>
                      <a:pt x="4572" y="11353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2" name="Google Shape;2942;p26"/>
              <p:cNvSpPr/>
              <p:nvPr/>
            </p:nvSpPr>
            <p:spPr>
              <a:xfrm>
                <a:off x="8372093" y="2261615"/>
                <a:ext cx="222250" cy="100330"/>
              </a:xfrm>
              <a:custGeom>
                <a:rect b="b" l="l" r="r" t="t"/>
                <a:pathLst>
                  <a:path extrusionOk="0" h="100330" w="222250">
                    <a:moveTo>
                      <a:pt x="0" y="20574"/>
                    </a:moveTo>
                    <a:lnTo>
                      <a:pt x="40076" y="9965"/>
                    </a:lnTo>
                    <a:lnTo>
                      <a:pt x="69342" y="762"/>
                    </a:lnTo>
                    <a:lnTo>
                      <a:pt x="76962" y="0"/>
                    </a:lnTo>
                    <a:lnTo>
                      <a:pt x="77724" y="0"/>
                    </a:lnTo>
                    <a:lnTo>
                      <a:pt x="77735" y="6738"/>
                    </a:lnTo>
                    <a:lnTo>
                      <a:pt x="77819" y="13335"/>
                    </a:lnTo>
                    <a:lnTo>
                      <a:pt x="78045" y="19931"/>
                    </a:lnTo>
                    <a:lnTo>
                      <a:pt x="78486" y="26670"/>
                    </a:lnTo>
                    <a:lnTo>
                      <a:pt x="78486" y="44958"/>
                    </a:lnTo>
                    <a:lnTo>
                      <a:pt x="78486" y="63246"/>
                    </a:lnTo>
                    <a:lnTo>
                      <a:pt x="78486" y="81534"/>
                    </a:lnTo>
                    <a:lnTo>
                      <a:pt x="78486" y="99822"/>
                    </a:lnTo>
                    <a:lnTo>
                      <a:pt x="77843" y="93618"/>
                    </a:lnTo>
                    <a:lnTo>
                      <a:pt x="77343" y="86772"/>
                    </a:lnTo>
                    <a:lnTo>
                      <a:pt x="77414" y="79783"/>
                    </a:lnTo>
                    <a:lnTo>
                      <a:pt x="98298" y="44196"/>
                    </a:lnTo>
                    <a:lnTo>
                      <a:pt x="113538" y="37338"/>
                    </a:lnTo>
                    <a:lnTo>
                      <a:pt x="121157" y="38862"/>
                    </a:lnTo>
                    <a:lnTo>
                      <a:pt x="128016" y="40386"/>
                    </a:lnTo>
                    <a:lnTo>
                      <a:pt x="130302" y="51054"/>
                    </a:lnTo>
                    <a:lnTo>
                      <a:pt x="131826" y="57150"/>
                    </a:lnTo>
                    <a:lnTo>
                      <a:pt x="132361" y="65270"/>
                    </a:lnTo>
                    <a:lnTo>
                      <a:pt x="132111" y="73533"/>
                    </a:lnTo>
                    <a:lnTo>
                      <a:pt x="131718" y="81795"/>
                    </a:lnTo>
                    <a:lnTo>
                      <a:pt x="131826" y="89916"/>
                    </a:lnTo>
                    <a:lnTo>
                      <a:pt x="133350" y="98298"/>
                    </a:lnTo>
                    <a:lnTo>
                      <a:pt x="140970" y="97536"/>
                    </a:lnTo>
                    <a:lnTo>
                      <a:pt x="147828" y="96774"/>
                    </a:lnTo>
                    <a:lnTo>
                      <a:pt x="188214" y="75438"/>
                    </a:lnTo>
                    <a:lnTo>
                      <a:pt x="213360" y="37338"/>
                    </a:lnTo>
                    <a:lnTo>
                      <a:pt x="198882" y="18288"/>
                    </a:lnTo>
                    <a:lnTo>
                      <a:pt x="188928" y="19097"/>
                    </a:lnTo>
                    <a:lnTo>
                      <a:pt x="161163" y="51911"/>
                    </a:lnTo>
                    <a:lnTo>
                      <a:pt x="196691" y="79045"/>
                    </a:lnTo>
                    <a:lnTo>
                      <a:pt x="216408" y="80772"/>
                    </a:lnTo>
                    <a:lnTo>
                      <a:pt x="221742" y="8077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3" name="Google Shape;2943;p26"/>
            <p:cNvGrpSpPr/>
            <p:nvPr/>
          </p:nvGrpSpPr>
          <p:grpSpPr>
            <a:xfrm>
              <a:off x="8826982" y="2161006"/>
              <a:ext cx="695756" cy="259130"/>
              <a:chOff x="8826982" y="2161006"/>
              <a:chExt cx="695756" cy="259130"/>
            </a:xfrm>
          </p:grpSpPr>
          <p:pic>
            <p:nvPicPr>
              <p:cNvPr id="2944" name="Google Shape;2944;p2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826982" y="2161006"/>
                <a:ext cx="501446" cy="2591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45" name="Google Shape;2945;p2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348190" y="2169579"/>
                <a:ext cx="174548" cy="1073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46" name="Google Shape;2946;p2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51978" y="2650210"/>
              <a:ext cx="454202" cy="1783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7" name="Google Shape;2947;p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263864" y="2577058"/>
              <a:ext cx="125780" cy="2118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8" name="Google Shape;2948;p2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648638" y="2535910"/>
              <a:ext cx="460334" cy="1814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9" name="Google Shape;2949;p2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280372" y="2512669"/>
              <a:ext cx="266750" cy="2165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0" name="Google Shape;2950;p2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217513" y="2933674"/>
              <a:ext cx="181275" cy="1802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51" name="Google Shape;2951;p26"/>
            <p:cNvGrpSpPr/>
            <p:nvPr/>
          </p:nvGrpSpPr>
          <p:grpSpPr>
            <a:xfrm>
              <a:off x="8636482" y="2852140"/>
              <a:ext cx="410649" cy="275132"/>
              <a:chOff x="8636482" y="2852140"/>
              <a:chExt cx="410649" cy="275132"/>
            </a:xfrm>
          </p:grpSpPr>
          <p:pic>
            <p:nvPicPr>
              <p:cNvPr id="2952" name="Google Shape;2952;p2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8636482" y="2852140"/>
                <a:ext cx="297230" cy="2751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3" name="Google Shape;2953;p2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8967190" y="2900099"/>
                <a:ext cx="79941" cy="1265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4" name="Google Shape;2954;p26"/>
              <p:cNvSpPr/>
              <p:nvPr/>
            </p:nvSpPr>
            <p:spPr>
              <a:xfrm>
                <a:off x="9012174" y="3075432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5" name="Google Shape;2955;p26"/>
            <p:cNvGrpSpPr/>
            <p:nvPr/>
          </p:nvGrpSpPr>
          <p:grpSpPr>
            <a:xfrm>
              <a:off x="7784591" y="3706342"/>
              <a:ext cx="368300" cy="365532"/>
              <a:chOff x="7784591" y="3706342"/>
              <a:chExt cx="368300" cy="365532"/>
            </a:xfrm>
          </p:grpSpPr>
          <p:sp>
            <p:nvSpPr>
              <p:cNvPr id="2956" name="Google Shape;2956;p26"/>
              <p:cNvSpPr/>
              <p:nvPr/>
            </p:nvSpPr>
            <p:spPr>
              <a:xfrm>
                <a:off x="7784591" y="3826764"/>
                <a:ext cx="368300" cy="245110"/>
              </a:xfrm>
              <a:custGeom>
                <a:rect b="b" l="l" r="r" t="t"/>
                <a:pathLst>
                  <a:path extrusionOk="0" h="245110" w="368300">
                    <a:moveTo>
                      <a:pt x="278892" y="0"/>
                    </a:moveTo>
                    <a:lnTo>
                      <a:pt x="238708" y="8465"/>
                    </a:lnTo>
                    <a:lnTo>
                      <a:pt x="196536" y="21717"/>
                    </a:lnTo>
                    <a:lnTo>
                      <a:pt x="139076" y="42195"/>
                    </a:lnTo>
                    <a:lnTo>
                      <a:pt x="102870" y="55626"/>
                    </a:lnTo>
                    <a:lnTo>
                      <a:pt x="94488" y="58674"/>
                    </a:lnTo>
                    <a:lnTo>
                      <a:pt x="86868" y="60960"/>
                    </a:lnTo>
                    <a:lnTo>
                      <a:pt x="86106" y="60960"/>
                    </a:lnTo>
                    <a:lnTo>
                      <a:pt x="87630" y="61722"/>
                    </a:lnTo>
                    <a:lnTo>
                      <a:pt x="92964" y="63246"/>
                    </a:lnTo>
                    <a:lnTo>
                      <a:pt x="95250" y="64008"/>
                    </a:lnTo>
                    <a:lnTo>
                      <a:pt x="105667" y="66020"/>
                    </a:lnTo>
                    <a:lnTo>
                      <a:pt x="156210" y="70223"/>
                    </a:lnTo>
                    <a:lnTo>
                      <a:pt x="211074" y="70866"/>
                    </a:lnTo>
                    <a:lnTo>
                      <a:pt x="225361" y="70806"/>
                    </a:lnTo>
                    <a:lnTo>
                      <a:pt x="239649" y="70961"/>
                    </a:lnTo>
                    <a:lnTo>
                      <a:pt x="253936" y="71830"/>
                    </a:lnTo>
                    <a:lnTo>
                      <a:pt x="268224" y="73914"/>
                    </a:lnTo>
                    <a:lnTo>
                      <a:pt x="274320" y="75438"/>
                    </a:lnTo>
                    <a:lnTo>
                      <a:pt x="280416" y="78486"/>
                    </a:lnTo>
                    <a:lnTo>
                      <a:pt x="278892" y="86106"/>
                    </a:lnTo>
                    <a:lnTo>
                      <a:pt x="235767" y="120122"/>
                    </a:lnTo>
                    <a:lnTo>
                      <a:pt x="198667" y="141005"/>
                    </a:lnTo>
                    <a:lnTo>
                      <a:pt x="159377" y="160817"/>
                    </a:lnTo>
                    <a:lnTo>
                      <a:pt x="139065" y="170973"/>
                    </a:lnTo>
                    <a:lnTo>
                      <a:pt x="118752" y="180986"/>
                    </a:lnTo>
                    <a:lnTo>
                      <a:pt x="98298" y="190500"/>
                    </a:lnTo>
                    <a:lnTo>
                      <a:pt x="76140" y="201048"/>
                    </a:lnTo>
                    <a:lnTo>
                      <a:pt x="54197" y="212026"/>
                    </a:lnTo>
                    <a:lnTo>
                      <a:pt x="32396" y="223289"/>
                    </a:lnTo>
                    <a:lnTo>
                      <a:pt x="10668" y="234696"/>
                    </a:lnTo>
                    <a:lnTo>
                      <a:pt x="6858" y="236220"/>
                    </a:lnTo>
                    <a:lnTo>
                      <a:pt x="3810" y="237744"/>
                    </a:lnTo>
                    <a:lnTo>
                      <a:pt x="0" y="240030"/>
                    </a:lnTo>
                    <a:lnTo>
                      <a:pt x="3810" y="242316"/>
                    </a:lnTo>
                    <a:lnTo>
                      <a:pt x="2286" y="243078"/>
                    </a:lnTo>
                    <a:lnTo>
                      <a:pt x="9144" y="243840"/>
                    </a:lnTo>
                    <a:lnTo>
                      <a:pt x="26527" y="244685"/>
                    </a:lnTo>
                    <a:lnTo>
                      <a:pt x="44196" y="244887"/>
                    </a:lnTo>
                    <a:lnTo>
                      <a:pt x="61864" y="244375"/>
                    </a:lnTo>
                    <a:lnTo>
                      <a:pt x="110668" y="239196"/>
                    </a:lnTo>
                    <a:lnTo>
                      <a:pt x="173224" y="227433"/>
                    </a:lnTo>
                    <a:lnTo>
                      <a:pt x="204216" y="220979"/>
                    </a:lnTo>
                    <a:lnTo>
                      <a:pt x="231767" y="215717"/>
                    </a:lnTo>
                    <a:lnTo>
                      <a:pt x="259461" y="210311"/>
                    </a:lnTo>
                    <a:lnTo>
                      <a:pt x="287154" y="204906"/>
                    </a:lnTo>
                    <a:lnTo>
                      <a:pt x="314706" y="199644"/>
                    </a:lnTo>
                    <a:lnTo>
                      <a:pt x="327279" y="197381"/>
                    </a:lnTo>
                    <a:lnTo>
                      <a:pt x="339852" y="195262"/>
                    </a:lnTo>
                    <a:lnTo>
                      <a:pt x="352425" y="193428"/>
                    </a:lnTo>
                    <a:lnTo>
                      <a:pt x="364998" y="192023"/>
                    </a:lnTo>
                    <a:lnTo>
                      <a:pt x="366522" y="192023"/>
                    </a:lnTo>
                    <a:lnTo>
                      <a:pt x="367284" y="192023"/>
                    </a:lnTo>
                    <a:lnTo>
                      <a:pt x="368046" y="192023"/>
                    </a:lnTo>
                    <a:lnTo>
                      <a:pt x="361188" y="194310"/>
                    </a:lnTo>
                    <a:lnTo>
                      <a:pt x="354330" y="197357"/>
                    </a:lnTo>
                    <a:lnTo>
                      <a:pt x="346710" y="198881"/>
                    </a:lnTo>
                    <a:lnTo>
                      <a:pt x="344424" y="199644"/>
                    </a:lnTo>
                    <a:lnTo>
                      <a:pt x="342900" y="199644"/>
                    </a:lnTo>
                    <a:lnTo>
                      <a:pt x="340614" y="20040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57" name="Google Shape;2957;p2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863719" y="3706342"/>
                <a:ext cx="80156" cy="838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58" name="Google Shape;2958;p26"/>
            <p:cNvGrpSpPr/>
            <p:nvPr/>
          </p:nvGrpSpPr>
          <p:grpSpPr>
            <a:xfrm>
              <a:off x="7819643" y="4139946"/>
              <a:ext cx="159639" cy="119888"/>
              <a:chOff x="7819643" y="4139946"/>
              <a:chExt cx="159639" cy="119888"/>
            </a:xfrm>
          </p:grpSpPr>
          <p:sp>
            <p:nvSpPr>
              <p:cNvPr id="2959" name="Google Shape;2959;p26"/>
              <p:cNvSpPr/>
              <p:nvPr/>
            </p:nvSpPr>
            <p:spPr>
              <a:xfrm>
                <a:off x="7819643" y="413994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0" name="Google Shape;2960;p26"/>
              <p:cNvSpPr/>
              <p:nvPr/>
            </p:nvSpPr>
            <p:spPr>
              <a:xfrm>
                <a:off x="7856981" y="4203954"/>
                <a:ext cx="6350" cy="55880"/>
              </a:xfrm>
              <a:custGeom>
                <a:rect b="b" l="l" r="r" t="t"/>
                <a:pathLst>
                  <a:path extrusionOk="0" h="55879" w="6350">
                    <a:moveTo>
                      <a:pt x="0" y="0"/>
                    </a:moveTo>
                    <a:lnTo>
                      <a:pt x="6096" y="39624"/>
                    </a:lnTo>
                    <a:lnTo>
                      <a:pt x="6096" y="46482"/>
                    </a:lnTo>
                    <a:lnTo>
                      <a:pt x="6096" y="53340"/>
                    </a:lnTo>
                    <a:lnTo>
                      <a:pt x="6096" y="54102"/>
                    </a:lnTo>
                    <a:lnTo>
                      <a:pt x="6096" y="54864"/>
                    </a:lnTo>
                    <a:lnTo>
                      <a:pt x="6096" y="556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1" name="Google Shape;2961;p26"/>
              <p:cNvSpPr/>
              <p:nvPr/>
            </p:nvSpPr>
            <p:spPr>
              <a:xfrm>
                <a:off x="7916417" y="4184142"/>
                <a:ext cx="40005" cy="11430"/>
              </a:xfrm>
              <a:custGeom>
                <a:rect b="b" l="l" r="r" t="t"/>
                <a:pathLst>
                  <a:path extrusionOk="0" h="11429" w="40004">
                    <a:moveTo>
                      <a:pt x="0" y="0"/>
                    </a:moveTo>
                    <a:lnTo>
                      <a:pt x="8572" y="2166"/>
                    </a:lnTo>
                    <a:lnTo>
                      <a:pt x="17145" y="4190"/>
                    </a:lnTo>
                    <a:lnTo>
                      <a:pt x="25717" y="6215"/>
                    </a:lnTo>
                    <a:lnTo>
                      <a:pt x="34290" y="8381"/>
                    </a:lnTo>
                    <a:lnTo>
                      <a:pt x="37338" y="9143"/>
                    </a:lnTo>
                    <a:lnTo>
                      <a:pt x="38862" y="9143"/>
                    </a:lnTo>
                    <a:lnTo>
                      <a:pt x="39624" y="1142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2" name="Google Shape;2962;p26"/>
              <p:cNvSpPr/>
              <p:nvPr/>
            </p:nvSpPr>
            <p:spPr>
              <a:xfrm>
                <a:off x="7927847" y="4239768"/>
                <a:ext cx="51435" cy="6350"/>
              </a:xfrm>
              <a:custGeom>
                <a:rect b="b" l="l" r="r" t="t"/>
                <a:pathLst>
                  <a:path extrusionOk="0" h="6350" w="51434">
                    <a:moveTo>
                      <a:pt x="0" y="6096"/>
                    </a:moveTo>
                    <a:lnTo>
                      <a:pt x="43434" y="1524"/>
                    </a:lnTo>
                    <a:lnTo>
                      <a:pt x="45720" y="1524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63" name="Google Shape;2963;p26"/>
            <p:cNvSpPr/>
            <p:nvPr/>
          </p:nvSpPr>
          <p:spPr>
            <a:xfrm>
              <a:off x="8053768" y="4174997"/>
              <a:ext cx="7620" cy="71120"/>
            </a:xfrm>
            <a:custGeom>
              <a:rect b="b" l="l" r="r" t="t"/>
              <a:pathLst>
                <a:path extrusionOk="0" h="71120" w="7620">
                  <a:moveTo>
                    <a:pt x="571" y="0"/>
                  </a:moveTo>
                  <a:lnTo>
                    <a:pt x="71" y="13358"/>
                  </a:lnTo>
                  <a:lnTo>
                    <a:pt x="0" y="26289"/>
                  </a:lnTo>
                  <a:lnTo>
                    <a:pt x="785" y="39219"/>
                  </a:lnTo>
                  <a:lnTo>
                    <a:pt x="2857" y="52577"/>
                  </a:lnTo>
                  <a:lnTo>
                    <a:pt x="4381" y="58674"/>
                  </a:lnTo>
                  <a:lnTo>
                    <a:pt x="5143" y="64769"/>
                  </a:lnTo>
                  <a:lnTo>
                    <a:pt x="7429" y="7086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64" name="Google Shape;2964;p26"/>
            <p:cNvGrpSpPr/>
            <p:nvPr/>
          </p:nvGrpSpPr>
          <p:grpSpPr>
            <a:xfrm>
              <a:off x="8233384" y="3663670"/>
              <a:ext cx="445795" cy="375716"/>
              <a:chOff x="8233384" y="3663670"/>
              <a:chExt cx="445795" cy="375716"/>
            </a:xfrm>
          </p:grpSpPr>
          <p:pic>
            <p:nvPicPr>
              <p:cNvPr id="2965" name="Google Shape;2965;p2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8233384" y="3761968"/>
                <a:ext cx="115874" cy="2202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6" name="Google Shape;2966;p26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376640" y="3936466"/>
                <a:ext cx="141782" cy="1029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7" name="Google Shape;2967;p2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369782" y="3663670"/>
                <a:ext cx="74726" cy="945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8" name="Google Shape;2968;p2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493988" y="3789400"/>
                <a:ext cx="185191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69" name="Google Shape;2969;p26"/>
            <p:cNvGrpSpPr/>
            <p:nvPr/>
          </p:nvGrpSpPr>
          <p:grpSpPr>
            <a:xfrm>
              <a:off x="8799550" y="3612642"/>
              <a:ext cx="378739" cy="284480"/>
              <a:chOff x="8799550" y="3612642"/>
              <a:chExt cx="378739" cy="284480"/>
            </a:xfrm>
          </p:grpSpPr>
          <p:pic>
            <p:nvPicPr>
              <p:cNvPr id="2970" name="Google Shape;2970;p26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799550" y="3723106"/>
                <a:ext cx="262940" cy="1547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1" name="Google Shape;2971;p26"/>
              <p:cNvSpPr/>
              <p:nvPr/>
            </p:nvSpPr>
            <p:spPr>
              <a:xfrm>
                <a:off x="9109709" y="3612642"/>
                <a:ext cx="68580" cy="284480"/>
              </a:xfrm>
              <a:custGeom>
                <a:rect b="b" l="l" r="r" t="t"/>
                <a:pathLst>
                  <a:path extrusionOk="0" h="284479" w="68579">
                    <a:moveTo>
                      <a:pt x="0" y="0"/>
                    </a:moveTo>
                    <a:lnTo>
                      <a:pt x="33539" y="38790"/>
                    </a:lnTo>
                    <a:lnTo>
                      <a:pt x="58864" y="90678"/>
                    </a:lnTo>
                    <a:lnTo>
                      <a:pt x="67056" y="130301"/>
                    </a:lnTo>
                    <a:lnTo>
                      <a:pt x="68127" y="151542"/>
                    </a:lnTo>
                    <a:lnTo>
                      <a:pt x="67627" y="172783"/>
                    </a:lnTo>
                    <a:lnTo>
                      <a:pt x="60198" y="214122"/>
                    </a:lnTo>
                    <a:lnTo>
                      <a:pt x="38123" y="259556"/>
                    </a:lnTo>
                    <a:lnTo>
                      <a:pt x="19812" y="279654"/>
                    </a:lnTo>
                    <a:lnTo>
                      <a:pt x="17526" y="281940"/>
                    </a:lnTo>
                    <a:lnTo>
                      <a:pt x="10668" y="2842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2" name="Google Shape;2972;p26"/>
            <p:cNvSpPr/>
            <p:nvPr/>
          </p:nvSpPr>
          <p:spPr>
            <a:xfrm>
              <a:off x="8157971" y="3753611"/>
              <a:ext cx="128270" cy="391160"/>
            </a:xfrm>
            <a:custGeom>
              <a:rect b="b" l="l" r="r" t="t"/>
              <a:pathLst>
                <a:path extrusionOk="0" h="391160" w="128270">
                  <a:moveTo>
                    <a:pt x="35814" y="0"/>
                  </a:moveTo>
                  <a:lnTo>
                    <a:pt x="11811" y="41898"/>
                  </a:lnTo>
                  <a:lnTo>
                    <a:pt x="3857" y="84010"/>
                  </a:lnTo>
                  <a:lnTo>
                    <a:pt x="333" y="133159"/>
                  </a:lnTo>
                  <a:lnTo>
                    <a:pt x="0" y="157734"/>
                  </a:lnTo>
                  <a:lnTo>
                    <a:pt x="892" y="187642"/>
                  </a:lnTo>
                  <a:lnTo>
                    <a:pt x="8679" y="246030"/>
                  </a:lnTo>
                  <a:lnTo>
                    <a:pt x="24967" y="299716"/>
                  </a:lnTo>
                  <a:lnTo>
                    <a:pt x="50613" y="344412"/>
                  </a:lnTo>
                  <a:lnTo>
                    <a:pt x="82260" y="373975"/>
                  </a:lnTo>
                  <a:lnTo>
                    <a:pt x="111335" y="386405"/>
                  </a:lnTo>
                  <a:lnTo>
                    <a:pt x="128016" y="39090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3" name="Google Shape;2973;p2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127210" y="3499840"/>
              <a:ext cx="96824" cy="96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4" name="Google Shape;2974;p2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7843240" y="4749520"/>
              <a:ext cx="92252" cy="73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5" name="Google Shape;2975;p2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8163280" y="4674082"/>
              <a:ext cx="121208" cy="19512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76" name="Google Shape;2976;p26"/>
            <p:cNvGrpSpPr/>
            <p:nvPr/>
          </p:nvGrpSpPr>
          <p:grpSpPr>
            <a:xfrm>
              <a:off x="8352281" y="4583429"/>
              <a:ext cx="448437" cy="328422"/>
              <a:chOff x="8352281" y="4583429"/>
              <a:chExt cx="448437" cy="328422"/>
            </a:xfrm>
          </p:grpSpPr>
          <p:sp>
            <p:nvSpPr>
              <p:cNvPr id="2977" name="Google Shape;2977;p26"/>
              <p:cNvSpPr/>
              <p:nvPr/>
            </p:nvSpPr>
            <p:spPr>
              <a:xfrm>
                <a:off x="8352281" y="4607051"/>
                <a:ext cx="104139" cy="304800"/>
              </a:xfrm>
              <a:custGeom>
                <a:rect b="b" l="l" r="r" t="t"/>
                <a:pathLst>
                  <a:path extrusionOk="0" h="304800" w="104140">
                    <a:moveTo>
                      <a:pt x="45720" y="0"/>
                    </a:moveTo>
                    <a:lnTo>
                      <a:pt x="22252" y="34611"/>
                    </a:lnTo>
                    <a:lnTo>
                      <a:pt x="9536" y="92332"/>
                    </a:lnTo>
                    <a:lnTo>
                      <a:pt x="3714" y="133826"/>
                    </a:lnTo>
                    <a:lnTo>
                      <a:pt x="607" y="175462"/>
                    </a:lnTo>
                    <a:lnTo>
                      <a:pt x="0" y="217169"/>
                    </a:lnTo>
                    <a:lnTo>
                      <a:pt x="892" y="235541"/>
                    </a:lnTo>
                    <a:lnTo>
                      <a:pt x="16002" y="288797"/>
                    </a:lnTo>
                    <a:lnTo>
                      <a:pt x="53340" y="304799"/>
                    </a:lnTo>
                    <a:lnTo>
                      <a:pt x="65805" y="303406"/>
                    </a:lnTo>
                    <a:lnTo>
                      <a:pt x="99060" y="281177"/>
                    </a:lnTo>
                    <a:lnTo>
                      <a:pt x="101346" y="277367"/>
                    </a:lnTo>
                    <a:lnTo>
                      <a:pt x="103632" y="27431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978" name="Google Shape;2978;p26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450983" y="4596358"/>
                <a:ext cx="268608" cy="2576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9" name="Google Shape;2979;p26"/>
              <p:cNvSpPr/>
              <p:nvPr/>
            </p:nvSpPr>
            <p:spPr>
              <a:xfrm>
                <a:off x="8695943" y="4583429"/>
                <a:ext cx="104775" cy="314325"/>
              </a:xfrm>
              <a:custGeom>
                <a:rect b="b" l="l" r="r" t="t"/>
                <a:pathLst>
                  <a:path extrusionOk="0" h="314325" w="104775">
                    <a:moveTo>
                      <a:pt x="0" y="0"/>
                    </a:moveTo>
                    <a:lnTo>
                      <a:pt x="43934" y="14894"/>
                    </a:lnTo>
                    <a:lnTo>
                      <a:pt x="81629" y="52006"/>
                    </a:lnTo>
                    <a:lnTo>
                      <a:pt x="102405" y="108263"/>
                    </a:lnTo>
                    <a:lnTo>
                      <a:pt x="104489" y="132683"/>
                    </a:lnTo>
                    <a:lnTo>
                      <a:pt x="103858" y="157245"/>
                    </a:lnTo>
                    <a:lnTo>
                      <a:pt x="94118" y="203525"/>
                    </a:lnTo>
                    <a:lnTo>
                      <a:pt x="75187" y="248531"/>
                    </a:lnTo>
                    <a:lnTo>
                      <a:pt x="50387" y="291274"/>
                    </a:lnTo>
                    <a:lnTo>
                      <a:pt x="25908" y="313943"/>
                    </a:lnTo>
                    <a:lnTo>
                      <a:pt x="23622" y="310133"/>
                    </a:lnTo>
                    <a:lnTo>
                      <a:pt x="19050" y="30632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4" name="Google Shape;2984;p27"/>
          <p:cNvGrpSpPr/>
          <p:nvPr/>
        </p:nvGrpSpPr>
        <p:grpSpPr>
          <a:xfrm>
            <a:off x="1084407" y="914400"/>
            <a:ext cx="7728148" cy="3128791"/>
            <a:chOff x="3783949" y="2105380"/>
            <a:chExt cx="5028605" cy="1937811"/>
          </a:xfrm>
        </p:grpSpPr>
        <p:grpSp>
          <p:nvGrpSpPr>
            <p:cNvPr id="2985" name="Google Shape;2985;p27"/>
            <p:cNvGrpSpPr/>
            <p:nvPr/>
          </p:nvGrpSpPr>
          <p:grpSpPr>
            <a:xfrm>
              <a:off x="3783949" y="2245614"/>
              <a:ext cx="661813" cy="195453"/>
              <a:chOff x="3783949" y="2245614"/>
              <a:chExt cx="661813" cy="195453"/>
            </a:xfrm>
          </p:grpSpPr>
          <p:sp>
            <p:nvSpPr>
              <p:cNvPr id="2986" name="Google Shape;2986;p27"/>
              <p:cNvSpPr/>
              <p:nvPr/>
            </p:nvSpPr>
            <p:spPr>
              <a:xfrm>
                <a:off x="3783949" y="2260092"/>
                <a:ext cx="101600" cy="180975"/>
              </a:xfrm>
              <a:custGeom>
                <a:rect b="b" l="l" r="r" t="t"/>
                <a:pathLst>
                  <a:path extrusionOk="0" h="180975" w="101600">
                    <a:moveTo>
                      <a:pt x="77104" y="15239"/>
                    </a:moveTo>
                    <a:lnTo>
                      <a:pt x="69949" y="7929"/>
                    </a:lnTo>
                    <a:lnTo>
                      <a:pt x="65008" y="3619"/>
                    </a:lnTo>
                    <a:lnTo>
                      <a:pt x="59638" y="1309"/>
                    </a:lnTo>
                    <a:lnTo>
                      <a:pt x="51196" y="0"/>
                    </a:lnTo>
                    <a:lnTo>
                      <a:pt x="42040" y="1262"/>
                    </a:lnTo>
                    <a:lnTo>
                      <a:pt x="12799" y="31825"/>
                    </a:lnTo>
                    <a:lnTo>
                      <a:pt x="904" y="75437"/>
                    </a:lnTo>
                    <a:lnTo>
                      <a:pt x="0" y="93083"/>
                    </a:lnTo>
                    <a:lnTo>
                      <a:pt x="1095" y="109727"/>
                    </a:lnTo>
                    <a:lnTo>
                      <a:pt x="18716" y="153340"/>
                    </a:lnTo>
                    <a:lnTo>
                      <a:pt x="50434" y="178307"/>
                    </a:lnTo>
                    <a:lnTo>
                      <a:pt x="71961" y="180974"/>
                    </a:lnTo>
                    <a:lnTo>
                      <a:pt x="82796" y="178950"/>
                    </a:lnTo>
                    <a:lnTo>
                      <a:pt x="92344" y="174497"/>
                    </a:lnTo>
                    <a:lnTo>
                      <a:pt x="95392" y="171449"/>
                    </a:lnTo>
                    <a:lnTo>
                      <a:pt x="98440" y="169163"/>
                    </a:lnTo>
                    <a:lnTo>
                      <a:pt x="101488" y="16687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7" name="Google Shape;2987;p27"/>
              <p:cNvSpPr/>
              <p:nvPr/>
            </p:nvSpPr>
            <p:spPr>
              <a:xfrm>
                <a:off x="3878199" y="2337054"/>
                <a:ext cx="69215" cy="93980"/>
              </a:xfrm>
              <a:custGeom>
                <a:rect b="b" l="l" r="r" t="t"/>
                <a:pathLst>
                  <a:path extrusionOk="0" h="93980" w="69214">
                    <a:moveTo>
                      <a:pt x="5714" y="0"/>
                    </a:moveTo>
                    <a:lnTo>
                      <a:pt x="1428" y="13382"/>
                    </a:lnTo>
                    <a:lnTo>
                      <a:pt x="0" y="23622"/>
                    </a:lnTo>
                    <a:lnTo>
                      <a:pt x="1428" y="33861"/>
                    </a:lnTo>
                    <a:lnTo>
                      <a:pt x="17502" y="75961"/>
                    </a:lnTo>
                    <a:lnTo>
                      <a:pt x="37718" y="93725"/>
                    </a:lnTo>
                    <a:lnTo>
                      <a:pt x="44576" y="89153"/>
                    </a:lnTo>
                    <a:lnTo>
                      <a:pt x="67436" y="54863"/>
                    </a:lnTo>
                    <a:lnTo>
                      <a:pt x="69056" y="45981"/>
                    </a:lnTo>
                    <a:lnTo>
                      <a:pt x="68960" y="36956"/>
                    </a:lnTo>
                    <a:lnTo>
                      <a:pt x="33801" y="10406"/>
                    </a:lnTo>
                    <a:lnTo>
                      <a:pt x="16382" y="1371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8" name="Google Shape;2988;p27"/>
              <p:cNvSpPr/>
              <p:nvPr/>
            </p:nvSpPr>
            <p:spPr>
              <a:xfrm>
                <a:off x="3975115" y="2324100"/>
                <a:ext cx="73660" cy="85725"/>
              </a:xfrm>
              <a:custGeom>
                <a:rect b="b" l="l" r="r" t="t"/>
                <a:pathLst>
                  <a:path extrusionOk="0" h="85725" w="73660">
                    <a:moveTo>
                      <a:pt x="2524" y="1524"/>
                    </a:moveTo>
                    <a:lnTo>
                      <a:pt x="3667" y="12382"/>
                    </a:lnTo>
                    <a:lnTo>
                      <a:pt x="4810" y="23241"/>
                    </a:lnTo>
                    <a:lnTo>
                      <a:pt x="5953" y="34099"/>
                    </a:lnTo>
                    <a:lnTo>
                      <a:pt x="7096" y="44958"/>
                    </a:lnTo>
                    <a:lnTo>
                      <a:pt x="7679" y="53971"/>
                    </a:lnTo>
                    <a:lnTo>
                      <a:pt x="8334" y="62769"/>
                    </a:lnTo>
                    <a:lnTo>
                      <a:pt x="9132" y="71425"/>
                    </a:lnTo>
                    <a:lnTo>
                      <a:pt x="10144" y="80010"/>
                    </a:lnTo>
                    <a:lnTo>
                      <a:pt x="10144" y="83058"/>
                    </a:lnTo>
                    <a:lnTo>
                      <a:pt x="10144" y="83820"/>
                    </a:lnTo>
                    <a:lnTo>
                      <a:pt x="10906" y="85344"/>
                    </a:lnTo>
                    <a:lnTo>
                      <a:pt x="10501" y="77140"/>
                    </a:lnTo>
                    <a:lnTo>
                      <a:pt x="9382" y="69437"/>
                    </a:lnTo>
                    <a:lnTo>
                      <a:pt x="7691" y="61876"/>
                    </a:lnTo>
                    <a:lnTo>
                      <a:pt x="5572" y="54102"/>
                    </a:lnTo>
                    <a:lnTo>
                      <a:pt x="3143" y="44553"/>
                    </a:lnTo>
                    <a:lnTo>
                      <a:pt x="1000" y="33718"/>
                    </a:lnTo>
                    <a:lnTo>
                      <a:pt x="0" y="22598"/>
                    </a:lnTo>
                    <a:lnTo>
                      <a:pt x="1000" y="12192"/>
                    </a:lnTo>
                    <a:lnTo>
                      <a:pt x="4048" y="3048"/>
                    </a:lnTo>
                    <a:lnTo>
                      <a:pt x="13192" y="762"/>
                    </a:lnTo>
                    <a:lnTo>
                      <a:pt x="21574" y="0"/>
                    </a:lnTo>
                    <a:lnTo>
                      <a:pt x="30194" y="166"/>
                    </a:lnTo>
                    <a:lnTo>
                      <a:pt x="63674" y="24860"/>
                    </a:lnTo>
                    <a:lnTo>
                      <a:pt x="70723" y="57150"/>
                    </a:lnTo>
                    <a:lnTo>
                      <a:pt x="71080" y="64841"/>
                    </a:lnTo>
                    <a:lnTo>
                      <a:pt x="71866" y="72390"/>
                    </a:lnTo>
                    <a:lnTo>
                      <a:pt x="71866" y="75438"/>
                    </a:lnTo>
                    <a:lnTo>
                      <a:pt x="71104" y="76200"/>
                    </a:lnTo>
                    <a:lnTo>
                      <a:pt x="73390" y="7696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9" name="Google Shape;2989;p27"/>
              <p:cNvSpPr/>
              <p:nvPr/>
            </p:nvSpPr>
            <p:spPr>
              <a:xfrm>
                <a:off x="4066948" y="2292369"/>
                <a:ext cx="64135" cy="100330"/>
              </a:xfrm>
              <a:custGeom>
                <a:rect b="b" l="l" r="r" t="t"/>
                <a:pathLst>
                  <a:path extrusionOk="0" h="100330" w="64135">
                    <a:moveTo>
                      <a:pt x="39469" y="10394"/>
                    </a:moveTo>
                    <a:lnTo>
                      <a:pt x="34790" y="6834"/>
                    </a:lnTo>
                    <a:lnTo>
                      <a:pt x="28324" y="2488"/>
                    </a:lnTo>
                    <a:lnTo>
                      <a:pt x="21145" y="0"/>
                    </a:lnTo>
                    <a:lnTo>
                      <a:pt x="14323" y="2012"/>
                    </a:lnTo>
                    <a:lnTo>
                      <a:pt x="0" y="39885"/>
                    </a:lnTo>
                    <a:lnTo>
                      <a:pt x="892" y="47255"/>
                    </a:lnTo>
                    <a:lnTo>
                      <a:pt x="32896" y="67853"/>
                    </a:lnTo>
                    <a:lnTo>
                      <a:pt x="40993" y="69830"/>
                    </a:lnTo>
                    <a:lnTo>
                      <a:pt x="48613" y="71354"/>
                    </a:lnTo>
                    <a:lnTo>
                      <a:pt x="57757" y="72116"/>
                    </a:lnTo>
                    <a:lnTo>
                      <a:pt x="63853" y="77450"/>
                    </a:lnTo>
                    <a:lnTo>
                      <a:pt x="31015" y="98417"/>
                    </a:lnTo>
                    <a:lnTo>
                      <a:pt x="13561" y="100310"/>
                    </a:lnTo>
                    <a:lnTo>
                      <a:pt x="15085" y="98024"/>
                    </a:lnTo>
                    <a:lnTo>
                      <a:pt x="13561" y="9040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0" name="Google Shape;2990;p27"/>
              <p:cNvSpPr/>
              <p:nvPr/>
            </p:nvSpPr>
            <p:spPr>
              <a:xfrm>
                <a:off x="4165854" y="2320290"/>
                <a:ext cx="8890" cy="59690"/>
              </a:xfrm>
              <a:custGeom>
                <a:rect b="b" l="l" r="r" t="t"/>
                <a:pathLst>
                  <a:path extrusionOk="0" h="59689" w="8889">
                    <a:moveTo>
                      <a:pt x="0" y="0"/>
                    </a:moveTo>
                    <a:lnTo>
                      <a:pt x="7905" y="43148"/>
                    </a:lnTo>
                    <a:lnTo>
                      <a:pt x="8382" y="57912"/>
                    </a:lnTo>
                    <a:lnTo>
                      <a:pt x="8382" y="58674"/>
                    </a:lnTo>
                    <a:lnTo>
                      <a:pt x="8382" y="5943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1" name="Google Shape;2991;p27"/>
              <p:cNvSpPr/>
              <p:nvPr/>
            </p:nvSpPr>
            <p:spPr>
              <a:xfrm>
                <a:off x="4121658" y="2245614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2" name="Google Shape;2992;p27"/>
              <p:cNvSpPr/>
              <p:nvPr/>
            </p:nvSpPr>
            <p:spPr>
              <a:xfrm>
                <a:off x="4210050" y="2249424"/>
                <a:ext cx="71755" cy="144145"/>
              </a:xfrm>
              <a:custGeom>
                <a:rect b="b" l="l" r="r" t="t"/>
                <a:pathLst>
                  <a:path extrusionOk="0" h="144144" w="71754">
                    <a:moveTo>
                      <a:pt x="23622" y="0"/>
                    </a:moveTo>
                    <a:lnTo>
                      <a:pt x="35814" y="48768"/>
                    </a:lnTo>
                    <a:lnTo>
                      <a:pt x="41707" y="86808"/>
                    </a:lnTo>
                    <a:lnTo>
                      <a:pt x="43434" y="99822"/>
                    </a:lnTo>
                    <a:lnTo>
                      <a:pt x="44958" y="107442"/>
                    </a:lnTo>
                    <a:lnTo>
                      <a:pt x="44958" y="117348"/>
                    </a:lnTo>
                    <a:lnTo>
                      <a:pt x="47244" y="124205"/>
                    </a:lnTo>
                    <a:lnTo>
                      <a:pt x="48006" y="118110"/>
                    </a:lnTo>
                    <a:lnTo>
                      <a:pt x="49530" y="109728"/>
                    </a:lnTo>
                    <a:lnTo>
                      <a:pt x="31242" y="76200"/>
                    </a:lnTo>
                    <a:lnTo>
                      <a:pt x="17526" y="68580"/>
                    </a:lnTo>
                    <a:lnTo>
                      <a:pt x="12954" y="72390"/>
                    </a:lnTo>
                    <a:lnTo>
                      <a:pt x="6107" y="80855"/>
                    </a:lnTo>
                    <a:lnTo>
                      <a:pt x="2190" y="91535"/>
                    </a:lnTo>
                    <a:lnTo>
                      <a:pt x="416" y="102929"/>
                    </a:lnTo>
                    <a:lnTo>
                      <a:pt x="0" y="113538"/>
                    </a:lnTo>
                    <a:lnTo>
                      <a:pt x="1524" y="123634"/>
                    </a:lnTo>
                    <a:lnTo>
                      <a:pt x="5905" y="132016"/>
                    </a:lnTo>
                    <a:lnTo>
                      <a:pt x="12858" y="138398"/>
                    </a:lnTo>
                    <a:lnTo>
                      <a:pt x="22098" y="142494"/>
                    </a:lnTo>
                    <a:lnTo>
                      <a:pt x="35302" y="144077"/>
                    </a:lnTo>
                    <a:lnTo>
                      <a:pt x="47720" y="142589"/>
                    </a:lnTo>
                    <a:lnTo>
                      <a:pt x="59709" y="138957"/>
                    </a:lnTo>
                    <a:lnTo>
                      <a:pt x="71628" y="13411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3" name="Google Shape;2993;p27"/>
              <p:cNvSpPr/>
              <p:nvPr/>
            </p:nvSpPr>
            <p:spPr>
              <a:xfrm>
                <a:off x="4306776" y="2299716"/>
                <a:ext cx="57785" cy="98425"/>
              </a:xfrm>
              <a:custGeom>
                <a:rect b="b" l="l" r="r" t="t"/>
                <a:pathLst>
                  <a:path extrusionOk="0" h="98425" w="57785">
                    <a:moveTo>
                      <a:pt x="3857" y="0"/>
                    </a:moveTo>
                    <a:lnTo>
                      <a:pt x="2095" y="9834"/>
                    </a:lnTo>
                    <a:lnTo>
                      <a:pt x="619" y="19812"/>
                    </a:lnTo>
                    <a:lnTo>
                      <a:pt x="0" y="29789"/>
                    </a:lnTo>
                    <a:lnTo>
                      <a:pt x="809" y="39624"/>
                    </a:lnTo>
                    <a:lnTo>
                      <a:pt x="18335" y="86106"/>
                    </a:lnTo>
                    <a:lnTo>
                      <a:pt x="29765" y="98298"/>
                    </a:lnTo>
                    <a:lnTo>
                      <a:pt x="38909" y="96773"/>
                    </a:lnTo>
                    <a:lnTo>
                      <a:pt x="48053" y="94488"/>
                    </a:lnTo>
                    <a:lnTo>
                      <a:pt x="51863" y="87630"/>
                    </a:lnTo>
                    <a:lnTo>
                      <a:pt x="57197" y="807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4" name="Google Shape;2994;p27"/>
              <p:cNvSpPr/>
              <p:nvPr/>
            </p:nvSpPr>
            <p:spPr>
              <a:xfrm>
                <a:off x="4315206" y="2296668"/>
                <a:ext cx="43815" cy="43815"/>
              </a:xfrm>
              <a:custGeom>
                <a:rect b="b" l="l" r="r" t="t"/>
                <a:pathLst>
                  <a:path extrusionOk="0" h="43814" w="43814">
                    <a:moveTo>
                      <a:pt x="12191" y="41910"/>
                    </a:moveTo>
                    <a:lnTo>
                      <a:pt x="21097" y="43576"/>
                    </a:lnTo>
                    <a:lnTo>
                      <a:pt x="28003" y="43243"/>
                    </a:lnTo>
                    <a:lnTo>
                      <a:pt x="34051" y="39766"/>
                    </a:lnTo>
                    <a:lnTo>
                      <a:pt x="40385" y="32004"/>
                    </a:lnTo>
                    <a:lnTo>
                      <a:pt x="43243" y="26193"/>
                    </a:lnTo>
                    <a:lnTo>
                      <a:pt x="43814" y="20383"/>
                    </a:lnTo>
                    <a:lnTo>
                      <a:pt x="42100" y="14859"/>
                    </a:lnTo>
                    <a:lnTo>
                      <a:pt x="9143" y="0"/>
                    </a:lnTo>
                    <a:lnTo>
                      <a:pt x="4571" y="0"/>
                    </a:lnTo>
                    <a:lnTo>
                      <a:pt x="3047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5" name="Google Shape;2995;p27"/>
              <p:cNvSpPr/>
              <p:nvPr/>
            </p:nvSpPr>
            <p:spPr>
              <a:xfrm>
                <a:off x="4405122" y="2286762"/>
                <a:ext cx="40640" cy="90805"/>
              </a:xfrm>
              <a:custGeom>
                <a:rect b="b" l="l" r="r" t="t"/>
                <a:pathLst>
                  <a:path extrusionOk="0" h="90805" w="40639">
                    <a:moveTo>
                      <a:pt x="0" y="28194"/>
                    </a:moveTo>
                    <a:lnTo>
                      <a:pt x="32218" y="56780"/>
                    </a:lnTo>
                    <a:lnTo>
                      <a:pt x="40386" y="90678"/>
                    </a:lnTo>
                    <a:lnTo>
                      <a:pt x="40386" y="89916"/>
                    </a:lnTo>
                    <a:lnTo>
                      <a:pt x="39624" y="80772"/>
                    </a:lnTo>
                    <a:lnTo>
                      <a:pt x="38373" y="70615"/>
                    </a:lnTo>
                    <a:lnTo>
                      <a:pt x="37052" y="60674"/>
                    </a:lnTo>
                    <a:lnTo>
                      <a:pt x="35873" y="50875"/>
                    </a:lnTo>
                    <a:lnTo>
                      <a:pt x="35052" y="41148"/>
                    </a:lnTo>
                    <a:lnTo>
                      <a:pt x="34611" y="30861"/>
                    </a:lnTo>
                    <a:lnTo>
                      <a:pt x="34385" y="20574"/>
                    </a:lnTo>
                    <a:lnTo>
                      <a:pt x="34301" y="10287"/>
                    </a:lnTo>
                    <a:lnTo>
                      <a:pt x="3429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996" name="Google Shape;2996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96764" y="2221204"/>
              <a:ext cx="236556" cy="14025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97" name="Google Shape;2997;p27"/>
            <p:cNvGrpSpPr/>
            <p:nvPr/>
          </p:nvGrpSpPr>
          <p:grpSpPr>
            <a:xfrm>
              <a:off x="5326354" y="2131467"/>
              <a:ext cx="515163" cy="204088"/>
              <a:chOff x="5326354" y="2131467"/>
              <a:chExt cx="515163" cy="204088"/>
            </a:xfrm>
          </p:grpSpPr>
          <p:pic>
            <p:nvPicPr>
              <p:cNvPr id="2998" name="Google Shape;2998;p2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326354" y="2131467"/>
                <a:ext cx="349677" cy="2040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99" name="Google Shape;2999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704973" y="2181605"/>
                <a:ext cx="136544" cy="1295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00" name="Google Shape;3000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93139" y="2146528"/>
              <a:ext cx="200516" cy="245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1" name="Google Shape;3001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467830" y="2105380"/>
              <a:ext cx="302564" cy="173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2" name="Google Shape;3002;p27"/>
            <p:cNvSpPr/>
            <p:nvPr/>
          </p:nvSpPr>
          <p:spPr>
            <a:xfrm>
              <a:off x="3804665" y="2535935"/>
              <a:ext cx="3028950" cy="86995"/>
            </a:xfrm>
            <a:custGeom>
              <a:rect b="b" l="l" r="r" t="t"/>
              <a:pathLst>
                <a:path extrusionOk="0" h="86994" w="3028950">
                  <a:moveTo>
                    <a:pt x="0" y="86868"/>
                  </a:moveTo>
                  <a:lnTo>
                    <a:pt x="18192" y="84236"/>
                  </a:lnTo>
                  <a:lnTo>
                    <a:pt x="36385" y="82962"/>
                  </a:lnTo>
                  <a:lnTo>
                    <a:pt x="54863" y="82688"/>
                  </a:lnTo>
                  <a:lnTo>
                    <a:pt x="73914" y="83058"/>
                  </a:lnTo>
                  <a:lnTo>
                    <a:pt x="103632" y="84296"/>
                  </a:lnTo>
                  <a:lnTo>
                    <a:pt x="133350" y="85534"/>
                  </a:lnTo>
                  <a:lnTo>
                    <a:pt x="163068" y="86487"/>
                  </a:lnTo>
                  <a:lnTo>
                    <a:pt x="192786" y="86868"/>
                  </a:lnTo>
                  <a:lnTo>
                    <a:pt x="234969" y="86070"/>
                  </a:lnTo>
                  <a:lnTo>
                    <a:pt x="277082" y="83915"/>
                  </a:lnTo>
                  <a:lnTo>
                    <a:pt x="319337" y="80760"/>
                  </a:lnTo>
                  <a:lnTo>
                    <a:pt x="361950" y="76962"/>
                  </a:lnTo>
                  <a:lnTo>
                    <a:pt x="414087" y="72425"/>
                  </a:lnTo>
                  <a:lnTo>
                    <a:pt x="466439" y="68103"/>
                  </a:lnTo>
                  <a:lnTo>
                    <a:pt x="518933" y="64210"/>
                  </a:lnTo>
                  <a:lnTo>
                    <a:pt x="571500" y="60960"/>
                  </a:lnTo>
                  <a:lnTo>
                    <a:pt x="617591" y="58460"/>
                  </a:lnTo>
                  <a:lnTo>
                    <a:pt x="663537" y="56327"/>
                  </a:lnTo>
                  <a:lnTo>
                    <a:pt x="709373" y="54376"/>
                  </a:lnTo>
                  <a:lnTo>
                    <a:pt x="755135" y="52425"/>
                  </a:lnTo>
                  <a:lnTo>
                    <a:pt x="800862" y="50292"/>
                  </a:lnTo>
                  <a:lnTo>
                    <a:pt x="848947" y="48292"/>
                  </a:lnTo>
                  <a:lnTo>
                    <a:pt x="897142" y="46000"/>
                  </a:lnTo>
                  <a:lnTo>
                    <a:pt x="945373" y="43488"/>
                  </a:lnTo>
                  <a:lnTo>
                    <a:pt x="993568" y="40831"/>
                  </a:lnTo>
                  <a:lnTo>
                    <a:pt x="1041654" y="38100"/>
                  </a:lnTo>
                  <a:lnTo>
                    <a:pt x="1088830" y="35832"/>
                  </a:lnTo>
                  <a:lnTo>
                    <a:pt x="1136154" y="33674"/>
                  </a:lnTo>
                  <a:lnTo>
                    <a:pt x="1183587" y="31735"/>
                  </a:lnTo>
                  <a:lnTo>
                    <a:pt x="1231093" y="30126"/>
                  </a:lnTo>
                  <a:lnTo>
                    <a:pt x="1278636" y="28956"/>
                  </a:lnTo>
                  <a:lnTo>
                    <a:pt x="1334071" y="28634"/>
                  </a:lnTo>
                  <a:lnTo>
                    <a:pt x="1389507" y="28670"/>
                  </a:lnTo>
                  <a:lnTo>
                    <a:pt x="1444942" y="28848"/>
                  </a:lnTo>
                  <a:lnTo>
                    <a:pt x="1500378" y="28956"/>
                  </a:lnTo>
                  <a:lnTo>
                    <a:pt x="1554789" y="28932"/>
                  </a:lnTo>
                  <a:lnTo>
                    <a:pt x="1609343" y="28765"/>
                  </a:lnTo>
                  <a:lnTo>
                    <a:pt x="1663898" y="28313"/>
                  </a:lnTo>
                  <a:lnTo>
                    <a:pt x="1718310" y="27432"/>
                  </a:lnTo>
                  <a:lnTo>
                    <a:pt x="1774197" y="26479"/>
                  </a:lnTo>
                  <a:lnTo>
                    <a:pt x="1829943" y="24955"/>
                  </a:lnTo>
                  <a:lnTo>
                    <a:pt x="1885688" y="23145"/>
                  </a:lnTo>
                  <a:lnTo>
                    <a:pt x="1941576" y="21336"/>
                  </a:lnTo>
                  <a:lnTo>
                    <a:pt x="1995868" y="19740"/>
                  </a:lnTo>
                  <a:lnTo>
                    <a:pt x="2050161" y="18288"/>
                  </a:lnTo>
                  <a:lnTo>
                    <a:pt x="2104453" y="16835"/>
                  </a:lnTo>
                  <a:lnTo>
                    <a:pt x="2158746" y="15240"/>
                  </a:lnTo>
                  <a:lnTo>
                    <a:pt x="2210300" y="14120"/>
                  </a:lnTo>
                  <a:lnTo>
                    <a:pt x="2261997" y="13144"/>
                  </a:lnTo>
                  <a:lnTo>
                    <a:pt x="2313693" y="12453"/>
                  </a:lnTo>
                  <a:lnTo>
                    <a:pt x="2365248" y="12191"/>
                  </a:lnTo>
                  <a:lnTo>
                    <a:pt x="2418436" y="11989"/>
                  </a:lnTo>
                  <a:lnTo>
                    <a:pt x="2471559" y="11974"/>
                  </a:lnTo>
                  <a:lnTo>
                    <a:pt x="2524641" y="12052"/>
                  </a:lnTo>
                  <a:lnTo>
                    <a:pt x="2577710" y="12129"/>
                  </a:lnTo>
                  <a:lnTo>
                    <a:pt x="2630792" y="12114"/>
                  </a:lnTo>
                  <a:lnTo>
                    <a:pt x="2683915" y="11912"/>
                  </a:lnTo>
                  <a:lnTo>
                    <a:pt x="2737104" y="11429"/>
                  </a:lnTo>
                  <a:lnTo>
                    <a:pt x="2777549" y="10620"/>
                  </a:lnTo>
                  <a:lnTo>
                    <a:pt x="2817780" y="9524"/>
                  </a:lnTo>
                  <a:lnTo>
                    <a:pt x="2857869" y="8429"/>
                  </a:lnTo>
                  <a:lnTo>
                    <a:pt x="2897886" y="7619"/>
                  </a:lnTo>
                  <a:lnTo>
                    <a:pt x="2924055" y="7608"/>
                  </a:lnTo>
                  <a:lnTo>
                    <a:pt x="2950083" y="7524"/>
                  </a:lnTo>
                  <a:lnTo>
                    <a:pt x="2976110" y="7298"/>
                  </a:lnTo>
                  <a:lnTo>
                    <a:pt x="3002280" y="6857"/>
                  </a:lnTo>
                  <a:lnTo>
                    <a:pt x="3008697" y="6857"/>
                  </a:lnTo>
                  <a:lnTo>
                    <a:pt x="3015329" y="6857"/>
                  </a:lnTo>
                  <a:lnTo>
                    <a:pt x="3022103" y="6857"/>
                  </a:lnTo>
                  <a:lnTo>
                    <a:pt x="3028950" y="6857"/>
                  </a:lnTo>
                  <a:lnTo>
                    <a:pt x="3018282" y="6095"/>
                  </a:lnTo>
                  <a:lnTo>
                    <a:pt x="3012948" y="4571"/>
                  </a:lnTo>
                  <a:lnTo>
                    <a:pt x="300609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3" name="Google Shape;3003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485106" y="3250666"/>
              <a:ext cx="161594" cy="226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4" name="Google Shape;3004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00930" y="3522700"/>
              <a:ext cx="83870" cy="106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5" name="Google Shape;3005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46116" y="3304006"/>
              <a:ext cx="92252" cy="71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6" name="Google Shape;3006;p27"/>
            <p:cNvSpPr/>
            <p:nvPr/>
          </p:nvSpPr>
          <p:spPr>
            <a:xfrm>
              <a:off x="5167884" y="3009411"/>
              <a:ext cx="167640" cy="1033780"/>
            </a:xfrm>
            <a:custGeom>
              <a:rect b="b" l="l" r="r" t="t"/>
              <a:pathLst>
                <a:path extrusionOk="0" h="1033779" w="167639">
                  <a:moveTo>
                    <a:pt x="101346" y="19538"/>
                  </a:moveTo>
                  <a:lnTo>
                    <a:pt x="64531" y="1881"/>
                  </a:lnTo>
                  <a:lnTo>
                    <a:pt x="49768" y="0"/>
                  </a:lnTo>
                  <a:lnTo>
                    <a:pt x="42672" y="488"/>
                  </a:lnTo>
                  <a:lnTo>
                    <a:pt x="11406" y="30980"/>
                  </a:lnTo>
                  <a:lnTo>
                    <a:pt x="1285" y="77462"/>
                  </a:lnTo>
                  <a:lnTo>
                    <a:pt x="0" y="112502"/>
                  </a:lnTo>
                  <a:lnTo>
                    <a:pt x="178" y="119574"/>
                  </a:lnTo>
                  <a:lnTo>
                    <a:pt x="12287" y="158126"/>
                  </a:lnTo>
                  <a:lnTo>
                    <a:pt x="37540" y="197072"/>
                  </a:lnTo>
                  <a:lnTo>
                    <a:pt x="48470" y="211264"/>
                  </a:lnTo>
                  <a:lnTo>
                    <a:pt x="54197" y="218515"/>
                  </a:lnTo>
                  <a:lnTo>
                    <a:pt x="74509" y="257234"/>
                  </a:lnTo>
                  <a:lnTo>
                    <a:pt x="80772" y="296906"/>
                  </a:lnTo>
                  <a:lnTo>
                    <a:pt x="80724" y="303966"/>
                  </a:lnTo>
                  <a:lnTo>
                    <a:pt x="64865" y="346614"/>
                  </a:lnTo>
                  <a:lnTo>
                    <a:pt x="40386" y="380726"/>
                  </a:lnTo>
                  <a:lnTo>
                    <a:pt x="35052" y="384536"/>
                  </a:lnTo>
                  <a:lnTo>
                    <a:pt x="34290" y="386822"/>
                  </a:lnTo>
                  <a:lnTo>
                    <a:pt x="33528" y="389108"/>
                  </a:lnTo>
                  <a:lnTo>
                    <a:pt x="35814" y="391394"/>
                  </a:lnTo>
                  <a:lnTo>
                    <a:pt x="36576" y="392918"/>
                  </a:lnTo>
                  <a:lnTo>
                    <a:pt x="41148" y="398252"/>
                  </a:lnTo>
                  <a:lnTo>
                    <a:pt x="46482" y="403586"/>
                  </a:lnTo>
                  <a:lnTo>
                    <a:pt x="50292" y="409682"/>
                  </a:lnTo>
                  <a:lnTo>
                    <a:pt x="68806" y="448222"/>
                  </a:lnTo>
                  <a:lnTo>
                    <a:pt x="77402" y="486953"/>
                  </a:lnTo>
                  <a:lnTo>
                    <a:pt x="77819" y="498074"/>
                  </a:lnTo>
                  <a:lnTo>
                    <a:pt x="77807" y="509194"/>
                  </a:lnTo>
                  <a:lnTo>
                    <a:pt x="77724" y="520172"/>
                  </a:lnTo>
                  <a:lnTo>
                    <a:pt x="77735" y="533054"/>
                  </a:lnTo>
                  <a:lnTo>
                    <a:pt x="76676" y="545508"/>
                  </a:lnTo>
                  <a:lnTo>
                    <a:pt x="74616" y="557676"/>
                  </a:lnTo>
                  <a:lnTo>
                    <a:pt x="71628" y="569702"/>
                  </a:lnTo>
                  <a:lnTo>
                    <a:pt x="68508" y="582715"/>
                  </a:lnTo>
                  <a:lnTo>
                    <a:pt x="64960" y="595514"/>
                  </a:lnTo>
                  <a:lnTo>
                    <a:pt x="61126" y="608171"/>
                  </a:lnTo>
                  <a:lnTo>
                    <a:pt x="57150" y="620756"/>
                  </a:lnTo>
                  <a:lnTo>
                    <a:pt x="53173" y="633448"/>
                  </a:lnTo>
                  <a:lnTo>
                    <a:pt x="42672" y="671810"/>
                  </a:lnTo>
                  <a:lnTo>
                    <a:pt x="36456" y="710172"/>
                  </a:lnTo>
                  <a:lnTo>
                    <a:pt x="35052" y="722864"/>
                  </a:lnTo>
                  <a:lnTo>
                    <a:pt x="33218" y="737151"/>
                  </a:lnTo>
                  <a:lnTo>
                    <a:pt x="31242" y="751439"/>
                  </a:lnTo>
                  <a:lnTo>
                    <a:pt x="29265" y="765726"/>
                  </a:lnTo>
                  <a:lnTo>
                    <a:pt x="27432" y="780014"/>
                  </a:lnTo>
                  <a:lnTo>
                    <a:pt x="25169" y="795325"/>
                  </a:lnTo>
                  <a:lnTo>
                    <a:pt x="23050" y="810494"/>
                  </a:lnTo>
                  <a:lnTo>
                    <a:pt x="21216" y="825662"/>
                  </a:lnTo>
                  <a:lnTo>
                    <a:pt x="19812" y="840974"/>
                  </a:lnTo>
                  <a:lnTo>
                    <a:pt x="18371" y="854582"/>
                  </a:lnTo>
                  <a:lnTo>
                    <a:pt x="17430" y="868120"/>
                  </a:lnTo>
                  <a:lnTo>
                    <a:pt x="16918" y="881800"/>
                  </a:lnTo>
                  <a:lnTo>
                    <a:pt x="16764" y="895838"/>
                  </a:lnTo>
                  <a:lnTo>
                    <a:pt x="16966" y="906529"/>
                  </a:lnTo>
                  <a:lnTo>
                    <a:pt x="26812" y="943879"/>
                  </a:lnTo>
                  <a:lnTo>
                    <a:pt x="56292" y="980229"/>
                  </a:lnTo>
                  <a:lnTo>
                    <a:pt x="92106" y="1005470"/>
                  </a:lnTo>
                  <a:lnTo>
                    <a:pt x="127456" y="1020365"/>
                  </a:lnTo>
                  <a:lnTo>
                    <a:pt x="154054" y="1029295"/>
                  </a:lnTo>
                  <a:lnTo>
                    <a:pt x="167640" y="103376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7" name="Google Shape;3007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409412" y="3333724"/>
              <a:ext cx="147021" cy="1486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08" name="Google Shape;3008;p27"/>
            <p:cNvGrpSpPr/>
            <p:nvPr/>
          </p:nvGrpSpPr>
          <p:grpSpPr>
            <a:xfrm>
              <a:off x="5654431" y="3207994"/>
              <a:ext cx="315863" cy="256178"/>
              <a:chOff x="5654431" y="3207994"/>
              <a:chExt cx="315863" cy="256178"/>
            </a:xfrm>
          </p:grpSpPr>
          <p:pic>
            <p:nvPicPr>
              <p:cNvPr id="3009" name="Google Shape;3009;p2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654431" y="3330867"/>
                <a:ext cx="93360" cy="1333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10" name="Google Shape;3010;p2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791174" y="3320770"/>
                <a:ext cx="128828" cy="1433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11" name="Google Shape;3011;p27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5878042" y="3207994"/>
                <a:ext cx="92252" cy="8006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12" name="Google Shape;3012;p27"/>
            <p:cNvSpPr/>
            <p:nvPr/>
          </p:nvSpPr>
          <p:spPr>
            <a:xfrm>
              <a:off x="6070091" y="3331464"/>
              <a:ext cx="3810" cy="2540"/>
            </a:xfrm>
            <a:custGeom>
              <a:rect b="b" l="l" r="r" t="t"/>
              <a:pathLst>
                <a:path extrusionOk="0" h="2539" w="3810">
                  <a:moveTo>
                    <a:pt x="0" y="0"/>
                  </a:moveTo>
                  <a:lnTo>
                    <a:pt x="2286" y="1523"/>
                  </a:lnTo>
                  <a:lnTo>
                    <a:pt x="2286" y="2285"/>
                  </a:lnTo>
                  <a:lnTo>
                    <a:pt x="3810" y="228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3" name="Google Shape;3013;p27"/>
            <p:cNvSpPr/>
            <p:nvPr/>
          </p:nvSpPr>
          <p:spPr>
            <a:xfrm>
              <a:off x="6064758" y="3422141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14" name="Google Shape;3014;p2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478498" y="3249904"/>
              <a:ext cx="121970" cy="1966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15" name="Google Shape;3015;p27"/>
            <p:cNvGrpSpPr/>
            <p:nvPr/>
          </p:nvGrpSpPr>
          <p:grpSpPr>
            <a:xfrm>
              <a:off x="6667309" y="3187446"/>
              <a:ext cx="304864" cy="281940"/>
              <a:chOff x="6667309" y="3187446"/>
              <a:chExt cx="304864" cy="281940"/>
            </a:xfrm>
          </p:grpSpPr>
          <p:sp>
            <p:nvSpPr>
              <p:cNvPr id="3016" name="Google Shape;3016;p27"/>
              <p:cNvSpPr/>
              <p:nvPr/>
            </p:nvSpPr>
            <p:spPr>
              <a:xfrm>
                <a:off x="6667309" y="3197352"/>
                <a:ext cx="93345" cy="262890"/>
              </a:xfrm>
              <a:custGeom>
                <a:rect b="b" l="l" r="r" t="t"/>
                <a:pathLst>
                  <a:path extrusionOk="0" h="262889" w="93345">
                    <a:moveTo>
                      <a:pt x="23050" y="0"/>
                    </a:moveTo>
                    <a:lnTo>
                      <a:pt x="4405" y="51327"/>
                    </a:lnTo>
                    <a:lnTo>
                      <a:pt x="666" y="99405"/>
                    </a:lnTo>
                    <a:lnTo>
                      <a:pt x="0" y="127539"/>
                    </a:lnTo>
                    <a:lnTo>
                      <a:pt x="762" y="155531"/>
                    </a:lnTo>
                    <a:lnTo>
                      <a:pt x="6226" y="201215"/>
                    </a:lnTo>
                    <a:lnTo>
                      <a:pt x="18776" y="237315"/>
                    </a:lnTo>
                    <a:lnTo>
                      <a:pt x="57126" y="262509"/>
                    </a:lnTo>
                    <a:lnTo>
                      <a:pt x="66484" y="260604"/>
                    </a:lnTo>
                    <a:lnTo>
                      <a:pt x="74723" y="256020"/>
                    </a:lnTo>
                    <a:lnTo>
                      <a:pt x="81534" y="249650"/>
                    </a:lnTo>
                    <a:lnTo>
                      <a:pt x="87487" y="242280"/>
                    </a:lnTo>
                    <a:lnTo>
                      <a:pt x="93154" y="2346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17" name="Google Shape;3017;p27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756628" y="3243808"/>
                <a:ext cx="112826" cy="1303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18" name="Google Shape;3018;p27"/>
              <p:cNvSpPr/>
              <p:nvPr/>
            </p:nvSpPr>
            <p:spPr>
              <a:xfrm>
                <a:off x="6887718" y="3187446"/>
                <a:ext cx="84455" cy="281940"/>
              </a:xfrm>
              <a:custGeom>
                <a:rect b="b" l="l" r="r" t="t"/>
                <a:pathLst>
                  <a:path extrusionOk="0" h="281939" w="84454">
                    <a:moveTo>
                      <a:pt x="0" y="0"/>
                    </a:moveTo>
                    <a:lnTo>
                      <a:pt x="32361" y="28717"/>
                    </a:lnTo>
                    <a:lnTo>
                      <a:pt x="63246" y="70770"/>
                    </a:lnTo>
                    <a:lnTo>
                      <a:pt x="82653" y="130766"/>
                    </a:lnTo>
                    <a:lnTo>
                      <a:pt x="84010" y="156686"/>
                    </a:lnTo>
                    <a:lnTo>
                      <a:pt x="82224" y="182749"/>
                    </a:lnTo>
                    <a:lnTo>
                      <a:pt x="73175" y="223766"/>
                    </a:lnTo>
                    <a:lnTo>
                      <a:pt x="54102" y="268986"/>
                    </a:lnTo>
                    <a:lnTo>
                      <a:pt x="48768" y="278130"/>
                    </a:lnTo>
                    <a:lnTo>
                      <a:pt x="46482" y="281940"/>
                    </a:lnTo>
                    <a:lnTo>
                      <a:pt x="45720" y="277368"/>
                    </a:lnTo>
                    <a:lnTo>
                      <a:pt x="44958" y="275844"/>
                    </a:lnTo>
                    <a:lnTo>
                      <a:pt x="43434" y="2727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19" name="Google Shape;3019;p2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187158" y="3246094"/>
              <a:ext cx="91490" cy="805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0" name="Google Shape;3020;p27"/>
            <p:cNvGrpSpPr/>
            <p:nvPr/>
          </p:nvGrpSpPr>
          <p:grpSpPr>
            <a:xfrm>
              <a:off x="7459954" y="3044952"/>
              <a:ext cx="671729" cy="345313"/>
              <a:chOff x="7459954" y="3044952"/>
              <a:chExt cx="671729" cy="345313"/>
            </a:xfrm>
          </p:grpSpPr>
          <p:pic>
            <p:nvPicPr>
              <p:cNvPr id="3021" name="Google Shape;3021;p2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459954" y="3184372"/>
                <a:ext cx="112826" cy="17683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2" name="Google Shape;3022;p27"/>
              <p:cNvSpPr/>
              <p:nvPr/>
            </p:nvSpPr>
            <p:spPr>
              <a:xfrm>
                <a:off x="7627691" y="3128010"/>
                <a:ext cx="86995" cy="262255"/>
              </a:xfrm>
              <a:custGeom>
                <a:rect b="b" l="l" r="r" t="t"/>
                <a:pathLst>
                  <a:path extrusionOk="0" h="262254" w="86995">
                    <a:moveTo>
                      <a:pt x="31170" y="0"/>
                    </a:moveTo>
                    <a:lnTo>
                      <a:pt x="7596" y="42112"/>
                    </a:lnTo>
                    <a:lnTo>
                      <a:pt x="1762" y="86546"/>
                    </a:lnTo>
                    <a:lnTo>
                      <a:pt x="0" y="137148"/>
                    </a:lnTo>
                    <a:lnTo>
                      <a:pt x="690" y="162306"/>
                    </a:lnTo>
                    <a:lnTo>
                      <a:pt x="4786" y="202977"/>
                    </a:lnTo>
                    <a:lnTo>
                      <a:pt x="17454" y="240792"/>
                    </a:lnTo>
                    <a:lnTo>
                      <a:pt x="49458" y="262128"/>
                    </a:lnTo>
                    <a:lnTo>
                      <a:pt x="60757" y="261413"/>
                    </a:lnTo>
                    <a:lnTo>
                      <a:pt x="70127" y="257556"/>
                    </a:lnTo>
                    <a:lnTo>
                      <a:pt x="78497" y="251412"/>
                    </a:lnTo>
                    <a:lnTo>
                      <a:pt x="86796" y="24384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3" name="Google Shape;3023;p27"/>
              <p:cNvSpPr/>
              <p:nvPr/>
            </p:nvSpPr>
            <p:spPr>
              <a:xfrm>
                <a:off x="7742872" y="3176778"/>
                <a:ext cx="93345" cy="106680"/>
              </a:xfrm>
              <a:custGeom>
                <a:rect b="b" l="l" r="r" t="t"/>
                <a:pathLst>
                  <a:path extrusionOk="0" h="106679" w="93345">
                    <a:moveTo>
                      <a:pt x="1333" y="38862"/>
                    </a:moveTo>
                    <a:lnTo>
                      <a:pt x="595" y="50530"/>
                    </a:lnTo>
                    <a:lnTo>
                      <a:pt x="0" y="62484"/>
                    </a:lnTo>
                    <a:lnTo>
                      <a:pt x="261" y="74437"/>
                    </a:lnTo>
                    <a:lnTo>
                      <a:pt x="2095" y="86106"/>
                    </a:lnTo>
                    <a:lnTo>
                      <a:pt x="2857" y="91440"/>
                    </a:lnTo>
                    <a:lnTo>
                      <a:pt x="5905" y="102108"/>
                    </a:lnTo>
                    <a:lnTo>
                      <a:pt x="12763" y="104394"/>
                    </a:lnTo>
                    <a:lnTo>
                      <a:pt x="20383" y="106680"/>
                    </a:lnTo>
                    <a:lnTo>
                      <a:pt x="24955" y="102108"/>
                    </a:lnTo>
                    <a:lnTo>
                      <a:pt x="44767" y="66294"/>
                    </a:lnTo>
                    <a:lnTo>
                      <a:pt x="47815" y="56388"/>
                    </a:lnTo>
                    <a:lnTo>
                      <a:pt x="49339" y="53340"/>
                    </a:lnTo>
                    <a:lnTo>
                      <a:pt x="50101" y="53340"/>
                    </a:lnTo>
                    <a:lnTo>
                      <a:pt x="50101" y="60198"/>
                    </a:lnTo>
                    <a:lnTo>
                      <a:pt x="51625" y="66294"/>
                    </a:lnTo>
                    <a:lnTo>
                      <a:pt x="53911" y="73152"/>
                    </a:lnTo>
                    <a:lnTo>
                      <a:pt x="56197" y="80772"/>
                    </a:lnTo>
                    <a:lnTo>
                      <a:pt x="60007" y="88392"/>
                    </a:lnTo>
                    <a:lnTo>
                      <a:pt x="68389" y="90678"/>
                    </a:lnTo>
                    <a:lnTo>
                      <a:pt x="76771" y="92202"/>
                    </a:lnTo>
                    <a:lnTo>
                      <a:pt x="82867" y="88392"/>
                    </a:lnTo>
                    <a:lnTo>
                      <a:pt x="92773" y="51054"/>
                    </a:lnTo>
                    <a:lnTo>
                      <a:pt x="92225" y="42505"/>
                    </a:lnTo>
                    <a:lnTo>
                      <a:pt x="77533" y="8382"/>
                    </a:lnTo>
                    <a:lnTo>
                      <a:pt x="75247" y="3048"/>
                    </a:lnTo>
                    <a:lnTo>
                      <a:pt x="74485" y="2286"/>
                    </a:lnTo>
                    <a:lnTo>
                      <a:pt x="74485" y="1524"/>
                    </a:lnTo>
                    <a:lnTo>
                      <a:pt x="74485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24" name="Google Shape;3024;p2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725130" y="3050260"/>
                <a:ext cx="94538" cy="739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25" name="Google Shape;3025;p27"/>
              <p:cNvSpPr/>
              <p:nvPr/>
            </p:nvSpPr>
            <p:spPr>
              <a:xfrm>
                <a:off x="7873746" y="3289554"/>
                <a:ext cx="15240" cy="55244"/>
              </a:xfrm>
              <a:custGeom>
                <a:rect b="b" l="l" r="r" t="t"/>
                <a:pathLst>
                  <a:path extrusionOk="0" h="55245" w="15240">
                    <a:moveTo>
                      <a:pt x="0" y="0"/>
                    </a:moveTo>
                    <a:lnTo>
                      <a:pt x="15240" y="41910"/>
                    </a:lnTo>
                    <a:lnTo>
                      <a:pt x="15240" y="48768"/>
                    </a:lnTo>
                    <a:lnTo>
                      <a:pt x="14478" y="548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6" name="Google Shape;3026;p27"/>
              <p:cNvSpPr/>
              <p:nvPr/>
            </p:nvSpPr>
            <p:spPr>
              <a:xfrm>
                <a:off x="7886700" y="3268218"/>
                <a:ext cx="54610" cy="58419"/>
              </a:xfrm>
              <a:custGeom>
                <a:rect b="b" l="l" r="r" t="t"/>
                <a:pathLst>
                  <a:path extrusionOk="0" h="58420" w="54609">
                    <a:moveTo>
                      <a:pt x="0" y="15239"/>
                    </a:moveTo>
                    <a:lnTo>
                      <a:pt x="22860" y="42671"/>
                    </a:lnTo>
                    <a:lnTo>
                      <a:pt x="25146" y="40385"/>
                    </a:lnTo>
                    <a:lnTo>
                      <a:pt x="29813" y="36040"/>
                    </a:lnTo>
                    <a:lnTo>
                      <a:pt x="32766" y="29622"/>
                    </a:lnTo>
                    <a:lnTo>
                      <a:pt x="34575" y="22490"/>
                    </a:lnTo>
                    <a:lnTo>
                      <a:pt x="35814" y="16001"/>
                    </a:lnTo>
                    <a:lnTo>
                      <a:pt x="36576" y="11429"/>
                    </a:lnTo>
                    <a:lnTo>
                      <a:pt x="36576" y="6095"/>
                    </a:lnTo>
                    <a:lnTo>
                      <a:pt x="37338" y="761"/>
                    </a:lnTo>
                    <a:lnTo>
                      <a:pt x="37338" y="0"/>
                    </a:lnTo>
                    <a:lnTo>
                      <a:pt x="39624" y="3047"/>
                    </a:lnTo>
                    <a:lnTo>
                      <a:pt x="41910" y="7619"/>
                    </a:lnTo>
                    <a:lnTo>
                      <a:pt x="42672" y="11429"/>
                    </a:lnTo>
                    <a:lnTo>
                      <a:pt x="45612" y="21383"/>
                    </a:lnTo>
                    <a:lnTo>
                      <a:pt x="48482" y="31622"/>
                    </a:lnTo>
                    <a:lnTo>
                      <a:pt x="50923" y="41862"/>
                    </a:lnTo>
                    <a:lnTo>
                      <a:pt x="52578" y="51815"/>
                    </a:lnTo>
                    <a:lnTo>
                      <a:pt x="52578" y="55625"/>
                    </a:lnTo>
                    <a:lnTo>
                      <a:pt x="51816" y="56387"/>
                    </a:lnTo>
                    <a:lnTo>
                      <a:pt x="54102" y="5791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7" name="Google Shape;3027;p27"/>
              <p:cNvSpPr/>
              <p:nvPr/>
            </p:nvSpPr>
            <p:spPr>
              <a:xfrm>
                <a:off x="7962138" y="3272028"/>
                <a:ext cx="58419" cy="60325"/>
              </a:xfrm>
              <a:custGeom>
                <a:rect b="b" l="l" r="r" t="t"/>
                <a:pathLst>
                  <a:path extrusionOk="0" h="60325" w="58420">
                    <a:moveTo>
                      <a:pt x="2285" y="0"/>
                    </a:moveTo>
                    <a:lnTo>
                      <a:pt x="1190" y="9465"/>
                    </a:lnTo>
                    <a:lnTo>
                      <a:pt x="380" y="18573"/>
                    </a:lnTo>
                    <a:lnTo>
                      <a:pt x="142" y="27539"/>
                    </a:lnTo>
                    <a:lnTo>
                      <a:pt x="761" y="36576"/>
                    </a:lnTo>
                    <a:lnTo>
                      <a:pt x="761" y="42672"/>
                    </a:lnTo>
                    <a:lnTo>
                      <a:pt x="0" y="51053"/>
                    </a:lnTo>
                    <a:lnTo>
                      <a:pt x="2285" y="56388"/>
                    </a:lnTo>
                    <a:lnTo>
                      <a:pt x="3809" y="59436"/>
                    </a:lnTo>
                    <a:lnTo>
                      <a:pt x="5333" y="59436"/>
                    </a:lnTo>
                    <a:lnTo>
                      <a:pt x="8381" y="59436"/>
                    </a:lnTo>
                    <a:lnTo>
                      <a:pt x="15239" y="60198"/>
                    </a:lnTo>
                    <a:lnTo>
                      <a:pt x="20573" y="59436"/>
                    </a:lnTo>
                    <a:lnTo>
                      <a:pt x="26669" y="57912"/>
                    </a:lnTo>
                    <a:lnTo>
                      <a:pt x="35051" y="54863"/>
                    </a:lnTo>
                    <a:lnTo>
                      <a:pt x="42671" y="53339"/>
                    </a:lnTo>
                    <a:lnTo>
                      <a:pt x="49529" y="48767"/>
                    </a:lnTo>
                    <a:lnTo>
                      <a:pt x="54101" y="45719"/>
                    </a:lnTo>
                    <a:lnTo>
                      <a:pt x="55625" y="44957"/>
                    </a:lnTo>
                    <a:lnTo>
                      <a:pt x="57911" y="4267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8" name="Google Shape;3028;p27"/>
              <p:cNvSpPr/>
              <p:nvPr/>
            </p:nvSpPr>
            <p:spPr>
              <a:xfrm>
                <a:off x="8023098" y="3044952"/>
                <a:ext cx="108585" cy="296545"/>
              </a:xfrm>
              <a:custGeom>
                <a:rect b="b" l="l" r="r" t="t"/>
                <a:pathLst>
                  <a:path extrusionOk="0" h="296545" w="108584">
                    <a:moveTo>
                      <a:pt x="0" y="0"/>
                    </a:moveTo>
                    <a:lnTo>
                      <a:pt x="36576" y="21335"/>
                    </a:lnTo>
                    <a:lnTo>
                      <a:pt x="68830" y="64305"/>
                    </a:lnTo>
                    <a:lnTo>
                      <a:pt x="93345" y="115728"/>
                    </a:lnTo>
                    <a:lnTo>
                      <a:pt x="104394" y="153161"/>
                    </a:lnTo>
                    <a:lnTo>
                      <a:pt x="108299" y="184403"/>
                    </a:lnTo>
                    <a:lnTo>
                      <a:pt x="108144" y="200310"/>
                    </a:lnTo>
                    <a:lnTo>
                      <a:pt x="94678" y="243363"/>
                    </a:lnTo>
                    <a:lnTo>
                      <a:pt x="70889" y="276272"/>
                    </a:lnTo>
                    <a:lnTo>
                      <a:pt x="44958" y="296418"/>
                    </a:lnTo>
                    <a:lnTo>
                      <a:pt x="41148" y="296418"/>
                    </a:lnTo>
                    <a:lnTo>
                      <a:pt x="39624" y="296418"/>
                    </a:lnTo>
                    <a:lnTo>
                      <a:pt x="38100" y="2956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29" name="Google Shape;3029;p2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251672" y="3153130"/>
              <a:ext cx="91490" cy="112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0" name="Google Shape;3030;p2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426932" y="3077692"/>
              <a:ext cx="137972" cy="1497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31" name="Google Shape;3031;p27"/>
            <p:cNvGrpSpPr/>
            <p:nvPr/>
          </p:nvGrpSpPr>
          <p:grpSpPr>
            <a:xfrm>
              <a:off x="8276759" y="3690937"/>
              <a:ext cx="234908" cy="124398"/>
              <a:chOff x="8276759" y="3690937"/>
              <a:chExt cx="234908" cy="124398"/>
            </a:xfrm>
          </p:grpSpPr>
          <p:pic>
            <p:nvPicPr>
              <p:cNvPr id="3032" name="Google Shape;3032;p2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276759" y="3691376"/>
                <a:ext cx="117458" cy="1239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33" name="Google Shape;3033;p27"/>
              <p:cNvSpPr/>
              <p:nvPr/>
            </p:nvSpPr>
            <p:spPr>
              <a:xfrm>
                <a:off x="8434197" y="3690937"/>
                <a:ext cx="76200" cy="86360"/>
              </a:xfrm>
              <a:custGeom>
                <a:rect b="b" l="l" r="r" t="t"/>
                <a:pathLst>
                  <a:path extrusionOk="0" h="86360" w="76200">
                    <a:moveTo>
                      <a:pt x="46863" y="952"/>
                    </a:moveTo>
                    <a:lnTo>
                      <a:pt x="36218" y="119"/>
                    </a:lnTo>
                    <a:lnTo>
                      <a:pt x="26860" y="0"/>
                    </a:lnTo>
                    <a:lnTo>
                      <a:pt x="18359" y="2452"/>
                    </a:lnTo>
                    <a:lnTo>
                      <a:pt x="10287" y="9334"/>
                    </a:lnTo>
                    <a:lnTo>
                      <a:pt x="4667" y="18668"/>
                    </a:lnTo>
                    <a:lnTo>
                      <a:pt x="1333" y="29146"/>
                    </a:lnTo>
                    <a:lnTo>
                      <a:pt x="0" y="40195"/>
                    </a:lnTo>
                    <a:lnTo>
                      <a:pt x="381" y="51244"/>
                    </a:lnTo>
                    <a:lnTo>
                      <a:pt x="24765" y="82486"/>
                    </a:lnTo>
                    <a:lnTo>
                      <a:pt x="53375" y="86236"/>
                    </a:lnTo>
                    <a:lnTo>
                      <a:pt x="62103" y="84772"/>
                    </a:lnTo>
                    <a:lnTo>
                      <a:pt x="69723" y="80962"/>
                    </a:lnTo>
                    <a:lnTo>
                      <a:pt x="72009" y="79438"/>
                    </a:lnTo>
                    <a:lnTo>
                      <a:pt x="75819" y="7562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4" name="Google Shape;3034;p27"/>
              <p:cNvSpPr/>
              <p:nvPr/>
            </p:nvSpPr>
            <p:spPr>
              <a:xfrm>
                <a:off x="8462772" y="3732275"/>
                <a:ext cx="48895" cy="5715"/>
              </a:xfrm>
              <a:custGeom>
                <a:rect b="b" l="l" r="r" t="t"/>
                <a:pathLst>
                  <a:path extrusionOk="0" h="5714" w="48895">
                    <a:moveTo>
                      <a:pt x="0" y="4572"/>
                    </a:moveTo>
                    <a:lnTo>
                      <a:pt x="13513" y="5250"/>
                    </a:lnTo>
                    <a:lnTo>
                      <a:pt x="24669" y="4857"/>
                    </a:lnTo>
                    <a:lnTo>
                      <a:pt x="35683" y="3178"/>
                    </a:lnTo>
                    <a:lnTo>
                      <a:pt x="4876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35" name="Google Shape;3035;p2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8592286" y="3637072"/>
              <a:ext cx="220268" cy="220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36" name="Google Shape;3036;p27"/>
          <p:cNvGrpSpPr/>
          <p:nvPr/>
        </p:nvGrpSpPr>
        <p:grpSpPr>
          <a:xfrm>
            <a:off x="1578771" y="4477613"/>
            <a:ext cx="7064526" cy="2994507"/>
            <a:chOff x="3541750" y="4244493"/>
            <a:chExt cx="4437176" cy="1950186"/>
          </a:xfrm>
        </p:grpSpPr>
        <p:sp>
          <p:nvSpPr>
            <p:cNvPr id="3037" name="Google Shape;3037;p27"/>
            <p:cNvSpPr/>
            <p:nvPr/>
          </p:nvSpPr>
          <p:spPr>
            <a:xfrm>
              <a:off x="4219955" y="4692396"/>
              <a:ext cx="386715" cy="302895"/>
            </a:xfrm>
            <a:custGeom>
              <a:rect b="b" l="l" r="r" t="t"/>
              <a:pathLst>
                <a:path extrusionOk="0" h="302895" w="386714">
                  <a:moveTo>
                    <a:pt x="300227" y="0"/>
                  </a:moveTo>
                  <a:lnTo>
                    <a:pt x="262401" y="7393"/>
                  </a:lnTo>
                  <a:lnTo>
                    <a:pt x="211169" y="26193"/>
                  </a:lnTo>
                  <a:lnTo>
                    <a:pt x="172973" y="42672"/>
                  </a:lnTo>
                  <a:lnTo>
                    <a:pt x="134111" y="60293"/>
                  </a:lnTo>
                  <a:lnTo>
                    <a:pt x="95249" y="78486"/>
                  </a:lnTo>
                  <a:lnTo>
                    <a:pt x="89296" y="81355"/>
                  </a:lnTo>
                  <a:lnTo>
                    <a:pt x="83057" y="84296"/>
                  </a:lnTo>
                  <a:lnTo>
                    <a:pt x="76819" y="87379"/>
                  </a:lnTo>
                  <a:lnTo>
                    <a:pt x="70865" y="90678"/>
                  </a:lnTo>
                  <a:lnTo>
                    <a:pt x="70865" y="91440"/>
                  </a:lnTo>
                  <a:lnTo>
                    <a:pt x="76199" y="93726"/>
                  </a:lnTo>
                  <a:lnTo>
                    <a:pt x="126872" y="105346"/>
                  </a:lnTo>
                  <a:lnTo>
                    <a:pt x="179939" y="114276"/>
                  </a:lnTo>
                  <a:lnTo>
                    <a:pt x="198405" y="117729"/>
                  </a:lnTo>
                  <a:lnTo>
                    <a:pt x="247935" y="130218"/>
                  </a:lnTo>
                  <a:lnTo>
                    <a:pt x="286511" y="145542"/>
                  </a:lnTo>
                  <a:lnTo>
                    <a:pt x="291083" y="148590"/>
                  </a:lnTo>
                  <a:lnTo>
                    <a:pt x="300989" y="153924"/>
                  </a:lnTo>
                  <a:lnTo>
                    <a:pt x="266699" y="183642"/>
                  </a:lnTo>
                  <a:lnTo>
                    <a:pt x="239434" y="197262"/>
                  </a:lnTo>
                  <a:lnTo>
                    <a:pt x="182903" y="221361"/>
                  </a:lnTo>
                  <a:lnTo>
                    <a:pt x="128658" y="241554"/>
                  </a:lnTo>
                  <a:lnTo>
                    <a:pt x="103250" y="250698"/>
                  </a:lnTo>
                  <a:lnTo>
                    <a:pt x="77843" y="259842"/>
                  </a:lnTo>
                  <a:lnTo>
                    <a:pt x="52577" y="268986"/>
                  </a:lnTo>
                  <a:lnTo>
                    <a:pt x="40124" y="273486"/>
                  </a:lnTo>
                  <a:lnTo>
                    <a:pt x="27241" y="278130"/>
                  </a:lnTo>
                  <a:lnTo>
                    <a:pt x="14644" y="283344"/>
                  </a:lnTo>
                  <a:lnTo>
                    <a:pt x="3047" y="289560"/>
                  </a:lnTo>
                  <a:lnTo>
                    <a:pt x="2285" y="290322"/>
                  </a:lnTo>
                  <a:lnTo>
                    <a:pt x="761" y="291084"/>
                  </a:lnTo>
                  <a:lnTo>
                    <a:pt x="60817" y="302561"/>
                  </a:lnTo>
                  <a:lnTo>
                    <a:pt x="89915" y="302704"/>
                  </a:lnTo>
                  <a:lnTo>
                    <a:pt x="119014" y="301418"/>
                  </a:lnTo>
                  <a:lnTo>
                    <a:pt x="147827" y="298704"/>
                  </a:lnTo>
                  <a:lnTo>
                    <a:pt x="181546" y="294655"/>
                  </a:lnTo>
                  <a:lnTo>
                    <a:pt x="215264" y="289750"/>
                  </a:lnTo>
                  <a:lnTo>
                    <a:pt x="248983" y="284559"/>
                  </a:lnTo>
                  <a:lnTo>
                    <a:pt x="282701" y="279654"/>
                  </a:lnTo>
                  <a:lnTo>
                    <a:pt x="324611" y="274224"/>
                  </a:lnTo>
                  <a:lnTo>
                    <a:pt x="366521" y="270510"/>
                  </a:lnTo>
                  <a:lnTo>
                    <a:pt x="373260" y="270200"/>
                  </a:lnTo>
                  <a:lnTo>
                    <a:pt x="380999" y="269748"/>
                  </a:lnTo>
                  <a:lnTo>
                    <a:pt x="386453" y="269867"/>
                  </a:lnTo>
                  <a:lnTo>
                    <a:pt x="386333" y="271272"/>
                  </a:lnTo>
                  <a:lnTo>
                    <a:pt x="383285" y="274320"/>
                  </a:lnTo>
                  <a:lnTo>
                    <a:pt x="381761" y="274320"/>
                  </a:lnTo>
                  <a:lnTo>
                    <a:pt x="377951" y="27355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8" name="Google Shape;3038;p2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541750" y="4331944"/>
              <a:ext cx="130352" cy="182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9" name="Google Shape;3039;p2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3758158" y="4333468"/>
              <a:ext cx="123209" cy="1402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0" name="Google Shape;3040;p2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978281" y="4283748"/>
              <a:ext cx="119780" cy="1647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1" name="Google Shape;3041;p2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4145254" y="4244493"/>
              <a:ext cx="169214" cy="20896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2" name="Google Shape;3042;p27"/>
            <p:cNvGrpSpPr/>
            <p:nvPr/>
          </p:nvGrpSpPr>
          <p:grpSpPr>
            <a:xfrm>
              <a:off x="4261103" y="5068823"/>
              <a:ext cx="239522" cy="127381"/>
              <a:chOff x="4261103" y="5068823"/>
              <a:chExt cx="239522" cy="127381"/>
            </a:xfrm>
          </p:grpSpPr>
          <p:sp>
            <p:nvSpPr>
              <p:cNvPr id="3043" name="Google Shape;3043;p27"/>
              <p:cNvSpPr/>
              <p:nvPr/>
            </p:nvSpPr>
            <p:spPr>
              <a:xfrm>
                <a:off x="4293869" y="5132069"/>
                <a:ext cx="6350" cy="64135"/>
              </a:xfrm>
              <a:custGeom>
                <a:rect b="b" l="l" r="r" t="t"/>
                <a:pathLst>
                  <a:path extrusionOk="0" h="64135" w="6350">
                    <a:moveTo>
                      <a:pt x="0" y="0"/>
                    </a:moveTo>
                    <a:lnTo>
                      <a:pt x="1250" y="8703"/>
                    </a:lnTo>
                    <a:lnTo>
                      <a:pt x="2571" y="17621"/>
                    </a:lnTo>
                    <a:lnTo>
                      <a:pt x="3750" y="26681"/>
                    </a:lnTo>
                    <a:lnTo>
                      <a:pt x="4572" y="35814"/>
                    </a:lnTo>
                    <a:lnTo>
                      <a:pt x="5429" y="41481"/>
                    </a:lnTo>
                    <a:lnTo>
                      <a:pt x="6286" y="49149"/>
                    </a:lnTo>
                    <a:lnTo>
                      <a:pt x="6286" y="56816"/>
                    </a:lnTo>
                    <a:lnTo>
                      <a:pt x="4572" y="62484"/>
                    </a:lnTo>
                    <a:lnTo>
                      <a:pt x="3810" y="62484"/>
                    </a:lnTo>
                    <a:lnTo>
                      <a:pt x="3048" y="63246"/>
                    </a:lnTo>
                    <a:lnTo>
                      <a:pt x="2286" y="6400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4" name="Google Shape;3044;p27"/>
              <p:cNvSpPr/>
              <p:nvPr/>
            </p:nvSpPr>
            <p:spPr>
              <a:xfrm>
                <a:off x="4261103" y="5068823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8288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8288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45" name="Google Shape;3045;p2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4343374" y="5103850"/>
                <a:ext cx="92252" cy="739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46" name="Google Shape;3046;p27"/>
              <p:cNvSpPr/>
              <p:nvPr/>
            </p:nvSpPr>
            <p:spPr>
              <a:xfrm>
                <a:off x="4486655" y="5097017"/>
                <a:ext cx="13970" cy="62865"/>
              </a:xfrm>
              <a:custGeom>
                <a:rect b="b" l="l" r="r" t="t"/>
                <a:pathLst>
                  <a:path extrusionOk="0" h="62864" w="13970">
                    <a:moveTo>
                      <a:pt x="0" y="0"/>
                    </a:moveTo>
                    <a:lnTo>
                      <a:pt x="3178" y="11882"/>
                    </a:lnTo>
                    <a:lnTo>
                      <a:pt x="6000" y="23622"/>
                    </a:lnTo>
                    <a:lnTo>
                      <a:pt x="8679" y="35361"/>
                    </a:lnTo>
                    <a:lnTo>
                      <a:pt x="11430" y="47244"/>
                    </a:lnTo>
                    <a:lnTo>
                      <a:pt x="12954" y="52578"/>
                    </a:lnTo>
                    <a:lnTo>
                      <a:pt x="12954" y="57150"/>
                    </a:lnTo>
                    <a:lnTo>
                      <a:pt x="13716" y="6248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47" name="Google Shape;3047;p2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4312132" y="4586452"/>
              <a:ext cx="80060" cy="9149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48" name="Google Shape;3048;p27"/>
            <p:cNvGrpSpPr/>
            <p:nvPr/>
          </p:nvGrpSpPr>
          <p:grpSpPr>
            <a:xfrm>
              <a:off x="4625340" y="4644364"/>
              <a:ext cx="345210" cy="400837"/>
              <a:chOff x="4625340" y="4644364"/>
              <a:chExt cx="345210" cy="400837"/>
            </a:xfrm>
          </p:grpSpPr>
          <p:sp>
            <p:nvSpPr>
              <p:cNvPr id="3049" name="Google Shape;3049;p27"/>
              <p:cNvSpPr/>
              <p:nvPr/>
            </p:nvSpPr>
            <p:spPr>
              <a:xfrm>
                <a:off x="4625340" y="4683251"/>
                <a:ext cx="194310" cy="361950"/>
              </a:xfrm>
              <a:custGeom>
                <a:rect b="b" l="l" r="r" t="t"/>
                <a:pathLst>
                  <a:path extrusionOk="0" h="361950" w="194310">
                    <a:moveTo>
                      <a:pt x="42672" y="0"/>
                    </a:moveTo>
                    <a:lnTo>
                      <a:pt x="4607" y="41243"/>
                    </a:lnTo>
                    <a:lnTo>
                      <a:pt x="488" y="86677"/>
                    </a:lnTo>
                    <a:lnTo>
                      <a:pt x="0" y="108965"/>
                    </a:lnTo>
                    <a:lnTo>
                      <a:pt x="1214" y="150852"/>
                    </a:lnTo>
                    <a:lnTo>
                      <a:pt x="6286" y="192595"/>
                    </a:lnTo>
                    <a:lnTo>
                      <a:pt x="15644" y="233481"/>
                    </a:lnTo>
                    <a:lnTo>
                      <a:pt x="29718" y="272795"/>
                    </a:lnTo>
                    <a:lnTo>
                      <a:pt x="60864" y="320897"/>
                    </a:lnTo>
                    <a:lnTo>
                      <a:pt x="107442" y="353567"/>
                    </a:lnTo>
                    <a:lnTo>
                      <a:pt x="150590" y="361473"/>
                    </a:lnTo>
                    <a:lnTo>
                      <a:pt x="172057" y="360961"/>
                    </a:lnTo>
                    <a:lnTo>
                      <a:pt x="194310" y="3596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50" name="Google Shape;3050;p27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4677892" y="4644364"/>
                <a:ext cx="292658" cy="2781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51" name="Google Shape;3051;p27"/>
            <p:cNvGrpSpPr/>
            <p:nvPr/>
          </p:nvGrpSpPr>
          <p:grpSpPr>
            <a:xfrm>
              <a:off x="5061966" y="4718278"/>
              <a:ext cx="211836" cy="151831"/>
              <a:chOff x="5061966" y="4718278"/>
              <a:chExt cx="211836" cy="151831"/>
            </a:xfrm>
          </p:grpSpPr>
          <p:sp>
            <p:nvSpPr>
              <p:cNvPr id="3052" name="Google Shape;3052;p27"/>
              <p:cNvSpPr/>
              <p:nvPr/>
            </p:nvSpPr>
            <p:spPr>
              <a:xfrm>
                <a:off x="5061966" y="4782312"/>
                <a:ext cx="44450" cy="5080"/>
              </a:xfrm>
              <a:custGeom>
                <a:rect b="b" l="l" r="r" t="t"/>
                <a:pathLst>
                  <a:path extrusionOk="0" h="5079" w="44450">
                    <a:moveTo>
                      <a:pt x="0" y="3048"/>
                    </a:moveTo>
                    <a:lnTo>
                      <a:pt x="9263" y="3905"/>
                    </a:lnTo>
                    <a:lnTo>
                      <a:pt x="18669" y="4762"/>
                    </a:lnTo>
                    <a:lnTo>
                      <a:pt x="28074" y="4762"/>
                    </a:lnTo>
                    <a:lnTo>
                      <a:pt x="37338" y="3048"/>
                    </a:lnTo>
                    <a:lnTo>
                      <a:pt x="39624" y="1524"/>
                    </a:lnTo>
                    <a:lnTo>
                      <a:pt x="41910" y="762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53" name="Google Shape;3053;p27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145951" y="4718278"/>
                <a:ext cx="84501" cy="1518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54" name="Google Shape;3054;p27"/>
              <p:cNvSpPr/>
              <p:nvPr/>
            </p:nvSpPr>
            <p:spPr>
              <a:xfrm>
                <a:off x="5269992" y="4813554"/>
                <a:ext cx="3810" cy="48895"/>
              </a:xfrm>
              <a:custGeom>
                <a:rect b="b" l="l" r="r" t="t"/>
                <a:pathLst>
                  <a:path extrusionOk="0" h="48895" w="3810">
                    <a:moveTo>
                      <a:pt x="0" y="0"/>
                    </a:moveTo>
                    <a:lnTo>
                      <a:pt x="3810" y="4876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5" name="Google Shape;3055;p27"/>
              <p:cNvSpPr/>
              <p:nvPr/>
            </p:nvSpPr>
            <p:spPr>
              <a:xfrm>
                <a:off x="5250942" y="4745736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6" name="Google Shape;3056;p27"/>
            <p:cNvGrpSpPr/>
            <p:nvPr/>
          </p:nvGrpSpPr>
          <p:grpSpPr>
            <a:xfrm>
              <a:off x="5354573" y="4496822"/>
              <a:ext cx="175285" cy="365627"/>
              <a:chOff x="5354573" y="4496822"/>
              <a:chExt cx="175285" cy="365627"/>
            </a:xfrm>
          </p:grpSpPr>
          <p:sp>
            <p:nvSpPr>
              <p:cNvPr id="3057" name="Google Shape;3057;p27"/>
              <p:cNvSpPr/>
              <p:nvPr/>
            </p:nvSpPr>
            <p:spPr>
              <a:xfrm>
                <a:off x="5354573" y="4596384"/>
                <a:ext cx="67945" cy="266065"/>
              </a:xfrm>
              <a:custGeom>
                <a:rect b="b" l="l" r="r" t="t"/>
                <a:pathLst>
                  <a:path extrusionOk="0" h="266064" w="67945">
                    <a:moveTo>
                      <a:pt x="4572" y="0"/>
                    </a:moveTo>
                    <a:lnTo>
                      <a:pt x="37683" y="36968"/>
                    </a:lnTo>
                    <a:lnTo>
                      <a:pt x="56780" y="72866"/>
                    </a:lnTo>
                    <a:lnTo>
                      <a:pt x="67377" y="119633"/>
                    </a:lnTo>
                    <a:lnTo>
                      <a:pt x="67818" y="144017"/>
                    </a:lnTo>
                    <a:lnTo>
                      <a:pt x="64222" y="165758"/>
                    </a:lnTo>
                    <a:lnTo>
                      <a:pt x="47886" y="206382"/>
                    </a:lnTo>
                    <a:lnTo>
                      <a:pt x="20288" y="247173"/>
                    </a:lnTo>
                    <a:lnTo>
                      <a:pt x="10751" y="256520"/>
                    </a:lnTo>
                    <a:lnTo>
                      <a:pt x="0" y="2659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58" name="Google Shape;3058;p27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5432272" y="4496822"/>
                <a:ext cx="97586" cy="904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59" name="Google Shape;3059;p27"/>
            <p:cNvGrpSpPr/>
            <p:nvPr/>
          </p:nvGrpSpPr>
          <p:grpSpPr>
            <a:xfrm>
              <a:off x="5682234" y="4691634"/>
              <a:ext cx="81534" cy="74295"/>
              <a:chOff x="5682234" y="4691634"/>
              <a:chExt cx="81534" cy="74295"/>
            </a:xfrm>
          </p:grpSpPr>
          <p:sp>
            <p:nvSpPr>
              <p:cNvPr id="3060" name="Google Shape;3060;p27"/>
              <p:cNvSpPr/>
              <p:nvPr/>
            </p:nvSpPr>
            <p:spPr>
              <a:xfrm>
                <a:off x="5682234" y="4691634"/>
                <a:ext cx="72390" cy="5715"/>
              </a:xfrm>
              <a:custGeom>
                <a:rect b="b" l="l" r="r" t="t"/>
                <a:pathLst>
                  <a:path extrusionOk="0" h="5714" w="72389">
                    <a:moveTo>
                      <a:pt x="0" y="5333"/>
                    </a:moveTo>
                    <a:lnTo>
                      <a:pt x="9346" y="5619"/>
                    </a:lnTo>
                    <a:lnTo>
                      <a:pt x="18192" y="5333"/>
                    </a:lnTo>
                    <a:lnTo>
                      <a:pt x="26896" y="4476"/>
                    </a:lnTo>
                    <a:lnTo>
                      <a:pt x="35814" y="3047"/>
                    </a:lnTo>
                    <a:lnTo>
                      <a:pt x="44136" y="1928"/>
                    </a:lnTo>
                    <a:lnTo>
                      <a:pt x="52101" y="952"/>
                    </a:lnTo>
                    <a:lnTo>
                      <a:pt x="59924" y="261"/>
                    </a:lnTo>
                    <a:lnTo>
                      <a:pt x="67818" y="0"/>
                    </a:lnTo>
                    <a:lnTo>
                      <a:pt x="69342" y="0"/>
                    </a:lnTo>
                    <a:lnTo>
                      <a:pt x="70866" y="0"/>
                    </a:lnTo>
                    <a:lnTo>
                      <a:pt x="7239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1" name="Google Shape;3061;p27"/>
              <p:cNvSpPr/>
              <p:nvPr/>
            </p:nvSpPr>
            <p:spPr>
              <a:xfrm>
                <a:off x="5691378" y="4741164"/>
                <a:ext cx="72390" cy="24765"/>
              </a:xfrm>
              <a:custGeom>
                <a:rect b="b" l="l" r="r" t="t"/>
                <a:pathLst>
                  <a:path extrusionOk="0" h="24764" w="72389">
                    <a:moveTo>
                      <a:pt x="0" y="24383"/>
                    </a:moveTo>
                    <a:lnTo>
                      <a:pt x="46482" y="16001"/>
                    </a:lnTo>
                    <a:lnTo>
                      <a:pt x="66627" y="5822"/>
                    </a:lnTo>
                    <a:lnTo>
                      <a:pt x="7239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2" name="Google Shape;3062;p27"/>
            <p:cNvSpPr/>
            <p:nvPr/>
          </p:nvSpPr>
          <p:spPr>
            <a:xfrm>
              <a:off x="6221729" y="4536947"/>
              <a:ext cx="346075" cy="256540"/>
            </a:xfrm>
            <a:custGeom>
              <a:rect b="b" l="l" r="r" t="t"/>
              <a:pathLst>
                <a:path extrusionOk="0" h="256539" w="346075">
                  <a:moveTo>
                    <a:pt x="308610" y="0"/>
                  </a:moveTo>
                  <a:lnTo>
                    <a:pt x="264604" y="7048"/>
                  </a:lnTo>
                  <a:lnTo>
                    <a:pt x="221742" y="17526"/>
                  </a:lnTo>
                  <a:lnTo>
                    <a:pt x="178117" y="29527"/>
                  </a:lnTo>
                  <a:lnTo>
                    <a:pt x="135636" y="42672"/>
                  </a:lnTo>
                  <a:lnTo>
                    <a:pt x="106680" y="59436"/>
                  </a:lnTo>
                  <a:lnTo>
                    <a:pt x="117097" y="63103"/>
                  </a:lnTo>
                  <a:lnTo>
                    <a:pt x="170045" y="69151"/>
                  </a:lnTo>
                  <a:lnTo>
                    <a:pt x="211716" y="70389"/>
                  </a:lnTo>
                  <a:lnTo>
                    <a:pt x="232410" y="70866"/>
                  </a:lnTo>
                  <a:lnTo>
                    <a:pt x="271522" y="74830"/>
                  </a:lnTo>
                  <a:lnTo>
                    <a:pt x="288071" y="85832"/>
                  </a:lnTo>
                  <a:lnTo>
                    <a:pt x="286607" y="92297"/>
                  </a:lnTo>
                  <a:lnTo>
                    <a:pt x="241458" y="127444"/>
                  </a:lnTo>
                  <a:lnTo>
                    <a:pt x="203454" y="148590"/>
                  </a:lnTo>
                  <a:lnTo>
                    <a:pt x="157472" y="171497"/>
                  </a:lnTo>
                  <a:lnTo>
                    <a:pt x="110490" y="192405"/>
                  </a:lnTo>
                  <a:lnTo>
                    <a:pt x="63507" y="213312"/>
                  </a:lnTo>
                  <a:lnTo>
                    <a:pt x="17526" y="236220"/>
                  </a:lnTo>
                  <a:lnTo>
                    <a:pt x="9144" y="240792"/>
                  </a:lnTo>
                  <a:lnTo>
                    <a:pt x="4572" y="243840"/>
                  </a:lnTo>
                  <a:lnTo>
                    <a:pt x="0" y="251460"/>
                  </a:lnTo>
                  <a:lnTo>
                    <a:pt x="12084" y="255067"/>
                  </a:lnTo>
                  <a:lnTo>
                    <a:pt x="25812" y="256317"/>
                  </a:lnTo>
                  <a:lnTo>
                    <a:pt x="39969" y="256282"/>
                  </a:lnTo>
                  <a:lnTo>
                    <a:pt x="53340" y="256032"/>
                  </a:lnTo>
                  <a:lnTo>
                    <a:pt x="87391" y="255698"/>
                  </a:lnTo>
                  <a:lnTo>
                    <a:pt x="121158" y="253936"/>
                  </a:lnTo>
                  <a:lnTo>
                    <a:pt x="154924" y="251317"/>
                  </a:lnTo>
                  <a:lnTo>
                    <a:pt x="188976" y="248411"/>
                  </a:lnTo>
                  <a:lnTo>
                    <a:pt x="220980" y="245030"/>
                  </a:lnTo>
                  <a:lnTo>
                    <a:pt x="252984" y="241935"/>
                  </a:lnTo>
                  <a:lnTo>
                    <a:pt x="284988" y="239410"/>
                  </a:lnTo>
                  <a:lnTo>
                    <a:pt x="316992" y="237744"/>
                  </a:lnTo>
                  <a:lnTo>
                    <a:pt x="324302" y="237744"/>
                  </a:lnTo>
                  <a:lnTo>
                    <a:pt x="331470" y="237744"/>
                  </a:lnTo>
                  <a:lnTo>
                    <a:pt x="338637" y="237744"/>
                  </a:lnTo>
                  <a:lnTo>
                    <a:pt x="345948" y="237744"/>
                  </a:lnTo>
                  <a:lnTo>
                    <a:pt x="340614" y="237744"/>
                  </a:lnTo>
                  <a:lnTo>
                    <a:pt x="335280" y="238506"/>
                  </a:lnTo>
                  <a:lnTo>
                    <a:pt x="330708" y="2385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3" name="Google Shape;3063;p27"/>
            <p:cNvGrpSpPr/>
            <p:nvPr/>
          </p:nvGrpSpPr>
          <p:grpSpPr>
            <a:xfrm>
              <a:off x="6214872" y="4892040"/>
              <a:ext cx="214122" cy="111506"/>
              <a:chOff x="6214872" y="4892040"/>
              <a:chExt cx="214122" cy="111506"/>
            </a:xfrm>
          </p:grpSpPr>
          <p:sp>
            <p:nvSpPr>
              <p:cNvPr id="3064" name="Google Shape;3064;p27"/>
              <p:cNvSpPr/>
              <p:nvPr/>
            </p:nvSpPr>
            <p:spPr>
              <a:xfrm>
                <a:off x="6234684" y="4940046"/>
                <a:ext cx="16510" cy="63500"/>
              </a:xfrm>
              <a:custGeom>
                <a:rect b="b" l="l" r="r" t="t"/>
                <a:pathLst>
                  <a:path extrusionOk="0" h="63500" w="16510">
                    <a:moveTo>
                      <a:pt x="0" y="0"/>
                    </a:moveTo>
                    <a:lnTo>
                      <a:pt x="976" y="10941"/>
                    </a:lnTo>
                    <a:lnTo>
                      <a:pt x="2667" y="21240"/>
                    </a:lnTo>
                    <a:lnTo>
                      <a:pt x="4929" y="31396"/>
                    </a:lnTo>
                    <a:lnTo>
                      <a:pt x="7620" y="41910"/>
                    </a:lnTo>
                    <a:lnTo>
                      <a:pt x="9144" y="50292"/>
                    </a:lnTo>
                    <a:lnTo>
                      <a:pt x="11430" y="57150"/>
                    </a:lnTo>
                    <a:lnTo>
                      <a:pt x="16002" y="632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5" name="Google Shape;3065;p27"/>
              <p:cNvSpPr/>
              <p:nvPr/>
            </p:nvSpPr>
            <p:spPr>
              <a:xfrm>
                <a:off x="6214872" y="4892040"/>
                <a:ext cx="13970" cy="1905"/>
              </a:xfrm>
              <a:custGeom>
                <a:rect b="b" l="l" r="r" t="t"/>
                <a:pathLst>
                  <a:path extrusionOk="0" h="1904" w="13970">
                    <a:moveTo>
                      <a:pt x="0" y="1523"/>
                    </a:moveTo>
                    <a:lnTo>
                      <a:pt x="4572" y="761"/>
                    </a:lnTo>
                    <a:lnTo>
                      <a:pt x="9144" y="761"/>
                    </a:lnTo>
                    <a:lnTo>
                      <a:pt x="1371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6" name="Google Shape;3066;p27"/>
              <p:cNvSpPr/>
              <p:nvPr/>
            </p:nvSpPr>
            <p:spPr>
              <a:xfrm>
                <a:off x="6285738" y="4938522"/>
                <a:ext cx="56515" cy="635"/>
              </a:xfrm>
              <a:custGeom>
                <a:rect b="b" l="l" r="r" t="t"/>
                <a:pathLst>
                  <a:path extrusionOk="0" h="635" w="56514">
                    <a:moveTo>
                      <a:pt x="0" y="0"/>
                    </a:moveTo>
                    <a:lnTo>
                      <a:pt x="9144" y="428"/>
                    </a:lnTo>
                    <a:lnTo>
                      <a:pt x="18288" y="571"/>
                    </a:lnTo>
                    <a:lnTo>
                      <a:pt x="27432" y="428"/>
                    </a:lnTo>
                    <a:lnTo>
                      <a:pt x="36576" y="0"/>
                    </a:lnTo>
                    <a:lnTo>
                      <a:pt x="42672" y="0"/>
                    </a:lnTo>
                    <a:lnTo>
                      <a:pt x="49530" y="0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7" name="Google Shape;3067;p27"/>
              <p:cNvSpPr/>
              <p:nvPr/>
            </p:nvSpPr>
            <p:spPr>
              <a:xfrm>
                <a:off x="6309360" y="4972050"/>
                <a:ext cx="64135" cy="14604"/>
              </a:xfrm>
              <a:custGeom>
                <a:rect b="b" l="l" r="r" t="t"/>
                <a:pathLst>
                  <a:path extrusionOk="0" h="14604" w="64135">
                    <a:moveTo>
                      <a:pt x="0" y="14478"/>
                    </a:moveTo>
                    <a:lnTo>
                      <a:pt x="43434" y="7620"/>
                    </a:lnTo>
                    <a:lnTo>
                      <a:pt x="54102" y="3810"/>
                    </a:lnTo>
                    <a:lnTo>
                      <a:pt x="57150" y="3048"/>
                    </a:lnTo>
                    <a:lnTo>
                      <a:pt x="6400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8" name="Google Shape;3068;p27"/>
              <p:cNvSpPr/>
              <p:nvPr/>
            </p:nvSpPr>
            <p:spPr>
              <a:xfrm>
                <a:off x="6421374" y="4927092"/>
                <a:ext cx="7620" cy="60960"/>
              </a:xfrm>
              <a:custGeom>
                <a:rect b="b" l="l" r="r" t="t"/>
                <a:pathLst>
                  <a:path extrusionOk="0" h="60960" w="7620">
                    <a:moveTo>
                      <a:pt x="0" y="0"/>
                    </a:moveTo>
                    <a:lnTo>
                      <a:pt x="595" y="11310"/>
                    </a:lnTo>
                    <a:lnTo>
                      <a:pt x="1333" y="22478"/>
                    </a:lnTo>
                    <a:lnTo>
                      <a:pt x="2357" y="33647"/>
                    </a:lnTo>
                    <a:lnTo>
                      <a:pt x="3810" y="44957"/>
                    </a:lnTo>
                    <a:lnTo>
                      <a:pt x="4572" y="53339"/>
                    </a:lnTo>
                    <a:lnTo>
                      <a:pt x="4572" y="55625"/>
                    </a:lnTo>
                    <a:lnTo>
                      <a:pt x="7620" y="609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69" name="Google Shape;3069;p2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326098" y="4377497"/>
              <a:ext cx="99872" cy="10537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0" name="Google Shape;3070;p27"/>
            <p:cNvGrpSpPr/>
            <p:nvPr/>
          </p:nvGrpSpPr>
          <p:grpSpPr>
            <a:xfrm>
              <a:off x="6672808" y="4424146"/>
              <a:ext cx="416586" cy="304825"/>
              <a:chOff x="6672808" y="4424146"/>
              <a:chExt cx="416586" cy="304825"/>
            </a:xfrm>
          </p:grpSpPr>
          <p:pic>
            <p:nvPicPr>
              <p:cNvPr id="3071" name="Google Shape;3071;p27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672808" y="4454626"/>
                <a:ext cx="111302" cy="2355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2" name="Google Shape;3072;p27"/>
              <p:cNvSpPr/>
              <p:nvPr/>
            </p:nvSpPr>
            <p:spPr>
              <a:xfrm>
                <a:off x="6815709" y="4664202"/>
                <a:ext cx="4445" cy="64769"/>
              </a:xfrm>
              <a:custGeom>
                <a:rect b="b" l="l" r="r" t="t"/>
                <a:pathLst>
                  <a:path extrusionOk="0" h="64770" w="4445">
                    <a:moveTo>
                      <a:pt x="4191" y="0"/>
                    </a:moveTo>
                    <a:lnTo>
                      <a:pt x="2309" y="7655"/>
                    </a:lnTo>
                    <a:lnTo>
                      <a:pt x="1143" y="14954"/>
                    </a:lnTo>
                    <a:lnTo>
                      <a:pt x="547" y="22395"/>
                    </a:lnTo>
                    <a:lnTo>
                      <a:pt x="381" y="30480"/>
                    </a:lnTo>
                    <a:lnTo>
                      <a:pt x="190" y="38838"/>
                    </a:lnTo>
                    <a:lnTo>
                      <a:pt x="0" y="47625"/>
                    </a:lnTo>
                    <a:lnTo>
                      <a:pt x="381" y="56411"/>
                    </a:lnTo>
                    <a:lnTo>
                      <a:pt x="1905" y="647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3" name="Google Shape;3073;p27"/>
              <p:cNvSpPr/>
              <p:nvPr/>
            </p:nvSpPr>
            <p:spPr>
              <a:xfrm>
                <a:off x="6816090" y="4653534"/>
                <a:ext cx="54610" cy="56515"/>
              </a:xfrm>
              <a:custGeom>
                <a:rect b="b" l="l" r="r" t="t"/>
                <a:pathLst>
                  <a:path extrusionOk="0" h="56514" w="54609">
                    <a:moveTo>
                      <a:pt x="0" y="12954"/>
                    </a:moveTo>
                    <a:lnTo>
                      <a:pt x="28194" y="30480"/>
                    </a:lnTo>
                    <a:lnTo>
                      <a:pt x="28956" y="25908"/>
                    </a:lnTo>
                    <a:lnTo>
                      <a:pt x="30480" y="19812"/>
                    </a:lnTo>
                    <a:lnTo>
                      <a:pt x="31242" y="14478"/>
                    </a:lnTo>
                    <a:lnTo>
                      <a:pt x="31242" y="8382"/>
                    </a:lnTo>
                    <a:lnTo>
                      <a:pt x="31242" y="3048"/>
                    </a:lnTo>
                    <a:lnTo>
                      <a:pt x="31242" y="762"/>
                    </a:lnTo>
                    <a:lnTo>
                      <a:pt x="31242" y="0"/>
                    </a:lnTo>
                    <a:lnTo>
                      <a:pt x="32766" y="3048"/>
                    </a:lnTo>
                    <a:lnTo>
                      <a:pt x="35052" y="6858"/>
                    </a:lnTo>
                    <a:lnTo>
                      <a:pt x="35814" y="10668"/>
                    </a:lnTo>
                    <a:lnTo>
                      <a:pt x="37445" y="19228"/>
                    </a:lnTo>
                    <a:lnTo>
                      <a:pt x="39147" y="27717"/>
                    </a:lnTo>
                    <a:lnTo>
                      <a:pt x="41278" y="36064"/>
                    </a:lnTo>
                    <a:lnTo>
                      <a:pt x="44196" y="44196"/>
                    </a:lnTo>
                    <a:lnTo>
                      <a:pt x="46482" y="51054"/>
                    </a:lnTo>
                    <a:lnTo>
                      <a:pt x="48768" y="52578"/>
                    </a:lnTo>
                    <a:lnTo>
                      <a:pt x="54102" y="5638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4" name="Google Shape;3074;p27"/>
              <p:cNvSpPr/>
              <p:nvPr/>
            </p:nvSpPr>
            <p:spPr>
              <a:xfrm>
                <a:off x="6898386" y="4648200"/>
                <a:ext cx="46990" cy="67310"/>
              </a:xfrm>
              <a:custGeom>
                <a:rect b="b" l="l" r="r" t="t"/>
                <a:pathLst>
                  <a:path extrusionOk="0" h="67310" w="46990">
                    <a:moveTo>
                      <a:pt x="2285" y="0"/>
                    </a:moveTo>
                    <a:lnTo>
                      <a:pt x="1285" y="9024"/>
                    </a:lnTo>
                    <a:lnTo>
                      <a:pt x="571" y="17907"/>
                    </a:lnTo>
                    <a:lnTo>
                      <a:pt x="142" y="26789"/>
                    </a:lnTo>
                    <a:lnTo>
                      <a:pt x="0" y="35814"/>
                    </a:lnTo>
                    <a:lnTo>
                      <a:pt x="761" y="44196"/>
                    </a:lnTo>
                    <a:lnTo>
                      <a:pt x="2285" y="51816"/>
                    </a:lnTo>
                    <a:lnTo>
                      <a:pt x="6095" y="60198"/>
                    </a:lnTo>
                    <a:lnTo>
                      <a:pt x="7619" y="63246"/>
                    </a:lnTo>
                    <a:lnTo>
                      <a:pt x="8381" y="66294"/>
                    </a:lnTo>
                    <a:lnTo>
                      <a:pt x="11429" y="66294"/>
                    </a:lnTo>
                    <a:lnTo>
                      <a:pt x="16001" y="67056"/>
                    </a:lnTo>
                    <a:lnTo>
                      <a:pt x="21335" y="66294"/>
                    </a:lnTo>
                    <a:lnTo>
                      <a:pt x="25907" y="64008"/>
                    </a:lnTo>
                    <a:lnTo>
                      <a:pt x="31694" y="60757"/>
                    </a:lnTo>
                    <a:lnTo>
                      <a:pt x="36766" y="56864"/>
                    </a:lnTo>
                    <a:lnTo>
                      <a:pt x="41552" y="52542"/>
                    </a:lnTo>
                    <a:lnTo>
                      <a:pt x="46481" y="480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075" name="Google Shape;3075;p27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807682" y="4424146"/>
                <a:ext cx="67106" cy="968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76" name="Google Shape;3076;p27"/>
              <p:cNvSpPr/>
              <p:nvPr/>
            </p:nvSpPr>
            <p:spPr>
              <a:xfrm>
                <a:off x="6952488" y="4536912"/>
                <a:ext cx="45720" cy="88265"/>
              </a:xfrm>
              <a:custGeom>
                <a:rect b="b" l="l" r="r" t="t"/>
                <a:pathLst>
                  <a:path extrusionOk="0" h="88264" w="45720">
                    <a:moveTo>
                      <a:pt x="0" y="18323"/>
                    </a:moveTo>
                    <a:lnTo>
                      <a:pt x="452" y="9358"/>
                    </a:lnTo>
                    <a:lnTo>
                      <a:pt x="1904" y="3178"/>
                    </a:lnTo>
                    <a:lnTo>
                      <a:pt x="6215" y="0"/>
                    </a:lnTo>
                    <a:lnTo>
                      <a:pt x="15239" y="35"/>
                    </a:lnTo>
                    <a:lnTo>
                      <a:pt x="44231" y="34385"/>
                    </a:lnTo>
                    <a:lnTo>
                      <a:pt x="45434" y="47565"/>
                    </a:lnTo>
                    <a:lnTo>
                      <a:pt x="43922" y="60602"/>
                    </a:lnTo>
                    <a:lnTo>
                      <a:pt x="39624" y="72425"/>
                    </a:lnTo>
                    <a:lnTo>
                      <a:pt x="35052" y="80045"/>
                    </a:lnTo>
                    <a:lnTo>
                      <a:pt x="29718" y="84617"/>
                    </a:lnTo>
                    <a:lnTo>
                      <a:pt x="22098" y="87665"/>
                    </a:lnTo>
                    <a:lnTo>
                      <a:pt x="19050" y="83093"/>
                    </a:lnTo>
                    <a:lnTo>
                      <a:pt x="21336" y="80807"/>
                    </a:lnTo>
                    <a:lnTo>
                      <a:pt x="25146" y="731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7" name="Google Shape;3077;p27"/>
              <p:cNvSpPr/>
              <p:nvPr/>
            </p:nvSpPr>
            <p:spPr>
              <a:xfrm>
                <a:off x="6995469" y="4529328"/>
                <a:ext cx="50165" cy="90170"/>
              </a:xfrm>
              <a:custGeom>
                <a:rect b="b" l="l" r="r" t="t"/>
                <a:pathLst>
                  <a:path extrusionOk="0" h="90170" w="50165">
                    <a:moveTo>
                      <a:pt x="33218" y="0"/>
                    </a:moveTo>
                    <a:lnTo>
                      <a:pt x="5786" y="28194"/>
                    </a:lnTo>
                    <a:lnTo>
                      <a:pt x="0" y="63019"/>
                    </a:lnTo>
                    <a:lnTo>
                      <a:pt x="1214" y="74676"/>
                    </a:lnTo>
                    <a:lnTo>
                      <a:pt x="4250" y="82415"/>
                    </a:lnTo>
                    <a:lnTo>
                      <a:pt x="9501" y="86868"/>
                    </a:lnTo>
                    <a:lnTo>
                      <a:pt x="16323" y="89034"/>
                    </a:lnTo>
                    <a:lnTo>
                      <a:pt x="24074" y="89916"/>
                    </a:lnTo>
                    <a:lnTo>
                      <a:pt x="31658" y="89701"/>
                    </a:lnTo>
                    <a:lnTo>
                      <a:pt x="37885" y="88201"/>
                    </a:lnTo>
                    <a:lnTo>
                      <a:pt x="43684" y="85844"/>
                    </a:lnTo>
                    <a:lnTo>
                      <a:pt x="49982" y="8305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8" name="Google Shape;3078;p27"/>
              <p:cNvSpPr/>
              <p:nvPr/>
            </p:nvSpPr>
            <p:spPr>
              <a:xfrm>
                <a:off x="7075170" y="4609338"/>
                <a:ext cx="3175" cy="40640"/>
              </a:xfrm>
              <a:custGeom>
                <a:rect b="b" l="l" r="r" t="t"/>
                <a:pathLst>
                  <a:path extrusionOk="0" h="40639" w="3175">
                    <a:moveTo>
                      <a:pt x="0" y="0"/>
                    </a:moveTo>
                    <a:lnTo>
                      <a:pt x="2286" y="32003"/>
                    </a:lnTo>
                    <a:lnTo>
                      <a:pt x="3048" y="36575"/>
                    </a:lnTo>
                    <a:lnTo>
                      <a:pt x="3048" y="403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9" name="Google Shape;3079;p27"/>
              <p:cNvSpPr/>
              <p:nvPr/>
            </p:nvSpPr>
            <p:spPr>
              <a:xfrm>
                <a:off x="7065264" y="4517898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5334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0" name="Google Shape;3080;p27"/>
            <p:cNvGrpSpPr/>
            <p:nvPr/>
          </p:nvGrpSpPr>
          <p:grpSpPr>
            <a:xfrm>
              <a:off x="7194803" y="4466081"/>
              <a:ext cx="200914" cy="174371"/>
              <a:chOff x="7194803" y="4466081"/>
              <a:chExt cx="200914" cy="174371"/>
            </a:xfrm>
          </p:grpSpPr>
          <p:sp>
            <p:nvSpPr>
              <p:cNvPr id="3081" name="Google Shape;3081;p27"/>
              <p:cNvSpPr/>
              <p:nvPr/>
            </p:nvSpPr>
            <p:spPr>
              <a:xfrm>
                <a:off x="7194803" y="4571999"/>
                <a:ext cx="55880" cy="25400"/>
              </a:xfrm>
              <a:custGeom>
                <a:rect b="b" l="l" r="r" t="t"/>
                <a:pathLst>
                  <a:path extrusionOk="0" h="25400" w="55879">
                    <a:moveTo>
                      <a:pt x="0" y="25145"/>
                    </a:moveTo>
                    <a:lnTo>
                      <a:pt x="11882" y="19359"/>
                    </a:lnTo>
                    <a:lnTo>
                      <a:pt x="23622" y="14287"/>
                    </a:lnTo>
                    <a:lnTo>
                      <a:pt x="35361" y="9501"/>
                    </a:lnTo>
                    <a:lnTo>
                      <a:pt x="47243" y="4571"/>
                    </a:lnTo>
                    <a:lnTo>
                      <a:pt x="50291" y="3047"/>
                    </a:lnTo>
                    <a:lnTo>
                      <a:pt x="52577" y="1523"/>
                    </a:lnTo>
                    <a:lnTo>
                      <a:pt x="5562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2" name="Google Shape;3082;p27"/>
              <p:cNvSpPr/>
              <p:nvPr/>
            </p:nvSpPr>
            <p:spPr>
              <a:xfrm>
                <a:off x="7293649" y="4506467"/>
                <a:ext cx="45720" cy="133985"/>
              </a:xfrm>
              <a:custGeom>
                <a:rect b="b" l="l" r="r" t="t"/>
                <a:pathLst>
                  <a:path extrusionOk="0" h="133985" w="45720">
                    <a:moveTo>
                      <a:pt x="214" y="15240"/>
                    </a:moveTo>
                    <a:lnTo>
                      <a:pt x="13239" y="40647"/>
                    </a:lnTo>
                    <a:lnTo>
                      <a:pt x="19835" y="40576"/>
                    </a:lnTo>
                    <a:lnTo>
                      <a:pt x="45172" y="8382"/>
                    </a:lnTo>
                    <a:lnTo>
                      <a:pt x="43648" y="3810"/>
                    </a:lnTo>
                    <a:lnTo>
                      <a:pt x="42886" y="0"/>
                    </a:lnTo>
                    <a:lnTo>
                      <a:pt x="41362" y="6096"/>
                    </a:lnTo>
                    <a:lnTo>
                      <a:pt x="41362" y="13716"/>
                    </a:lnTo>
                    <a:lnTo>
                      <a:pt x="42124" y="20574"/>
                    </a:lnTo>
                    <a:lnTo>
                      <a:pt x="42124" y="41278"/>
                    </a:lnTo>
                    <a:lnTo>
                      <a:pt x="42124" y="62198"/>
                    </a:lnTo>
                    <a:lnTo>
                      <a:pt x="42124" y="83260"/>
                    </a:lnTo>
                    <a:lnTo>
                      <a:pt x="42124" y="104394"/>
                    </a:lnTo>
                    <a:lnTo>
                      <a:pt x="42338" y="111204"/>
                    </a:lnTo>
                    <a:lnTo>
                      <a:pt x="42124" y="117729"/>
                    </a:lnTo>
                    <a:lnTo>
                      <a:pt x="40195" y="123682"/>
                    </a:lnTo>
                    <a:lnTo>
                      <a:pt x="35266" y="128778"/>
                    </a:lnTo>
                    <a:lnTo>
                      <a:pt x="29848" y="130992"/>
                    </a:lnTo>
                    <a:lnTo>
                      <a:pt x="23360" y="132778"/>
                    </a:lnTo>
                    <a:lnTo>
                      <a:pt x="16728" y="133707"/>
                    </a:lnTo>
                    <a:lnTo>
                      <a:pt x="10882" y="133350"/>
                    </a:lnTo>
                    <a:lnTo>
                      <a:pt x="2500" y="131826"/>
                    </a:lnTo>
                    <a:lnTo>
                      <a:pt x="4024" y="124968"/>
                    </a:lnTo>
                    <a:lnTo>
                      <a:pt x="3262" y="11887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3" name="Google Shape;3083;p27"/>
              <p:cNvSpPr/>
              <p:nvPr/>
            </p:nvSpPr>
            <p:spPr>
              <a:xfrm>
                <a:off x="7390637" y="4565903"/>
                <a:ext cx="5080" cy="57150"/>
              </a:xfrm>
              <a:custGeom>
                <a:rect b="b" l="l" r="r" t="t"/>
                <a:pathLst>
                  <a:path extrusionOk="0" h="57150" w="5079">
                    <a:moveTo>
                      <a:pt x="0" y="0"/>
                    </a:moveTo>
                    <a:lnTo>
                      <a:pt x="4572" y="39624"/>
                    </a:lnTo>
                    <a:lnTo>
                      <a:pt x="4572" y="48006"/>
                    </a:lnTo>
                    <a:lnTo>
                      <a:pt x="3810" y="55626"/>
                    </a:lnTo>
                    <a:lnTo>
                      <a:pt x="3810" y="56388"/>
                    </a:lnTo>
                    <a:lnTo>
                      <a:pt x="3810" y="5715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4" name="Google Shape;3084;p27"/>
              <p:cNvSpPr/>
              <p:nvPr/>
            </p:nvSpPr>
            <p:spPr>
              <a:xfrm>
                <a:off x="7374635" y="4466081"/>
                <a:ext cx="2540" cy="13335"/>
              </a:xfrm>
              <a:custGeom>
                <a:rect b="b" l="l" r="r" t="t"/>
                <a:pathLst>
                  <a:path extrusionOk="0" h="13335" w="2540">
                    <a:moveTo>
                      <a:pt x="2285" y="12953"/>
                    </a:moveTo>
                    <a:lnTo>
                      <a:pt x="1523" y="8381"/>
                    </a:lnTo>
                    <a:lnTo>
                      <a:pt x="761" y="4571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5" name="Google Shape;3085;p27"/>
            <p:cNvSpPr/>
            <p:nvPr/>
          </p:nvSpPr>
          <p:spPr>
            <a:xfrm>
              <a:off x="7475981" y="4376165"/>
              <a:ext cx="60325" cy="255270"/>
            </a:xfrm>
            <a:custGeom>
              <a:rect b="b" l="l" r="r" t="t"/>
              <a:pathLst>
                <a:path extrusionOk="0" h="255270" w="60325">
                  <a:moveTo>
                    <a:pt x="5333" y="0"/>
                  </a:moveTo>
                  <a:lnTo>
                    <a:pt x="28193" y="32480"/>
                  </a:lnTo>
                  <a:lnTo>
                    <a:pt x="46481" y="67817"/>
                  </a:lnTo>
                  <a:lnTo>
                    <a:pt x="57340" y="106870"/>
                  </a:lnTo>
                  <a:lnTo>
                    <a:pt x="60197" y="147066"/>
                  </a:lnTo>
                  <a:lnTo>
                    <a:pt x="57578" y="168985"/>
                  </a:lnTo>
                  <a:lnTo>
                    <a:pt x="41767" y="208252"/>
                  </a:lnTo>
                  <a:lnTo>
                    <a:pt x="14287" y="243935"/>
                  </a:lnTo>
                  <a:lnTo>
                    <a:pt x="7858" y="249781"/>
                  </a:lnTo>
                  <a:lnTo>
                    <a:pt x="0" y="25527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6" name="Google Shape;3086;p27"/>
            <p:cNvSpPr/>
            <p:nvPr/>
          </p:nvSpPr>
          <p:spPr>
            <a:xfrm>
              <a:off x="6630923" y="4530852"/>
              <a:ext cx="121285" cy="296545"/>
            </a:xfrm>
            <a:custGeom>
              <a:rect b="b" l="l" r="r" t="t"/>
              <a:pathLst>
                <a:path extrusionOk="0" h="296545" w="121284">
                  <a:moveTo>
                    <a:pt x="0" y="0"/>
                  </a:moveTo>
                  <a:lnTo>
                    <a:pt x="964" y="45219"/>
                  </a:lnTo>
                  <a:lnTo>
                    <a:pt x="2726" y="87499"/>
                  </a:lnTo>
                  <a:lnTo>
                    <a:pt x="6560" y="141529"/>
                  </a:lnTo>
                  <a:lnTo>
                    <a:pt x="14751" y="194262"/>
                  </a:lnTo>
                  <a:lnTo>
                    <a:pt x="31873" y="244268"/>
                  </a:lnTo>
                  <a:lnTo>
                    <a:pt x="61793" y="283023"/>
                  </a:lnTo>
                  <a:lnTo>
                    <a:pt x="99083" y="295096"/>
                  </a:lnTo>
                  <a:lnTo>
                    <a:pt x="121158" y="29641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7" name="Google Shape;3087;p27"/>
            <p:cNvSpPr/>
            <p:nvPr/>
          </p:nvSpPr>
          <p:spPr>
            <a:xfrm>
              <a:off x="7505700" y="4308347"/>
              <a:ext cx="94615" cy="38100"/>
            </a:xfrm>
            <a:custGeom>
              <a:rect b="b" l="l" r="r" t="t"/>
              <a:pathLst>
                <a:path extrusionOk="0" h="38100" w="94615">
                  <a:moveTo>
                    <a:pt x="0" y="13715"/>
                  </a:moveTo>
                  <a:lnTo>
                    <a:pt x="28956" y="0"/>
                  </a:lnTo>
                  <a:lnTo>
                    <a:pt x="36576" y="761"/>
                  </a:lnTo>
                  <a:lnTo>
                    <a:pt x="41148" y="7619"/>
                  </a:lnTo>
                  <a:lnTo>
                    <a:pt x="44196" y="13715"/>
                  </a:lnTo>
                  <a:lnTo>
                    <a:pt x="44196" y="25907"/>
                  </a:lnTo>
                  <a:lnTo>
                    <a:pt x="41148" y="32003"/>
                  </a:lnTo>
                  <a:lnTo>
                    <a:pt x="40386" y="34289"/>
                  </a:lnTo>
                  <a:lnTo>
                    <a:pt x="38862" y="36575"/>
                  </a:lnTo>
                  <a:lnTo>
                    <a:pt x="38100" y="38099"/>
                  </a:lnTo>
                  <a:lnTo>
                    <a:pt x="45720" y="38099"/>
                  </a:lnTo>
                  <a:lnTo>
                    <a:pt x="51816" y="37337"/>
                  </a:lnTo>
                  <a:lnTo>
                    <a:pt x="60198" y="35813"/>
                  </a:lnTo>
                  <a:lnTo>
                    <a:pt x="68770" y="34218"/>
                  </a:lnTo>
                  <a:lnTo>
                    <a:pt x="77343" y="32765"/>
                  </a:lnTo>
                  <a:lnTo>
                    <a:pt x="85915" y="31313"/>
                  </a:lnTo>
                  <a:lnTo>
                    <a:pt x="94488" y="2971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88" name="Google Shape;3088;p27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7694650" y="4479772"/>
              <a:ext cx="102920" cy="107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9" name="Google Shape;3089;p27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7848967" y="4431862"/>
              <a:ext cx="129959" cy="138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90" name="Google Shape;3090;p27"/>
            <p:cNvGrpSpPr/>
            <p:nvPr/>
          </p:nvGrpSpPr>
          <p:grpSpPr>
            <a:xfrm>
              <a:off x="3973829" y="5861304"/>
              <a:ext cx="62865" cy="142367"/>
              <a:chOff x="3973829" y="5861304"/>
              <a:chExt cx="62865" cy="142367"/>
            </a:xfrm>
          </p:grpSpPr>
          <p:sp>
            <p:nvSpPr>
              <p:cNvPr id="3091" name="Google Shape;3091;p27"/>
              <p:cNvSpPr/>
              <p:nvPr/>
            </p:nvSpPr>
            <p:spPr>
              <a:xfrm>
                <a:off x="3978401" y="5861304"/>
                <a:ext cx="45085" cy="9525"/>
              </a:xfrm>
              <a:custGeom>
                <a:rect b="b" l="l" r="r" t="t"/>
                <a:pathLst>
                  <a:path extrusionOk="0" h="9525" w="45085">
                    <a:moveTo>
                      <a:pt x="0" y="0"/>
                    </a:moveTo>
                    <a:lnTo>
                      <a:pt x="9024" y="2143"/>
                    </a:lnTo>
                    <a:lnTo>
                      <a:pt x="17907" y="4000"/>
                    </a:lnTo>
                    <a:lnTo>
                      <a:pt x="26789" y="5572"/>
                    </a:lnTo>
                    <a:lnTo>
                      <a:pt x="35814" y="6857"/>
                    </a:lnTo>
                    <a:lnTo>
                      <a:pt x="41148" y="7619"/>
                    </a:lnTo>
                    <a:lnTo>
                      <a:pt x="41910" y="7619"/>
                    </a:lnTo>
                    <a:lnTo>
                      <a:pt x="44958" y="914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2" name="Google Shape;3092;p27"/>
              <p:cNvSpPr/>
              <p:nvPr/>
            </p:nvSpPr>
            <p:spPr>
              <a:xfrm>
                <a:off x="3973829" y="5935218"/>
                <a:ext cx="52705" cy="6350"/>
              </a:xfrm>
              <a:custGeom>
                <a:rect b="b" l="l" r="r" t="t"/>
                <a:pathLst>
                  <a:path extrusionOk="0" h="6350" w="52704">
                    <a:moveTo>
                      <a:pt x="0" y="0"/>
                    </a:moveTo>
                    <a:lnTo>
                      <a:pt x="10406" y="2976"/>
                    </a:lnTo>
                    <a:lnTo>
                      <a:pt x="20383" y="4953"/>
                    </a:lnTo>
                    <a:lnTo>
                      <a:pt x="30646" y="5786"/>
                    </a:lnTo>
                    <a:lnTo>
                      <a:pt x="41910" y="5334"/>
                    </a:lnTo>
                    <a:lnTo>
                      <a:pt x="48006" y="4572"/>
                    </a:lnTo>
                    <a:lnTo>
                      <a:pt x="49530" y="3810"/>
                    </a:lnTo>
                    <a:lnTo>
                      <a:pt x="52577" y="45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3" name="Google Shape;3093;p27"/>
              <p:cNvSpPr/>
              <p:nvPr/>
            </p:nvSpPr>
            <p:spPr>
              <a:xfrm>
                <a:off x="3985259" y="5999226"/>
                <a:ext cx="51435" cy="4445"/>
              </a:xfrm>
              <a:custGeom>
                <a:rect b="b" l="l" r="r" t="t"/>
                <a:pathLst>
                  <a:path extrusionOk="0" h="4445" w="51435">
                    <a:moveTo>
                      <a:pt x="0" y="0"/>
                    </a:moveTo>
                    <a:lnTo>
                      <a:pt x="10751" y="2095"/>
                    </a:lnTo>
                    <a:lnTo>
                      <a:pt x="21431" y="3619"/>
                    </a:lnTo>
                    <a:lnTo>
                      <a:pt x="32254" y="4286"/>
                    </a:lnTo>
                    <a:lnTo>
                      <a:pt x="43434" y="3809"/>
                    </a:lnTo>
                    <a:lnTo>
                      <a:pt x="45720" y="3809"/>
                    </a:lnTo>
                    <a:lnTo>
                      <a:pt x="48768" y="3047"/>
                    </a:lnTo>
                    <a:lnTo>
                      <a:pt x="51053" y="30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4" name="Google Shape;3094;p27"/>
            <p:cNvGrpSpPr/>
            <p:nvPr/>
          </p:nvGrpSpPr>
          <p:grpSpPr>
            <a:xfrm>
              <a:off x="4491228" y="5660136"/>
              <a:ext cx="50292" cy="242315"/>
              <a:chOff x="4491228" y="5660136"/>
              <a:chExt cx="50292" cy="242315"/>
            </a:xfrm>
          </p:grpSpPr>
          <p:sp>
            <p:nvSpPr>
              <p:cNvPr id="3095" name="Google Shape;3095;p27"/>
              <p:cNvSpPr/>
              <p:nvPr/>
            </p:nvSpPr>
            <p:spPr>
              <a:xfrm>
                <a:off x="4491228" y="5662422"/>
                <a:ext cx="9525" cy="240029"/>
              </a:xfrm>
              <a:custGeom>
                <a:rect b="b" l="l" r="r" t="t"/>
                <a:pathLst>
                  <a:path extrusionOk="0" h="240029" w="9525">
                    <a:moveTo>
                      <a:pt x="0" y="0"/>
                    </a:moveTo>
                    <a:lnTo>
                      <a:pt x="821" y="14859"/>
                    </a:lnTo>
                    <a:lnTo>
                      <a:pt x="2000" y="29718"/>
                    </a:lnTo>
                    <a:lnTo>
                      <a:pt x="3321" y="44577"/>
                    </a:lnTo>
                    <a:lnTo>
                      <a:pt x="4572" y="59436"/>
                    </a:lnTo>
                    <a:lnTo>
                      <a:pt x="6024" y="85141"/>
                    </a:lnTo>
                    <a:lnTo>
                      <a:pt x="7048" y="110775"/>
                    </a:lnTo>
                    <a:lnTo>
                      <a:pt x="7786" y="136267"/>
                    </a:lnTo>
                    <a:lnTo>
                      <a:pt x="8382" y="161544"/>
                    </a:lnTo>
                    <a:lnTo>
                      <a:pt x="7643" y="178843"/>
                    </a:lnTo>
                    <a:lnTo>
                      <a:pt x="5905" y="201644"/>
                    </a:lnTo>
                    <a:lnTo>
                      <a:pt x="5595" y="224016"/>
                    </a:lnTo>
                    <a:lnTo>
                      <a:pt x="9144" y="240030"/>
                    </a:lnTo>
                    <a:lnTo>
                      <a:pt x="9144" y="238506"/>
                    </a:lnTo>
                    <a:lnTo>
                      <a:pt x="9144" y="237744"/>
                    </a:lnTo>
                    <a:lnTo>
                      <a:pt x="9144" y="23622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6" name="Google Shape;3096;p27"/>
              <p:cNvSpPr/>
              <p:nvPr/>
            </p:nvSpPr>
            <p:spPr>
              <a:xfrm>
                <a:off x="4533900" y="5660136"/>
                <a:ext cx="7620" cy="235585"/>
              </a:xfrm>
              <a:custGeom>
                <a:rect b="b" l="l" r="r" t="t"/>
                <a:pathLst>
                  <a:path extrusionOk="0" h="235585" w="7620">
                    <a:moveTo>
                      <a:pt x="0" y="0"/>
                    </a:moveTo>
                    <a:lnTo>
                      <a:pt x="381" y="17133"/>
                    </a:lnTo>
                    <a:lnTo>
                      <a:pt x="1333" y="34194"/>
                    </a:lnTo>
                    <a:lnTo>
                      <a:pt x="2571" y="51113"/>
                    </a:lnTo>
                    <a:lnTo>
                      <a:pt x="3810" y="67817"/>
                    </a:lnTo>
                    <a:lnTo>
                      <a:pt x="5143" y="90558"/>
                    </a:lnTo>
                    <a:lnTo>
                      <a:pt x="5905" y="113156"/>
                    </a:lnTo>
                    <a:lnTo>
                      <a:pt x="6381" y="135755"/>
                    </a:lnTo>
                    <a:lnTo>
                      <a:pt x="6858" y="158495"/>
                    </a:lnTo>
                    <a:lnTo>
                      <a:pt x="6965" y="173926"/>
                    </a:lnTo>
                    <a:lnTo>
                      <a:pt x="7143" y="189356"/>
                    </a:lnTo>
                    <a:lnTo>
                      <a:pt x="7179" y="204787"/>
                    </a:lnTo>
                    <a:lnTo>
                      <a:pt x="6858" y="220217"/>
                    </a:lnTo>
                    <a:lnTo>
                      <a:pt x="6096" y="224789"/>
                    </a:lnTo>
                    <a:lnTo>
                      <a:pt x="6096" y="235457"/>
                    </a:lnTo>
                    <a:lnTo>
                      <a:pt x="6096" y="230885"/>
                    </a:lnTo>
                    <a:lnTo>
                      <a:pt x="6096" y="228599"/>
                    </a:lnTo>
                    <a:lnTo>
                      <a:pt x="6096" y="227075"/>
                    </a:lnTo>
                    <a:lnTo>
                      <a:pt x="6096" y="22478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97" name="Google Shape;3097;p27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662652" y="5693638"/>
              <a:ext cx="109778" cy="1768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8" name="Google Shape;3098;p27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465038" y="5461228"/>
              <a:ext cx="117398" cy="106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9" name="Google Shape;3099;p27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7385278" y="5324449"/>
              <a:ext cx="108254" cy="10111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00" name="Google Shape;3100;p27"/>
            <p:cNvGrpSpPr/>
            <p:nvPr/>
          </p:nvGrpSpPr>
          <p:grpSpPr>
            <a:xfrm>
              <a:off x="4747260" y="5583173"/>
              <a:ext cx="220242" cy="240055"/>
              <a:chOff x="4747260" y="5583173"/>
              <a:chExt cx="220242" cy="240055"/>
            </a:xfrm>
          </p:grpSpPr>
          <p:sp>
            <p:nvSpPr>
              <p:cNvPr id="3101" name="Google Shape;3101;p27"/>
              <p:cNvSpPr/>
              <p:nvPr/>
            </p:nvSpPr>
            <p:spPr>
              <a:xfrm>
                <a:off x="4747260" y="5583173"/>
                <a:ext cx="57150" cy="11430"/>
              </a:xfrm>
              <a:custGeom>
                <a:rect b="b" l="l" r="r" t="t"/>
                <a:pathLst>
                  <a:path extrusionOk="0" h="11429" w="57150">
                    <a:moveTo>
                      <a:pt x="0" y="11430"/>
                    </a:moveTo>
                    <a:lnTo>
                      <a:pt x="9013" y="9036"/>
                    </a:lnTo>
                    <a:lnTo>
                      <a:pt x="17811" y="6572"/>
                    </a:lnTo>
                    <a:lnTo>
                      <a:pt x="26467" y="4250"/>
                    </a:lnTo>
                    <a:lnTo>
                      <a:pt x="35052" y="2286"/>
                    </a:lnTo>
                    <a:lnTo>
                      <a:pt x="42672" y="762"/>
                    </a:lnTo>
                    <a:lnTo>
                      <a:pt x="49530" y="0"/>
                    </a:lnTo>
                    <a:lnTo>
                      <a:pt x="5715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2" name="Google Shape;3102;p27"/>
              <p:cNvSpPr/>
              <p:nvPr/>
            </p:nvSpPr>
            <p:spPr>
              <a:xfrm>
                <a:off x="4776216" y="5600699"/>
                <a:ext cx="3810" cy="60325"/>
              </a:xfrm>
              <a:custGeom>
                <a:rect b="b" l="l" r="r" t="t"/>
                <a:pathLst>
                  <a:path extrusionOk="0" h="60325" w="3810">
                    <a:moveTo>
                      <a:pt x="0" y="0"/>
                    </a:moveTo>
                    <a:lnTo>
                      <a:pt x="250" y="9596"/>
                    </a:lnTo>
                    <a:lnTo>
                      <a:pt x="857" y="19050"/>
                    </a:lnTo>
                    <a:lnTo>
                      <a:pt x="1607" y="28503"/>
                    </a:lnTo>
                    <a:lnTo>
                      <a:pt x="2286" y="38100"/>
                    </a:lnTo>
                    <a:lnTo>
                      <a:pt x="3048" y="49530"/>
                    </a:lnTo>
                    <a:lnTo>
                      <a:pt x="3810" y="52577"/>
                    </a:lnTo>
                    <a:lnTo>
                      <a:pt x="3810" y="6019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03" name="Google Shape;3103;p27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4840055" y="5673826"/>
                <a:ext cx="127447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04" name="Google Shape;3104;p27"/>
            <p:cNvSpPr/>
            <p:nvPr/>
          </p:nvSpPr>
          <p:spPr>
            <a:xfrm>
              <a:off x="5081778" y="5724905"/>
              <a:ext cx="59055" cy="6985"/>
            </a:xfrm>
            <a:custGeom>
              <a:rect b="b" l="l" r="r" t="t"/>
              <a:pathLst>
                <a:path extrusionOk="0" h="6985" w="59054">
                  <a:moveTo>
                    <a:pt x="0" y="5334"/>
                  </a:moveTo>
                  <a:lnTo>
                    <a:pt x="10834" y="6369"/>
                  </a:lnTo>
                  <a:lnTo>
                    <a:pt x="20955" y="6191"/>
                  </a:lnTo>
                  <a:lnTo>
                    <a:pt x="31075" y="5012"/>
                  </a:lnTo>
                  <a:lnTo>
                    <a:pt x="41910" y="3048"/>
                  </a:lnTo>
                  <a:lnTo>
                    <a:pt x="48006" y="1524"/>
                  </a:lnTo>
                  <a:lnTo>
                    <a:pt x="52577" y="0"/>
                  </a:lnTo>
                  <a:lnTo>
                    <a:pt x="58674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05" name="Google Shape;3105;p27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232628" y="5643346"/>
              <a:ext cx="99110" cy="19188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06" name="Google Shape;3106;p27"/>
            <p:cNvGrpSpPr/>
            <p:nvPr/>
          </p:nvGrpSpPr>
          <p:grpSpPr>
            <a:xfrm>
              <a:off x="5417164" y="5565648"/>
              <a:ext cx="52979" cy="237744"/>
              <a:chOff x="5417164" y="5565648"/>
              <a:chExt cx="52979" cy="237744"/>
            </a:xfrm>
          </p:grpSpPr>
          <p:sp>
            <p:nvSpPr>
              <p:cNvPr id="3107" name="Google Shape;3107;p27"/>
              <p:cNvSpPr/>
              <p:nvPr/>
            </p:nvSpPr>
            <p:spPr>
              <a:xfrm>
                <a:off x="5417164" y="5565648"/>
                <a:ext cx="10160" cy="234950"/>
              </a:xfrm>
              <a:custGeom>
                <a:rect b="b" l="l" r="r" t="t"/>
                <a:pathLst>
                  <a:path extrusionOk="0" h="234950" w="10160">
                    <a:moveTo>
                      <a:pt x="7512" y="0"/>
                    </a:moveTo>
                    <a:lnTo>
                      <a:pt x="6750" y="17716"/>
                    </a:lnTo>
                    <a:lnTo>
                      <a:pt x="6560" y="35432"/>
                    </a:lnTo>
                    <a:lnTo>
                      <a:pt x="6655" y="53149"/>
                    </a:lnTo>
                    <a:lnTo>
                      <a:pt x="6750" y="70865"/>
                    </a:lnTo>
                    <a:lnTo>
                      <a:pt x="4500" y="103536"/>
                    </a:lnTo>
                    <a:lnTo>
                      <a:pt x="750" y="156209"/>
                    </a:lnTo>
                    <a:lnTo>
                      <a:pt x="0" y="207168"/>
                    </a:lnTo>
                    <a:lnTo>
                      <a:pt x="6750" y="234695"/>
                    </a:lnTo>
                    <a:lnTo>
                      <a:pt x="8274" y="234695"/>
                    </a:lnTo>
                    <a:lnTo>
                      <a:pt x="9036" y="234695"/>
                    </a:lnTo>
                    <a:lnTo>
                      <a:pt x="9798" y="23317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8" name="Google Shape;3108;p27"/>
              <p:cNvSpPr/>
              <p:nvPr/>
            </p:nvSpPr>
            <p:spPr>
              <a:xfrm>
                <a:off x="5465063" y="5567172"/>
                <a:ext cx="5080" cy="236220"/>
              </a:xfrm>
              <a:custGeom>
                <a:rect b="b" l="l" r="r" t="t"/>
                <a:pathLst>
                  <a:path extrusionOk="0" h="236220" w="5079">
                    <a:moveTo>
                      <a:pt x="0" y="0"/>
                    </a:moveTo>
                    <a:lnTo>
                      <a:pt x="440" y="13144"/>
                    </a:lnTo>
                    <a:lnTo>
                      <a:pt x="666" y="26288"/>
                    </a:lnTo>
                    <a:lnTo>
                      <a:pt x="750" y="39433"/>
                    </a:lnTo>
                    <a:lnTo>
                      <a:pt x="762" y="52577"/>
                    </a:lnTo>
                    <a:lnTo>
                      <a:pt x="1000" y="72008"/>
                    </a:lnTo>
                    <a:lnTo>
                      <a:pt x="1524" y="91439"/>
                    </a:lnTo>
                    <a:lnTo>
                      <a:pt x="2047" y="110870"/>
                    </a:lnTo>
                    <a:lnTo>
                      <a:pt x="2286" y="130301"/>
                    </a:lnTo>
                    <a:lnTo>
                      <a:pt x="2297" y="152459"/>
                    </a:lnTo>
                    <a:lnTo>
                      <a:pt x="2381" y="174402"/>
                    </a:lnTo>
                    <a:lnTo>
                      <a:pt x="2607" y="196203"/>
                    </a:lnTo>
                    <a:lnTo>
                      <a:pt x="3048" y="217931"/>
                    </a:lnTo>
                    <a:lnTo>
                      <a:pt x="2536" y="223718"/>
                    </a:lnTo>
                    <a:lnTo>
                      <a:pt x="1809" y="231647"/>
                    </a:lnTo>
                    <a:lnTo>
                      <a:pt x="2083" y="236148"/>
                    </a:lnTo>
                    <a:lnTo>
                      <a:pt x="4572" y="2316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9" name="Google Shape;3109;p27"/>
            <p:cNvGrpSpPr/>
            <p:nvPr/>
          </p:nvGrpSpPr>
          <p:grpSpPr>
            <a:xfrm>
              <a:off x="5851398" y="5663184"/>
              <a:ext cx="59055" cy="58801"/>
              <a:chOff x="5851398" y="5663184"/>
              <a:chExt cx="59055" cy="58801"/>
            </a:xfrm>
          </p:grpSpPr>
          <p:sp>
            <p:nvSpPr>
              <p:cNvPr id="3110" name="Google Shape;3110;p27"/>
              <p:cNvSpPr/>
              <p:nvPr/>
            </p:nvSpPr>
            <p:spPr>
              <a:xfrm>
                <a:off x="5851398" y="5663184"/>
                <a:ext cx="59055" cy="3175"/>
              </a:xfrm>
              <a:custGeom>
                <a:rect b="b" l="l" r="r" t="t"/>
                <a:pathLst>
                  <a:path extrusionOk="0" h="3175" w="59054">
                    <a:moveTo>
                      <a:pt x="0" y="2286"/>
                    </a:moveTo>
                    <a:lnTo>
                      <a:pt x="10620" y="2821"/>
                    </a:lnTo>
                    <a:lnTo>
                      <a:pt x="20955" y="3143"/>
                    </a:lnTo>
                    <a:lnTo>
                      <a:pt x="31289" y="3036"/>
                    </a:lnTo>
                    <a:lnTo>
                      <a:pt x="41910" y="2286"/>
                    </a:lnTo>
                    <a:lnTo>
                      <a:pt x="48006" y="2286"/>
                    </a:lnTo>
                    <a:lnTo>
                      <a:pt x="53340" y="1524"/>
                    </a:lnTo>
                    <a:lnTo>
                      <a:pt x="5867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1" name="Google Shape;3111;p27"/>
              <p:cNvSpPr/>
              <p:nvPr/>
            </p:nvSpPr>
            <p:spPr>
              <a:xfrm>
                <a:off x="5872734" y="5718810"/>
                <a:ext cx="33020" cy="3175"/>
              </a:xfrm>
              <a:custGeom>
                <a:rect b="b" l="l" r="r" t="t"/>
                <a:pathLst>
                  <a:path extrusionOk="0" h="3175" w="33020">
                    <a:moveTo>
                      <a:pt x="0" y="0"/>
                    </a:moveTo>
                    <a:lnTo>
                      <a:pt x="7881" y="1119"/>
                    </a:lnTo>
                    <a:lnTo>
                      <a:pt x="15621" y="2095"/>
                    </a:lnTo>
                    <a:lnTo>
                      <a:pt x="23360" y="2786"/>
                    </a:lnTo>
                    <a:lnTo>
                      <a:pt x="31242" y="3047"/>
                    </a:lnTo>
                    <a:lnTo>
                      <a:pt x="32004" y="3047"/>
                    </a:lnTo>
                    <a:lnTo>
                      <a:pt x="32766" y="30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2" name="Google Shape;3112;p27"/>
            <p:cNvGrpSpPr/>
            <p:nvPr/>
          </p:nvGrpSpPr>
          <p:grpSpPr>
            <a:xfrm>
              <a:off x="6354317" y="5597652"/>
              <a:ext cx="69850" cy="217932"/>
              <a:chOff x="6354317" y="5597652"/>
              <a:chExt cx="69850" cy="217932"/>
            </a:xfrm>
          </p:grpSpPr>
          <p:sp>
            <p:nvSpPr>
              <p:cNvPr id="3113" name="Google Shape;3113;p27"/>
              <p:cNvSpPr/>
              <p:nvPr/>
            </p:nvSpPr>
            <p:spPr>
              <a:xfrm>
                <a:off x="6354317" y="5606034"/>
                <a:ext cx="22225" cy="209550"/>
              </a:xfrm>
              <a:custGeom>
                <a:rect b="b" l="l" r="r" t="t"/>
                <a:pathLst>
                  <a:path extrusionOk="0" h="209550" w="22225">
                    <a:moveTo>
                      <a:pt x="0" y="0"/>
                    </a:moveTo>
                    <a:lnTo>
                      <a:pt x="9144" y="40100"/>
                    </a:lnTo>
                    <a:lnTo>
                      <a:pt x="16002" y="80772"/>
                    </a:lnTo>
                    <a:lnTo>
                      <a:pt x="19050" y="125825"/>
                    </a:lnTo>
                    <a:lnTo>
                      <a:pt x="19812" y="171450"/>
                    </a:lnTo>
                    <a:lnTo>
                      <a:pt x="19704" y="180403"/>
                    </a:lnTo>
                    <a:lnTo>
                      <a:pt x="19526" y="193357"/>
                    </a:lnTo>
                    <a:lnTo>
                      <a:pt x="19490" y="204882"/>
                    </a:lnTo>
                    <a:lnTo>
                      <a:pt x="19812" y="209550"/>
                    </a:lnTo>
                    <a:lnTo>
                      <a:pt x="20574" y="206502"/>
                    </a:lnTo>
                    <a:lnTo>
                      <a:pt x="21336" y="203454"/>
                    </a:lnTo>
                    <a:lnTo>
                      <a:pt x="22098" y="20040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4" name="Google Shape;3114;p27"/>
              <p:cNvSpPr/>
              <p:nvPr/>
            </p:nvSpPr>
            <p:spPr>
              <a:xfrm>
                <a:off x="6411467" y="5597652"/>
                <a:ext cx="12700" cy="213360"/>
              </a:xfrm>
              <a:custGeom>
                <a:rect b="b" l="l" r="r" t="t"/>
                <a:pathLst>
                  <a:path extrusionOk="0" h="213360" w="12700">
                    <a:moveTo>
                      <a:pt x="0" y="0"/>
                    </a:moveTo>
                    <a:lnTo>
                      <a:pt x="452" y="13596"/>
                    </a:lnTo>
                    <a:lnTo>
                      <a:pt x="762" y="27050"/>
                    </a:lnTo>
                    <a:lnTo>
                      <a:pt x="1071" y="40505"/>
                    </a:lnTo>
                    <a:lnTo>
                      <a:pt x="2571" y="92487"/>
                    </a:lnTo>
                    <a:lnTo>
                      <a:pt x="3048" y="130301"/>
                    </a:lnTo>
                    <a:lnTo>
                      <a:pt x="3536" y="149149"/>
                    </a:lnTo>
                    <a:lnTo>
                      <a:pt x="4095" y="167925"/>
                    </a:lnTo>
                    <a:lnTo>
                      <a:pt x="5083" y="186559"/>
                    </a:lnTo>
                    <a:lnTo>
                      <a:pt x="6858" y="204977"/>
                    </a:lnTo>
                    <a:lnTo>
                      <a:pt x="7620" y="212597"/>
                    </a:lnTo>
                    <a:lnTo>
                      <a:pt x="6858" y="212597"/>
                    </a:lnTo>
                    <a:lnTo>
                      <a:pt x="12192" y="21335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5" name="Google Shape;3115;p27"/>
            <p:cNvGrpSpPr/>
            <p:nvPr/>
          </p:nvGrpSpPr>
          <p:grpSpPr>
            <a:xfrm>
              <a:off x="6499072" y="5495518"/>
              <a:ext cx="435152" cy="261416"/>
              <a:chOff x="6499072" y="5495518"/>
              <a:chExt cx="435152" cy="261416"/>
            </a:xfrm>
          </p:grpSpPr>
          <p:pic>
            <p:nvPicPr>
              <p:cNvPr id="3116" name="Google Shape;3116;p27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6499072" y="5513044"/>
                <a:ext cx="131876" cy="2271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7" name="Google Shape;3117;p27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665664" y="5495518"/>
                <a:ext cx="95634" cy="1951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8" name="Google Shape;3118;p2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782536" y="5656300"/>
                <a:ext cx="151688" cy="1006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19" name="Google Shape;3119;p27"/>
            <p:cNvSpPr/>
            <p:nvPr/>
          </p:nvSpPr>
          <p:spPr>
            <a:xfrm>
              <a:off x="6997445" y="5601461"/>
              <a:ext cx="67945" cy="5715"/>
            </a:xfrm>
            <a:custGeom>
              <a:rect b="b" l="l" r="r" t="t"/>
              <a:pathLst>
                <a:path extrusionOk="0" h="5714" w="67945">
                  <a:moveTo>
                    <a:pt x="0" y="5333"/>
                  </a:moveTo>
                  <a:lnTo>
                    <a:pt x="12656" y="4941"/>
                  </a:lnTo>
                  <a:lnTo>
                    <a:pt x="24669" y="3905"/>
                  </a:lnTo>
                  <a:lnTo>
                    <a:pt x="36540" y="2440"/>
                  </a:lnTo>
                  <a:lnTo>
                    <a:pt x="48768" y="761"/>
                  </a:lnTo>
                  <a:lnTo>
                    <a:pt x="54959" y="1285"/>
                  </a:lnTo>
                  <a:lnTo>
                    <a:pt x="62293" y="2095"/>
                  </a:lnTo>
                  <a:lnTo>
                    <a:pt x="67627" y="2047"/>
                  </a:lnTo>
                  <a:lnTo>
                    <a:pt x="67818" y="0"/>
                  </a:lnTo>
                  <a:lnTo>
                    <a:pt x="63246" y="0"/>
                  </a:lnTo>
                  <a:lnTo>
                    <a:pt x="60960" y="0"/>
                  </a:lnTo>
                  <a:lnTo>
                    <a:pt x="57912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0" name="Google Shape;3120;p27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146010" y="5522950"/>
              <a:ext cx="99872" cy="1795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1" name="Google Shape;3121;p27"/>
            <p:cNvGrpSpPr/>
            <p:nvPr/>
          </p:nvGrpSpPr>
          <p:grpSpPr>
            <a:xfrm>
              <a:off x="7342631" y="5441442"/>
              <a:ext cx="65024" cy="241300"/>
              <a:chOff x="7342631" y="5441442"/>
              <a:chExt cx="65024" cy="241300"/>
            </a:xfrm>
          </p:grpSpPr>
          <p:sp>
            <p:nvSpPr>
              <p:cNvPr id="3122" name="Google Shape;3122;p27"/>
              <p:cNvSpPr/>
              <p:nvPr/>
            </p:nvSpPr>
            <p:spPr>
              <a:xfrm>
                <a:off x="7342631" y="5441442"/>
                <a:ext cx="22225" cy="241300"/>
              </a:xfrm>
              <a:custGeom>
                <a:rect b="b" l="l" r="r" t="t"/>
                <a:pathLst>
                  <a:path extrusionOk="0" h="241300" w="22225">
                    <a:moveTo>
                      <a:pt x="0" y="0"/>
                    </a:moveTo>
                    <a:lnTo>
                      <a:pt x="1238" y="39528"/>
                    </a:lnTo>
                    <a:lnTo>
                      <a:pt x="3048" y="78486"/>
                    </a:lnTo>
                    <a:lnTo>
                      <a:pt x="7143" y="122682"/>
                    </a:lnTo>
                    <a:lnTo>
                      <a:pt x="12954" y="166878"/>
                    </a:lnTo>
                    <a:lnTo>
                      <a:pt x="14775" y="181748"/>
                    </a:lnTo>
                    <a:lnTo>
                      <a:pt x="16668" y="196691"/>
                    </a:lnTo>
                    <a:lnTo>
                      <a:pt x="18418" y="211776"/>
                    </a:lnTo>
                    <a:lnTo>
                      <a:pt x="19812" y="227076"/>
                    </a:lnTo>
                    <a:lnTo>
                      <a:pt x="19812" y="231647"/>
                    </a:lnTo>
                    <a:lnTo>
                      <a:pt x="20574" y="236220"/>
                    </a:lnTo>
                    <a:lnTo>
                      <a:pt x="22098" y="24079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3" name="Google Shape;3123;p27"/>
              <p:cNvSpPr/>
              <p:nvPr/>
            </p:nvSpPr>
            <p:spPr>
              <a:xfrm>
                <a:off x="7393685" y="5452110"/>
                <a:ext cx="13970" cy="222885"/>
              </a:xfrm>
              <a:custGeom>
                <a:rect b="b" l="l" r="r" t="t"/>
                <a:pathLst>
                  <a:path extrusionOk="0" h="222885" w="13970">
                    <a:moveTo>
                      <a:pt x="0" y="0"/>
                    </a:moveTo>
                    <a:lnTo>
                      <a:pt x="964" y="56578"/>
                    </a:lnTo>
                    <a:lnTo>
                      <a:pt x="2905" y="95321"/>
                    </a:lnTo>
                    <a:lnTo>
                      <a:pt x="4572" y="115062"/>
                    </a:lnTo>
                    <a:lnTo>
                      <a:pt x="6238" y="134802"/>
                    </a:lnTo>
                    <a:lnTo>
                      <a:pt x="7620" y="154686"/>
                    </a:lnTo>
                    <a:lnTo>
                      <a:pt x="8417" y="170116"/>
                    </a:lnTo>
                    <a:lnTo>
                      <a:pt x="8858" y="185547"/>
                    </a:lnTo>
                    <a:lnTo>
                      <a:pt x="9441" y="200977"/>
                    </a:lnTo>
                    <a:lnTo>
                      <a:pt x="10668" y="216408"/>
                    </a:lnTo>
                    <a:lnTo>
                      <a:pt x="11430" y="222504"/>
                    </a:lnTo>
                    <a:lnTo>
                      <a:pt x="11430" y="217932"/>
                    </a:lnTo>
                    <a:lnTo>
                      <a:pt x="13716" y="21717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24" name="Google Shape;3124;p2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7618450" y="5485612"/>
              <a:ext cx="96062" cy="1082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5" name="Google Shape;3125;p2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7767647" y="5465491"/>
              <a:ext cx="108409" cy="122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6" name="Google Shape;3126;p27"/>
            <p:cNvSpPr/>
            <p:nvPr/>
          </p:nvSpPr>
          <p:spPr>
            <a:xfrm>
              <a:off x="4631435" y="6055614"/>
              <a:ext cx="755650" cy="139065"/>
            </a:xfrm>
            <a:custGeom>
              <a:rect b="b" l="l" r="r" t="t"/>
              <a:pathLst>
                <a:path extrusionOk="0" h="139064" w="755650">
                  <a:moveTo>
                    <a:pt x="0" y="12953"/>
                  </a:moveTo>
                  <a:lnTo>
                    <a:pt x="28956" y="48005"/>
                  </a:lnTo>
                  <a:lnTo>
                    <a:pt x="68961" y="63055"/>
                  </a:lnTo>
                  <a:lnTo>
                    <a:pt x="111252" y="67817"/>
                  </a:lnTo>
                  <a:lnTo>
                    <a:pt x="137052" y="67770"/>
                  </a:lnTo>
                  <a:lnTo>
                    <a:pt x="162210" y="65722"/>
                  </a:lnTo>
                  <a:lnTo>
                    <a:pt x="187225" y="62245"/>
                  </a:lnTo>
                  <a:lnTo>
                    <a:pt x="212597" y="57911"/>
                  </a:lnTo>
                  <a:lnTo>
                    <a:pt x="240280" y="53304"/>
                  </a:lnTo>
                  <a:lnTo>
                    <a:pt x="268319" y="49053"/>
                  </a:lnTo>
                  <a:lnTo>
                    <a:pt x="296501" y="45803"/>
                  </a:lnTo>
                  <a:lnTo>
                    <a:pt x="324612" y="44195"/>
                  </a:lnTo>
                  <a:lnTo>
                    <a:pt x="347317" y="44065"/>
                  </a:lnTo>
                  <a:lnTo>
                    <a:pt x="369665" y="45434"/>
                  </a:lnTo>
                  <a:lnTo>
                    <a:pt x="413004" y="56387"/>
                  </a:lnTo>
                  <a:lnTo>
                    <a:pt x="450294" y="83605"/>
                  </a:lnTo>
                  <a:lnTo>
                    <a:pt x="467844" y="122050"/>
                  </a:lnTo>
                  <a:lnTo>
                    <a:pt x="468630" y="131063"/>
                  </a:lnTo>
                  <a:lnTo>
                    <a:pt x="468630" y="133349"/>
                  </a:lnTo>
                  <a:lnTo>
                    <a:pt x="468630" y="136397"/>
                  </a:lnTo>
                  <a:lnTo>
                    <a:pt x="468630" y="138683"/>
                  </a:lnTo>
                  <a:lnTo>
                    <a:pt x="473785" y="132980"/>
                  </a:lnTo>
                  <a:lnTo>
                    <a:pt x="479012" y="127349"/>
                  </a:lnTo>
                  <a:lnTo>
                    <a:pt x="517005" y="97893"/>
                  </a:lnTo>
                  <a:lnTo>
                    <a:pt x="576226" y="81653"/>
                  </a:lnTo>
                  <a:lnTo>
                    <a:pt x="608838" y="79247"/>
                  </a:lnTo>
                  <a:lnTo>
                    <a:pt x="624256" y="78033"/>
                  </a:lnTo>
                  <a:lnTo>
                    <a:pt x="669798" y="70103"/>
                  </a:lnTo>
                  <a:lnTo>
                    <a:pt x="718018" y="48994"/>
                  </a:lnTo>
                  <a:lnTo>
                    <a:pt x="750510" y="25479"/>
                  </a:lnTo>
                  <a:lnTo>
                    <a:pt x="755142" y="11429"/>
                  </a:lnTo>
                  <a:lnTo>
                    <a:pt x="752094" y="6857"/>
                  </a:lnTo>
                  <a:lnTo>
                    <a:pt x="749046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0" name="Shape 3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1" name="Google Shape;3131;p28"/>
          <p:cNvGrpSpPr/>
          <p:nvPr/>
        </p:nvGrpSpPr>
        <p:grpSpPr>
          <a:xfrm>
            <a:off x="7298447" y="3190422"/>
            <a:ext cx="2452047" cy="2254185"/>
            <a:chOff x="8000212" y="2831566"/>
            <a:chExt cx="1846853" cy="1308505"/>
          </a:xfrm>
        </p:grpSpPr>
        <p:grpSp>
          <p:nvGrpSpPr>
            <p:cNvPr id="3132" name="Google Shape;3132;p28"/>
            <p:cNvGrpSpPr/>
            <p:nvPr/>
          </p:nvGrpSpPr>
          <p:grpSpPr>
            <a:xfrm>
              <a:off x="8485785" y="2934436"/>
              <a:ext cx="591412" cy="249708"/>
              <a:chOff x="8485785" y="2934436"/>
              <a:chExt cx="591412" cy="249708"/>
            </a:xfrm>
          </p:grpSpPr>
          <p:pic>
            <p:nvPicPr>
              <p:cNvPr id="3133" name="Google Shape;3133;p2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485785" y="2934436"/>
                <a:ext cx="178180" cy="2056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34" name="Google Shape;3134;p28"/>
              <p:cNvSpPr/>
              <p:nvPr/>
            </p:nvSpPr>
            <p:spPr>
              <a:xfrm>
                <a:off x="8698718" y="2980944"/>
                <a:ext cx="19050" cy="203200"/>
              </a:xfrm>
              <a:custGeom>
                <a:rect b="b" l="l" r="r" t="t"/>
                <a:pathLst>
                  <a:path extrusionOk="0" h="203200" w="19050">
                    <a:moveTo>
                      <a:pt x="3321" y="0"/>
                    </a:moveTo>
                    <a:lnTo>
                      <a:pt x="1452" y="14168"/>
                    </a:lnTo>
                    <a:lnTo>
                      <a:pt x="369" y="28194"/>
                    </a:lnTo>
                    <a:lnTo>
                      <a:pt x="0" y="42219"/>
                    </a:lnTo>
                    <a:lnTo>
                      <a:pt x="273" y="56388"/>
                    </a:lnTo>
                    <a:lnTo>
                      <a:pt x="2166" y="76128"/>
                    </a:lnTo>
                    <a:lnTo>
                      <a:pt x="5131" y="95440"/>
                    </a:lnTo>
                    <a:lnTo>
                      <a:pt x="8524" y="114466"/>
                    </a:lnTo>
                    <a:lnTo>
                      <a:pt x="11703" y="133350"/>
                    </a:lnTo>
                    <a:lnTo>
                      <a:pt x="14168" y="150614"/>
                    </a:lnTo>
                    <a:lnTo>
                      <a:pt x="15990" y="168021"/>
                    </a:lnTo>
                    <a:lnTo>
                      <a:pt x="17383" y="185427"/>
                    </a:lnTo>
                    <a:lnTo>
                      <a:pt x="18561" y="202692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5" name="Google Shape;3135;p28"/>
              <p:cNvSpPr/>
              <p:nvPr/>
            </p:nvSpPr>
            <p:spPr>
              <a:xfrm>
                <a:off x="8711279" y="3006852"/>
                <a:ext cx="45720" cy="86995"/>
              </a:xfrm>
              <a:custGeom>
                <a:rect b="b" l="l" r="r" t="t"/>
                <a:pathLst>
                  <a:path extrusionOk="0" h="86994" w="45720">
                    <a:moveTo>
                      <a:pt x="2190" y="28955"/>
                    </a:moveTo>
                    <a:lnTo>
                      <a:pt x="988" y="20466"/>
                    </a:lnTo>
                    <a:lnTo>
                      <a:pt x="0" y="11334"/>
                    </a:lnTo>
                    <a:lnTo>
                      <a:pt x="1440" y="3774"/>
                    </a:lnTo>
                    <a:lnTo>
                      <a:pt x="7524" y="0"/>
                    </a:lnTo>
                    <a:lnTo>
                      <a:pt x="16335" y="1047"/>
                    </a:lnTo>
                    <a:lnTo>
                      <a:pt x="44767" y="37242"/>
                    </a:lnTo>
                    <a:lnTo>
                      <a:pt x="45589" y="47446"/>
                    </a:lnTo>
                    <a:lnTo>
                      <a:pt x="43338" y="57149"/>
                    </a:lnTo>
                    <a:lnTo>
                      <a:pt x="13620" y="86105"/>
                    </a:lnTo>
                    <a:lnTo>
                      <a:pt x="12096" y="86867"/>
                    </a:lnTo>
                    <a:lnTo>
                      <a:pt x="9810" y="86867"/>
                    </a:lnTo>
                    <a:lnTo>
                      <a:pt x="7524" y="86867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6" name="Google Shape;3136;p28"/>
              <p:cNvSpPr/>
              <p:nvPr/>
            </p:nvSpPr>
            <p:spPr>
              <a:xfrm>
                <a:off x="8792717" y="3000756"/>
                <a:ext cx="39370" cy="89535"/>
              </a:xfrm>
              <a:custGeom>
                <a:rect b="b" l="l" r="r" t="t"/>
                <a:pathLst>
                  <a:path extrusionOk="0" h="89535" w="39370">
                    <a:moveTo>
                      <a:pt x="9905" y="0"/>
                    </a:moveTo>
                    <a:lnTo>
                      <a:pt x="5143" y="11989"/>
                    </a:lnTo>
                    <a:lnTo>
                      <a:pt x="2095" y="22764"/>
                    </a:lnTo>
                    <a:lnTo>
                      <a:pt x="476" y="33968"/>
                    </a:lnTo>
                    <a:lnTo>
                      <a:pt x="0" y="47244"/>
                    </a:lnTo>
                    <a:lnTo>
                      <a:pt x="261" y="56352"/>
                    </a:lnTo>
                    <a:lnTo>
                      <a:pt x="27586" y="89142"/>
                    </a:lnTo>
                    <a:lnTo>
                      <a:pt x="33527" y="87630"/>
                    </a:lnTo>
                    <a:lnTo>
                      <a:pt x="35051" y="86106"/>
                    </a:lnTo>
                    <a:lnTo>
                      <a:pt x="37337" y="84582"/>
                    </a:lnTo>
                    <a:lnTo>
                      <a:pt x="38861" y="8305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7" name="Google Shape;3137;p28"/>
              <p:cNvSpPr/>
              <p:nvPr/>
            </p:nvSpPr>
            <p:spPr>
              <a:xfrm>
                <a:off x="8792717" y="3000756"/>
                <a:ext cx="44450" cy="31115"/>
              </a:xfrm>
              <a:custGeom>
                <a:rect b="b" l="l" r="r" t="t"/>
                <a:pathLst>
                  <a:path extrusionOk="0" h="31114" w="44450">
                    <a:moveTo>
                      <a:pt x="0" y="20574"/>
                    </a:moveTo>
                    <a:lnTo>
                      <a:pt x="9024" y="26038"/>
                    </a:lnTo>
                    <a:lnTo>
                      <a:pt x="17335" y="30003"/>
                    </a:lnTo>
                    <a:lnTo>
                      <a:pt x="25931" y="30968"/>
                    </a:lnTo>
                    <a:lnTo>
                      <a:pt x="35814" y="27432"/>
                    </a:lnTo>
                    <a:lnTo>
                      <a:pt x="42672" y="23622"/>
                    </a:lnTo>
                    <a:lnTo>
                      <a:pt x="44196" y="16764"/>
                    </a:lnTo>
                    <a:lnTo>
                      <a:pt x="38100" y="11430"/>
                    </a:lnTo>
                    <a:lnTo>
                      <a:pt x="31646" y="7286"/>
                    </a:lnTo>
                    <a:lnTo>
                      <a:pt x="24193" y="4000"/>
                    </a:lnTo>
                    <a:lnTo>
                      <a:pt x="16454" y="1571"/>
                    </a:lnTo>
                    <a:lnTo>
                      <a:pt x="9143" y="0"/>
                    </a:lnTo>
                    <a:lnTo>
                      <a:pt x="4571" y="0"/>
                    </a:lnTo>
                    <a:lnTo>
                      <a:pt x="3047" y="1524"/>
                    </a:lnTo>
                    <a:lnTo>
                      <a:pt x="761" y="152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8" name="Google Shape;3138;p28"/>
              <p:cNvSpPr/>
              <p:nvPr/>
            </p:nvSpPr>
            <p:spPr>
              <a:xfrm>
                <a:off x="8864345" y="3011662"/>
                <a:ext cx="53340" cy="79375"/>
              </a:xfrm>
              <a:custGeom>
                <a:rect b="b" l="l" r="r" t="t"/>
                <a:pathLst>
                  <a:path extrusionOk="0" h="79375" w="53340">
                    <a:moveTo>
                      <a:pt x="6096" y="523"/>
                    </a:moveTo>
                    <a:lnTo>
                      <a:pt x="5655" y="11834"/>
                    </a:lnTo>
                    <a:lnTo>
                      <a:pt x="5429" y="23002"/>
                    </a:lnTo>
                    <a:lnTo>
                      <a:pt x="5345" y="34170"/>
                    </a:lnTo>
                    <a:lnTo>
                      <a:pt x="5334" y="45481"/>
                    </a:lnTo>
                    <a:lnTo>
                      <a:pt x="5345" y="52470"/>
                    </a:lnTo>
                    <a:lnTo>
                      <a:pt x="5429" y="59674"/>
                    </a:lnTo>
                    <a:lnTo>
                      <a:pt x="5655" y="67020"/>
                    </a:lnTo>
                    <a:lnTo>
                      <a:pt x="6096" y="74437"/>
                    </a:lnTo>
                    <a:lnTo>
                      <a:pt x="6096" y="75961"/>
                    </a:lnTo>
                    <a:lnTo>
                      <a:pt x="6096" y="76723"/>
                    </a:lnTo>
                    <a:lnTo>
                      <a:pt x="6096" y="79009"/>
                    </a:lnTo>
                    <a:lnTo>
                      <a:pt x="3964" y="71568"/>
                    </a:lnTo>
                    <a:lnTo>
                      <a:pt x="2190" y="64055"/>
                    </a:lnTo>
                    <a:lnTo>
                      <a:pt x="845" y="56399"/>
                    </a:lnTo>
                    <a:lnTo>
                      <a:pt x="0" y="48529"/>
                    </a:lnTo>
                    <a:lnTo>
                      <a:pt x="59" y="37504"/>
                    </a:lnTo>
                    <a:lnTo>
                      <a:pt x="22002" y="333"/>
                    </a:lnTo>
                    <a:lnTo>
                      <a:pt x="28777" y="0"/>
                    </a:lnTo>
                    <a:lnTo>
                      <a:pt x="35052" y="2809"/>
                    </a:lnTo>
                    <a:lnTo>
                      <a:pt x="52685" y="42052"/>
                    </a:lnTo>
                    <a:lnTo>
                      <a:pt x="52482" y="50053"/>
                    </a:lnTo>
                    <a:lnTo>
                      <a:pt x="52137" y="58054"/>
                    </a:lnTo>
                    <a:lnTo>
                      <a:pt x="52578" y="66055"/>
                    </a:lnTo>
                    <a:lnTo>
                      <a:pt x="53340" y="66817"/>
                    </a:lnTo>
                    <a:lnTo>
                      <a:pt x="53340" y="68341"/>
                    </a:lnTo>
                    <a:lnTo>
                      <a:pt x="53340" y="6910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9" name="Google Shape;3139;p28"/>
              <p:cNvSpPr/>
              <p:nvPr/>
            </p:nvSpPr>
            <p:spPr>
              <a:xfrm>
                <a:off x="8943010" y="2939034"/>
                <a:ext cx="62865" cy="131445"/>
              </a:xfrm>
              <a:custGeom>
                <a:rect b="b" l="l" r="r" t="t"/>
                <a:pathLst>
                  <a:path extrusionOk="0" h="131444" w="62865">
                    <a:moveTo>
                      <a:pt x="33349" y="0"/>
                    </a:moveTo>
                    <a:lnTo>
                      <a:pt x="44707" y="41790"/>
                    </a:lnTo>
                    <a:lnTo>
                      <a:pt x="49065" y="82677"/>
                    </a:lnTo>
                    <a:lnTo>
                      <a:pt x="49351" y="109728"/>
                    </a:lnTo>
                    <a:lnTo>
                      <a:pt x="49351" y="115823"/>
                    </a:lnTo>
                    <a:lnTo>
                      <a:pt x="49351" y="121920"/>
                    </a:lnTo>
                    <a:lnTo>
                      <a:pt x="48589" y="127254"/>
                    </a:lnTo>
                    <a:lnTo>
                      <a:pt x="45541" y="123444"/>
                    </a:lnTo>
                    <a:lnTo>
                      <a:pt x="43255" y="117348"/>
                    </a:lnTo>
                    <a:lnTo>
                      <a:pt x="40207" y="112014"/>
                    </a:lnTo>
                    <a:lnTo>
                      <a:pt x="14299" y="76962"/>
                    </a:lnTo>
                    <a:lnTo>
                      <a:pt x="8203" y="78486"/>
                    </a:lnTo>
                    <a:lnTo>
                      <a:pt x="4393" y="86106"/>
                    </a:lnTo>
                    <a:lnTo>
                      <a:pt x="1881" y="93011"/>
                    </a:lnTo>
                    <a:lnTo>
                      <a:pt x="297" y="101346"/>
                    </a:lnTo>
                    <a:lnTo>
                      <a:pt x="0" y="109680"/>
                    </a:lnTo>
                    <a:lnTo>
                      <a:pt x="1345" y="116586"/>
                    </a:lnTo>
                    <a:lnTo>
                      <a:pt x="7346" y="124313"/>
                    </a:lnTo>
                    <a:lnTo>
                      <a:pt x="16204" y="128682"/>
                    </a:lnTo>
                    <a:lnTo>
                      <a:pt x="26205" y="130623"/>
                    </a:lnTo>
                    <a:lnTo>
                      <a:pt x="35635" y="131064"/>
                    </a:lnTo>
                    <a:lnTo>
                      <a:pt x="44410" y="130432"/>
                    </a:lnTo>
                    <a:lnTo>
                      <a:pt x="50970" y="129444"/>
                    </a:lnTo>
                    <a:lnTo>
                      <a:pt x="56530" y="127742"/>
                    </a:lnTo>
                    <a:lnTo>
                      <a:pt x="62305" y="12496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0" name="Google Shape;3140;p28"/>
              <p:cNvSpPr/>
              <p:nvPr/>
            </p:nvSpPr>
            <p:spPr>
              <a:xfrm>
                <a:off x="9021317" y="2960370"/>
                <a:ext cx="55880" cy="93980"/>
              </a:xfrm>
              <a:custGeom>
                <a:rect b="b" l="l" r="r" t="t"/>
                <a:pathLst>
                  <a:path extrusionOk="0" h="93980" w="55879">
                    <a:moveTo>
                      <a:pt x="34290" y="13715"/>
                    </a:moveTo>
                    <a:lnTo>
                      <a:pt x="31420" y="8191"/>
                    </a:lnTo>
                    <a:lnTo>
                      <a:pt x="27336" y="2666"/>
                    </a:lnTo>
                    <a:lnTo>
                      <a:pt x="21967" y="0"/>
                    </a:lnTo>
                    <a:lnTo>
                      <a:pt x="15240" y="3047"/>
                    </a:lnTo>
                    <a:lnTo>
                      <a:pt x="9953" y="10334"/>
                    </a:lnTo>
                    <a:lnTo>
                      <a:pt x="7239" y="19049"/>
                    </a:lnTo>
                    <a:lnTo>
                      <a:pt x="6238" y="28336"/>
                    </a:lnTo>
                    <a:lnTo>
                      <a:pt x="6096" y="37337"/>
                    </a:lnTo>
                    <a:lnTo>
                      <a:pt x="7250" y="47505"/>
                    </a:lnTo>
                    <a:lnTo>
                      <a:pt x="38862" y="76771"/>
                    </a:lnTo>
                    <a:lnTo>
                      <a:pt x="45934" y="79009"/>
                    </a:lnTo>
                    <a:lnTo>
                      <a:pt x="52578" y="81533"/>
                    </a:lnTo>
                    <a:lnTo>
                      <a:pt x="55626" y="83057"/>
                    </a:lnTo>
                    <a:lnTo>
                      <a:pt x="52578" y="83057"/>
                    </a:lnTo>
                    <a:lnTo>
                      <a:pt x="54102" y="84581"/>
                    </a:lnTo>
                    <a:lnTo>
                      <a:pt x="43684" y="87403"/>
                    </a:lnTo>
                    <a:lnTo>
                      <a:pt x="33051" y="90011"/>
                    </a:lnTo>
                    <a:lnTo>
                      <a:pt x="22276" y="92190"/>
                    </a:lnTo>
                    <a:lnTo>
                      <a:pt x="11430" y="93725"/>
                    </a:lnTo>
                    <a:lnTo>
                      <a:pt x="5334" y="93725"/>
                    </a:lnTo>
                    <a:lnTo>
                      <a:pt x="3810" y="93725"/>
                    </a:lnTo>
                    <a:lnTo>
                      <a:pt x="0" y="92201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1" name="Google Shape;3141;p28"/>
            <p:cNvGrpSpPr/>
            <p:nvPr/>
          </p:nvGrpSpPr>
          <p:grpSpPr>
            <a:xfrm>
              <a:off x="9276395" y="2919958"/>
              <a:ext cx="168084" cy="122197"/>
              <a:chOff x="9276395" y="2919958"/>
              <a:chExt cx="168084" cy="122197"/>
            </a:xfrm>
          </p:grpSpPr>
          <p:pic>
            <p:nvPicPr>
              <p:cNvPr id="3142" name="Google Shape;3142;p2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76395" y="2942818"/>
                <a:ext cx="65463" cy="9933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43" name="Google Shape;3143;p2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368764" y="2919958"/>
                <a:ext cx="75715" cy="998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44" name="Google Shape;3144;p28"/>
            <p:cNvGrpSpPr/>
            <p:nvPr/>
          </p:nvGrpSpPr>
          <p:grpSpPr>
            <a:xfrm>
              <a:off x="8633565" y="3288992"/>
              <a:ext cx="203219" cy="186514"/>
              <a:chOff x="8633565" y="3288992"/>
              <a:chExt cx="203219" cy="186514"/>
            </a:xfrm>
          </p:grpSpPr>
          <p:pic>
            <p:nvPicPr>
              <p:cNvPr id="3145" name="Google Shape;3145;p2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633565" y="3288992"/>
                <a:ext cx="114981" cy="130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46" name="Google Shape;3146;p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769832" y="3401542"/>
                <a:ext cx="66952" cy="739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47" name="Google Shape;3147;p28"/>
            <p:cNvGrpSpPr/>
            <p:nvPr/>
          </p:nvGrpSpPr>
          <p:grpSpPr>
            <a:xfrm>
              <a:off x="8926829" y="3201924"/>
              <a:ext cx="386080" cy="241681"/>
              <a:chOff x="8926829" y="3201924"/>
              <a:chExt cx="386080" cy="241681"/>
            </a:xfrm>
          </p:grpSpPr>
          <p:sp>
            <p:nvSpPr>
              <p:cNvPr id="3148" name="Google Shape;3148;p28"/>
              <p:cNvSpPr/>
              <p:nvPr/>
            </p:nvSpPr>
            <p:spPr>
              <a:xfrm>
                <a:off x="8926829" y="3242310"/>
                <a:ext cx="113664" cy="201295"/>
              </a:xfrm>
              <a:custGeom>
                <a:rect b="b" l="l" r="r" t="t"/>
                <a:pathLst>
                  <a:path extrusionOk="0" h="201295" w="113665">
                    <a:moveTo>
                      <a:pt x="12192" y="0"/>
                    </a:moveTo>
                    <a:lnTo>
                      <a:pt x="5464" y="13263"/>
                    </a:lnTo>
                    <a:lnTo>
                      <a:pt x="1809" y="25527"/>
                    </a:lnTo>
                    <a:lnTo>
                      <a:pt x="297" y="38361"/>
                    </a:lnTo>
                    <a:lnTo>
                      <a:pt x="0" y="53340"/>
                    </a:lnTo>
                    <a:lnTo>
                      <a:pt x="1678" y="74795"/>
                    </a:lnTo>
                    <a:lnTo>
                      <a:pt x="11037" y="116562"/>
                    </a:lnTo>
                    <a:lnTo>
                      <a:pt x="26693" y="155340"/>
                    </a:lnTo>
                    <a:lnTo>
                      <a:pt x="51506" y="186559"/>
                    </a:lnTo>
                    <a:lnTo>
                      <a:pt x="93726" y="200501"/>
                    </a:lnTo>
                    <a:lnTo>
                      <a:pt x="103203" y="200989"/>
                    </a:lnTo>
                    <a:lnTo>
                      <a:pt x="113538" y="200405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9" name="Google Shape;3149;p28"/>
              <p:cNvSpPr/>
              <p:nvPr/>
            </p:nvSpPr>
            <p:spPr>
              <a:xfrm>
                <a:off x="8965691" y="3320796"/>
                <a:ext cx="76200" cy="59055"/>
              </a:xfrm>
              <a:custGeom>
                <a:rect b="b" l="l" r="r" t="t"/>
                <a:pathLst>
                  <a:path extrusionOk="0" h="59054" w="76200">
                    <a:moveTo>
                      <a:pt x="0" y="0"/>
                    </a:moveTo>
                    <a:lnTo>
                      <a:pt x="31825" y="24860"/>
                    </a:lnTo>
                    <a:lnTo>
                      <a:pt x="58578" y="43910"/>
                    </a:lnTo>
                    <a:lnTo>
                      <a:pt x="66353" y="49589"/>
                    </a:lnTo>
                    <a:lnTo>
                      <a:pt x="73914" y="55625"/>
                    </a:lnTo>
                    <a:lnTo>
                      <a:pt x="74676" y="56387"/>
                    </a:lnTo>
                    <a:lnTo>
                      <a:pt x="75438" y="57149"/>
                    </a:lnTo>
                    <a:lnTo>
                      <a:pt x="76200" y="5867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0" name="Google Shape;3150;p28"/>
              <p:cNvSpPr/>
              <p:nvPr/>
            </p:nvSpPr>
            <p:spPr>
              <a:xfrm>
                <a:off x="8979407" y="3308604"/>
                <a:ext cx="45085" cy="90805"/>
              </a:xfrm>
              <a:custGeom>
                <a:rect b="b" l="l" r="r" t="t"/>
                <a:pathLst>
                  <a:path extrusionOk="0" h="90804" w="45084">
                    <a:moveTo>
                      <a:pt x="44957" y="0"/>
                    </a:moveTo>
                    <a:lnTo>
                      <a:pt x="36849" y="9977"/>
                    </a:lnTo>
                    <a:lnTo>
                      <a:pt x="30384" y="19812"/>
                    </a:lnTo>
                    <a:lnTo>
                      <a:pt x="24919" y="30218"/>
                    </a:lnTo>
                    <a:lnTo>
                      <a:pt x="19811" y="41910"/>
                    </a:lnTo>
                    <a:lnTo>
                      <a:pt x="15263" y="51637"/>
                    </a:lnTo>
                    <a:lnTo>
                      <a:pt x="10858" y="61436"/>
                    </a:lnTo>
                    <a:lnTo>
                      <a:pt x="6738" y="71377"/>
                    </a:lnTo>
                    <a:lnTo>
                      <a:pt x="3047" y="81534"/>
                    </a:lnTo>
                    <a:lnTo>
                      <a:pt x="761" y="86868"/>
                    </a:lnTo>
                    <a:lnTo>
                      <a:pt x="0" y="87630"/>
                    </a:lnTo>
                    <a:lnTo>
                      <a:pt x="0" y="90678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1" name="Google Shape;3151;p28"/>
              <p:cNvSpPr/>
              <p:nvPr/>
            </p:nvSpPr>
            <p:spPr>
              <a:xfrm>
                <a:off x="9062465" y="3299460"/>
                <a:ext cx="79375" cy="60325"/>
              </a:xfrm>
              <a:custGeom>
                <a:rect b="b" l="l" r="r" t="t"/>
                <a:pathLst>
                  <a:path extrusionOk="0" h="60325" w="79375">
                    <a:moveTo>
                      <a:pt x="0" y="0"/>
                    </a:moveTo>
                    <a:lnTo>
                      <a:pt x="34290" y="27431"/>
                    </a:lnTo>
                    <a:lnTo>
                      <a:pt x="41755" y="34706"/>
                    </a:lnTo>
                    <a:lnTo>
                      <a:pt x="49434" y="41624"/>
                    </a:lnTo>
                    <a:lnTo>
                      <a:pt x="57542" y="48113"/>
                    </a:lnTo>
                    <a:lnTo>
                      <a:pt x="66294" y="54101"/>
                    </a:lnTo>
                    <a:lnTo>
                      <a:pt x="70104" y="57149"/>
                    </a:lnTo>
                    <a:lnTo>
                      <a:pt x="74676" y="58673"/>
                    </a:lnTo>
                    <a:lnTo>
                      <a:pt x="79248" y="60197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2" name="Google Shape;3152;p28"/>
              <p:cNvSpPr/>
              <p:nvPr/>
            </p:nvSpPr>
            <p:spPr>
              <a:xfrm>
                <a:off x="9078444" y="3304032"/>
                <a:ext cx="27940" cy="69850"/>
              </a:xfrm>
              <a:custGeom>
                <a:rect b="b" l="l" r="r" t="t"/>
                <a:pathLst>
                  <a:path extrusionOk="0" h="69850" w="27940">
                    <a:moveTo>
                      <a:pt x="27455" y="0"/>
                    </a:moveTo>
                    <a:lnTo>
                      <a:pt x="5357" y="35052"/>
                    </a:lnTo>
                    <a:lnTo>
                      <a:pt x="0" y="61305"/>
                    </a:lnTo>
                    <a:lnTo>
                      <a:pt x="785" y="67818"/>
                    </a:lnTo>
                    <a:lnTo>
                      <a:pt x="785" y="69342"/>
                    </a:lnTo>
                    <a:lnTo>
                      <a:pt x="1547" y="69342"/>
                    </a:lnTo>
                    <a:lnTo>
                      <a:pt x="3833" y="68580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3" name="Google Shape;3153;p28"/>
              <p:cNvSpPr/>
              <p:nvPr/>
            </p:nvSpPr>
            <p:spPr>
              <a:xfrm>
                <a:off x="9109709" y="3212592"/>
                <a:ext cx="43180" cy="70485"/>
              </a:xfrm>
              <a:custGeom>
                <a:rect b="b" l="l" r="r" t="t"/>
                <a:pathLst>
                  <a:path extrusionOk="0" h="70485" w="43179">
                    <a:moveTo>
                      <a:pt x="0" y="5334"/>
                    </a:moveTo>
                    <a:lnTo>
                      <a:pt x="8572" y="3869"/>
                    </a:lnTo>
                    <a:lnTo>
                      <a:pt x="17145" y="2762"/>
                    </a:lnTo>
                    <a:lnTo>
                      <a:pt x="25717" y="1797"/>
                    </a:lnTo>
                    <a:lnTo>
                      <a:pt x="34290" y="762"/>
                    </a:lnTo>
                    <a:lnTo>
                      <a:pt x="37338" y="0"/>
                    </a:lnTo>
                    <a:lnTo>
                      <a:pt x="39624" y="0"/>
                    </a:lnTo>
                    <a:lnTo>
                      <a:pt x="42672" y="0"/>
                    </a:lnTo>
                    <a:lnTo>
                      <a:pt x="16764" y="11430"/>
                    </a:lnTo>
                    <a:lnTo>
                      <a:pt x="16764" y="19050"/>
                    </a:lnTo>
                    <a:lnTo>
                      <a:pt x="16466" y="25788"/>
                    </a:lnTo>
                    <a:lnTo>
                      <a:pt x="16668" y="32385"/>
                    </a:lnTo>
                    <a:lnTo>
                      <a:pt x="17299" y="38981"/>
                    </a:lnTo>
                    <a:lnTo>
                      <a:pt x="18288" y="45720"/>
                    </a:lnTo>
                    <a:lnTo>
                      <a:pt x="19050" y="52578"/>
                    </a:lnTo>
                    <a:lnTo>
                      <a:pt x="20574" y="60960"/>
                    </a:lnTo>
                    <a:lnTo>
                      <a:pt x="22860" y="67056"/>
                    </a:lnTo>
                    <a:lnTo>
                      <a:pt x="23622" y="67818"/>
                    </a:lnTo>
                    <a:lnTo>
                      <a:pt x="24384" y="69342"/>
                    </a:lnTo>
                    <a:lnTo>
                      <a:pt x="24384" y="7010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4" name="Google Shape;3154;p28"/>
              <p:cNvSpPr/>
              <p:nvPr/>
            </p:nvSpPr>
            <p:spPr>
              <a:xfrm>
                <a:off x="9191243" y="3201924"/>
                <a:ext cx="46990" cy="173355"/>
              </a:xfrm>
              <a:custGeom>
                <a:rect b="b" l="l" r="r" t="t"/>
                <a:pathLst>
                  <a:path extrusionOk="0" h="173354" w="46990">
                    <a:moveTo>
                      <a:pt x="3809" y="0"/>
                    </a:moveTo>
                    <a:lnTo>
                      <a:pt x="36575" y="35051"/>
                    </a:lnTo>
                    <a:lnTo>
                      <a:pt x="46434" y="79950"/>
                    </a:lnTo>
                    <a:lnTo>
                      <a:pt x="45719" y="95249"/>
                    </a:lnTo>
                    <a:lnTo>
                      <a:pt x="26217" y="143363"/>
                    </a:lnTo>
                    <a:lnTo>
                      <a:pt x="8381" y="166878"/>
                    </a:lnTo>
                    <a:lnTo>
                      <a:pt x="6857" y="169164"/>
                    </a:lnTo>
                    <a:lnTo>
                      <a:pt x="0" y="17297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5" name="Google Shape;3155;p28"/>
              <p:cNvSpPr/>
              <p:nvPr/>
            </p:nvSpPr>
            <p:spPr>
              <a:xfrm>
                <a:off x="9273539" y="3320796"/>
                <a:ext cx="39370" cy="85725"/>
              </a:xfrm>
              <a:custGeom>
                <a:rect b="b" l="l" r="r" t="t"/>
                <a:pathLst>
                  <a:path extrusionOk="0" h="85725" w="39370">
                    <a:moveTo>
                      <a:pt x="32766" y="0"/>
                    </a:moveTo>
                    <a:lnTo>
                      <a:pt x="38873" y="47898"/>
                    </a:lnTo>
                    <a:lnTo>
                      <a:pt x="37242" y="57816"/>
                    </a:lnTo>
                    <a:lnTo>
                      <a:pt x="7369" y="84224"/>
                    </a:lnTo>
                    <a:lnTo>
                      <a:pt x="0" y="85344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56" name="Google Shape;3156;p28"/>
            <p:cNvGrpSpPr/>
            <p:nvPr/>
          </p:nvGrpSpPr>
          <p:grpSpPr>
            <a:xfrm>
              <a:off x="9379956" y="3134842"/>
              <a:ext cx="317280" cy="227888"/>
              <a:chOff x="9379956" y="3134842"/>
              <a:chExt cx="317280" cy="227888"/>
            </a:xfrm>
          </p:grpSpPr>
          <p:pic>
            <p:nvPicPr>
              <p:cNvPr id="3157" name="Google Shape;3157;p2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379956" y="3134842"/>
                <a:ext cx="100110" cy="1814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58" name="Google Shape;3158;p2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518878" y="3254476"/>
                <a:ext cx="178358" cy="10825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159" name="Google Shape;3159;p2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667724" y="3620998"/>
              <a:ext cx="243890" cy="150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0" name="Google Shape;3160;p2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065381" y="3580612"/>
              <a:ext cx="294289" cy="1642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1" name="Google Shape;3161;p28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455632" y="3521938"/>
              <a:ext cx="243890" cy="16159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62" name="Google Shape;3162;p28"/>
            <p:cNvGrpSpPr/>
            <p:nvPr/>
          </p:nvGrpSpPr>
          <p:grpSpPr>
            <a:xfrm>
              <a:off x="8847415" y="3896867"/>
              <a:ext cx="419292" cy="243204"/>
              <a:chOff x="8847415" y="3896867"/>
              <a:chExt cx="419292" cy="243204"/>
            </a:xfrm>
          </p:grpSpPr>
          <p:sp>
            <p:nvSpPr>
              <p:cNvPr id="3163" name="Google Shape;3163;p28"/>
              <p:cNvSpPr/>
              <p:nvPr/>
            </p:nvSpPr>
            <p:spPr>
              <a:xfrm>
                <a:off x="8847415" y="3896867"/>
                <a:ext cx="271780" cy="243204"/>
              </a:xfrm>
              <a:custGeom>
                <a:rect b="b" l="l" r="r" t="t"/>
                <a:pathLst>
                  <a:path extrusionOk="0" h="243204" w="271779">
                    <a:moveTo>
                      <a:pt x="45886" y="0"/>
                    </a:moveTo>
                    <a:lnTo>
                      <a:pt x="51351" y="42112"/>
                    </a:lnTo>
                    <a:lnTo>
                      <a:pt x="52744" y="88392"/>
                    </a:lnTo>
                    <a:lnTo>
                      <a:pt x="52839" y="104393"/>
                    </a:lnTo>
                    <a:lnTo>
                      <a:pt x="53506" y="120396"/>
                    </a:lnTo>
                    <a:lnTo>
                      <a:pt x="54268" y="126492"/>
                    </a:lnTo>
                    <a:lnTo>
                      <a:pt x="55030" y="135636"/>
                    </a:lnTo>
                    <a:lnTo>
                      <a:pt x="58078" y="141732"/>
                    </a:lnTo>
                    <a:lnTo>
                      <a:pt x="58078" y="140970"/>
                    </a:lnTo>
                    <a:lnTo>
                      <a:pt x="58078" y="140208"/>
                    </a:lnTo>
                    <a:lnTo>
                      <a:pt x="31718" y="103548"/>
                    </a:lnTo>
                    <a:lnTo>
                      <a:pt x="0" y="110299"/>
                    </a:lnTo>
                    <a:lnTo>
                      <a:pt x="166" y="118110"/>
                    </a:lnTo>
                    <a:lnTo>
                      <a:pt x="19978" y="158496"/>
                    </a:lnTo>
                    <a:lnTo>
                      <a:pt x="46934" y="162877"/>
                    </a:lnTo>
                    <a:lnTo>
                      <a:pt x="60805" y="159996"/>
                    </a:lnTo>
                    <a:lnTo>
                      <a:pt x="94940" y="137160"/>
                    </a:lnTo>
                    <a:lnTo>
                      <a:pt x="111037" y="96107"/>
                    </a:lnTo>
                    <a:lnTo>
                      <a:pt x="84748" y="129539"/>
                    </a:lnTo>
                    <a:lnTo>
                      <a:pt x="120562" y="143255"/>
                    </a:lnTo>
                    <a:lnTo>
                      <a:pt x="151852" y="119360"/>
                    </a:lnTo>
                    <a:lnTo>
                      <a:pt x="163901" y="82295"/>
                    </a:lnTo>
                    <a:lnTo>
                      <a:pt x="162413" y="69199"/>
                    </a:lnTo>
                    <a:lnTo>
                      <a:pt x="159424" y="56387"/>
                    </a:lnTo>
                    <a:lnTo>
                      <a:pt x="157483" y="49196"/>
                    </a:lnTo>
                    <a:lnTo>
                      <a:pt x="155328" y="42290"/>
                    </a:lnTo>
                    <a:lnTo>
                      <a:pt x="153316" y="35385"/>
                    </a:lnTo>
                    <a:lnTo>
                      <a:pt x="151804" y="28193"/>
                    </a:lnTo>
                    <a:lnTo>
                      <a:pt x="153102" y="41790"/>
                    </a:lnTo>
                    <a:lnTo>
                      <a:pt x="155328" y="55244"/>
                    </a:lnTo>
                    <a:lnTo>
                      <a:pt x="157698" y="68699"/>
                    </a:lnTo>
                    <a:lnTo>
                      <a:pt x="159424" y="82295"/>
                    </a:lnTo>
                    <a:lnTo>
                      <a:pt x="161877" y="104143"/>
                    </a:lnTo>
                    <a:lnTo>
                      <a:pt x="163615" y="126206"/>
                    </a:lnTo>
                    <a:lnTo>
                      <a:pt x="164782" y="148411"/>
                    </a:lnTo>
                    <a:lnTo>
                      <a:pt x="165520" y="170687"/>
                    </a:lnTo>
                    <a:lnTo>
                      <a:pt x="166532" y="188404"/>
                    </a:lnTo>
                    <a:lnTo>
                      <a:pt x="167330" y="206120"/>
                    </a:lnTo>
                    <a:lnTo>
                      <a:pt x="167985" y="223837"/>
                    </a:lnTo>
                    <a:lnTo>
                      <a:pt x="168568" y="241554"/>
                    </a:lnTo>
                    <a:lnTo>
                      <a:pt x="168568" y="242315"/>
                    </a:lnTo>
                    <a:lnTo>
                      <a:pt x="148375" y="197048"/>
                    </a:lnTo>
                    <a:lnTo>
                      <a:pt x="143898" y="161186"/>
                    </a:lnTo>
                    <a:lnTo>
                      <a:pt x="144946" y="143255"/>
                    </a:lnTo>
                    <a:lnTo>
                      <a:pt x="173140" y="104393"/>
                    </a:lnTo>
                    <a:lnTo>
                      <a:pt x="193428" y="101441"/>
                    </a:lnTo>
                    <a:lnTo>
                      <a:pt x="204751" y="101929"/>
                    </a:lnTo>
                    <a:lnTo>
                      <a:pt x="229528" y="121919"/>
                    </a:lnTo>
                    <a:lnTo>
                      <a:pt x="226885" y="128813"/>
                    </a:lnTo>
                    <a:lnTo>
                      <a:pt x="222099" y="134778"/>
                    </a:lnTo>
                    <a:lnTo>
                      <a:pt x="216455" y="140029"/>
                    </a:lnTo>
                    <a:lnTo>
                      <a:pt x="211240" y="144779"/>
                    </a:lnTo>
                    <a:lnTo>
                      <a:pt x="208192" y="147065"/>
                    </a:lnTo>
                    <a:lnTo>
                      <a:pt x="207430" y="147827"/>
                    </a:lnTo>
                    <a:lnTo>
                      <a:pt x="205906" y="149351"/>
                    </a:lnTo>
                    <a:lnTo>
                      <a:pt x="211169" y="144077"/>
                    </a:lnTo>
                    <a:lnTo>
                      <a:pt x="216574" y="138588"/>
                    </a:lnTo>
                    <a:lnTo>
                      <a:pt x="245030" y="102393"/>
                    </a:lnTo>
                    <a:lnTo>
                      <a:pt x="248578" y="92963"/>
                    </a:lnTo>
                    <a:lnTo>
                      <a:pt x="248578" y="89915"/>
                    </a:lnTo>
                    <a:lnTo>
                      <a:pt x="248578" y="89153"/>
                    </a:lnTo>
                    <a:lnTo>
                      <a:pt x="248578" y="87629"/>
                    </a:lnTo>
                    <a:lnTo>
                      <a:pt x="241720" y="89153"/>
                    </a:lnTo>
                    <a:lnTo>
                      <a:pt x="240958" y="89915"/>
                    </a:lnTo>
                    <a:lnTo>
                      <a:pt x="237910" y="96773"/>
                    </a:lnTo>
                    <a:lnTo>
                      <a:pt x="235124" y="104465"/>
                    </a:lnTo>
                    <a:lnTo>
                      <a:pt x="233910" y="113156"/>
                    </a:lnTo>
                    <a:lnTo>
                      <a:pt x="234695" y="121848"/>
                    </a:lnTo>
                    <a:lnTo>
                      <a:pt x="264580" y="138683"/>
                    </a:lnTo>
                    <a:lnTo>
                      <a:pt x="266866" y="138683"/>
                    </a:lnTo>
                    <a:lnTo>
                      <a:pt x="269152" y="138683"/>
                    </a:lnTo>
                    <a:lnTo>
                      <a:pt x="271438" y="138683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64" name="Google Shape;3164;p2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9119781" y="3912082"/>
                <a:ext cx="146926" cy="142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165" name="Google Shape;3165;p28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397506" y="3918178"/>
              <a:ext cx="146378" cy="971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6" name="Google Shape;3166;p2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708616" y="3866362"/>
              <a:ext cx="138449" cy="1171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7" name="Google Shape;3167;p2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8000212" y="2831566"/>
              <a:ext cx="233222" cy="16540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8" name="Google Shape;3168;p28"/>
          <p:cNvGrpSpPr/>
          <p:nvPr/>
        </p:nvGrpSpPr>
        <p:grpSpPr>
          <a:xfrm>
            <a:off x="1166608" y="1534515"/>
            <a:ext cx="6228410" cy="2430210"/>
            <a:chOff x="3380206" y="1963602"/>
            <a:chExt cx="4452900" cy="1508197"/>
          </a:xfrm>
        </p:grpSpPr>
        <p:pic>
          <p:nvPicPr>
            <p:cNvPr id="3169" name="Google Shape;3169;p2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994122" y="2151100"/>
              <a:ext cx="191598" cy="1549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70" name="Google Shape;3170;p28"/>
            <p:cNvGrpSpPr/>
            <p:nvPr/>
          </p:nvGrpSpPr>
          <p:grpSpPr>
            <a:xfrm>
              <a:off x="5471636" y="2053564"/>
              <a:ext cx="1128773" cy="239801"/>
              <a:chOff x="5471636" y="2053564"/>
              <a:chExt cx="1128773" cy="239801"/>
            </a:xfrm>
          </p:grpSpPr>
          <p:sp>
            <p:nvSpPr>
              <p:cNvPr id="3171" name="Google Shape;3171;p28"/>
              <p:cNvSpPr/>
              <p:nvPr/>
            </p:nvSpPr>
            <p:spPr>
              <a:xfrm>
                <a:off x="5471636" y="2098512"/>
                <a:ext cx="91440" cy="169545"/>
              </a:xfrm>
              <a:custGeom>
                <a:rect b="b" l="l" r="r" t="t"/>
                <a:pathLst>
                  <a:path extrusionOk="0" h="169544" w="91439">
                    <a:moveTo>
                      <a:pt x="63531" y="11465"/>
                    </a:moveTo>
                    <a:lnTo>
                      <a:pt x="55423" y="5262"/>
                    </a:lnTo>
                    <a:lnTo>
                      <a:pt x="47815" y="702"/>
                    </a:lnTo>
                    <a:lnTo>
                      <a:pt x="40064" y="0"/>
                    </a:lnTo>
                    <a:lnTo>
                      <a:pt x="31527" y="5369"/>
                    </a:lnTo>
                    <a:lnTo>
                      <a:pt x="13204" y="43945"/>
                    </a:lnTo>
                    <a:lnTo>
                      <a:pt x="9763" y="71092"/>
                    </a:lnTo>
                    <a:lnTo>
                      <a:pt x="10572" y="83093"/>
                    </a:lnTo>
                    <a:lnTo>
                      <a:pt x="44386" y="112525"/>
                    </a:lnTo>
                    <a:lnTo>
                      <a:pt x="55733" y="114919"/>
                    </a:lnTo>
                    <a:lnTo>
                      <a:pt x="66579" y="117383"/>
                    </a:lnTo>
                    <a:lnTo>
                      <a:pt x="72211" y="118169"/>
                    </a:lnTo>
                    <a:lnTo>
                      <a:pt x="79629" y="119669"/>
                    </a:lnTo>
                    <a:lnTo>
                      <a:pt x="86617" y="122312"/>
                    </a:lnTo>
                    <a:lnTo>
                      <a:pt x="90963" y="126527"/>
                    </a:lnTo>
                    <a:lnTo>
                      <a:pt x="90797" y="132730"/>
                    </a:lnTo>
                    <a:lnTo>
                      <a:pt x="58281" y="155269"/>
                    </a:lnTo>
                    <a:lnTo>
                      <a:pt x="8667" y="169199"/>
                    </a:lnTo>
                    <a:lnTo>
                      <a:pt x="1012" y="167032"/>
                    </a:lnTo>
                    <a:lnTo>
                      <a:pt x="0" y="161008"/>
                    </a:lnTo>
                    <a:lnTo>
                      <a:pt x="2559" y="153554"/>
                    </a:lnTo>
                    <a:lnTo>
                      <a:pt x="5619" y="14710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2" name="Google Shape;3172;p28"/>
              <p:cNvSpPr/>
              <p:nvPr/>
            </p:nvSpPr>
            <p:spPr>
              <a:xfrm>
                <a:off x="5608319" y="2170937"/>
                <a:ext cx="9525" cy="77470"/>
              </a:xfrm>
              <a:custGeom>
                <a:rect b="b" l="l" r="r" t="t"/>
                <a:pathLst>
                  <a:path extrusionOk="0" h="77469" w="9525">
                    <a:moveTo>
                      <a:pt x="0" y="0"/>
                    </a:moveTo>
                    <a:lnTo>
                      <a:pt x="2035" y="14156"/>
                    </a:lnTo>
                    <a:lnTo>
                      <a:pt x="3714" y="28098"/>
                    </a:lnTo>
                    <a:lnTo>
                      <a:pt x="5250" y="41898"/>
                    </a:lnTo>
                    <a:lnTo>
                      <a:pt x="6858" y="55626"/>
                    </a:lnTo>
                    <a:lnTo>
                      <a:pt x="7620" y="62484"/>
                    </a:lnTo>
                    <a:lnTo>
                      <a:pt x="9144" y="69342"/>
                    </a:lnTo>
                    <a:lnTo>
                      <a:pt x="9144" y="7696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3" name="Google Shape;3173;p28"/>
              <p:cNvSpPr/>
              <p:nvPr/>
            </p:nvSpPr>
            <p:spPr>
              <a:xfrm>
                <a:off x="5578601" y="2109977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4" name="Google Shape;3174;p28"/>
              <p:cNvSpPr/>
              <p:nvPr/>
            </p:nvSpPr>
            <p:spPr>
              <a:xfrm>
                <a:off x="5665922" y="2137409"/>
                <a:ext cx="120014" cy="106045"/>
              </a:xfrm>
              <a:custGeom>
                <a:rect b="b" l="l" r="r" t="t"/>
                <a:pathLst>
                  <a:path extrusionOk="0" h="106044" w="120014">
                    <a:moveTo>
                      <a:pt x="2595" y="56387"/>
                    </a:moveTo>
                    <a:lnTo>
                      <a:pt x="3619" y="64508"/>
                    </a:lnTo>
                    <a:lnTo>
                      <a:pt x="4500" y="72770"/>
                    </a:lnTo>
                    <a:lnTo>
                      <a:pt x="5381" y="81033"/>
                    </a:lnTo>
                    <a:lnTo>
                      <a:pt x="6405" y="89153"/>
                    </a:lnTo>
                    <a:lnTo>
                      <a:pt x="6405" y="94487"/>
                    </a:lnTo>
                    <a:lnTo>
                      <a:pt x="6405" y="99821"/>
                    </a:lnTo>
                    <a:lnTo>
                      <a:pt x="0" y="63769"/>
                    </a:lnTo>
                    <a:lnTo>
                      <a:pt x="690" y="53911"/>
                    </a:lnTo>
                    <a:lnTo>
                      <a:pt x="25610" y="27122"/>
                    </a:lnTo>
                    <a:lnTo>
                      <a:pt x="32313" y="28193"/>
                    </a:lnTo>
                    <a:lnTo>
                      <a:pt x="60269" y="62055"/>
                    </a:lnTo>
                    <a:lnTo>
                      <a:pt x="65841" y="83057"/>
                    </a:lnTo>
                    <a:lnTo>
                      <a:pt x="65841" y="85343"/>
                    </a:lnTo>
                    <a:lnTo>
                      <a:pt x="65841" y="86105"/>
                    </a:lnTo>
                    <a:lnTo>
                      <a:pt x="51899" y="56780"/>
                    </a:lnTo>
                    <a:lnTo>
                      <a:pt x="52411" y="44291"/>
                    </a:lnTo>
                    <a:lnTo>
                      <a:pt x="66794" y="6191"/>
                    </a:lnTo>
                    <a:lnTo>
                      <a:pt x="81081" y="0"/>
                    </a:lnTo>
                    <a:lnTo>
                      <a:pt x="89392" y="1607"/>
                    </a:lnTo>
                    <a:lnTo>
                      <a:pt x="113847" y="42005"/>
                    </a:lnTo>
                    <a:lnTo>
                      <a:pt x="117776" y="71663"/>
                    </a:lnTo>
                    <a:lnTo>
                      <a:pt x="117467" y="79533"/>
                    </a:lnTo>
                    <a:lnTo>
                      <a:pt x="117443" y="87260"/>
                    </a:lnTo>
                    <a:lnTo>
                      <a:pt x="118419" y="94487"/>
                    </a:lnTo>
                    <a:lnTo>
                      <a:pt x="119181" y="95249"/>
                    </a:lnTo>
                    <a:lnTo>
                      <a:pt x="119181" y="96011"/>
                    </a:lnTo>
                    <a:lnTo>
                      <a:pt x="119943" y="9677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5" name="Google Shape;3175;p28"/>
              <p:cNvSpPr/>
              <p:nvPr/>
            </p:nvSpPr>
            <p:spPr>
              <a:xfrm>
                <a:off x="5812535" y="2097785"/>
                <a:ext cx="26670" cy="195580"/>
              </a:xfrm>
              <a:custGeom>
                <a:rect b="b" l="l" r="r" t="t"/>
                <a:pathLst>
                  <a:path extrusionOk="0" h="195580" w="26670">
                    <a:moveTo>
                      <a:pt x="0" y="0"/>
                    </a:moveTo>
                    <a:lnTo>
                      <a:pt x="3095" y="15763"/>
                    </a:lnTo>
                    <a:lnTo>
                      <a:pt x="6477" y="31242"/>
                    </a:lnTo>
                    <a:lnTo>
                      <a:pt x="9858" y="46720"/>
                    </a:lnTo>
                    <a:lnTo>
                      <a:pt x="17109" y="84903"/>
                    </a:lnTo>
                    <a:lnTo>
                      <a:pt x="23133" y="130313"/>
                    </a:lnTo>
                    <a:lnTo>
                      <a:pt x="25908" y="176974"/>
                    </a:lnTo>
                    <a:lnTo>
                      <a:pt x="26217" y="185737"/>
                    </a:lnTo>
                    <a:lnTo>
                      <a:pt x="26670" y="19507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6" name="Google Shape;3176;p28"/>
              <p:cNvSpPr/>
              <p:nvPr/>
            </p:nvSpPr>
            <p:spPr>
              <a:xfrm>
                <a:off x="5817869" y="2146708"/>
                <a:ext cx="74930" cy="82550"/>
              </a:xfrm>
              <a:custGeom>
                <a:rect b="b" l="l" r="r" t="t"/>
                <a:pathLst>
                  <a:path extrusionOk="0" h="82550" w="74929">
                    <a:moveTo>
                      <a:pt x="0" y="36421"/>
                    </a:moveTo>
                    <a:lnTo>
                      <a:pt x="32003" y="1369"/>
                    </a:lnTo>
                    <a:lnTo>
                      <a:pt x="42243" y="0"/>
                    </a:lnTo>
                    <a:lnTo>
                      <a:pt x="52768" y="130"/>
                    </a:lnTo>
                    <a:lnTo>
                      <a:pt x="62436" y="2976"/>
                    </a:lnTo>
                    <a:lnTo>
                      <a:pt x="70104" y="9751"/>
                    </a:lnTo>
                    <a:lnTo>
                      <a:pt x="74402" y="19907"/>
                    </a:lnTo>
                    <a:lnTo>
                      <a:pt x="73628" y="30420"/>
                    </a:lnTo>
                    <a:lnTo>
                      <a:pt x="46482" y="68329"/>
                    </a:lnTo>
                    <a:lnTo>
                      <a:pt x="24384" y="82141"/>
                    </a:lnTo>
                    <a:lnTo>
                      <a:pt x="19812" y="82141"/>
                    </a:lnTo>
                    <a:lnTo>
                      <a:pt x="18288" y="82141"/>
                    </a:lnTo>
                    <a:lnTo>
                      <a:pt x="16764" y="7985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7" name="Google Shape;3177;p28"/>
              <p:cNvSpPr/>
              <p:nvPr/>
            </p:nvSpPr>
            <p:spPr>
              <a:xfrm>
                <a:off x="5918453" y="2090165"/>
                <a:ext cx="22860" cy="144145"/>
              </a:xfrm>
              <a:custGeom>
                <a:rect b="b" l="l" r="r" t="t"/>
                <a:pathLst>
                  <a:path extrusionOk="0" h="144144" w="22860">
                    <a:moveTo>
                      <a:pt x="0" y="0"/>
                    </a:moveTo>
                    <a:lnTo>
                      <a:pt x="2143" y="11429"/>
                    </a:lnTo>
                    <a:lnTo>
                      <a:pt x="4000" y="22859"/>
                    </a:lnTo>
                    <a:lnTo>
                      <a:pt x="5572" y="34290"/>
                    </a:lnTo>
                    <a:lnTo>
                      <a:pt x="6858" y="45720"/>
                    </a:lnTo>
                    <a:lnTo>
                      <a:pt x="8774" y="61138"/>
                    </a:lnTo>
                    <a:lnTo>
                      <a:pt x="10191" y="76485"/>
                    </a:lnTo>
                    <a:lnTo>
                      <a:pt x="11465" y="91690"/>
                    </a:lnTo>
                    <a:lnTo>
                      <a:pt x="12954" y="106680"/>
                    </a:lnTo>
                    <a:lnTo>
                      <a:pt x="13275" y="115192"/>
                    </a:lnTo>
                    <a:lnTo>
                      <a:pt x="13811" y="126206"/>
                    </a:lnTo>
                    <a:lnTo>
                      <a:pt x="15632" y="136790"/>
                    </a:lnTo>
                    <a:lnTo>
                      <a:pt x="19812" y="144018"/>
                    </a:lnTo>
                    <a:lnTo>
                      <a:pt x="20574" y="144018"/>
                    </a:lnTo>
                    <a:lnTo>
                      <a:pt x="22098" y="144018"/>
                    </a:lnTo>
                    <a:lnTo>
                      <a:pt x="22860" y="14401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8" name="Google Shape;3178;p28"/>
              <p:cNvSpPr/>
              <p:nvPr/>
            </p:nvSpPr>
            <p:spPr>
              <a:xfrm>
                <a:off x="5985307" y="2172461"/>
                <a:ext cx="5715" cy="48895"/>
              </a:xfrm>
              <a:custGeom>
                <a:rect b="b" l="l" r="r" t="t"/>
                <a:pathLst>
                  <a:path extrusionOk="0" h="48894" w="5714">
                    <a:moveTo>
                      <a:pt x="964" y="0"/>
                    </a:moveTo>
                    <a:lnTo>
                      <a:pt x="642" y="10513"/>
                    </a:lnTo>
                    <a:lnTo>
                      <a:pt x="107" y="21240"/>
                    </a:lnTo>
                    <a:lnTo>
                      <a:pt x="0" y="31825"/>
                    </a:lnTo>
                    <a:lnTo>
                      <a:pt x="964" y="41910"/>
                    </a:lnTo>
                    <a:lnTo>
                      <a:pt x="2488" y="47244"/>
                    </a:lnTo>
                    <a:lnTo>
                      <a:pt x="3250" y="46482"/>
                    </a:lnTo>
                    <a:lnTo>
                      <a:pt x="5536" y="4876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9" name="Google Shape;3179;p28"/>
              <p:cNvSpPr/>
              <p:nvPr/>
            </p:nvSpPr>
            <p:spPr>
              <a:xfrm>
                <a:off x="5958077" y="2093975"/>
                <a:ext cx="18415" cy="8890"/>
              </a:xfrm>
              <a:custGeom>
                <a:rect b="b" l="l" r="r" t="t"/>
                <a:pathLst>
                  <a:path extrusionOk="0" h="8889" w="18414">
                    <a:moveTo>
                      <a:pt x="18287" y="8382"/>
                    </a:moveTo>
                    <a:lnTo>
                      <a:pt x="10667" y="5334"/>
                    </a:lnTo>
                    <a:lnTo>
                      <a:pt x="6095" y="4572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80" name="Google Shape;3180;p28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031204" y="2080234"/>
                <a:ext cx="114350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1" name="Google Shape;3181;p28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6173317" y="2053564"/>
                <a:ext cx="256463" cy="1783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82" name="Google Shape;3182;p28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450304" y="2108428"/>
                <a:ext cx="150105" cy="1044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83" name="Google Shape;3183;p28"/>
            <p:cNvGrpSpPr/>
            <p:nvPr/>
          </p:nvGrpSpPr>
          <p:grpSpPr>
            <a:xfrm>
              <a:off x="6996469" y="1997452"/>
              <a:ext cx="275106" cy="252095"/>
              <a:chOff x="6996469" y="1997452"/>
              <a:chExt cx="275106" cy="252095"/>
            </a:xfrm>
          </p:grpSpPr>
          <p:sp>
            <p:nvSpPr>
              <p:cNvPr id="3184" name="Google Shape;3184;p28"/>
              <p:cNvSpPr/>
              <p:nvPr/>
            </p:nvSpPr>
            <p:spPr>
              <a:xfrm>
                <a:off x="6996469" y="1997452"/>
                <a:ext cx="124460" cy="252095"/>
              </a:xfrm>
              <a:custGeom>
                <a:rect b="b" l="l" r="r" t="t"/>
                <a:pathLst>
                  <a:path extrusionOk="0" h="252094" w="124459">
                    <a:moveTo>
                      <a:pt x="124420" y="16513"/>
                    </a:moveTo>
                    <a:lnTo>
                      <a:pt x="85415" y="3762"/>
                    </a:lnTo>
                    <a:lnTo>
                      <a:pt x="57816" y="1262"/>
                    </a:lnTo>
                    <a:lnTo>
                      <a:pt x="44410" y="416"/>
                    </a:lnTo>
                    <a:lnTo>
                      <a:pt x="4691" y="7179"/>
                    </a:lnTo>
                    <a:lnTo>
                      <a:pt x="0" y="37159"/>
                    </a:lnTo>
                    <a:lnTo>
                      <a:pt x="1357" y="52327"/>
                    </a:lnTo>
                    <a:lnTo>
                      <a:pt x="3857" y="67496"/>
                    </a:lnTo>
                    <a:lnTo>
                      <a:pt x="7072" y="82807"/>
                    </a:lnTo>
                    <a:lnTo>
                      <a:pt x="11632" y="102941"/>
                    </a:lnTo>
                    <a:lnTo>
                      <a:pt x="16121" y="123289"/>
                    </a:lnTo>
                    <a:lnTo>
                      <a:pt x="24598" y="164341"/>
                    </a:lnTo>
                    <a:lnTo>
                      <a:pt x="32527" y="212669"/>
                    </a:lnTo>
                    <a:lnTo>
                      <a:pt x="35266" y="229111"/>
                    </a:lnTo>
                    <a:lnTo>
                      <a:pt x="36028" y="233683"/>
                    </a:lnTo>
                    <a:lnTo>
                      <a:pt x="36028" y="245875"/>
                    </a:lnTo>
                    <a:lnTo>
                      <a:pt x="39838" y="249685"/>
                    </a:lnTo>
                    <a:lnTo>
                      <a:pt x="42124" y="251971"/>
                    </a:lnTo>
                    <a:lnTo>
                      <a:pt x="52792" y="249685"/>
                    </a:lnTo>
                    <a:lnTo>
                      <a:pt x="54316" y="248923"/>
                    </a:lnTo>
                    <a:lnTo>
                      <a:pt x="66043" y="245280"/>
                    </a:lnTo>
                    <a:lnTo>
                      <a:pt x="77271" y="240351"/>
                    </a:lnTo>
                    <a:lnTo>
                      <a:pt x="88070" y="234565"/>
                    </a:lnTo>
                    <a:lnTo>
                      <a:pt x="98512" y="228349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85" name="Google Shape;3185;p28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125221" y="2008606"/>
                <a:ext cx="146354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86" name="Google Shape;3186;p28"/>
            <p:cNvGrpSpPr/>
            <p:nvPr/>
          </p:nvGrpSpPr>
          <p:grpSpPr>
            <a:xfrm>
              <a:off x="7402042" y="1963602"/>
              <a:ext cx="382169" cy="250190"/>
              <a:chOff x="7402042" y="1963602"/>
              <a:chExt cx="382169" cy="250190"/>
            </a:xfrm>
          </p:grpSpPr>
          <p:pic>
            <p:nvPicPr>
              <p:cNvPr id="3187" name="Google Shape;3187;p28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7402042" y="1997201"/>
                <a:ext cx="288848" cy="1539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8" name="Google Shape;3188;p28"/>
              <p:cNvSpPr/>
              <p:nvPr/>
            </p:nvSpPr>
            <p:spPr>
              <a:xfrm>
                <a:off x="7618476" y="1963602"/>
                <a:ext cx="165735" cy="250190"/>
              </a:xfrm>
              <a:custGeom>
                <a:rect b="b" l="l" r="r" t="t"/>
                <a:pathLst>
                  <a:path extrusionOk="0" h="250189" w="165734">
                    <a:moveTo>
                      <a:pt x="76200" y="8453"/>
                    </a:moveTo>
                    <a:lnTo>
                      <a:pt x="87832" y="7500"/>
                    </a:lnTo>
                    <a:lnTo>
                      <a:pt x="98964" y="5976"/>
                    </a:lnTo>
                    <a:lnTo>
                      <a:pt x="109954" y="4167"/>
                    </a:lnTo>
                    <a:lnTo>
                      <a:pt x="121157" y="2357"/>
                    </a:lnTo>
                    <a:lnTo>
                      <a:pt x="128885" y="1285"/>
                    </a:lnTo>
                    <a:lnTo>
                      <a:pt x="138969" y="71"/>
                    </a:lnTo>
                    <a:lnTo>
                      <a:pt x="148911" y="0"/>
                    </a:lnTo>
                    <a:lnTo>
                      <a:pt x="156210" y="2357"/>
                    </a:lnTo>
                    <a:lnTo>
                      <a:pt x="160686" y="9143"/>
                    </a:lnTo>
                    <a:lnTo>
                      <a:pt x="162306" y="19502"/>
                    </a:lnTo>
                    <a:lnTo>
                      <a:pt x="162210" y="30432"/>
                    </a:lnTo>
                    <a:lnTo>
                      <a:pt x="161544" y="38933"/>
                    </a:lnTo>
                    <a:lnTo>
                      <a:pt x="159496" y="55387"/>
                    </a:lnTo>
                    <a:lnTo>
                      <a:pt x="157162" y="71699"/>
                    </a:lnTo>
                    <a:lnTo>
                      <a:pt x="155114" y="88010"/>
                    </a:lnTo>
                    <a:lnTo>
                      <a:pt x="153924" y="104465"/>
                    </a:lnTo>
                    <a:lnTo>
                      <a:pt x="153959" y="118741"/>
                    </a:lnTo>
                    <a:lnTo>
                      <a:pt x="154209" y="132945"/>
                    </a:lnTo>
                    <a:lnTo>
                      <a:pt x="154888" y="147006"/>
                    </a:lnTo>
                    <a:lnTo>
                      <a:pt x="156210" y="160853"/>
                    </a:lnTo>
                    <a:lnTo>
                      <a:pt x="157912" y="171711"/>
                    </a:lnTo>
                    <a:lnTo>
                      <a:pt x="159543" y="182570"/>
                    </a:lnTo>
                    <a:lnTo>
                      <a:pt x="161032" y="193428"/>
                    </a:lnTo>
                    <a:lnTo>
                      <a:pt x="162306" y="204287"/>
                    </a:lnTo>
                    <a:lnTo>
                      <a:pt x="163068" y="210383"/>
                    </a:lnTo>
                    <a:lnTo>
                      <a:pt x="131445" y="237910"/>
                    </a:lnTo>
                    <a:lnTo>
                      <a:pt x="75545" y="247435"/>
                    </a:lnTo>
                    <a:lnTo>
                      <a:pt x="25467" y="249912"/>
                    </a:lnTo>
                    <a:lnTo>
                      <a:pt x="0" y="250007"/>
                    </a:lnTo>
                  </a:path>
                </a:pathLst>
              </a:custGeom>
              <a:noFill/>
              <a:ln cap="flat" cmpd="sng" w="22900">
                <a:solidFill>
                  <a:srgbClr val="FF99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89" name="Google Shape;3189;p2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380206" y="3031210"/>
              <a:ext cx="194360" cy="1867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90" name="Google Shape;3190;p28"/>
            <p:cNvGrpSpPr/>
            <p:nvPr/>
          </p:nvGrpSpPr>
          <p:grpSpPr>
            <a:xfrm>
              <a:off x="4232088" y="3040380"/>
              <a:ext cx="315171" cy="386715"/>
              <a:chOff x="4232088" y="3040380"/>
              <a:chExt cx="315171" cy="386715"/>
            </a:xfrm>
          </p:grpSpPr>
          <p:sp>
            <p:nvSpPr>
              <p:cNvPr id="3191" name="Google Shape;3191;p28"/>
              <p:cNvSpPr/>
              <p:nvPr/>
            </p:nvSpPr>
            <p:spPr>
              <a:xfrm>
                <a:off x="4232088" y="3040380"/>
                <a:ext cx="153670" cy="386715"/>
              </a:xfrm>
              <a:custGeom>
                <a:rect b="b" l="l" r="r" t="t"/>
                <a:pathLst>
                  <a:path extrusionOk="0" h="386714" w="153670">
                    <a:moveTo>
                      <a:pt x="29777" y="0"/>
                    </a:moveTo>
                    <a:lnTo>
                      <a:pt x="13811" y="45970"/>
                    </a:lnTo>
                    <a:lnTo>
                      <a:pt x="4357" y="96833"/>
                    </a:lnTo>
                    <a:lnTo>
                      <a:pt x="0" y="167913"/>
                    </a:lnTo>
                    <a:lnTo>
                      <a:pt x="821" y="203454"/>
                    </a:lnTo>
                    <a:lnTo>
                      <a:pt x="8536" y="258318"/>
                    </a:lnTo>
                    <a:lnTo>
                      <a:pt x="25967" y="310896"/>
                    </a:lnTo>
                    <a:lnTo>
                      <a:pt x="48922" y="349472"/>
                    </a:lnTo>
                    <a:lnTo>
                      <a:pt x="83879" y="377190"/>
                    </a:lnTo>
                    <a:lnTo>
                      <a:pt x="135528" y="385976"/>
                    </a:lnTo>
                    <a:lnTo>
                      <a:pt x="153221" y="38633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92" name="Google Shape;3192;p28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4366710" y="3085312"/>
                <a:ext cx="180549" cy="1844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93" name="Google Shape;3193;p28"/>
            <p:cNvSpPr/>
            <p:nvPr/>
          </p:nvSpPr>
          <p:spPr>
            <a:xfrm>
              <a:off x="4652771" y="3163061"/>
              <a:ext cx="79375" cy="5715"/>
            </a:xfrm>
            <a:custGeom>
              <a:rect b="b" l="l" r="r" t="t"/>
              <a:pathLst>
                <a:path extrusionOk="0" h="5714" w="79375">
                  <a:moveTo>
                    <a:pt x="0" y="5334"/>
                  </a:moveTo>
                  <a:lnTo>
                    <a:pt x="2286" y="5334"/>
                  </a:lnTo>
                  <a:lnTo>
                    <a:pt x="4572" y="5334"/>
                  </a:lnTo>
                  <a:lnTo>
                    <a:pt x="13608" y="5322"/>
                  </a:lnTo>
                  <a:lnTo>
                    <a:pt x="60198" y="2000"/>
                  </a:lnTo>
                  <a:lnTo>
                    <a:pt x="69651" y="821"/>
                  </a:lnTo>
                  <a:lnTo>
                    <a:pt x="79248" y="0"/>
                  </a:lnTo>
                  <a:lnTo>
                    <a:pt x="76962" y="0"/>
                  </a:lnTo>
                  <a:lnTo>
                    <a:pt x="76200" y="0"/>
                  </a:lnTo>
                  <a:lnTo>
                    <a:pt x="73914" y="0"/>
                  </a:lnTo>
                  <a:lnTo>
                    <a:pt x="67056" y="1524"/>
                  </a:lnTo>
                  <a:lnTo>
                    <a:pt x="68580" y="4572"/>
                  </a:lnTo>
                  <a:lnTo>
                    <a:pt x="66294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94" name="Google Shape;3194;p28"/>
            <p:cNvGrpSpPr/>
            <p:nvPr/>
          </p:nvGrpSpPr>
          <p:grpSpPr>
            <a:xfrm>
              <a:off x="4885644" y="2791180"/>
              <a:ext cx="471240" cy="504494"/>
              <a:chOff x="4885644" y="2791180"/>
              <a:chExt cx="471240" cy="504494"/>
            </a:xfrm>
          </p:grpSpPr>
          <p:pic>
            <p:nvPicPr>
              <p:cNvPr id="3195" name="Google Shape;3195;p28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885644" y="3087598"/>
                <a:ext cx="124649" cy="1455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96" name="Google Shape;3196;p28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4885918" y="2951962"/>
                <a:ext cx="89204" cy="968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97" name="Google Shape;3197;p28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5030698" y="3182086"/>
                <a:ext cx="161594" cy="1135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98" name="Google Shape;3198;p28"/>
              <p:cNvSpPr/>
              <p:nvPr/>
            </p:nvSpPr>
            <p:spPr>
              <a:xfrm>
                <a:off x="5236464" y="2946653"/>
                <a:ext cx="96520" cy="265430"/>
              </a:xfrm>
              <a:custGeom>
                <a:rect b="b" l="l" r="r" t="t"/>
                <a:pathLst>
                  <a:path extrusionOk="0" h="265430" w="96520">
                    <a:moveTo>
                      <a:pt x="0" y="0"/>
                    </a:moveTo>
                    <a:lnTo>
                      <a:pt x="39766" y="19145"/>
                    </a:lnTo>
                    <a:lnTo>
                      <a:pt x="69925" y="58673"/>
                    </a:lnTo>
                    <a:lnTo>
                      <a:pt x="86106" y="99822"/>
                    </a:lnTo>
                    <a:lnTo>
                      <a:pt x="94357" y="145363"/>
                    </a:lnTo>
                    <a:lnTo>
                      <a:pt x="96107" y="191261"/>
                    </a:lnTo>
                    <a:lnTo>
                      <a:pt x="96000" y="206644"/>
                    </a:lnTo>
                    <a:lnTo>
                      <a:pt x="90213" y="251102"/>
                    </a:lnTo>
                    <a:lnTo>
                      <a:pt x="86106" y="265176"/>
                    </a:lnTo>
                    <a:lnTo>
                      <a:pt x="86106" y="263652"/>
                    </a:lnTo>
                    <a:lnTo>
                      <a:pt x="81534" y="26441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199" name="Google Shape;3199;p28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5281396" y="2791180"/>
                <a:ext cx="75488" cy="11358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00" name="Google Shape;3200;p28"/>
            <p:cNvGrpSpPr/>
            <p:nvPr/>
          </p:nvGrpSpPr>
          <p:grpSpPr>
            <a:xfrm>
              <a:off x="5541323" y="2933700"/>
              <a:ext cx="169891" cy="299085"/>
              <a:chOff x="5541323" y="2933700"/>
              <a:chExt cx="169891" cy="299085"/>
            </a:xfrm>
          </p:grpSpPr>
          <p:pic>
            <p:nvPicPr>
              <p:cNvPr id="3201" name="Google Shape;3201;p28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5606770" y="2999206"/>
                <a:ext cx="104444" cy="1341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02" name="Google Shape;3202;p28"/>
              <p:cNvSpPr/>
              <p:nvPr/>
            </p:nvSpPr>
            <p:spPr>
              <a:xfrm>
                <a:off x="5541323" y="2933700"/>
                <a:ext cx="114300" cy="299085"/>
              </a:xfrm>
              <a:custGeom>
                <a:rect b="b" l="l" r="r" t="t"/>
                <a:pathLst>
                  <a:path extrusionOk="0" h="299085" w="114300">
                    <a:moveTo>
                      <a:pt x="22038" y="0"/>
                    </a:moveTo>
                    <a:lnTo>
                      <a:pt x="5750" y="46827"/>
                    </a:lnTo>
                    <a:lnTo>
                      <a:pt x="1452" y="91868"/>
                    </a:lnTo>
                    <a:lnTo>
                      <a:pt x="0" y="146637"/>
                    </a:lnTo>
                    <a:lnTo>
                      <a:pt x="702" y="173736"/>
                    </a:lnTo>
                    <a:lnTo>
                      <a:pt x="6131" y="221551"/>
                    </a:lnTo>
                    <a:lnTo>
                      <a:pt x="23562" y="265938"/>
                    </a:lnTo>
                    <a:lnTo>
                      <a:pt x="54232" y="290893"/>
                    </a:lnTo>
                    <a:lnTo>
                      <a:pt x="92904" y="298704"/>
                    </a:lnTo>
                    <a:lnTo>
                      <a:pt x="99762" y="297942"/>
                    </a:lnTo>
                    <a:lnTo>
                      <a:pt x="107382" y="297180"/>
                    </a:lnTo>
                    <a:lnTo>
                      <a:pt x="114240" y="29718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3" name="Google Shape;3203;p28"/>
            <p:cNvGrpSpPr/>
            <p:nvPr/>
          </p:nvGrpSpPr>
          <p:grpSpPr>
            <a:xfrm>
              <a:off x="5760658" y="2862834"/>
              <a:ext cx="228407" cy="262629"/>
              <a:chOff x="5760658" y="2862834"/>
              <a:chExt cx="228407" cy="262629"/>
            </a:xfrm>
          </p:grpSpPr>
          <p:pic>
            <p:nvPicPr>
              <p:cNvPr id="3204" name="Google Shape;3204;p28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760658" y="2897860"/>
                <a:ext cx="133436" cy="2276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05" name="Google Shape;3205;p28"/>
              <p:cNvSpPr/>
              <p:nvPr/>
            </p:nvSpPr>
            <p:spPr>
              <a:xfrm>
                <a:off x="5938265" y="2862834"/>
                <a:ext cx="50800" cy="238125"/>
              </a:xfrm>
              <a:custGeom>
                <a:rect b="b" l="l" r="r" t="t"/>
                <a:pathLst>
                  <a:path extrusionOk="0" h="238125" w="50800">
                    <a:moveTo>
                      <a:pt x="0" y="0"/>
                    </a:moveTo>
                    <a:lnTo>
                      <a:pt x="7643" y="12918"/>
                    </a:lnTo>
                    <a:lnTo>
                      <a:pt x="15430" y="25622"/>
                    </a:lnTo>
                    <a:lnTo>
                      <a:pt x="22931" y="38469"/>
                    </a:lnTo>
                    <a:lnTo>
                      <a:pt x="42767" y="89439"/>
                    </a:lnTo>
                    <a:lnTo>
                      <a:pt x="49530" y="128778"/>
                    </a:lnTo>
                    <a:lnTo>
                      <a:pt x="50446" y="148851"/>
                    </a:lnTo>
                    <a:lnTo>
                      <a:pt x="49434" y="168211"/>
                    </a:lnTo>
                    <a:lnTo>
                      <a:pt x="39624" y="206502"/>
                    </a:lnTo>
                    <a:lnTo>
                      <a:pt x="23336" y="230719"/>
                    </a:lnTo>
                    <a:lnTo>
                      <a:pt x="16002" y="23774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6" name="Google Shape;3206;p28"/>
            <p:cNvGrpSpPr/>
            <p:nvPr/>
          </p:nvGrpSpPr>
          <p:grpSpPr>
            <a:xfrm>
              <a:off x="6121908" y="2828543"/>
              <a:ext cx="240828" cy="351790"/>
              <a:chOff x="6121908" y="2828543"/>
              <a:chExt cx="240828" cy="351790"/>
            </a:xfrm>
          </p:grpSpPr>
          <p:sp>
            <p:nvSpPr>
              <p:cNvPr id="3207" name="Google Shape;3207;p28"/>
              <p:cNvSpPr/>
              <p:nvPr/>
            </p:nvSpPr>
            <p:spPr>
              <a:xfrm>
                <a:off x="6121908" y="2828543"/>
                <a:ext cx="77470" cy="351790"/>
              </a:xfrm>
              <a:custGeom>
                <a:rect b="b" l="l" r="r" t="t"/>
                <a:pathLst>
                  <a:path extrusionOk="0" h="351789" w="77470">
                    <a:moveTo>
                      <a:pt x="35051" y="0"/>
                    </a:moveTo>
                    <a:lnTo>
                      <a:pt x="17716" y="42386"/>
                    </a:lnTo>
                    <a:lnTo>
                      <a:pt x="8381" y="87630"/>
                    </a:lnTo>
                    <a:lnTo>
                      <a:pt x="1619" y="154400"/>
                    </a:lnTo>
                    <a:lnTo>
                      <a:pt x="0" y="221742"/>
                    </a:lnTo>
                    <a:lnTo>
                      <a:pt x="726" y="246959"/>
                    </a:lnTo>
                    <a:lnTo>
                      <a:pt x="9322" y="296537"/>
                    </a:lnTo>
                    <a:lnTo>
                      <a:pt x="27265" y="333065"/>
                    </a:lnTo>
                    <a:lnTo>
                      <a:pt x="64769" y="351282"/>
                    </a:lnTo>
                    <a:lnTo>
                      <a:pt x="68579" y="351282"/>
                    </a:lnTo>
                    <a:lnTo>
                      <a:pt x="73151" y="350520"/>
                    </a:lnTo>
                    <a:lnTo>
                      <a:pt x="76961" y="34975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208" name="Google Shape;3208;p28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6233039" y="2895574"/>
                <a:ext cx="129697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09" name="Google Shape;3209;p28"/>
            <p:cNvSpPr/>
            <p:nvPr/>
          </p:nvSpPr>
          <p:spPr>
            <a:xfrm>
              <a:off x="6422135" y="2959607"/>
              <a:ext cx="57150" cy="9525"/>
            </a:xfrm>
            <a:custGeom>
              <a:rect b="b" l="l" r="r" t="t"/>
              <a:pathLst>
                <a:path extrusionOk="0" h="9525" w="57150">
                  <a:moveTo>
                    <a:pt x="0" y="9144"/>
                  </a:moveTo>
                  <a:lnTo>
                    <a:pt x="10025" y="8608"/>
                  </a:lnTo>
                  <a:lnTo>
                    <a:pt x="19050" y="7143"/>
                  </a:lnTo>
                  <a:lnTo>
                    <a:pt x="28074" y="4964"/>
                  </a:lnTo>
                  <a:lnTo>
                    <a:pt x="38100" y="2286"/>
                  </a:lnTo>
                  <a:lnTo>
                    <a:pt x="44196" y="762"/>
                  </a:lnTo>
                  <a:lnTo>
                    <a:pt x="50292" y="0"/>
                  </a:lnTo>
                  <a:lnTo>
                    <a:pt x="56388" y="0"/>
                  </a:lnTo>
                  <a:lnTo>
                    <a:pt x="5715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0" name="Google Shape;3210;p28"/>
            <p:cNvGrpSpPr/>
            <p:nvPr/>
          </p:nvGrpSpPr>
          <p:grpSpPr>
            <a:xfrm>
              <a:off x="6591274" y="2688240"/>
              <a:ext cx="481101" cy="371475"/>
              <a:chOff x="6591274" y="2688240"/>
              <a:chExt cx="481101" cy="371475"/>
            </a:xfrm>
          </p:grpSpPr>
          <p:pic>
            <p:nvPicPr>
              <p:cNvPr id="3211" name="Google Shape;3211;p28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6591274" y="2860522"/>
                <a:ext cx="127435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12" name="Google Shape;3212;p28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624802" y="2734030"/>
                <a:ext cx="76250" cy="1059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13" name="Google Shape;3213;p28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752818" y="2947390"/>
                <a:ext cx="166928" cy="1113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14" name="Google Shape;3214;p28"/>
              <p:cNvSpPr/>
              <p:nvPr/>
            </p:nvSpPr>
            <p:spPr>
              <a:xfrm>
                <a:off x="6947915" y="2688240"/>
                <a:ext cx="124460" cy="371475"/>
              </a:xfrm>
              <a:custGeom>
                <a:rect b="b" l="l" r="r" t="t"/>
                <a:pathLst>
                  <a:path extrusionOk="0" h="371475" w="124459">
                    <a:moveTo>
                      <a:pt x="0" y="3905"/>
                    </a:moveTo>
                    <a:lnTo>
                      <a:pt x="12108" y="273"/>
                    </a:lnTo>
                    <a:lnTo>
                      <a:pt x="21431" y="0"/>
                    </a:lnTo>
                    <a:lnTo>
                      <a:pt x="30325" y="3583"/>
                    </a:lnTo>
                    <a:lnTo>
                      <a:pt x="69532" y="42576"/>
                    </a:lnTo>
                    <a:lnTo>
                      <a:pt x="89916" y="79343"/>
                    </a:lnTo>
                    <a:lnTo>
                      <a:pt x="111347" y="140303"/>
                    </a:lnTo>
                    <a:lnTo>
                      <a:pt x="121920" y="203549"/>
                    </a:lnTo>
                    <a:lnTo>
                      <a:pt x="124110" y="244221"/>
                    </a:lnTo>
                    <a:lnTo>
                      <a:pt x="123527" y="264735"/>
                    </a:lnTo>
                    <a:lnTo>
                      <a:pt x="114514" y="307038"/>
                    </a:lnTo>
                    <a:lnTo>
                      <a:pt x="90082" y="349900"/>
                    </a:lnTo>
                    <a:lnTo>
                      <a:pt x="66294" y="371189"/>
                    </a:lnTo>
                    <a:lnTo>
                      <a:pt x="62484" y="37042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5" name="Google Shape;3215;p28"/>
            <p:cNvGrpSpPr/>
            <p:nvPr/>
          </p:nvGrpSpPr>
          <p:grpSpPr>
            <a:xfrm>
              <a:off x="7307579" y="2857500"/>
              <a:ext cx="88011" cy="69596"/>
              <a:chOff x="7307579" y="2857500"/>
              <a:chExt cx="88011" cy="69596"/>
            </a:xfrm>
          </p:grpSpPr>
          <p:sp>
            <p:nvSpPr>
              <p:cNvPr id="3216" name="Google Shape;3216;p28"/>
              <p:cNvSpPr/>
              <p:nvPr/>
            </p:nvSpPr>
            <p:spPr>
              <a:xfrm>
                <a:off x="7307579" y="2857500"/>
                <a:ext cx="51435" cy="3175"/>
              </a:xfrm>
              <a:custGeom>
                <a:rect b="b" l="l" r="r" t="t"/>
                <a:pathLst>
                  <a:path extrusionOk="0" h="3175" w="51434">
                    <a:moveTo>
                      <a:pt x="0" y="0"/>
                    </a:moveTo>
                    <a:lnTo>
                      <a:pt x="8346" y="1440"/>
                    </a:lnTo>
                    <a:lnTo>
                      <a:pt x="16478" y="2381"/>
                    </a:lnTo>
                    <a:lnTo>
                      <a:pt x="24753" y="2893"/>
                    </a:lnTo>
                    <a:lnTo>
                      <a:pt x="33528" y="3047"/>
                    </a:lnTo>
                    <a:lnTo>
                      <a:pt x="39624" y="3047"/>
                    </a:lnTo>
                    <a:lnTo>
                      <a:pt x="44958" y="3047"/>
                    </a:lnTo>
                    <a:lnTo>
                      <a:pt x="51053" y="304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7" name="Google Shape;3217;p28"/>
              <p:cNvSpPr/>
              <p:nvPr/>
            </p:nvSpPr>
            <p:spPr>
              <a:xfrm>
                <a:off x="7317485" y="2920746"/>
                <a:ext cx="78105" cy="6350"/>
              </a:xfrm>
              <a:custGeom>
                <a:rect b="b" l="l" r="r" t="t"/>
                <a:pathLst>
                  <a:path extrusionOk="0" h="6350" w="78104">
                    <a:moveTo>
                      <a:pt x="0" y="4572"/>
                    </a:moveTo>
                    <a:lnTo>
                      <a:pt x="10739" y="5453"/>
                    </a:lnTo>
                    <a:lnTo>
                      <a:pt x="21336" y="5905"/>
                    </a:lnTo>
                    <a:lnTo>
                      <a:pt x="31932" y="6072"/>
                    </a:lnTo>
                    <a:lnTo>
                      <a:pt x="42672" y="6096"/>
                    </a:lnTo>
                    <a:lnTo>
                      <a:pt x="51899" y="6000"/>
                    </a:lnTo>
                    <a:lnTo>
                      <a:pt x="60483" y="5334"/>
                    </a:lnTo>
                    <a:lnTo>
                      <a:pt x="68925" y="3524"/>
                    </a:lnTo>
                    <a:lnTo>
                      <a:pt x="7772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18" name="Google Shape;3218;p28"/>
            <p:cNvGrpSpPr/>
            <p:nvPr/>
          </p:nvGrpSpPr>
          <p:grpSpPr>
            <a:xfrm>
              <a:off x="7667218" y="2677668"/>
              <a:ext cx="165888" cy="270070"/>
              <a:chOff x="7667218" y="2677668"/>
              <a:chExt cx="165888" cy="270070"/>
            </a:xfrm>
          </p:grpSpPr>
          <p:pic>
            <p:nvPicPr>
              <p:cNvPr id="3219" name="Google Shape;3219;p28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667218" y="2799455"/>
                <a:ext cx="128066" cy="1482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20" name="Google Shape;3220;p28"/>
              <p:cNvSpPr/>
              <p:nvPr/>
            </p:nvSpPr>
            <p:spPr>
              <a:xfrm>
                <a:off x="7793736" y="2677668"/>
                <a:ext cx="39370" cy="82550"/>
              </a:xfrm>
              <a:custGeom>
                <a:rect b="b" l="l" r="r" t="t"/>
                <a:pathLst>
                  <a:path extrusionOk="0" h="82550" w="39370">
                    <a:moveTo>
                      <a:pt x="38861" y="0"/>
                    </a:moveTo>
                    <a:lnTo>
                      <a:pt x="35611" y="12537"/>
                    </a:lnTo>
                    <a:lnTo>
                      <a:pt x="31718" y="24288"/>
                    </a:lnTo>
                    <a:lnTo>
                      <a:pt x="27396" y="35897"/>
                    </a:lnTo>
                    <a:lnTo>
                      <a:pt x="22859" y="48006"/>
                    </a:lnTo>
                    <a:lnTo>
                      <a:pt x="20228" y="55566"/>
                    </a:lnTo>
                    <a:lnTo>
                      <a:pt x="17811" y="63912"/>
                    </a:lnTo>
                    <a:lnTo>
                      <a:pt x="15251" y="72116"/>
                    </a:lnTo>
                    <a:lnTo>
                      <a:pt x="12191" y="79248"/>
                    </a:lnTo>
                    <a:lnTo>
                      <a:pt x="9905" y="82296"/>
                    </a:lnTo>
                    <a:lnTo>
                      <a:pt x="11429" y="80772"/>
                    </a:lnTo>
                    <a:lnTo>
                      <a:pt x="6095" y="80772"/>
                    </a:lnTo>
                    <a:lnTo>
                      <a:pt x="3809" y="80772"/>
                    </a:lnTo>
                    <a:lnTo>
                      <a:pt x="2285" y="80772"/>
                    </a:lnTo>
                    <a:lnTo>
                      <a:pt x="0" y="8077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1" name="Google Shape;3221;p28"/>
            <p:cNvGrpSpPr/>
            <p:nvPr/>
          </p:nvGrpSpPr>
          <p:grpSpPr>
            <a:xfrm>
              <a:off x="4546854" y="3249168"/>
              <a:ext cx="2673985" cy="222631"/>
              <a:chOff x="4546854" y="3249168"/>
              <a:chExt cx="2673985" cy="222631"/>
            </a:xfrm>
          </p:grpSpPr>
          <p:sp>
            <p:nvSpPr>
              <p:cNvPr id="3222" name="Google Shape;3222;p28"/>
              <p:cNvSpPr/>
              <p:nvPr/>
            </p:nvSpPr>
            <p:spPr>
              <a:xfrm>
                <a:off x="4546854" y="3289554"/>
                <a:ext cx="2673985" cy="182245"/>
              </a:xfrm>
              <a:custGeom>
                <a:rect b="b" l="l" r="r" t="t"/>
                <a:pathLst>
                  <a:path extrusionOk="0" h="182245" w="2673984">
                    <a:moveTo>
                      <a:pt x="0" y="182118"/>
                    </a:moveTo>
                    <a:lnTo>
                      <a:pt x="38897" y="168616"/>
                    </a:lnTo>
                    <a:lnTo>
                      <a:pt x="90011" y="161258"/>
                    </a:lnTo>
                    <a:lnTo>
                      <a:pt x="108525" y="159150"/>
                    </a:lnTo>
                    <a:lnTo>
                      <a:pt x="127254" y="156972"/>
                    </a:lnTo>
                    <a:lnTo>
                      <a:pt x="152530" y="154543"/>
                    </a:lnTo>
                    <a:lnTo>
                      <a:pt x="178022" y="151828"/>
                    </a:lnTo>
                    <a:lnTo>
                      <a:pt x="203656" y="148828"/>
                    </a:lnTo>
                    <a:lnTo>
                      <a:pt x="229361" y="145542"/>
                    </a:lnTo>
                    <a:lnTo>
                      <a:pt x="267211" y="141208"/>
                    </a:lnTo>
                    <a:lnTo>
                      <a:pt x="305276" y="137160"/>
                    </a:lnTo>
                    <a:lnTo>
                      <a:pt x="343483" y="133111"/>
                    </a:lnTo>
                    <a:lnTo>
                      <a:pt x="381762" y="128778"/>
                    </a:lnTo>
                    <a:lnTo>
                      <a:pt x="415028" y="124765"/>
                    </a:lnTo>
                    <a:lnTo>
                      <a:pt x="448437" y="120681"/>
                    </a:lnTo>
                    <a:lnTo>
                      <a:pt x="481845" y="116455"/>
                    </a:lnTo>
                    <a:lnTo>
                      <a:pt x="515112" y="112014"/>
                    </a:lnTo>
                    <a:lnTo>
                      <a:pt x="567690" y="105560"/>
                    </a:lnTo>
                    <a:lnTo>
                      <a:pt x="620268" y="99822"/>
                    </a:lnTo>
                    <a:lnTo>
                      <a:pt x="672846" y="94654"/>
                    </a:lnTo>
                    <a:lnTo>
                      <a:pt x="725424" y="89916"/>
                    </a:lnTo>
                    <a:lnTo>
                      <a:pt x="796290" y="84391"/>
                    </a:lnTo>
                    <a:lnTo>
                      <a:pt x="867156" y="80010"/>
                    </a:lnTo>
                    <a:lnTo>
                      <a:pt x="903732" y="77712"/>
                    </a:lnTo>
                    <a:lnTo>
                      <a:pt x="940307" y="75342"/>
                    </a:lnTo>
                    <a:lnTo>
                      <a:pt x="976883" y="72830"/>
                    </a:lnTo>
                    <a:lnTo>
                      <a:pt x="1013460" y="70104"/>
                    </a:lnTo>
                    <a:lnTo>
                      <a:pt x="1051619" y="67663"/>
                    </a:lnTo>
                    <a:lnTo>
                      <a:pt x="1089564" y="64865"/>
                    </a:lnTo>
                    <a:lnTo>
                      <a:pt x="1127367" y="61638"/>
                    </a:lnTo>
                    <a:lnTo>
                      <a:pt x="1165098" y="57912"/>
                    </a:lnTo>
                    <a:lnTo>
                      <a:pt x="1203507" y="54066"/>
                    </a:lnTo>
                    <a:lnTo>
                      <a:pt x="1242060" y="50577"/>
                    </a:lnTo>
                    <a:lnTo>
                      <a:pt x="1280612" y="47517"/>
                    </a:lnTo>
                    <a:lnTo>
                      <a:pt x="1319022" y="44958"/>
                    </a:lnTo>
                    <a:lnTo>
                      <a:pt x="1393412" y="41052"/>
                    </a:lnTo>
                    <a:lnTo>
                      <a:pt x="1468374" y="38862"/>
                    </a:lnTo>
                    <a:lnTo>
                      <a:pt x="1506795" y="37957"/>
                    </a:lnTo>
                    <a:lnTo>
                      <a:pt x="1545431" y="37338"/>
                    </a:lnTo>
                    <a:lnTo>
                      <a:pt x="1584209" y="36718"/>
                    </a:lnTo>
                    <a:lnTo>
                      <a:pt x="1623060" y="35814"/>
                    </a:lnTo>
                    <a:lnTo>
                      <a:pt x="1665351" y="34087"/>
                    </a:lnTo>
                    <a:lnTo>
                      <a:pt x="1707642" y="32289"/>
                    </a:lnTo>
                    <a:lnTo>
                      <a:pt x="1749933" y="30349"/>
                    </a:lnTo>
                    <a:lnTo>
                      <a:pt x="1792224" y="28194"/>
                    </a:lnTo>
                    <a:lnTo>
                      <a:pt x="1847659" y="25800"/>
                    </a:lnTo>
                    <a:lnTo>
                      <a:pt x="1903095" y="23336"/>
                    </a:lnTo>
                    <a:lnTo>
                      <a:pt x="1958530" y="21014"/>
                    </a:lnTo>
                    <a:lnTo>
                      <a:pt x="2013966" y="19050"/>
                    </a:lnTo>
                    <a:lnTo>
                      <a:pt x="2059805" y="17347"/>
                    </a:lnTo>
                    <a:lnTo>
                      <a:pt x="2105787" y="15716"/>
                    </a:lnTo>
                    <a:lnTo>
                      <a:pt x="2151768" y="14227"/>
                    </a:lnTo>
                    <a:lnTo>
                      <a:pt x="2197608" y="12953"/>
                    </a:lnTo>
                    <a:lnTo>
                      <a:pt x="2251361" y="11718"/>
                    </a:lnTo>
                    <a:lnTo>
                      <a:pt x="2305169" y="10358"/>
                    </a:lnTo>
                    <a:lnTo>
                      <a:pt x="2359012" y="8962"/>
                    </a:lnTo>
                    <a:lnTo>
                      <a:pt x="2412873" y="7619"/>
                    </a:lnTo>
                    <a:lnTo>
                      <a:pt x="2466733" y="6420"/>
                    </a:lnTo>
                    <a:lnTo>
                      <a:pt x="2520576" y="5453"/>
                    </a:lnTo>
                    <a:lnTo>
                      <a:pt x="2574384" y="4807"/>
                    </a:lnTo>
                    <a:lnTo>
                      <a:pt x="2628138" y="4571"/>
                    </a:lnTo>
                    <a:lnTo>
                      <a:pt x="2642461" y="6488"/>
                    </a:lnTo>
                    <a:lnTo>
                      <a:pt x="2658713" y="9620"/>
                    </a:lnTo>
                    <a:lnTo>
                      <a:pt x="2671107" y="10036"/>
                    </a:lnTo>
                    <a:lnTo>
                      <a:pt x="2673858" y="3809"/>
                    </a:lnTo>
                    <a:lnTo>
                      <a:pt x="2670048" y="3047"/>
                    </a:lnTo>
                    <a:lnTo>
                      <a:pt x="2667000" y="1523"/>
                    </a:lnTo>
                    <a:lnTo>
                      <a:pt x="266395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3" name="Google Shape;3223;p28"/>
              <p:cNvSpPr/>
              <p:nvPr/>
            </p:nvSpPr>
            <p:spPr>
              <a:xfrm>
                <a:off x="5611368" y="3275838"/>
                <a:ext cx="262890" cy="31750"/>
              </a:xfrm>
              <a:custGeom>
                <a:rect b="b" l="l" r="r" t="t"/>
                <a:pathLst>
                  <a:path extrusionOk="0" h="31750" w="262889">
                    <a:moveTo>
                      <a:pt x="11429" y="25908"/>
                    </a:moveTo>
                    <a:lnTo>
                      <a:pt x="30860" y="23502"/>
                    </a:lnTo>
                    <a:lnTo>
                      <a:pt x="50291" y="20955"/>
                    </a:lnTo>
                    <a:lnTo>
                      <a:pt x="69722" y="18407"/>
                    </a:lnTo>
                    <a:lnTo>
                      <a:pt x="89153" y="16002"/>
                    </a:lnTo>
                    <a:lnTo>
                      <a:pt x="120717" y="11822"/>
                    </a:lnTo>
                    <a:lnTo>
                      <a:pt x="152495" y="7715"/>
                    </a:lnTo>
                    <a:lnTo>
                      <a:pt x="184415" y="4321"/>
                    </a:lnTo>
                    <a:lnTo>
                      <a:pt x="216407" y="2286"/>
                    </a:lnTo>
                    <a:lnTo>
                      <a:pt x="215824" y="3012"/>
                    </a:lnTo>
                    <a:lnTo>
                      <a:pt x="203168" y="4667"/>
                    </a:lnTo>
                    <a:lnTo>
                      <a:pt x="187797" y="6465"/>
                    </a:lnTo>
                    <a:lnTo>
                      <a:pt x="179069" y="7620"/>
                    </a:lnTo>
                    <a:lnTo>
                      <a:pt x="149232" y="11941"/>
                    </a:lnTo>
                    <a:lnTo>
                      <a:pt x="119252" y="15906"/>
                    </a:lnTo>
                    <a:lnTo>
                      <a:pt x="89273" y="19728"/>
                    </a:lnTo>
                    <a:lnTo>
                      <a:pt x="59435" y="23622"/>
                    </a:lnTo>
                    <a:lnTo>
                      <a:pt x="44576" y="25884"/>
                    </a:lnTo>
                    <a:lnTo>
                      <a:pt x="29717" y="28003"/>
                    </a:lnTo>
                    <a:lnTo>
                      <a:pt x="14858" y="29837"/>
                    </a:lnTo>
                    <a:lnTo>
                      <a:pt x="0" y="31242"/>
                    </a:lnTo>
                    <a:lnTo>
                      <a:pt x="17716" y="29479"/>
                    </a:lnTo>
                    <a:lnTo>
                      <a:pt x="35432" y="26860"/>
                    </a:lnTo>
                    <a:lnTo>
                      <a:pt x="102298" y="17014"/>
                    </a:lnTo>
                    <a:lnTo>
                      <a:pt x="165163" y="9227"/>
                    </a:lnTo>
                    <a:lnTo>
                      <a:pt x="196595" y="5334"/>
                    </a:lnTo>
                    <a:lnTo>
                      <a:pt x="213169" y="3643"/>
                    </a:lnTo>
                    <a:lnTo>
                      <a:pt x="229742" y="2095"/>
                    </a:lnTo>
                    <a:lnTo>
                      <a:pt x="246316" y="833"/>
                    </a:lnTo>
                    <a:lnTo>
                      <a:pt x="262889" y="0"/>
                    </a:lnTo>
                    <a:lnTo>
                      <a:pt x="262056" y="714"/>
                    </a:lnTo>
                    <a:lnTo>
                      <a:pt x="252793" y="2286"/>
                    </a:lnTo>
                    <a:lnTo>
                      <a:pt x="242101" y="3857"/>
                    </a:lnTo>
                    <a:lnTo>
                      <a:pt x="236981" y="45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4" name="Google Shape;3224;p28"/>
              <p:cNvSpPr/>
              <p:nvPr/>
            </p:nvSpPr>
            <p:spPr>
              <a:xfrm>
                <a:off x="5607558" y="3249168"/>
                <a:ext cx="276225" cy="52069"/>
              </a:xfrm>
              <a:custGeom>
                <a:rect b="b" l="l" r="r" t="t"/>
                <a:pathLst>
                  <a:path extrusionOk="0" h="52070" w="276225">
                    <a:moveTo>
                      <a:pt x="6096" y="51815"/>
                    </a:moveTo>
                    <a:lnTo>
                      <a:pt x="42481" y="38385"/>
                    </a:lnTo>
                    <a:lnTo>
                      <a:pt x="80010" y="28955"/>
                    </a:lnTo>
                    <a:lnTo>
                      <a:pt x="127635" y="20288"/>
                    </a:lnTo>
                    <a:lnTo>
                      <a:pt x="175260" y="12191"/>
                    </a:lnTo>
                    <a:lnTo>
                      <a:pt x="214122" y="6572"/>
                    </a:lnTo>
                    <a:lnTo>
                      <a:pt x="252984" y="1523"/>
                    </a:lnTo>
                    <a:lnTo>
                      <a:pt x="260604" y="761"/>
                    </a:lnTo>
                    <a:lnTo>
                      <a:pt x="268224" y="761"/>
                    </a:lnTo>
                    <a:lnTo>
                      <a:pt x="275844" y="0"/>
                    </a:lnTo>
                    <a:lnTo>
                      <a:pt x="257222" y="523"/>
                    </a:lnTo>
                    <a:lnTo>
                      <a:pt x="238887" y="1904"/>
                    </a:lnTo>
                    <a:lnTo>
                      <a:pt x="220551" y="3857"/>
                    </a:lnTo>
                    <a:lnTo>
                      <a:pt x="201930" y="6095"/>
                    </a:lnTo>
                    <a:lnTo>
                      <a:pt x="170045" y="9060"/>
                    </a:lnTo>
                    <a:lnTo>
                      <a:pt x="106560" y="14989"/>
                    </a:lnTo>
                    <a:lnTo>
                      <a:pt x="56971" y="18442"/>
                    </a:lnTo>
                    <a:lnTo>
                      <a:pt x="39338" y="19145"/>
                    </a:lnTo>
                    <a:lnTo>
                      <a:pt x="21847" y="19990"/>
                    </a:lnTo>
                    <a:lnTo>
                      <a:pt x="4572" y="21335"/>
                    </a:lnTo>
                    <a:lnTo>
                      <a:pt x="1524" y="22097"/>
                    </a:lnTo>
                    <a:lnTo>
                      <a:pt x="0" y="20573"/>
                    </a:lnTo>
                    <a:lnTo>
                      <a:pt x="0" y="22859"/>
                    </a:lnTo>
                    <a:lnTo>
                      <a:pt x="15299" y="24181"/>
                    </a:lnTo>
                    <a:lnTo>
                      <a:pt x="30384" y="24860"/>
                    </a:lnTo>
                    <a:lnTo>
                      <a:pt x="45327" y="25110"/>
                    </a:lnTo>
                    <a:lnTo>
                      <a:pt x="60198" y="25145"/>
                    </a:lnTo>
                    <a:lnTo>
                      <a:pt x="88082" y="24860"/>
                    </a:lnTo>
                    <a:lnTo>
                      <a:pt x="115824" y="24002"/>
                    </a:lnTo>
                    <a:lnTo>
                      <a:pt x="143565" y="22574"/>
                    </a:lnTo>
                    <a:lnTo>
                      <a:pt x="171450" y="20573"/>
                    </a:lnTo>
                    <a:lnTo>
                      <a:pt x="188142" y="19788"/>
                    </a:lnTo>
                    <a:lnTo>
                      <a:pt x="204978" y="19430"/>
                    </a:lnTo>
                    <a:lnTo>
                      <a:pt x="221813" y="19073"/>
                    </a:lnTo>
                    <a:lnTo>
                      <a:pt x="238506" y="18287"/>
                    </a:lnTo>
                    <a:lnTo>
                      <a:pt x="239268" y="17525"/>
                    </a:lnTo>
                    <a:lnTo>
                      <a:pt x="240792" y="17525"/>
                    </a:lnTo>
                    <a:lnTo>
                      <a:pt x="241554" y="1676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28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9" name="Google Shape;3229;p29"/>
          <p:cNvGrpSpPr/>
          <p:nvPr/>
        </p:nvGrpSpPr>
        <p:grpSpPr>
          <a:xfrm>
            <a:off x="767239" y="359634"/>
            <a:ext cx="7207767" cy="4431919"/>
            <a:chOff x="767239" y="359634"/>
            <a:chExt cx="7207767" cy="4431919"/>
          </a:xfrm>
        </p:grpSpPr>
        <p:pic>
          <p:nvPicPr>
            <p:cNvPr id="3230" name="Google Shape;323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7239" y="359634"/>
              <a:ext cx="7207767" cy="443191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31" name="Google Shape;3231;p29"/>
            <p:cNvGrpSpPr/>
            <p:nvPr/>
          </p:nvGrpSpPr>
          <p:grpSpPr>
            <a:xfrm>
              <a:off x="5508405" y="3429000"/>
              <a:ext cx="347048" cy="344199"/>
              <a:chOff x="6886930" y="4373092"/>
              <a:chExt cx="134646" cy="107849"/>
            </a:xfrm>
          </p:grpSpPr>
          <p:pic>
            <p:nvPicPr>
              <p:cNvPr id="3232" name="Google Shape;3232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886930" y="4373092"/>
                <a:ext cx="92824" cy="960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33" name="Google Shape;3233;p29"/>
              <p:cNvSpPr/>
              <p:nvPr/>
            </p:nvSpPr>
            <p:spPr>
              <a:xfrm>
                <a:off x="7020306" y="4418076"/>
                <a:ext cx="1270" cy="62865"/>
              </a:xfrm>
              <a:custGeom>
                <a:rect b="b" l="l" r="r" t="t"/>
                <a:pathLst>
                  <a:path extrusionOk="0" h="62864" w="1270">
                    <a:moveTo>
                      <a:pt x="0" y="0"/>
                    </a:moveTo>
                    <a:lnTo>
                      <a:pt x="762" y="39624"/>
                    </a:lnTo>
                    <a:lnTo>
                      <a:pt x="762" y="47244"/>
                    </a:lnTo>
                    <a:lnTo>
                      <a:pt x="762" y="54864"/>
                    </a:lnTo>
                    <a:lnTo>
                      <a:pt x="762" y="6248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34" name="Google Shape;3234;p29"/>
          <p:cNvGrpSpPr/>
          <p:nvPr/>
        </p:nvGrpSpPr>
        <p:grpSpPr>
          <a:xfrm>
            <a:off x="1828800" y="5656673"/>
            <a:ext cx="6358152" cy="1715109"/>
            <a:chOff x="2895600" y="5955496"/>
            <a:chExt cx="6358152" cy="1715109"/>
          </a:xfrm>
        </p:grpSpPr>
        <p:grpSp>
          <p:nvGrpSpPr>
            <p:cNvPr id="3235" name="Google Shape;3235;p29"/>
            <p:cNvGrpSpPr/>
            <p:nvPr/>
          </p:nvGrpSpPr>
          <p:grpSpPr>
            <a:xfrm>
              <a:off x="6216072" y="5978326"/>
              <a:ext cx="1005995" cy="482820"/>
              <a:chOff x="8156380" y="4707261"/>
              <a:chExt cx="578732" cy="323903"/>
            </a:xfrm>
          </p:grpSpPr>
          <p:sp>
            <p:nvSpPr>
              <p:cNvPr id="3236" name="Google Shape;3236;p29"/>
              <p:cNvSpPr/>
              <p:nvPr/>
            </p:nvSpPr>
            <p:spPr>
              <a:xfrm>
                <a:off x="8156380" y="4754775"/>
                <a:ext cx="80832" cy="276389"/>
              </a:xfrm>
              <a:custGeom>
                <a:rect b="b" l="l" r="r" t="t"/>
                <a:pathLst>
                  <a:path extrusionOk="0" h="226060" w="70484">
                    <a:moveTo>
                      <a:pt x="3000" y="0"/>
                    </a:moveTo>
                    <a:lnTo>
                      <a:pt x="7477" y="47339"/>
                    </a:lnTo>
                    <a:lnTo>
                      <a:pt x="11382" y="95249"/>
                    </a:lnTo>
                    <a:lnTo>
                      <a:pt x="12715" y="140969"/>
                    </a:lnTo>
                    <a:lnTo>
                      <a:pt x="12906" y="186689"/>
                    </a:lnTo>
                    <a:lnTo>
                      <a:pt x="12299" y="196726"/>
                    </a:lnTo>
                    <a:lnTo>
                      <a:pt x="11477" y="206406"/>
                    </a:lnTo>
                    <a:lnTo>
                      <a:pt x="10227" y="215943"/>
                    </a:lnTo>
                    <a:lnTo>
                      <a:pt x="8334" y="225551"/>
                    </a:lnTo>
                    <a:lnTo>
                      <a:pt x="4524" y="222503"/>
                    </a:lnTo>
                    <a:lnTo>
                      <a:pt x="3762" y="217169"/>
                    </a:lnTo>
                    <a:lnTo>
                      <a:pt x="3000" y="209549"/>
                    </a:lnTo>
                    <a:lnTo>
                      <a:pt x="1143" y="191476"/>
                    </a:lnTo>
                    <a:lnTo>
                      <a:pt x="142" y="172973"/>
                    </a:lnTo>
                    <a:lnTo>
                      <a:pt x="0" y="154471"/>
                    </a:lnTo>
                    <a:lnTo>
                      <a:pt x="714" y="136397"/>
                    </a:lnTo>
                    <a:lnTo>
                      <a:pt x="12823" y="83034"/>
                    </a:lnTo>
                    <a:lnTo>
                      <a:pt x="42719" y="59435"/>
                    </a:lnTo>
                    <a:lnTo>
                      <a:pt x="53780" y="60650"/>
                    </a:lnTo>
                    <a:lnTo>
                      <a:pt x="63198" y="66293"/>
                    </a:lnTo>
                    <a:lnTo>
                      <a:pt x="68091" y="73318"/>
                    </a:lnTo>
                    <a:lnTo>
                      <a:pt x="70342" y="81343"/>
                    </a:lnTo>
                    <a:lnTo>
                      <a:pt x="70163" y="89654"/>
                    </a:lnTo>
                    <a:lnTo>
                      <a:pt x="45481" y="123467"/>
                    </a:lnTo>
                    <a:lnTo>
                      <a:pt x="25860" y="13411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7" name="Google Shape;3237;p29"/>
              <p:cNvSpPr/>
              <p:nvPr/>
            </p:nvSpPr>
            <p:spPr>
              <a:xfrm>
                <a:off x="8263810" y="4808812"/>
                <a:ext cx="78647" cy="92389"/>
              </a:xfrm>
              <a:custGeom>
                <a:rect b="b" l="l" r="r" t="t"/>
                <a:pathLst>
                  <a:path extrusionOk="0" h="75564" w="68579">
                    <a:moveTo>
                      <a:pt x="0" y="3810"/>
                    </a:moveTo>
                    <a:lnTo>
                      <a:pt x="2464" y="16025"/>
                    </a:lnTo>
                    <a:lnTo>
                      <a:pt x="4286" y="27813"/>
                    </a:lnTo>
                    <a:lnTo>
                      <a:pt x="5679" y="39600"/>
                    </a:lnTo>
                    <a:lnTo>
                      <a:pt x="6858" y="51816"/>
                    </a:lnTo>
                    <a:lnTo>
                      <a:pt x="7548" y="58078"/>
                    </a:lnTo>
                    <a:lnTo>
                      <a:pt x="8953" y="65341"/>
                    </a:lnTo>
                    <a:lnTo>
                      <a:pt x="11787" y="71747"/>
                    </a:lnTo>
                    <a:lnTo>
                      <a:pt x="16764" y="75438"/>
                    </a:lnTo>
                    <a:lnTo>
                      <a:pt x="24360" y="74902"/>
                    </a:lnTo>
                    <a:lnTo>
                      <a:pt x="40195" y="33813"/>
                    </a:lnTo>
                    <a:lnTo>
                      <a:pt x="40433" y="23038"/>
                    </a:lnTo>
                    <a:lnTo>
                      <a:pt x="40386" y="12192"/>
                    </a:lnTo>
                    <a:lnTo>
                      <a:pt x="40386" y="8382"/>
                    </a:lnTo>
                    <a:lnTo>
                      <a:pt x="40386" y="4572"/>
                    </a:lnTo>
                    <a:lnTo>
                      <a:pt x="40386" y="0"/>
                    </a:lnTo>
                    <a:lnTo>
                      <a:pt x="40647" y="6738"/>
                    </a:lnTo>
                    <a:lnTo>
                      <a:pt x="49149" y="47053"/>
                    </a:lnTo>
                    <a:lnTo>
                      <a:pt x="64008" y="64770"/>
                    </a:lnTo>
                    <a:lnTo>
                      <a:pt x="66294" y="66294"/>
                    </a:lnTo>
                    <a:lnTo>
                      <a:pt x="68580" y="678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8" name="Google Shape;3238;p29"/>
              <p:cNvSpPr/>
              <p:nvPr/>
            </p:nvSpPr>
            <p:spPr>
              <a:xfrm>
                <a:off x="8355784" y="4759667"/>
                <a:ext cx="83017" cy="131984"/>
              </a:xfrm>
              <a:custGeom>
                <a:rect b="b" l="l" r="r" t="t"/>
                <a:pathLst>
                  <a:path extrusionOk="0" h="107950" w="72390">
                    <a:moveTo>
                      <a:pt x="43243" y="5905"/>
                    </a:moveTo>
                    <a:lnTo>
                      <a:pt x="32908" y="2309"/>
                    </a:lnTo>
                    <a:lnTo>
                      <a:pt x="23431" y="0"/>
                    </a:lnTo>
                    <a:lnTo>
                      <a:pt x="14525" y="1404"/>
                    </a:lnTo>
                    <a:lnTo>
                      <a:pt x="5905" y="8953"/>
                    </a:lnTo>
                    <a:lnTo>
                      <a:pt x="1809" y="16775"/>
                    </a:lnTo>
                    <a:lnTo>
                      <a:pt x="0" y="25812"/>
                    </a:lnTo>
                    <a:lnTo>
                      <a:pt x="761" y="34992"/>
                    </a:lnTo>
                    <a:lnTo>
                      <a:pt x="35671" y="63817"/>
                    </a:lnTo>
                    <a:lnTo>
                      <a:pt x="54090" y="70889"/>
                    </a:lnTo>
                    <a:lnTo>
                      <a:pt x="62198" y="74104"/>
                    </a:lnTo>
                    <a:lnTo>
                      <a:pt x="69020" y="78462"/>
                    </a:lnTo>
                    <a:lnTo>
                      <a:pt x="72199" y="84391"/>
                    </a:lnTo>
                    <a:lnTo>
                      <a:pt x="69639" y="91761"/>
                    </a:lnTo>
                    <a:lnTo>
                      <a:pt x="27717" y="107823"/>
                    </a:lnTo>
                    <a:lnTo>
                      <a:pt x="18418" y="107299"/>
                    </a:lnTo>
                    <a:lnTo>
                      <a:pt x="12763" y="101917"/>
                    </a:lnTo>
                    <a:lnTo>
                      <a:pt x="12763" y="98869"/>
                    </a:lnTo>
                    <a:lnTo>
                      <a:pt x="12763" y="95821"/>
                    </a:lnTo>
                    <a:lnTo>
                      <a:pt x="12001" y="9201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9" name="Google Shape;3239;p29"/>
              <p:cNvSpPr/>
              <p:nvPr/>
            </p:nvSpPr>
            <p:spPr>
              <a:xfrm>
                <a:off x="8466546" y="4707261"/>
                <a:ext cx="87386" cy="159933"/>
              </a:xfrm>
              <a:custGeom>
                <a:rect b="b" l="l" r="r" t="t"/>
                <a:pathLst>
                  <a:path extrusionOk="0" h="130810" w="76200">
                    <a:moveTo>
                      <a:pt x="0" y="0"/>
                    </a:moveTo>
                    <a:lnTo>
                      <a:pt x="6215" y="41576"/>
                    </a:lnTo>
                    <a:lnTo>
                      <a:pt x="8334" y="68758"/>
                    </a:lnTo>
                    <a:lnTo>
                      <a:pt x="9334" y="81819"/>
                    </a:lnTo>
                    <a:lnTo>
                      <a:pt x="10620" y="94738"/>
                    </a:lnTo>
                    <a:lnTo>
                      <a:pt x="12192" y="107442"/>
                    </a:lnTo>
                    <a:lnTo>
                      <a:pt x="13716" y="115062"/>
                    </a:lnTo>
                    <a:lnTo>
                      <a:pt x="15240" y="121920"/>
                    </a:lnTo>
                    <a:lnTo>
                      <a:pt x="16764" y="128778"/>
                    </a:lnTo>
                    <a:lnTo>
                      <a:pt x="21336" y="124968"/>
                    </a:lnTo>
                    <a:lnTo>
                      <a:pt x="20574" y="121158"/>
                    </a:lnTo>
                    <a:lnTo>
                      <a:pt x="21336" y="113538"/>
                    </a:lnTo>
                    <a:lnTo>
                      <a:pt x="22848" y="103834"/>
                    </a:lnTo>
                    <a:lnTo>
                      <a:pt x="24288" y="94202"/>
                    </a:lnTo>
                    <a:lnTo>
                      <a:pt x="26158" y="84712"/>
                    </a:lnTo>
                    <a:lnTo>
                      <a:pt x="28956" y="75438"/>
                    </a:lnTo>
                    <a:lnTo>
                      <a:pt x="32766" y="67056"/>
                    </a:lnTo>
                    <a:lnTo>
                      <a:pt x="36576" y="64008"/>
                    </a:lnTo>
                    <a:lnTo>
                      <a:pt x="44958" y="64008"/>
                    </a:lnTo>
                    <a:lnTo>
                      <a:pt x="74199" y="92868"/>
                    </a:lnTo>
                    <a:lnTo>
                      <a:pt x="76200" y="109728"/>
                    </a:lnTo>
                    <a:lnTo>
                      <a:pt x="76200" y="117348"/>
                    </a:lnTo>
                    <a:lnTo>
                      <a:pt x="74676" y="122682"/>
                    </a:lnTo>
                    <a:lnTo>
                      <a:pt x="72390" y="13030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0" name="Google Shape;3240;p29"/>
              <p:cNvSpPr/>
              <p:nvPr/>
            </p:nvSpPr>
            <p:spPr>
              <a:xfrm>
                <a:off x="8581895" y="4763161"/>
                <a:ext cx="54616" cy="78414"/>
              </a:xfrm>
              <a:custGeom>
                <a:rect b="b" l="l" r="r" t="t"/>
                <a:pathLst>
                  <a:path extrusionOk="0" h="64135" w="47625">
                    <a:moveTo>
                      <a:pt x="3048" y="0"/>
                    </a:moveTo>
                    <a:lnTo>
                      <a:pt x="2488" y="10298"/>
                    </a:lnTo>
                    <a:lnTo>
                      <a:pt x="2000" y="20669"/>
                    </a:lnTo>
                    <a:lnTo>
                      <a:pt x="1654" y="31182"/>
                    </a:lnTo>
                    <a:lnTo>
                      <a:pt x="1524" y="41910"/>
                    </a:lnTo>
                    <a:lnTo>
                      <a:pt x="1524" y="48006"/>
                    </a:lnTo>
                    <a:lnTo>
                      <a:pt x="0" y="59436"/>
                    </a:lnTo>
                    <a:lnTo>
                      <a:pt x="7620" y="62484"/>
                    </a:lnTo>
                    <a:lnTo>
                      <a:pt x="14918" y="63686"/>
                    </a:lnTo>
                    <a:lnTo>
                      <a:pt x="22574" y="62960"/>
                    </a:lnTo>
                    <a:lnTo>
                      <a:pt x="29801" y="60662"/>
                    </a:lnTo>
                    <a:lnTo>
                      <a:pt x="35814" y="57149"/>
                    </a:lnTo>
                    <a:lnTo>
                      <a:pt x="41910" y="51053"/>
                    </a:lnTo>
                    <a:lnTo>
                      <a:pt x="44196" y="49529"/>
                    </a:lnTo>
                    <a:lnTo>
                      <a:pt x="47244" y="4419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1" name="Google Shape;3241;p29"/>
              <p:cNvSpPr/>
              <p:nvPr/>
            </p:nvSpPr>
            <p:spPr>
              <a:xfrm>
                <a:off x="8588887" y="4738005"/>
                <a:ext cx="58986" cy="64439"/>
              </a:xfrm>
              <a:custGeom>
                <a:rect b="b" l="l" r="r" t="t"/>
                <a:pathLst>
                  <a:path extrusionOk="0" h="52704" w="51434">
                    <a:moveTo>
                      <a:pt x="0" y="48768"/>
                    </a:moveTo>
                    <a:lnTo>
                      <a:pt x="13430" y="51839"/>
                    </a:lnTo>
                    <a:lnTo>
                      <a:pt x="23431" y="52197"/>
                    </a:lnTo>
                    <a:lnTo>
                      <a:pt x="32575" y="48553"/>
                    </a:lnTo>
                    <a:lnTo>
                      <a:pt x="43434" y="39624"/>
                    </a:lnTo>
                    <a:lnTo>
                      <a:pt x="47684" y="34182"/>
                    </a:lnTo>
                    <a:lnTo>
                      <a:pt x="50577" y="27527"/>
                    </a:lnTo>
                    <a:lnTo>
                      <a:pt x="51042" y="20443"/>
                    </a:lnTo>
                    <a:lnTo>
                      <a:pt x="48006" y="13716"/>
                    </a:lnTo>
                    <a:lnTo>
                      <a:pt x="42064" y="7953"/>
                    </a:lnTo>
                    <a:lnTo>
                      <a:pt x="34194" y="4191"/>
                    </a:lnTo>
                    <a:lnTo>
                      <a:pt x="25610" y="2143"/>
                    </a:lnTo>
                    <a:lnTo>
                      <a:pt x="17525" y="1524"/>
                    </a:lnTo>
                    <a:lnTo>
                      <a:pt x="9905" y="762"/>
                    </a:lnTo>
                    <a:lnTo>
                      <a:pt x="8381" y="0"/>
                    </a:lnTo>
                    <a:lnTo>
                      <a:pt x="3809" y="45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2" name="Google Shape;3242;p29"/>
              <p:cNvSpPr/>
              <p:nvPr/>
            </p:nvSpPr>
            <p:spPr>
              <a:xfrm>
                <a:off x="8627336" y="4731368"/>
                <a:ext cx="107776" cy="113351"/>
              </a:xfrm>
              <a:custGeom>
                <a:rect b="b" l="l" r="r" t="t"/>
                <a:pathLst>
                  <a:path extrusionOk="0" h="92710" w="93979">
                    <a:moveTo>
                      <a:pt x="75438" y="8477"/>
                    </a:moveTo>
                    <a:lnTo>
                      <a:pt x="67698" y="3631"/>
                    </a:lnTo>
                    <a:lnTo>
                      <a:pt x="60388" y="0"/>
                    </a:lnTo>
                    <a:lnTo>
                      <a:pt x="53363" y="226"/>
                    </a:lnTo>
                    <a:lnTo>
                      <a:pt x="46482" y="6953"/>
                    </a:lnTo>
                    <a:lnTo>
                      <a:pt x="43231" y="14204"/>
                    </a:lnTo>
                    <a:lnTo>
                      <a:pt x="41624" y="22669"/>
                    </a:lnTo>
                    <a:lnTo>
                      <a:pt x="41874" y="31277"/>
                    </a:lnTo>
                    <a:lnTo>
                      <a:pt x="75438" y="63341"/>
                    </a:lnTo>
                    <a:lnTo>
                      <a:pt x="83058" y="67151"/>
                    </a:lnTo>
                    <a:lnTo>
                      <a:pt x="88392" y="70961"/>
                    </a:lnTo>
                    <a:lnTo>
                      <a:pt x="43934" y="91416"/>
                    </a:lnTo>
                    <a:lnTo>
                      <a:pt x="29337" y="92297"/>
                    </a:lnTo>
                    <a:lnTo>
                      <a:pt x="14739" y="92035"/>
                    </a:lnTo>
                    <a:lnTo>
                      <a:pt x="0" y="9077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43" name="Google Shape;3243;p29"/>
            <p:cNvGrpSpPr/>
            <p:nvPr/>
          </p:nvGrpSpPr>
          <p:grpSpPr>
            <a:xfrm>
              <a:off x="2895600" y="5955496"/>
              <a:ext cx="6358152" cy="1715109"/>
              <a:chOff x="6046470" y="4889682"/>
              <a:chExt cx="3816882" cy="1099256"/>
            </a:xfrm>
          </p:grpSpPr>
          <p:pic>
            <p:nvPicPr>
              <p:cNvPr id="3244" name="Google Shape;3244;p2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368770" y="5011648"/>
                <a:ext cx="478586" cy="30180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245" name="Google Shape;3245;p29"/>
              <p:cNvGrpSpPr/>
              <p:nvPr/>
            </p:nvGrpSpPr>
            <p:grpSpPr>
              <a:xfrm>
                <a:off x="6992874" y="5013959"/>
                <a:ext cx="784415" cy="228219"/>
                <a:chOff x="6992874" y="5013959"/>
                <a:chExt cx="784415" cy="228219"/>
              </a:xfrm>
            </p:grpSpPr>
            <p:sp>
              <p:nvSpPr>
                <p:cNvPr id="3246" name="Google Shape;3246;p29"/>
                <p:cNvSpPr/>
                <p:nvPr/>
              </p:nvSpPr>
              <p:spPr>
                <a:xfrm>
                  <a:off x="6992874" y="5074157"/>
                  <a:ext cx="48260" cy="92710"/>
                </a:xfrm>
                <a:custGeom>
                  <a:rect b="b" l="l" r="r" t="t"/>
                  <a:pathLst>
                    <a:path extrusionOk="0" h="92710" w="48259">
                      <a:moveTo>
                        <a:pt x="0" y="0"/>
                      </a:moveTo>
                      <a:lnTo>
                        <a:pt x="15430" y="39969"/>
                      </a:lnTo>
                      <a:lnTo>
                        <a:pt x="17847" y="64127"/>
                      </a:lnTo>
                      <a:lnTo>
                        <a:pt x="17811" y="73533"/>
                      </a:lnTo>
                      <a:lnTo>
                        <a:pt x="17633" y="82938"/>
                      </a:lnTo>
                      <a:lnTo>
                        <a:pt x="17526" y="92202"/>
                      </a:lnTo>
                      <a:lnTo>
                        <a:pt x="15240" y="87630"/>
                      </a:lnTo>
                      <a:lnTo>
                        <a:pt x="15240" y="80772"/>
                      </a:lnTo>
                      <a:lnTo>
                        <a:pt x="15240" y="74676"/>
                      </a:lnTo>
                      <a:lnTo>
                        <a:pt x="15037" y="63841"/>
                      </a:lnTo>
                      <a:lnTo>
                        <a:pt x="27860" y="26074"/>
                      </a:lnTo>
                      <a:lnTo>
                        <a:pt x="40433" y="18407"/>
                      </a:lnTo>
                      <a:lnTo>
                        <a:pt x="48006" y="1600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7" name="Google Shape;3247;p29"/>
                <p:cNvSpPr/>
                <p:nvPr/>
              </p:nvSpPr>
              <p:spPr>
                <a:xfrm>
                  <a:off x="7072610" y="5084063"/>
                  <a:ext cx="46990" cy="94615"/>
                </a:xfrm>
                <a:custGeom>
                  <a:rect b="b" l="l" r="r" t="t"/>
                  <a:pathLst>
                    <a:path extrusionOk="0" h="94614" w="46990">
                      <a:moveTo>
                        <a:pt x="3321" y="0"/>
                      </a:moveTo>
                      <a:lnTo>
                        <a:pt x="1452" y="11763"/>
                      </a:lnTo>
                      <a:lnTo>
                        <a:pt x="369" y="23240"/>
                      </a:lnTo>
                      <a:lnTo>
                        <a:pt x="0" y="34718"/>
                      </a:lnTo>
                      <a:lnTo>
                        <a:pt x="273" y="46481"/>
                      </a:lnTo>
                      <a:lnTo>
                        <a:pt x="20085" y="90677"/>
                      </a:lnTo>
                      <a:lnTo>
                        <a:pt x="33992" y="94487"/>
                      </a:lnTo>
                      <a:lnTo>
                        <a:pt x="40445" y="92606"/>
                      </a:lnTo>
                      <a:lnTo>
                        <a:pt x="46755" y="89153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8" name="Google Shape;3248;p29"/>
                <p:cNvSpPr/>
                <p:nvPr/>
              </p:nvSpPr>
              <p:spPr>
                <a:xfrm>
                  <a:off x="7073646" y="5054786"/>
                  <a:ext cx="53340" cy="60325"/>
                </a:xfrm>
                <a:custGeom>
                  <a:rect b="b" l="l" r="r" t="t"/>
                  <a:pathLst>
                    <a:path extrusionOk="0" h="60325" w="53340">
                      <a:moveTo>
                        <a:pt x="0" y="46041"/>
                      </a:moveTo>
                      <a:lnTo>
                        <a:pt x="3940" y="55090"/>
                      </a:lnTo>
                      <a:lnTo>
                        <a:pt x="8667" y="59566"/>
                      </a:lnTo>
                      <a:lnTo>
                        <a:pt x="15537" y="59757"/>
                      </a:lnTo>
                      <a:lnTo>
                        <a:pt x="25908" y="55947"/>
                      </a:lnTo>
                      <a:lnTo>
                        <a:pt x="52982" y="24110"/>
                      </a:lnTo>
                      <a:lnTo>
                        <a:pt x="52006" y="17847"/>
                      </a:lnTo>
                      <a:lnTo>
                        <a:pt x="25443" y="0"/>
                      </a:lnTo>
                      <a:lnTo>
                        <a:pt x="19049" y="1083"/>
                      </a:lnTo>
                      <a:lnTo>
                        <a:pt x="19811" y="10227"/>
                      </a:lnTo>
                      <a:lnTo>
                        <a:pt x="21335" y="12513"/>
                      </a:lnTo>
                      <a:lnTo>
                        <a:pt x="25907" y="20133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9" name="Google Shape;3249;p29"/>
                <p:cNvSpPr/>
                <p:nvPr/>
              </p:nvSpPr>
              <p:spPr>
                <a:xfrm>
                  <a:off x="7149536" y="5053583"/>
                  <a:ext cx="56515" cy="188595"/>
                </a:xfrm>
                <a:custGeom>
                  <a:rect b="b" l="l" r="r" t="t"/>
                  <a:pathLst>
                    <a:path extrusionOk="0" h="188595" w="56515">
                      <a:moveTo>
                        <a:pt x="49839" y="70866"/>
                      </a:moveTo>
                      <a:lnTo>
                        <a:pt x="39933" y="22860"/>
                      </a:lnTo>
                      <a:lnTo>
                        <a:pt x="25455" y="0"/>
                      </a:lnTo>
                      <a:lnTo>
                        <a:pt x="18430" y="5083"/>
                      </a:lnTo>
                      <a:lnTo>
                        <a:pt x="4619" y="43017"/>
                      </a:lnTo>
                      <a:lnTo>
                        <a:pt x="0" y="72378"/>
                      </a:lnTo>
                      <a:lnTo>
                        <a:pt x="1833" y="85344"/>
                      </a:lnTo>
                      <a:lnTo>
                        <a:pt x="6667" y="91690"/>
                      </a:lnTo>
                      <a:lnTo>
                        <a:pt x="14216" y="94964"/>
                      </a:lnTo>
                      <a:lnTo>
                        <a:pt x="22621" y="95523"/>
                      </a:lnTo>
                      <a:lnTo>
                        <a:pt x="30027" y="93726"/>
                      </a:lnTo>
                      <a:lnTo>
                        <a:pt x="49077" y="64770"/>
                      </a:lnTo>
                      <a:lnTo>
                        <a:pt x="49077" y="61722"/>
                      </a:lnTo>
                      <a:lnTo>
                        <a:pt x="49327" y="68341"/>
                      </a:lnTo>
                      <a:lnTo>
                        <a:pt x="49934" y="74676"/>
                      </a:lnTo>
                      <a:lnTo>
                        <a:pt x="50684" y="81010"/>
                      </a:lnTo>
                      <a:lnTo>
                        <a:pt x="51363" y="87630"/>
                      </a:lnTo>
                      <a:lnTo>
                        <a:pt x="55221" y="127706"/>
                      </a:lnTo>
                      <a:lnTo>
                        <a:pt x="56316" y="162210"/>
                      </a:lnTo>
                      <a:lnTo>
                        <a:pt x="55292" y="173009"/>
                      </a:lnTo>
                      <a:lnTo>
                        <a:pt x="52125" y="182880"/>
                      </a:lnTo>
                      <a:lnTo>
                        <a:pt x="49077" y="188214"/>
                      </a:lnTo>
                      <a:lnTo>
                        <a:pt x="46791" y="185166"/>
                      </a:lnTo>
                      <a:lnTo>
                        <a:pt x="43743" y="182880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0" name="Google Shape;3250;p29"/>
                <p:cNvSpPr/>
                <p:nvPr/>
              </p:nvSpPr>
              <p:spPr>
                <a:xfrm>
                  <a:off x="7226808" y="5070347"/>
                  <a:ext cx="153670" cy="98425"/>
                </a:xfrm>
                <a:custGeom>
                  <a:rect b="b" l="l" r="r" t="t"/>
                  <a:pathLst>
                    <a:path extrusionOk="0" h="98425" w="153670">
                      <a:moveTo>
                        <a:pt x="0" y="5333"/>
                      </a:moveTo>
                      <a:lnTo>
                        <a:pt x="45958" y="26896"/>
                      </a:lnTo>
                      <a:lnTo>
                        <a:pt x="60960" y="68579"/>
                      </a:lnTo>
                      <a:lnTo>
                        <a:pt x="62484" y="76961"/>
                      </a:lnTo>
                      <a:lnTo>
                        <a:pt x="61722" y="84581"/>
                      </a:lnTo>
                      <a:lnTo>
                        <a:pt x="62484" y="92963"/>
                      </a:lnTo>
                      <a:lnTo>
                        <a:pt x="62638" y="85201"/>
                      </a:lnTo>
                      <a:lnTo>
                        <a:pt x="63150" y="77723"/>
                      </a:lnTo>
                      <a:lnTo>
                        <a:pt x="72485" y="37528"/>
                      </a:lnTo>
                      <a:lnTo>
                        <a:pt x="82296" y="13715"/>
                      </a:lnTo>
                      <a:lnTo>
                        <a:pt x="85344" y="6857"/>
                      </a:lnTo>
                      <a:lnTo>
                        <a:pt x="87630" y="761"/>
                      </a:lnTo>
                      <a:lnTo>
                        <a:pt x="96012" y="0"/>
                      </a:lnTo>
                      <a:lnTo>
                        <a:pt x="103632" y="0"/>
                      </a:lnTo>
                      <a:lnTo>
                        <a:pt x="106680" y="10667"/>
                      </a:lnTo>
                      <a:lnTo>
                        <a:pt x="108966" y="16763"/>
                      </a:lnTo>
                      <a:lnTo>
                        <a:pt x="111811" y="30396"/>
                      </a:lnTo>
                      <a:lnTo>
                        <a:pt x="112871" y="44672"/>
                      </a:lnTo>
                      <a:lnTo>
                        <a:pt x="112930" y="59090"/>
                      </a:lnTo>
                      <a:lnTo>
                        <a:pt x="112776" y="73151"/>
                      </a:lnTo>
                      <a:lnTo>
                        <a:pt x="112311" y="79224"/>
                      </a:lnTo>
                      <a:lnTo>
                        <a:pt x="111918" y="86867"/>
                      </a:lnTo>
                      <a:lnTo>
                        <a:pt x="113097" y="93940"/>
                      </a:lnTo>
                      <a:lnTo>
                        <a:pt x="117348" y="98297"/>
                      </a:lnTo>
                      <a:lnTo>
                        <a:pt x="125396" y="98286"/>
                      </a:lnTo>
                      <a:lnTo>
                        <a:pt x="133159" y="94773"/>
                      </a:lnTo>
                      <a:lnTo>
                        <a:pt x="140065" y="89404"/>
                      </a:lnTo>
                      <a:lnTo>
                        <a:pt x="145542" y="83819"/>
                      </a:lnTo>
                      <a:lnTo>
                        <a:pt x="147828" y="80771"/>
                      </a:lnTo>
                      <a:lnTo>
                        <a:pt x="150876" y="76961"/>
                      </a:lnTo>
                      <a:lnTo>
                        <a:pt x="153162" y="73913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1" name="Google Shape;3251;p29"/>
                <p:cNvSpPr/>
                <p:nvPr/>
              </p:nvSpPr>
              <p:spPr>
                <a:xfrm>
                  <a:off x="7322058" y="5065335"/>
                  <a:ext cx="51435" cy="36195"/>
                </a:xfrm>
                <a:custGeom>
                  <a:rect b="b" l="l" r="r" t="t"/>
                  <a:pathLst>
                    <a:path extrusionOk="0" h="36195" w="51434">
                      <a:moveTo>
                        <a:pt x="5333" y="27110"/>
                      </a:moveTo>
                      <a:lnTo>
                        <a:pt x="15109" y="33432"/>
                      </a:lnTo>
                      <a:lnTo>
                        <a:pt x="22955" y="35968"/>
                      </a:lnTo>
                      <a:lnTo>
                        <a:pt x="30944" y="34075"/>
                      </a:lnTo>
                      <a:lnTo>
                        <a:pt x="41147" y="27110"/>
                      </a:lnTo>
                      <a:lnTo>
                        <a:pt x="45148" y="23467"/>
                      </a:lnTo>
                      <a:lnTo>
                        <a:pt x="49148" y="17966"/>
                      </a:lnTo>
                      <a:lnTo>
                        <a:pt x="51434" y="11894"/>
                      </a:lnTo>
                      <a:lnTo>
                        <a:pt x="50291" y="6536"/>
                      </a:lnTo>
                      <a:lnTo>
                        <a:pt x="44374" y="2262"/>
                      </a:lnTo>
                      <a:lnTo>
                        <a:pt x="36671" y="345"/>
                      </a:lnTo>
                      <a:lnTo>
                        <a:pt x="28539" y="0"/>
                      </a:lnTo>
                      <a:lnTo>
                        <a:pt x="21335" y="440"/>
                      </a:lnTo>
                      <a:lnTo>
                        <a:pt x="10667" y="440"/>
                      </a:lnTo>
                      <a:lnTo>
                        <a:pt x="5333" y="3488"/>
                      </a:lnTo>
                      <a:lnTo>
                        <a:pt x="0" y="11870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2" name="Google Shape;3252;p29"/>
                <p:cNvSpPr/>
                <p:nvPr/>
              </p:nvSpPr>
              <p:spPr>
                <a:xfrm>
                  <a:off x="7409688" y="5039570"/>
                  <a:ext cx="59690" cy="123189"/>
                </a:xfrm>
                <a:custGeom>
                  <a:rect b="b" l="l" r="r" t="t"/>
                  <a:pathLst>
                    <a:path extrusionOk="0" h="123189" w="59690">
                      <a:moveTo>
                        <a:pt x="57911" y="15537"/>
                      </a:moveTo>
                      <a:lnTo>
                        <a:pt x="50744" y="9215"/>
                      </a:lnTo>
                      <a:lnTo>
                        <a:pt x="42862" y="3250"/>
                      </a:lnTo>
                      <a:lnTo>
                        <a:pt x="34123" y="0"/>
                      </a:lnTo>
                      <a:lnTo>
                        <a:pt x="24383" y="1821"/>
                      </a:lnTo>
                      <a:lnTo>
                        <a:pt x="2285" y="35349"/>
                      </a:lnTo>
                      <a:lnTo>
                        <a:pt x="1107" y="47255"/>
                      </a:lnTo>
                      <a:lnTo>
                        <a:pt x="3143" y="58019"/>
                      </a:lnTo>
                      <a:lnTo>
                        <a:pt x="33813" y="89070"/>
                      </a:lnTo>
                      <a:lnTo>
                        <a:pt x="43541" y="93761"/>
                      </a:lnTo>
                      <a:lnTo>
                        <a:pt x="53339" y="98595"/>
                      </a:lnTo>
                      <a:lnTo>
                        <a:pt x="57911" y="100119"/>
                      </a:lnTo>
                      <a:lnTo>
                        <a:pt x="59435" y="100881"/>
                      </a:lnTo>
                      <a:lnTo>
                        <a:pt x="59435" y="103929"/>
                      </a:lnTo>
                      <a:lnTo>
                        <a:pt x="54613" y="109061"/>
                      </a:lnTo>
                      <a:lnTo>
                        <a:pt x="47720" y="112406"/>
                      </a:lnTo>
                      <a:lnTo>
                        <a:pt x="39826" y="114752"/>
                      </a:lnTo>
                      <a:lnTo>
                        <a:pt x="32003" y="116883"/>
                      </a:lnTo>
                      <a:lnTo>
                        <a:pt x="24110" y="119443"/>
                      </a:lnTo>
                      <a:lnTo>
                        <a:pt x="16287" y="121360"/>
                      </a:lnTo>
                      <a:lnTo>
                        <a:pt x="8322" y="122562"/>
                      </a:lnTo>
                      <a:lnTo>
                        <a:pt x="0" y="122979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3" name="Google Shape;3253;p29"/>
                <p:cNvSpPr/>
                <p:nvPr/>
              </p:nvSpPr>
              <p:spPr>
                <a:xfrm>
                  <a:off x="7495508" y="5041177"/>
                  <a:ext cx="55244" cy="114935"/>
                </a:xfrm>
                <a:custGeom>
                  <a:rect b="b" l="l" r="r" t="t"/>
                  <a:pathLst>
                    <a:path extrusionOk="0" h="114935" w="55245">
                      <a:moveTo>
                        <a:pt x="47529" y="2500"/>
                      </a:moveTo>
                      <a:lnTo>
                        <a:pt x="34266" y="0"/>
                      </a:lnTo>
                      <a:lnTo>
                        <a:pt x="24860" y="1928"/>
                      </a:lnTo>
                      <a:lnTo>
                        <a:pt x="16883" y="8715"/>
                      </a:lnTo>
                      <a:lnTo>
                        <a:pt x="7905" y="20788"/>
                      </a:lnTo>
                      <a:lnTo>
                        <a:pt x="2917" y="29753"/>
                      </a:lnTo>
                      <a:lnTo>
                        <a:pt x="0" y="39933"/>
                      </a:lnTo>
                      <a:lnTo>
                        <a:pt x="83" y="50256"/>
                      </a:lnTo>
                      <a:lnTo>
                        <a:pt x="4095" y="59650"/>
                      </a:lnTo>
                      <a:lnTo>
                        <a:pt x="11501" y="66055"/>
                      </a:lnTo>
                      <a:lnTo>
                        <a:pt x="20478" y="70889"/>
                      </a:lnTo>
                      <a:lnTo>
                        <a:pt x="30027" y="74866"/>
                      </a:lnTo>
                      <a:lnTo>
                        <a:pt x="39147" y="78700"/>
                      </a:lnTo>
                      <a:lnTo>
                        <a:pt x="42195" y="80224"/>
                      </a:lnTo>
                      <a:lnTo>
                        <a:pt x="55149" y="84796"/>
                      </a:lnTo>
                      <a:lnTo>
                        <a:pt x="51339" y="91654"/>
                      </a:lnTo>
                      <a:lnTo>
                        <a:pt x="15525" y="112228"/>
                      </a:lnTo>
                      <a:lnTo>
                        <a:pt x="9429" y="114514"/>
                      </a:lnTo>
                      <a:lnTo>
                        <a:pt x="7143" y="10689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4" name="Google Shape;3254;p29"/>
                <p:cNvSpPr/>
                <p:nvPr/>
              </p:nvSpPr>
              <p:spPr>
                <a:xfrm>
                  <a:off x="7587996" y="5062727"/>
                  <a:ext cx="6350" cy="74930"/>
                </a:xfrm>
                <a:custGeom>
                  <a:rect b="b" l="l" r="r" t="t"/>
                  <a:pathLst>
                    <a:path extrusionOk="0" h="74929" w="6350">
                      <a:moveTo>
                        <a:pt x="0" y="0"/>
                      </a:moveTo>
                      <a:lnTo>
                        <a:pt x="5250" y="42969"/>
                      </a:lnTo>
                      <a:lnTo>
                        <a:pt x="5334" y="62484"/>
                      </a:lnTo>
                      <a:lnTo>
                        <a:pt x="6096" y="72390"/>
                      </a:lnTo>
                      <a:lnTo>
                        <a:pt x="6096" y="74676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5" name="Google Shape;3255;p29"/>
                <p:cNvSpPr/>
                <p:nvPr/>
              </p:nvSpPr>
              <p:spPr>
                <a:xfrm>
                  <a:off x="7587234" y="5013959"/>
                  <a:ext cx="22860" cy="22860"/>
                </a:xfrm>
                <a:custGeom>
                  <a:rect b="b" l="l" r="r" t="t"/>
                  <a:pathLst>
                    <a:path extrusionOk="0" h="22860" w="22859">
                      <a:moveTo>
                        <a:pt x="0" y="5334"/>
                      </a:moveTo>
                      <a:lnTo>
                        <a:pt x="0" y="17526"/>
                      </a:lnTo>
                      <a:lnTo>
                        <a:pt x="5333" y="22860"/>
                      </a:lnTo>
                      <a:lnTo>
                        <a:pt x="17525" y="22860"/>
                      </a:lnTo>
                      <a:lnTo>
                        <a:pt x="22859" y="17526"/>
                      </a:lnTo>
                      <a:lnTo>
                        <a:pt x="22859" y="11430"/>
                      </a:lnTo>
                      <a:lnTo>
                        <a:pt x="22859" y="5334"/>
                      </a:lnTo>
                      <a:lnTo>
                        <a:pt x="17525" y="0"/>
                      </a:lnTo>
                      <a:lnTo>
                        <a:pt x="5333" y="0"/>
                      </a:lnTo>
                      <a:lnTo>
                        <a:pt x="0" y="5334"/>
                      </a:lnTo>
                      <a:close/>
                    </a:path>
                  </a:pathLst>
                </a:custGeom>
                <a:solidFill>
                  <a:srgbClr val="008000"/>
                </a:solidFill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6" name="Google Shape;3256;p29"/>
                <p:cNvSpPr/>
                <p:nvPr/>
              </p:nvSpPr>
              <p:spPr>
                <a:xfrm>
                  <a:off x="7639812" y="5073395"/>
                  <a:ext cx="27940" cy="60960"/>
                </a:xfrm>
                <a:custGeom>
                  <a:rect b="b" l="l" r="r" t="t"/>
                  <a:pathLst>
                    <a:path extrusionOk="0" h="60960" w="27940">
                      <a:moveTo>
                        <a:pt x="2285" y="6095"/>
                      </a:moveTo>
                      <a:lnTo>
                        <a:pt x="1607" y="16382"/>
                      </a:lnTo>
                      <a:lnTo>
                        <a:pt x="857" y="26669"/>
                      </a:lnTo>
                      <a:lnTo>
                        <a:pt x="250" y="36956"/>
                      </a:lnTo>
                      <a:lnTo>
                        <a:pt x="0" y="47243"/>
                      </a:lnTo>
                      <a:lnTo>
                        <a:pt x="0" y="54863"/>
                      </a:lnTo>
                      <a:lnTo>
                        <a:pt x="1523" y="59435"/>
                      </a:lnTo>
                      <a:lnTo>
                        <a:pt x="9143" y="60197"/>
                      </a:lnTo>
                      <a:lnTo>
                        <a:pt x="18287" y="60959"/>
                      </a:lnTo>
                      <a:lnTo>
                        <a:pt x="22859" y="52577"/>
                      </a:lnTo>
                      <a:lnTo>
                        <a:pt x="25145" y="44957"/>
                      </a:lnTo>
                      <a:lnTo>
                        <a:pt x="26967" y="38290"/>
                      </a:lnTo>
                      <a:lnTo>
                        <a:pt x="27717" y="30479"/>
                      </a:lnTo>
                      <a:lnTo>
                        <a:pt x="27181" y="22669"/>
                      </a:lnTo>
                      <a:lnTo>
                        <a:pt x="25145" y="16001"/>
                      </a:lnTo>
                      <a:lnTo>
                        <a:pt x="21335" y="9905"/>
                      </a:lnTo>
                      <a:lnTo>
                        <a:pt x="12953" y="5333"/>
                      </a:lnTo>
                      <a:lnTo>
                        <a:pt x="8381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7" name="Google Shape;3257;p29"/>
                <p:cNvSpPr/>
                <p:nvPr/>
              </p:nvSpPr>
              <p:spPr>
                <a:xfrm>
                  <a:off x="7696009" y="5049202"/>
                  <a:ext cx="81280" cy="84455"/>
                </a:xfrm>
                <a:custGeom>
                  <a:rect b="b" l="l" r="r" t="t"/>
                  <a:pathLst>
                    <a:path extrusionOk="0" h="84454" w="81279">
                      <a:moveTo>
                        <a:pt x="7048" y="21145"/>
                      </a:moveTo>
                      <a:lnTo>
                        <a:pt x="7131" y="30968"/>
                      </a:lnTo>
                      <a:lnTo>
                        <a:pt x="7143" y="40862"/>
                      </a:lnTo>
                      <a:lnTo>
                        <a:pt x="6727" y="50613"/>
                      </a:lnTo>
                      <a:lnTo>
                        <a:pt x="5524" y="60007"/>
                      </a:lnTo>
                      <a:lnTo>
                        <a:pt x="4000" y="67627"/>
                      </a:lnTo>
                      <a:lnTo>
                        <a:pt x="3238" y="76009"/>
                      </a:lnTo>
                      <a:lnTo>
                        <a:pt x="952" y="82867"/>
                      </a:lnTo>
                      <a:lnTo>
                        <a:pt x="190" y="83629"/>
                      </a:lnTo>
                      <a:lnTo>
                        <a:pt x="190" y="84391"/>
                      </a:lnTo>
                      <a:lnTo>
                        <a:pt x="23" y="74116"/>
                      </a:lnTo>
                      <a:lnTo>
                        <a:pt x="0" y="63912"/>
                      </a:lnTo>
                      <a:lnTo>
                        <a:pt x="14382" y="20669"/>
                      </a:lnTo>
                      <a:lnTo>
                        <a:pt x="48577" y="0"/>
                      </a:lnTo>
                      <a:lnTo>
                        <a:pt x="56959" y="190"/>
                      </a:lnTo>
                      <a:lnTo>
                        <a:pt x="80962" y="27241"/>
                      </a:lnTo>
                      <a:lnTo>
                        <a:pt x="80510" y="38611"/>
                      </a:lnTo>
                      <a:lnTo>
                        <a:pt x="77342" y="49625"/>
                      </a:lnTo>
                      <a:lnTo>
                        <a:pt x="72175" y="59924"/>
                      </a:lnTo>
                      <a:lnTo>
                        <a:pt x="65722" y="69151"/>
                      </a:lnTo>
                      <a:lnTo>
                        <a:pt x="59626" y="74485"/>
                      </a:lnTo>
                      <a:lnTo>
                        <a:pt x="58864" y="76009"/>
                      </a:lnTo>
                      <a:lnTo>
                        <a:pt x="53530" y="7677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58" name="Google Shape;3258;p29"/>
              <p:cNvGrpSpPr/>
              <p:nvPr/>
            </p:nvGrpSpPr>
            <p:grpSpPr>
              <a:xfrm>
                <a:off x="8930639" y="4889682"/>
                <a:ext cx="616458" cy="162560"/>
                <a:chOff x="8930639" y="4889682"/>
                <a:chExt cx="616458" cy="162560"/>
              </a:xfrm>
            </p:grpSpPr>
            <p:sp>
              <p:nvSpPr>
                <p:cNvPr id="3259" name="Google Shape;3259;p29"/>
                <p:cNvSpPr/>
                <p:nvPr/>
              </p:nvSpPr>
              <p:spPr>
                <a:xfrm>
                  <a:off x="8948094" y="4889682"/>
                  <a:ext cx="43815" cy="162560"/>
                </a:xfrm>
                <a:custGeom>
                  <a:rect b="b" l="l" r="r" t="t"/>
                  <a:pathLst>
                    <a:path extrusionOk="0" h="162560" w="43815">
                      <a:moveTo>
                        <a:pt x="18359" y="162377"/>
                      </a:moveTo>
                      <a:lnTo>
                        <a:pt x="10751" y="120907"/>
                      </a:lnTo>
                      <a:lnTo>
                        <a:pt x="4548" y="73509"/>
                      </a:lnTo>
                      <a:lnTo>
                        <a:pt x="2357" y="39695"/>
                      </a:lnTo>
                      <a:lnTo>
                        <a:pt x="1285" y="32146"/>
                      </a:lnTo>
                      <a:lnTo>
                        <a:pt x="71" y="21026"/>
                      </a:lnTo>
                      <a:lnTo>
                        <a:pt x="0" y="9906"/>
                      </a:lnTo>
                      <a:lnTo>
                        <a:pt x="2357" y="2357"/>
                      </a:lnTo>
                      <a:lnTo>
                        <a:pt x="8084" y="0"/>
                      </a:lnTo>
                      <a:lnTo>
                        <a:pt x="15025" y="1785"/>
                      </a:lnTo>
                      <a:lnTo>
                        <a:pt x="39695" y="25181"/>
                      </a:lnTo>
                      <a:lnTo>
                        <a:pt x="43505" y="31313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0" name="Google Shape;3260;p29"/>
                <p:cNvSpPr/>
                <p:nvPr/>
              </p:nvSpPr>
              <p:spPr>
                <a:xfrm>
                  <a:off x="8930639" y="4952999"/>
                  <a:ext cx="124460" cy="88900"/>
                </a:xfrm>
                <a:custGeom>
                  <a:rect b="b" l="l" r="r" t="t"/>
                  <a:pathLst>
                    <a:path extrusionOk="0" h="88900" w="124459">
                      <a:moveTo>
                        <a:pt x="0" y="29717"/>
                      </a:moveTo>
                      <a:lnTo>
                        <a:pt x="41576" y="9894"/>
                      </a:lnTo>
                      <a:lnTo>
                        <a:pt x="84582" y="0"/>
                      </a:lnTo>
                      <a:lnTo>
                        <a:pt x="85344" y="761"/>
                      </a:lnTo>
                      <a:lnTo>
                        <a:pt x="77771" y="35980"/>
                      </a:lnTo>
                      <a:lnTo>
                        <a:pt x="75628" y="45910"/>
                      </a:lnTo>
                      <a:lnTo>
                        <a:pt x="74342" y="56126"/>
                      </a:lnTo>
                      <a:lnTo>
                        <a:pt x="73914" y="67055"/>
                      </a:lnTo>
                      <a:lnTo>
                        <a:pt x="73914" y="76961"/>
                      </a:lnTo>
                      <a:lnTo>
                        <a:pt x="72390" y="85343"/>
                      </a:lnTo>
                      <a:lnTo>
                        <a:pt x="83820" y="88391"/>
                      </a:lnTo>
                      <a:lnTo>
                        <a:pt x="93559" y="88368"/>
                      </a:lnTo>
                      <a:lnTo>
                        <a:pt x="102298" y="85343"/>
                      </a:lnTo>
                      <a:lnTo>
                        <a:pt x="110180" y="80033"/>
                      </a:lnTo>
                      <a:lnTo>
                        <a:pt x="117348" y="73151"/>
                      </a:lnTo>
                      <a:lnTo>
                        <a:pt x="119634" y="70103"/>
                      </a:lnTo>
                      <a:lnTo>
                        <a:pt x="121920" y="67055"/>
                      </a:lnTo>
                      <a:lnTo>
                        <a:pt x="124205" y="64007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1" name="Google Shape;3261;p29"/>
                <p:cNvSpPr/>
                <p:nvPr/>
              </p:nvSpPr>
              <p:spPr>
                <a:xfrm>
                  <a:off x="9005506" y="4951475"/>
                  <a:ext cx="53975" cy="29845"/>
                </a:xfrm>
                <a:custGeom>
                  <a:rect b="b" l="l" r="r" t="t"/>
                  <a:pathLst>
                    <a:path extrusionOk="0" h="29845" w="53975">
                      <a:moveTo>
                        <a:pt x="5905" y="5333"/>
                      </a:moveTo>
                      <a:lnTo>
                        <a:pt x="1524" y="14811"/>
                      </a:lnTo>
                      <a:lnTo>
                        <a:pt x="0" y="21716"/>
                      </a:lnTo>
                      <a:lnTo>
                        <a:pt x="3333" y="26336"/>
                      </a:lnTo>
                      <a:lnTo>
                        <a:pt x="13525" y="28955"/>
                      </a:lnTo>
                      <a:lnTo>
                        <a:pt x="22193" y="29729"/>
                      </a:lnTo>
                      <a:lnTo>
                        <a:pt x="30861" y="29432"/>
                      </a:lnTo>
                      <a:lnTo>
                        <a:pt x="39243" y="27562"/>
                      </a:lnTo>
                      <a:lnTo>
                        <a:pt x="47053" y="23621"/>
                      </a:lnTo>
                      <a:lnTo>
                        <a:pt x="53911" y="19811"/>
                      </a:lnTo>
                      <a:lnTo>
                        <a:pt x="53911" y="12191"/>
                      </a:lnTo>
                      <a:lnTo>
                        <a:pt x="15811" y="761"/>
                      </a:lnTo>
                      <a:lnTo>
                        <a:pt x="5143" y="0"/>
                      </a:lnTo>
                      <a:lnTo>
                        <a:pt x="5905" y="6857"/>
                      </a:lnTo>
                      <a:lnTo>
                        <a:pt x="5905" y="1600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2" name="Google Shape;3262;p29"/>
                <p:cNvSpPr/>
                <p:nvPr/>
              </p:nvSpPr>
              <p:spPr>
                <a:xfrm>
                  <a:off x="9084849" y="4940153"/>
                  <a:ext cx="92075" cy="109220"/>
                </a:xfrm>
                <a:custGeom>
                  <a:rect b="b" l="l" r="r" t="t"/>
                  <a:pathLst>
                    <a:path extrusionOk="0" h="109220" w="92075">
                      <a:moveTo>
                        <a:pt x="59150" y="53232"/>
                      </a:moveTo>
                      <a:lnTo>
                        <a:pt x="43148" y="6750"/>
                      </a:lnTo>
                      <a:lnTo>
                        <a:pt x="27717" y="0"/>
                      </a:lnTo>
                      <a:lnTo>
                        <a:pt x="22574" y="2178"/>
                      </a:lnTo>
                      <a:lnTo>
                        <a:pt x="2762" y="43326"/>
                      </a:lnTo>
                      <a:lnTo>
                        <a:pt x="0" y="67520"/>
                      </a:lnTo>
                      <a:lnTo>
                        <a:pt x="1154" y="80188"/>
                      </a:lnTo>
                      <a:lnTo>
                        <a:pt x="5810" y="90570"/>
                      </a:lnTo>
                      <a:lnTo>
                        <a:pt x="13299" y="95845"/>
                      </a:lnTo>
                      <a:lnTo>
                        <a:pt x="22288" y="97333"/>
                      </a:lnTo>
                      <a:lnTo>
                        <a:pt x="31420" y="95821"/>
                      </a:lnTo>
                      <a:lnTo>
                        <a:pt x="58626" y="58876"/>
                      </a:lnTo>
                      <a:lnTo>
                        <a:pt x="60674" y="46374"/>
                      </a:lnTo>
                      <a:lnTo>
                        <a:pt x="60674" y="42564"/>
                      </a:lnTo>
                      <a:lnTo>
                        <a:pt x="60674" y="38754"/>
                      </a:lnTo>
                      <a:lnTo>
                        <a:pt x="60674" y="34944"/>
                      </a:lnTo>
                      <a:lnTo>
                        <a:pt x="60698" y="42826"/>
                      </a:lnTo>
                      <a:lnTo>
                        <a:pt x="60864" y="50565"/>
                      </a:lnTo>
                      <a:lnTo>
                        <a:pt x="71735" y="94690"/>
                      </a:lnTo>
                      <a:lnTo>
                        <a:pt x="84296" y="107334"/>
                      </a:lnTo>
                      <a:lnTo>
                        <a:pt x="85820" y="108858"/>
                      </a:lnTo>
                      <a:lnTo>
                        <a:pt x="91916" y="10733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3" name="Google Shape;3263;p29"/>
                <p:cNvSpPr/>
                <p:nvPr/>
              </p:nvSpPr>
              <p:spPr>
                <a:xfrm>
                  <a:off x="9181790" y="4900421"/>
                  <a:ext cx="32384" cy="133350"/>
                </a:xfrm>
                <a:custGeom>
                  <a:rect b="b" l="l" r="r" t="t"/>
                  <a:pathLst>
                    <a:path extrusionOk="0" h="133350" w="32384">
                      <a:moveTo>
                        <a:pt x="7929" y="0"/>
                      </a:moveTo>
                      <a:lnTo>
                        <a:pt x="3857" y="15787"/>
                      </a:lnTo>
                      <a:lnTo>
                        <a:pt x="1071" y="31432"/>
                      </a:lnTo>
                      <a:lnTo>
                        <a:pt x="0" y="47363"/>
                      </a:lnTo>
                      <a:lnTo>
                        <a:pt x="1071" y="64007"/>
                      </a:lnTo>
                      <a:lnTo>
                        <a:pt x="16502" y="115978"/>
                      </a:lnTo>
                      <a:lnTo>
                        <a:pt x="30027" y="131825"/>
                      </a:lnTo>
                      <a:lnTo>
                        <a:pt x="32313" y="133349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4" name="Google Shape;3264;p29"/>
                <p:cNvSpPr/>
                <p:nvPr/>
              </p:nvSpPr>
              <p:spPr>
                <a:xfrm>
                  <a:off x="9196387" y="4953761"/>
                  <a:ext cx="152400" cy="78740"/>
                </a:xfrm>
                <a:custGeom>
                  <a:rect b="b" l="l" r="r" t="t"/>
                  <a:pathLst>
                    <a:path extrusionOk="0" h="78739" w="152400">
                      <a:moveTo>
                        <a:pt x="1714" y="32766"/>
                      </a:moveTo>
                      <a:lnTo>
                        <a:pt x="0" y="23229"/>
                      </a:lnTo>
                      <a:lnTo>
                        <a:pt x="1142" y="18192"/>
                      </a:lnTo>
                      <a:lnTo>
                        <a:pt x="6000" y="15299"/>
                      </a:lnTo>
                      <a:lnTo>
                        <a:pt x="46184" y="3833"/>
                      </a:lnTo>
                      <a:lnTo>
                        <a:pt x="56578" y="2286"/>
                      </a:lnTo>
                      <a:lnTo>
                        <a:pt x="57340" y="2286"/>
                      </a:lnTo>
                      <a:lnTo>
                        <a:pt x="58102" y="2286"/>
                      </a:lnTo>
                      <a:lnTo>
                        <a:pt x="58864" y="2286"/>
                      </a:lnTo>
                      <a:lnTo>
                        <a:pt x="58340" y="11525"/>
                      </a:lnTo>
                      <a:lnTo>
                        <a:pt x="56959" y="20193"/>
                      </a:lnTo>
                      <a:lnTo>
                        <a:pt x="55006" y="28860"/>
                      </a:lnTo>
                      <a:lnTo>
                        <a:pt x="52768" y="38100"/>
                      </a:lnTo>
                      <a:lnTo>
                        <a:pt x="50553" y="46053"/>
                      </a:lnTo>
                      <a:lnTo>
                        <a:pt x="48196" y="56007"/>
                      </a:lnTo>
                      <a:lnTo>
                        <a:pt x="46982" y="65960"/>
                      </a:lnTo>
                      <a:lnTo>
                        <a:pt x="48196" y="73914"/>
                      </a:lnTo>
                      <a:lnTo>
                        <a:pt x="53780" y="78200"/>
                      </a:lnTo>
                      <a:lnTo>
                        <a:pt x="62007" y="78486"/>
                      </a:lnTo>
                      <a:lnTo>
                        <a:pt x="70377" y="76485"/>
                      </a:lnTo>
                      <a:lnTo>
                        <a:pt x="102107" y="48732"/>
                      </a:lnTo>
                      <a:lnTo>
                        <a:pt x="110489" y="21621"/>
                      </a:lnTo>
                      <a:lnTo>
                        <a:pt x="110418" y="13132"/>
                      </a:lnTo>
                      <a:lnTo>
                        <a:pt x="109918" y="4572"/>
                      </a:lnTo>
                      <a:lnTo>
                        <a:pt x="109918" y="2286"/>
                      </a:lnTo>
                      <a:lnTo>
                        <a:pt x="110680" y="1524"/>
                      </a:lnTo>
                      <a:lnTo>
                        <a:pt x="109156" y="0"/>
                      </a:lnTo>
                      <a:lnTo>
                        <a:pt x="108394" y="3048"/>
                      </a:lnTo>
                      <a:lnTo>
                        <a:pt x="106870" y="9906"/>
                      </a:lnTo>
                      <a:lnTo>
                        <a:pt x="107632" y="13716"/>
                      </a:lnTo>
                      <a:lnTo>
                        <a:pt x="132861" y="46339"/>
                      </a:lnTo>
                      <a:lnTo>
                        <a:pt x="145220" y="49958"/>
                      </a:lnTo>
                      <a:lnTo>
                        <a:pt x="151828" y="5105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5" name="Google Shape;3265;p29"/>
                <p:cNvSpPr/>
                <p:nvPr/>
              </p:nvSpPr>
              <p:spPr>
                <a:xfrm>
                  <a:off x="9351263" y="4929211"/>
                  <a:ext cx="172720" cy="83185"/>
                </a:xfrm>
                <a:custGeom>
                  <a:rect b="b" l="l" r="r" t="t"/>
                  <a:pathLst>
                    <a:path extrusionOk="0" h="83185" w="172720">
                      <a:moveTo>
                        <a:pt x="12192" y="45124"/>
                      </a:moveTo>
                      <a:lnTo>
                        <a:pt x="8143" y="37671"/>
                      </a:lnTo>
                      <a:lnTo>
                        <a:pt x="4381" y="30075"/>
                      </a:lnTo>
                      <a:lnTo>
                        <a:pt x="1476" y="22193"/>
                      </a:lnTo>
                      <a:lnTo>
                        <a:pt x="0" y="13882"/>
                      </a:lnTo>
                      <a:lnTo>
                        <a:pt x="0" y="13120"/>
                      </a:lnTo>
                      <a:lnTo>
                        <a:pt x="0" y="12358"/>
                      </a:lnTo>
                      <a:lnTo>
                        <a:pt x="0" y="11596"/>
                      </a:lnTo>
                      <a:lnTo>
                        <a:pt x="8382" y="10072"/>
                      </a:lnTo>
                      <a:lnTo>
                        <a:pt x="16764" y="9310"/>
                      </a:lnTo>
                      <a:lnTo>
                        <a:pt x="24384" y="13120"/>
                      </a:lnTo>
                      <a:lnTo>
                        <a:pt x="53780" y="43422"/>
                      </a:lnTo>
                      <a:lnTo>
                        <a:pt x="56090" y="59352"/>
                      </a:lnTo>
                      <a:lnTo>
                        <a:pt x="54102" y="66460"/>
                      </a:lnTo>
                      <a:lnTo>
                        <a:pt x="51816" y="71794"/>
                      </a:lnTo>
                      <a:lnTo>
                        <a:pt x="48768" y="71794"/>
                      </a:lnTo>
                      <a:lnTo>
                        <a:pt x="43434" y="72556"/>
                      </a:lnTo>
                      <a:lnTo>
                        <a:pt x="40600" y="66222"/>
                      </a:lnTo>
                      <a:lnTo>
                        <a:pt x="39052" y="59031"/>
                      </a:lnTo>
                      <a:lnTo>
                        <a:pt x="38933" y="51554"/>
                      </a:lnTo>
                      <a:lnTo>
                        <a:pt x="40386" y="44362"/>
                      </a:lnTo>
                      <a:lnTo>
                        <a:pt x="69342" y="10072"/>
                      </a:lnTo>
                      <a:lnTo>
                        <a:pt x="97309" y="0"/>
                      </a:lnTo>
                      <a:lnTo>
                        <a:pt x="107442" y="166"/>
                      </a:lnTo>
                      <a:lnTo>
                        <a:pt x="117348" y="1690"/>
                      </a:lnTo>
                      <a:lnTo>
                        <a:pt x="115824" y="12358"/>
                      </a:lnTo>
                      <a:lnTo>
                        <a:pt x="115824" y="19978"/>
                      </a:lnTo>
                      <a:lnTo>
                        <a:pt x="114800" y="30229"/>
                      </a:lnTo>
                      <a:lnTo>
                        <a:pt x="112204" y="39695"/>
                      </a:lnTo>
                      <a:lnTo>
                        <a:pt x="108751" y="49018"/>
                      </a:lnTo>
                      <a:lnTo>
                        <a:pt x="105156" y="58840"/>
                      </a:lnTo>
                      <a:lnTo>
                        <a:pt x="103441" y="63698"/>
                      </a:lnTo>
                      <a:lnTo>
                        <a:pt x="101727" y="70842"/>
                      </a:lnTo>
                      <a:lnTo>
                        <a:pt x="101727" y="77700"/>
                      </a:lnTo>
                      <a:lnTo>
                        <a:pt x="105156" y="81700"/>
                      </a:lnTo>
                      <a:lnTo>
                        <a:pt x="114550" y="82569"/>
                      </a:lnTo>
                      <a:lnTo>
                        <a:pt x="124872" y="81224"/>
                      </a:lnTo>
                      <a:lnTo>
                        <a:pt x="165663" y="62317"/>
                      </a:lnTo>
                      <a:lnTo>
                        <a:pt x="172212" y="5655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6" name="Google Shape;3266;p29"/>
                <p:cNvSpPr/>
                <p:nvPr/>
              </p:nvSpPr>
              <p:spPr>
                <a:xfrm>
                  <a:off x="9467087" y="4912304"/>
                  <a:ext cx="80010" cy="45085"/>
                </a:xfrm>
                <a:custGeom>
                  <a:rect b="b" l="l" r="r" t="t"/>
                  <a:pathLst>
                    <a:path extrusionOk="0" h="45085" w="80009">
                      <a:moveTo>
                        <a:pt x="6857" y="37647"/>
                      </a:moveTo>
                      <a:lnTo>
                        <a:pt x="18395" y="42517"/>
                      </a:lnTo>
                      <a:lnTo>
                        <a:pt x="28860" y="44600"/>
                      </a:lnTo>
                      <a:lnTo>
                        <a:pt x="39754" y="43969"/>
                      </a:lnTo>
                      <a:lnTo>
                        <a:pt x="76259" y="29015"/>
                      </a:lnTo>
                      <a:lnTo>
                        <a:pt x="80009" y="20883"/>
                      </a:lnTo>
                      <a:lnTo>
                        <a:pt x="78224" y="12977"/>
                      </a:lnTo>
                      <a:lnTo>
                        <a:pt x="71437" y="7358"/>
                      </a:lnTo>
                      <a:lnTo>
                        <a:pt x="62650" y="3738"/>
                      </a:lnTo>
                      <a:lnTo>
                        <a:pt x="54863" y="1833"/>
                      </a:lnTo>
                      <a:lnTo>
                        <a:pt x="42802" y="0"/>
                      </a:lnTo>
                      <a:lnTo>
                        <a:pt x="31527" y="309"/>
                      </a:lnTo>
                      <a:lnTo>
                        <a:pt x="20681" y="2905"/>
                      </a:lnTo>
                      <a:lnTo>
                        <a:pt x="9905" y="7929"/>
                      </a:lnTo>
                      <a:lnTo>
                        <a:pt x="3809" y="11739"/>
                      </a:lnTo>
                      <a:lnTo>
                        <a:pt x="2285" y="12501"/>
                      </a:lnTo>
                      <a:lnTo>
                        <a:pt x="0" y="15549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7" name="Google Shape;3267;p29"/>
              <p:cNvGrpSpPr/>
              <p:nvPr/>
            </p:nvGrpSpPr>
            <p:grpSpPr>
              <a:xfrm>
                <a:off x="6716267" y="5408675"/>
                <a:ext cx="538988" cy="214122"/>
                <a:chOff x="6716267" y="5408675"/>
                <a:chExt cx="538988" cy="214122"/>
              </a:xfrm>
            </p:grpSpPr>
            <p:sp>
              <p:nvSpPr>
                <p:cNvPr id="3268" name="Google Shape;3268;p29"/>
                <p:cNvSpPr/>
                <p:nvPr/>
              </p:nvSpPr>
              <p:spPr>
                <a:xfrm>
                  <a:off x="6716267" y="5448299"/>
                  <a:ext cx="111760" cy="124460"/>
                </a:xfrm>
                <a:custGeom>
                  <a:rect b="b" l="l" r="r" t="t"/>
                  <a:pathLst>
                    <a:path extrusionOk="0" h="124460" w="111759">
                      <a:moveTo>
                        <a:pt x="0" y="0"/>
                      </a:moveTo>
                      <a:lnTo>
                        <a:pt x="2667" y="38671"/>
                      </a:lnTo>
                      <a:lnTo>
                        <a:pt x="12192" y="76200"/>
                      </a:lnTo>
                      <a:lnTo>
                        <a:pt x="26015" y="112311"/>
                      </a:lnTo>
                      <a:lnTo>
                        <a:pt x="37338" y="124206"/>
                      </a:lnTo>
                      <a:lnTo>
                        <a:pt x="41969" y="120074"/>
                      </a:lnTo>
                      <a:lnTo>
                        <a:pt x="47053" y="79057"/>
                      </a:lnTo>
                      <a:lnTo>
                        <a:pt x="48506" y="68746"/>
                      </a:lnTo>
                      <a:lnTo>
                        <a:pt x="51816" y="59436"/>
                      </a:lnTo>
                      <a:lnTo>
                        <a:pt x="56066" y="55840"/>
                      </a:lnTo>
                      <a:lnTo>
                        <a:pt x="61245" y="56388"/>
                      </a:lnTo>
                      <a:lnTo>
                        <a:pt x="66282" y="59221"/>
                      </a:lnTo>
                      <a:lnTo>
                        <a:pt x="70104" y="62484"/>
                      </a:lnTo>
                      <a:lnTo>
                        <a:pt x="78057" y="70699"/>
                      </a:lnTo>
                      <a:lnTo>
                        <a:pt x="86296" y="80200"/>
                      </a:lnTo>
                      <a:lnTo>
                        <a:pt x="95392" y="88844"/>
                      </a:lnTo>
                      <a:lnTo>
                        <a:pt x="105918" y="94488"/>
                      </a:lnTo>
                      <a:lnTo>
                        <a:pt x="106680" y="94488"/>
                      </a:lnTo>
                      <a:lnTo>
                        <a:pt x="107442" y="94488"/>
                      </a:lnTo>
                      <a:lnTo>
                        <a:pt x="108204" y="94488"/>
                      </a:lnTo>
                      <a:lnTo>
                        <a:pt x="110287" y="87177"/>
                      </a:lnTo>
                      <a:lnTo>
                        <a:pt x="111156" y="80010"/>
                      </a:lnTo>
                      <a:lnTo>
                        <a:pt x="111311" y="72842"/>
                      </a:lnTo>
                      <a:lnTo>
                        <a:pt x="111252" y="65532"/>
                      </a:lnTo>
                      <a:lnTo>
                        <a:pt x="110501" y="54340"/>
                      </a:lnTo>
                      <a:lnTo>
                        <a:pt x="108680" y="43434"/>
                      </a:lnTo>
                      <a:lnTo>
                        <a:pt x="106429" y="32527"/>
                      </a:lnTo>
                      <a:lnTo>
                        <a:pt x="104394" y="21336"/>
                      </a:lnTo>
                      <a:lnTo>
                        <a:pt x="102870" y="16002"/>
                      </a:lnTo>
                      <a:lnTo>
                        <a:pt x="102870" y="12192"/>
                      </a:lnTo>
                      <a:lnTo>
                        <a:pt x="104394" y="6858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9" name="Google Shape;3269;p29"/>
                <p:cNvSpPr/>
                <p:nvPr/>
              </p:nvSpPr>
              <p:spPr>
                <a:xfrm>
                  <a:off x="6874763" y="5447537"/>
                  <a:ext cx="48260" cy="107314"/>
                </a:xfrm>
                <a:custGeom>
                  <a:rect b="b" l="l" r="r" t="t"/>
                  <a:pathLst>
                    <a:path extrusionOk="0" h="107314" w="48259">
                      <a:moveTo>
                        <a:pt x="0" y="0"/>
                      </a:moveTo>
                      <a:lnTo>
                        <a:pt x="440" y="14418"/>
                      </a:lnTo>
                      <a:lnTo>
                        <a:pt x="666" y="29051"/>
                      </a:lnTo>
                      <a:lnTo>
                        <a:pt x="750" y="43826"/>
                      </a:lnTo>
                      <a:lnTo>
                        <a:pt x="762" y="58673"/>
                      </a:lnTo>
                      <a:lnTo>
                        <a:pt x="535" y="69175"/>
                      </a:lnTo>
                      <a:lnTo>
                        <a:pt x="666" y="79819"/>
                      </a:lnTo>
                      <a:lnTo>
                        <a:pt x="27967" y="107001"/>
                      </a:lnTo>
                      <a:lnTo>
                        <a:pt x="35052" y="104393"/>
                      </a:lnTo>
                      <a:lnTo>
                        <a:pt x="42672" y="96773"/>
                      </a:lnTo>
                      <a:lnTo>
                        <a:pt x="44958" y="94487"/>
                      </a:lnTo>
                      <a:lnTo>
                        <a:pt x="48006" y="8839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0" name="Google Shape;3270;p29"/>
                <p:cNvSpPr/>
                <p:nvPr/>
              </p:nvSpPr>
              <p:spPr>
                <a:xfrm>
                  <a:off x="6869429" y="5448299"/>
                  <a:ext cx="49530" cy="55880"/>
                </a:xfrm>
                <a:custGeom>
                  <a:rect b="b" l="l" r="r" t="t"/>
                  <a:pathLst>
                    <a:path extrusionOk="0" h="55879" w="49529">
                      <a:moveTo>
                        <a:pt x="1524" y="41148"/>
                      </a:moveTo>
                      <a:lnTo>
                        <a:pt x="762" y="44958"/>
                      </a:lnTo>
                      <a:lnTo>
                        <a:pt x="0" y="49530"/>
                      </a:lnTo>
                      <a:lnTo>
                        <a:pt x="0" y="53340"/>
                      </a:lnTo>
                      <a:lnTo>
                        <a:pt x="7870" y="54804"/>
                      </a:lnTo>
                      <a:lnTo>
                        <a:pt x="15525" y="55340"/>
                      </a:lnTo>
                      <a:lnTo>
                        <a:pt x="23038" y="54304"/>
                      </a:lnTo>
                      <a:lnTo>
                        <a:pt x="49530" y="22098"/>
                      </a:lnTo>
                      <a:lnTo>
                        <a:pt x="48934" y="14620"/>
                      </a:lnTo>
                      <a:lnTo>
                        <a:pt x="12954" y="0"/>
                      </a:lnTo>
                      <a:lnTo>
                        <a:pt x="10668" y="9906"/>
                      </a:lnTo>
                      <a:lnTo>
                        <a:pt x="7620" y="18288"/>
                      </a:lnTo>
                      <a:lnTo>
                        <a:pt x="12954" y="22098"/>
                      </a:lnTo>
                      <a:lnTo>
                        <a:pt x="17526" y="2819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1" name="Google Shape;3271;p29"/>
                <p:cNvSpPr/>
                <p:nvPr/>
              </p:nvSpPr>
              <p:spPr>
                <a:xfrm>
                  <a:off x="6964608" y="5469635"/>
                  <a:ext cx="12065" cy="73660"/>
                </a:xfrm>
                <a:custGeom>
                  <a:rect b="b" l="l" r="r" t="t"/>
                  <a:pathLst>
                    <a:path extrusionOk="0" h="73660" w="12065">
                      <a:moveTo>
                        <a:pt x="71" y="0"/>
                      </a:moveTo>
                      <a:lnTo>
                        <a:pt x="2357" y="45719"/>
                      </a:lnTo>
                      <a:lnTo>
                        <a:pt x="10739" y="73151"/>
                      </a:lnTo>
                      <a:lnTo>
                        <a:pt x="11501" y="7315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2" name="Google Shape;3272;p29"/>
                <p:cNvSpPr/>
                <p:nvPr/>
              </p:nvSpPr>
              <p:spPr>
                <a:xfrm>
                  <a:off x="6954011" y="5438393"/>
                  <a:ext cx="2540" cy="12700"/>
                </a:xfrm>
                <a:custGeom>
                  <a:rect b="b" l="l" r="r" t="t"/>
                  <a:pathLst>
                    <a:path extrusionOk="0" h="12700" w="2540">
                      <a:moveTo>
                        <a:pt x="0" y="0"/>
                      </a:moveTo>
                      <a:lnTo>
                        <a:pt x="762" y="3810"/>
                      </a:lnTo>
                      <a:lnTo>
                        <a:pt x="1524" y="7620"/>
                      </a:lnTo>
                      <a:lnTo>
                        <a:pt x="2286" y="12192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3" name="Google Shape;3273;p29"/>
                <p:cNvSpPr/>
                <p:nvPr/>
              </p:nvSpPr>
              <p:spPr>
                <a:xfrm>
                  <a:off x="7002172" y="5439917"/>
                  <a:ext cx="67310" cy="182880"/>
                </a:xfrm>
                <a:custGeom>
                  <a:rect b="b" l="l" r="r" t="t"/>
                  <a:pathLst>
                    <a:path extrusionOk="0" h="182879" w="67309">
                      <a:moveTo>
                        <a:pt x="42517" y="48006"/>
                      </a:moveTo>
                      <a:lnTo>
                        <a:pt x="36421" y="6096"/>
                      </a:lnTo>
                      <a:lnTo>
                        <a:pt x="34897" y="0"/>
                      </a:lnTo>
                      <a:lnTo>
                        <a:pt x="2131" y="26670"/>
                      </a:lnTo>
                      <a:lnTo>
                        <a:pt x="0" y="40231"/>
                      </a:lnTo>
                      <a:lnTo>
                        <a:pt x="511" y="53435"/>
                      </a:lnTo>
                      <a:lnTo>
                        <a:pt x="3738" y="66210"/>
                      </a:lnTo>
                      <a:lnTo>
                        <a:pt x="9751" y="78486"/>
                      </a:lnTo>
                      <a:lnTo>
                        <a:pt x="23574" y="94392"/>
                      </a:lnTo>
                      <a:lnTo>
                        <a:pt x="39183" y="109156"/>
                      </a:lnTo>
                      <a:lnTo>
                        <a:pt x="53792" y="124777"/>
                      </a:lnTo>
                      <a:lnTo>
                        <a:pt x="64615" y="143256"/>
                      </a:lnTo>
                      <a:lnTo>
                        <a:pt x="66901" y="153090"/>
                      </a:lnTo>
                      <a:lnTo>
                        <a:pt x="65758" y="161925"/>
                      </a:lnTo>
                      <a:lnTo>
                        <a:pt x="32515" y="182499"/>
                      </a:lnTo>
                      <a:lnTo>
                        <a:pt x="20931" y="182665"/>
                      </a:lnTo>
                      <a:lnTo>
                        <a:pt x="11275" y="179832"/>
                      </a:lnTo>
                      <a:lnTo>
                        <a:pt x="3524" y="170747"/>
                      </a:lnTo>
                      <a:lnTo>
                        <a:pt x="130" y="158019"/>
                      </a:lnTo>
                      <a:lnTo>
                        <a:pt x="23" y="144577"/>
                      </a:lnTo>
                      <a:lnTo>
                        <a:pt x="2131" y="133350"/>
                      </a:lnTo>
                      <a:lnTo>
                        <a:pt x="7834" y="119467"/>
                      </a:lnTo>
                      <a:lnTo>
                        <a:pt x="15180" y="106299"/>
                      </a:lnTo>
                      <a:lnTo>
                        <a:pt x="23241" y="93702"/>
                      </a:lnTo>
                      <a:lnTo>
                        <a:pt x="31087" y="8153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4" name="Google Shape;3274;p29"/>
                <p:cNvSpPr/>
                <p:nvPr/>
              </p:nvSpPr>
              <p:spPr>
                <a:xfrm>
                  <a:off x="7085433" y="5424677"/>
                  <a:ext cx="64135" cy="123189"/>
                </a:xfrm>
                <a:custGeom>
                  <a:rect b="b" l="l" r="r" t="t"/>
                  <a:pathLst>
                    <a:path extrusionOk="0" h="123189" w="64134">
                      <a:moveTo>
                        <a:pt x="404" y="12954"/>
                      </a:moveTo>
                      <a:lnTo>
                        <a:pt x="1166" y="4572"/>
                      </a:lnTo>
                      <a:lnTo>
                        <a:pt x="1928" y="4572"/>
                      </a:lnTo>
                      <a:lnTo>
                        <a:pt x="1928" y="0"/>
                      </a:lnTo>
                      <a:lnTo>
                        <a:pt x="619" y="8239"/>
                      </a:lnTo>
                      <a:lnTo>
                        <a:pt x="23" y="16764"/>
                      </a:lnTo>
                      <a:lnTo>
                        <a:pt x="0" y="25288"/>
                      </a:lnTo>
                      <a:lnTo>
                        <a:pt x="404" y="33528"/>
                      </a:lnTo>
                      <a:lnTo>
                        <a:pt x="2405" y="53054"/>
                      </a:lnTo>
                      <a:lnTo>
                        <a:pt x="6691" y="72580"/>
                      </a:lnTo>
                      <a:lnTo>
                        <a:pt x="12406" y="91821"/>
                      </a:lnTo>
                      <a:lnTo>
                        <a:pt x="18692" y="110490"/>
                      </a:lnTo>
                      <a:lnTo>
                        <a:pt x="20216" y="115062"/>
                      </a:lnTo>
                      <a:lnTo>
                        <a:pt x="21740" y="118872"/>
                      </a:lnTo>
                      <a:lnTo>
                        <a:pt x="24026" y="122682"/>
                      </a:lnTo>
                      <a:lnTo>
                        <a:pt x="23764" y="114240"/>
                      </a:lnTo>
                      <a:lnTo>
                        <a:pt x="23074" y="106013"/>
                      </a:lnTo>
                      <a:lnTo>
                        <a:pt x="22098" y="97928"/>
                      </a:lnTo>
                      <a:lnTo>
                        <a:pt x="20978" y="89916"/>
                      </a:lnTo>
                      <a:lnTo>
                        <a:pt x="19681" y="80962"/>
                      </a:lnTo>
                      <a:lnTo>
                        <a:pt x="18597" y="70866"/>
                      </a:lnTo>
                      <a:lnTo>
                        <a:pt x="18514" y="60769"/>
                      </a:lnTo>
                      <a:lnTo>
                        <a:pt x="20216" y="51816"/>
                      </a:lnTo>
                      <a:lnTo>
                        <a:pt x="22502" y="44958"/>
                      </a:lnTo>
                      <a:lnTo>
                        <a:pt x="30884" y="41148"/>
                      </a:lnTo>
                      <a:lnTo>
                        <a:pt x="37742" y="43434"/>
                      </a:lnTo>
                      <a:lnTo>
                        <a:pt x="59840" y="74676"/>
                      </a:lnTo>
                      <a:lnTo>
                        <a:pt x="62734" y="93535"/>
                      </a:lnTo>
                      <a:lnTo>
                        <a:pt x="63650" y="99822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5" name="Google Shape;3275;p29"/>
                <p:cNvSpPr/>
                <p:nvPr/>
              </p:nvSpPr>
              <p:spPr>
                <a:xfrm>
                  <a:off x="7171943" y="5408675"/>
                  <a:ext cx="22860" cy="108585"/>
                </a:xfrm>
                <a:custGeom>
                  <a:rect b="b" l="l" r="r" t="t"/>
                  <a:pathLst>
                    <a:path extrusionOk="0" h="108585" w="22859">
                      <a:moveTo>
                        <a:pt x="0" y="0"/>
                      </a:moveTo>
                      <a:lnTo>
                        <a:pt x="5036" y="42969"/>
                      </a:lnTo>
                      <a:lnTo>
                        <a:pt x="16085" y="91118"/>
                      </a:lnTo>
                      <a:lnTo>
                        <a:pt x="22098" y="105918"/>
                      </a:lnTo>
                      <a:lnTo>
                        <a:pt x="22860" y="108204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6" name="Google Shape;3276;p29"/>
                <p:cNvSpPr/>
                <p:nvPr/>
              </p:nvSpPr>
              <p:spPr>
                <a:xfrm>
                  <a:off x="7182230" y="5421629"/>
                  <a:ext cx="73025" cy="88900"/>
                </a:xfrm>
                <a:custGeom>
                  <a:rect b="b" l="l" r="r" t="t"/>
                  <a:pathLst>
                    <a:path extrusionOk="0" h="88900" w="73025">
                      <a:moveTo>
                        <a:pt x="380" y="55625"/>
                      </a:moveTo>
                      <a:lnTo>
                        <a:pt x="15692" y="17299"/>
                      </a:lnTo>
                      <a:lnTo>
                        <a:pt x="33908" y="3047"/>
                      </a:lnTo>
                      <a:lnTo>
                        <a:pt x="37718" y="0"/>
                      </a:lnTo>
                      <a:lnTo>
                        <a:pt x="36194" y="2285"/>
                      </a:lnTo>
                      <a:lnTo>
                        <a:pt x="38480" y="761"/>
                      </a:lnTo>
                      <a:lnTo>
                        <a:pt x="38016" y="12525"/>
                      </a:lnTo>
                      <a:lnTo>
                        <a:pt x="47803" y="52744"/>
                      </a:lnTo>
                      <a:lnTo>
                        <a:pt x="65912" y="63245"/>
                      </a:lnTo>
                      <a:lnTo>
                        <a:pt x="70484" y="65531"/>
                      </a:lnTo>
                      <a:lnTo>
                        <a:pt x="70484" y="67055"/>
                      </a:lnTo>
                      <a:lnTo>
                        <a:pt x="72770" y="69341"/>
                      </a:lnTo>
                      <a:lnTo>
                        <a:pt x="68413" y="74711"/>
                      </a:lnTo>
                      <a:lnTo>
                        <a:pt x="24002" y="88582"/>
                      </a:lnTo>
                      <a:lnTo>
                        <a:pt x="12477" y="88749"/>
                      </a:lnTo>
                      <a:lnTo>
                        <a:pt x="380" y="87629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7" name="Google Shape;3277;p29"/>
              <p:cNvGrpSpPr/>
              <p:nvPr/>
            </p:nvGrpSpPr>
            <p:grpSpPr>
              <a:xfrm>
                <a:off x="7522464" y="5349240"/>
                <a:ext cx="639572" cy="168402"/>
                <a:chOff x="7522464" y="5349240"/>
                <a:chExt cx="639572" cy="168402"/>
              </a:xfrm>
            </p:grpSpPr>
            <p:sp>
              <p:nvSpPr>
                <p:cNvPr id="3278" name="Google Shape;3278;p29"/>
                <p:cNvSpPr/>
                <p:nvPr/>
              </p:nvSpPr>
              <p:spPr>
                <a:xfrm>
                  <a:off x="7545002" y="5388864"/>
                  <a:ext cx="24130" cy="105410"/>
                </a:xfrm>
                <a:custGeom>
                  <a:rect b="b" l="l" r="r" t="t"/>
                  <a:pathLst>
                    <a:path extrusionOk="0" h="105410" w="24129">
                      <a:moveTo>
                        <a:pt x="321" y="0"/>
                      </a:moveTo>
                      <a:lnTo>
                        <a:pt x="3643" y="41576"/>
                      </a:lnTo>
                      <a:lnTo>
                        <a:pt x="14989" y="80390"/>
                      </a:lnTo>
                      <a:lnTo>
                        <a:pt x="19395" y="92702"/>
                      </a:lnTo>
                      <a:lnTo>
                        <a:pt x="23943" y="105155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9" name="Google Shape;3279;p29"/>
                <p:cNvSpPr/>
                <p:nvPr/>
              </p:nvSpPr>
              <p:spPr>
                <a:xfrm>
                  <a:off x="7522464" y="5418582"/>
                  <a:ext cx="128905" cy="99060"/>
                </a:xfrm>
                <a:custGeom>
                  <a:rect b="b" l="l" r="r" t="t"/>
                  <a:pathLst>
                    <a:path extrusionOk="0" h="99060" w="128904">
                      <a:moveTo>
                        <a:pt x="0" y="35051"/>
                      </a:moveTo>
                      <a:lnTo>
                        <a:pt x="33325" y="13406"/>
                      </a:lnTo>
                      <a:lnTo>
                        <a:pt x="72532" y="2917"/>
                      </a:lnTo>
                      <a:lnTo>
                        <a:pt x="79248" y="6095"/>
                      </a:lnTo>
                      <a:lnTo>
                        <a:pt x="83617" y="15906"/>
                      </a:lnTo>
                      <a:lnTo>
                        <a:pt x="85058" y="28003"/>
                      </a:lnTo>
                      <a:lnTo>
                        <a:pt x="84927" y="40385"/>
                      </a:lnTo>
                      <a:lnTo>
                        <a:pt x="84582" y="51053"/>
                      </a:lnTo>
                      <a:lnTo>
                        <a:pt x="83986" y="61602"/>
                      </a:lnTo>
                      <a:lnTo>
                        <a:pt x="83248" y="73723"/>
                      </a:lnTo>
                      <a:lnTo>
                        <a:pt x="83939" y="85558"/>
                      </a:lnTo>
                      <a:lnTo>
                        <a:pt x="87630" y="95249"/>
                      </a:lnTo>
                      <a:lnTo>
                        <a:pt x="94142" y="98988"/>
                      </a:lnTo>
                      <a:lnTo>
                        <a:pt x="101441" y="97154"/>
                      </a:lnTo>
                      <a:lnTo>
                        <a:pt x="126015" y="64960"/>
                      </a:lnTo>
                      <a:lnTo>
                        <a:pt x="128778" y="38861"/>
                      </a:lnTo>
                      <a:lnTo>
                        <a:pt x="126682" y="27717"/>
                      </a:lnTo>
                      <a:lnTo>
                        <a:pt x="121729" y="18287"/>
                      </a:lnTo>
                      <a:lnTo>
                        <a:pt x="114204" y="10572"/>
                      </a:lnTo>
                      <a:lnTo>
                        <a:pt x="104394" y="4571"/>
                      </a:lnTo>
                      <a:lnTo>
                        <a:pt x="98297" y="761"/>
                      </a:lnTo>
                      <a:lnTo>
                        <a:pt x="92963" y="761"/>
                      </a:lnTo>
                      <a:lnTo>
                        <a:pt x="86105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0" name="Google Shape;3280;p29"/>
                <p:cNvSpPr/>
                <p:nvPr/>
              </p:nvSpPr>
              <p:spPr>
                <a:xfrm>
                  <a:off x="7691628" y="5409438"/>
                  <a:ext cx="85725" cy="80010"/>
                </a:xfrm>
                <a:custGeom>
                  <a:rect b="b" l="l" r="r" t="t"/>
                  <a:pathLst>
                    <a:path extrusionOk="0" h="80010" w="85725">
                      <a:moveTo>
                        <a:pt x="0" y="0"/>
                      </a:moveTo>
                      <a:lnTo>
                        <a:pt x="333" y="12001"/>
                      </a:lnTo>
                      <a:lnTo>
                        <a:pt x="381" y="24002"/>
                      </a:lnTo>
                      <a:lnTo>
                        <a:pt x="428" y="36004"/>
                      </a:lnTo>
                      <a:lnTo>
                        <a:pt x="9144" y="78485"/>
                      </a:lnTo>
                      <a:lnTo>
                        <a:pt x="11430" y="80009"/>
                      </a:lnTo>
                      <a:lnTo>
                        <a:pt x="12954" y="80009"/>
                      </a:lnTo>
                      <a:lnTo>
                        <a:pt x="32480" y="39909"/>
                      </a:lnTo>
                      <a:lnTo>
                        <a:pt x="35587" y="31515"/>
                      </a:lnTo>
                      <a:lnTo>
                        <a:pt x="39624" y="25907"/>
                      </a:lnTo>
                      <a:lnTo>
                        <a:pt x="41148" y="24383"/>
                      </a:lnTo>
                      <a:lnTo>
                        <a:pt x="41910" y="24383"/>
                      </a:lnTo>
                      <a:lnTo>
                        <a:pt x="44196" y="24383"/>
                      </a:lnTo>
                      <a:lnTo>
                        <a:pt x="47815" y="29777"/>
                      </a:lnTo>
                      <a:lnTo>
                        <a:pt x="50863" y="35528"/>
                      </a:lnTo>
                      <a:lnTo>
                        <a:pt x="53625" y="41421"/>
                      </a:lnTo>
                      <a:lnTo>
                        <a:pt x="56388" y="47243"/>
                      </a:lnTo>
                      <a:lnTo>
                        <a:pt x="83820" y="67817"/>
                      </a:lnTo>
                      <a:lnTo>
                        <a:pt x="84582" y="56387"/>
                      </a:lnTo>
                      <a:lnTo>
                        <a:pt x="85344" y="50291"/>
                      </a:lnTo>
                      <a:lnTo>
                        <a:pt x="85355" y="41636"/>
                      </a:lnTo>
                      <a:lnTo>
                        <a:pt x="84296" y="33623"/>
                      </a:lnTo>
                      <a:lnTo>
                        <a:pt x="82236" y="25753"/>
                      </a:lnTo>
                      <a:lnTo>
                        <a:pt x="79248" y="17525"/>
                      </a:lnTo>
                      <a:lnTo>
                        <a:pt x="78486" y="15239"/>
                      </a:lnTo>
                      <a:lnTo>
                        <a:pt x="73152" y="4571"/>
                      </a:lnTo>
                      <a:lnTo>
                        <a:pt x="77724" y="2285"/>
                      </a:lnTo>
                      <a:lnTo>
                        <a:pt x="79248" y="2285"/>
                      </a:lnTo>
                      <a:lnTo>
                        <a:pt x="80772" y="2285"/>
                      </a:lnTo>
                      <a:lnTo>
                        <a:pt x="82296" y="2285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1" name="Google Shape;3281;p29"/>
                <p:cNvSpPr/>
                <p:nvPr/>
              </p:nvSpPr>
              <p:spPr>
                <a:xfrm>
                  <a:off x="7803451" y="5387340"/>
                  <a:ext cx="93345" cy="85725"/>
                </a:xfrm>
                <a:custGeom>
                  <a:rect b="b" l="l" r="r" t="t"/>
                  <a:pathLst>
                    <a:path extrusionOk="0" h="85725" w="93345">
                      <a:moveTo>
                        <a:pt x="48958" y="36575"/>
                      </a:moveTo>
                      <a:lnTo>
                        <a:pt x="48196" y="0"/>
                      </a:lnTo>
                      <a:lnTo>
                        <a:pt x="35242" y="0"/>
                      </a:lnTo>
                      <a:lnTo>
                        <a:pt x="4762" y="35813"/>
                      </a:lnTo>
                      <a:lnTo>
                        <a:pt x="0" y="56673"/>
                      </a:lnTo>
                      <a:lnTo>
                        <a:pt x="47" y="67853"/>
                      </a:lnTo>
                      <a:lnTo>
                        <a:pt x="3238" y="76961"/>
                      </a:lnTo>
                      <a:lnTo>
                        <a:pt x="10215" y="82629"/>
                      </a:lnTo>
                      <a:lnTo>
                        <a:pt x="19621" y="85153"/>
                      </a:lnTo>
                      <a:lnTo>
                        <a:pt x="29598" y="85105"/>
                      </a:lnTo>
                      <a:lnTo>
                        <a:pt x="62674" y="53339"/>
                      </a:lnTo>
                      <a:lnTo>
                        <a:pt x="64960" y="38099"/>
                      </a:lnTo>
                      <a:lnTo>
                        <a:pt x="61150" y="31241"/>
                      </a:lnTo>
                      <a:lnTo>
                        <a:pt x="60388" y="29717"/>
                      </a:lnTo>
                      <a:lnTo>
                        <a:pt x="59626" y="28955"/>
                      </a:lnTo>
                      <a:lnTo>
                        <a:pt x="58102" y="29717"/>
                      </a:lnTo>
                      <a:lnTo>
                        <a:pt x="56578" y="34289"/>
                      </a:lnTo>
                      <a:lnTo>
                        <a:pt x="55816" y="41147"/>
                      </a:lnTo>
                      <a:lnTo>
                        <a:pt x="56578" y="48005"/>
                      </a:lnTo>
                      <a:lnTo>
                        <a:pt x="83248" y="76961"/>
                      </a:lnTo>
                      <a:lnTo>
                        <a:pt x="86296" y="77723"/>
                      </a:lnTo>
                      <a:lnTo>
                        <a:pt x="93154" y="7696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2" name="Google Shape;3282;p29"/>
                <p:cNvSpPr/>
                <p:nvPr/>
              </p:nvSpPr>
              <p:spPr>
                <a:xfrm>
                  <a:off x="7914894" y="5389626"/>
                  <a:ext cx="36830" cy="92710"/>
                </a:xfrm>
                <a:custGeom>
                  <a:rect b="b" l="l" r="r" t="t"/>
                  <a:pathLst>
                    <a:path extrusionOk="0" h="92710" w="36829">
                      <a:moveTo>
                        <a:pt x="0" y="18288"/>
                      </a:moveTo>
                      <a:lnTo>
                        <a:pt x="23574" y="51077"/>
                      </a:lnTo>
                      <a:lnTo>
                        <a:pt x="26979" y="70985"/>
                      </a:lnTo>
                      <a:lnTo>
                        <a:pt x="27432" y="78867"/>
                      </a:lnTo>
                      <a:lnTo>
                        <a:pt x="27312" y="86748"/>
                      </a:lnTo>
                      <a:lnTo>
                        <a:pt x="25908" y="92202"/>
                      </a:lnTo>
                      <a:lnTo>
                        <a:pt x="25146" y="92202"/>
                      </a:lnTo>
                      <a:lnTo>
                        <a:pt x="24384" y="92202"/>
                      </a:lnTo>
                      <a:lnTo>
                        <a:pt x="21859" y="83165"/>
                      </a:lnTo>
                      <a:lnTo>
                        <a:pt x="20764" y="74199"/>
                      </a:lnTo>
                      <a:lnTo>
                        <a:pt x="20526" y="65091"/>
                      </a:lnTo>
                      <a:lnTo>
                        <a:pt x="20574" y="55626"/>
                      </a:lnTo>
                      <a:lnTo>
                        <a:pt x="21359" y="40505"/>
                      </a:lnTo>
                      <a:lnTo>
                        <a:pt x="24574" y="26670"/>
                      </a:lnTo>
                      <a:lnTo>
                        <a:pt x="29789" y="13406"/>
                      </a:lnTo>
                      <a:lnTo>
                        <a:pt x="36575" y="0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3" name="Google Shape;3283;p29"/>
                <p:cNvSpPr/>
                <p:nvPr/>
              </p:nvSpPr>
              <p:spPr>
                <a:xfrm>
                  <a:off x="7961185" y="5349240"/>
                  <a:ext cx="89535" cy="127000"/>
                </a:xfrm>
                <a:custGeom>
                  <a:rect b="b" l="l" r="r" t="t"/>
                  <a:pathLst>
                    <a:path extrusionOk="0" h="127000" w="89534">
                      <a:moveTo>
                        <a:pt x="54292" y="0"/>
                      </a:moveTo>
                      <a:lnTo>
                        <a:pt x="57173" y="12096"/>
                      </a:lnTo>
                      <a:lnTo>
                        <a:pt x="59054" y="23621"/>
                      </a:lnTo>
                      <a:lnTo>
                        <a:pt x="60078" y="35147"/>
                      </a:lnTo>
                      <a:lnTo>
                        <a:pt x="60388" y="47243"/>
                      </a:lnTo>
                      <a:lnTo>
                        <a:pt x="60340" y="60269"/>
                      </a:lnTo>
                      <a:lnTo>
                        <a:pt x="57340" y="99059"/>
                      </a:lnTo>
                      <a:lnTo>
                        <a:pt x="54292" y="115061"/>
                      </a:lnTo>
                      <a:lnTo>
                        <a:pt x="53530" y="123443"/>
                      </a:lnTo>
                      <a:lnTo>
                        <a:pt x="55364" y="116002"/>
                      </a:lnTo>
                      <a:lnTo>
                        <a:pt x="57340" y="108489"/>
                      </a:lnTo>
                      <a:lnTo>
                        <a:pt x="59316" y="100834"/>
                      </a:lnTo>
                      <a:lnTo>
                        <a:pt x="61150" y="92963"/>
                      </a:lnTo>
                      <a:lnTo>
                        <a:pt x="63579" y="83962"/>
                      </a:lnTo>
                      <a:lnTo>
                        <a:pt x="66293" y="72389"/>
                      </a:lnTo>
                      <a:lnTo>
                        <a:pt x="43326" y="43779"/>
                      </a:lnTo>
                      <a:lnTo>
                        <a:pt x="36004" y="44957"/>
                      </a:lnTo>
                      <a:lnTo>
                        <a:pt x="3238" y="77723"/>
                      </a:lnTo>
                      <a:lnTo>
                        <a:pt x="0" y="98583"/>
                      </a:lnTo>
                      <a:lnTo>
                        <a:pt x="2809" y="108477"/>
                      </a:lnTo>
                      <a:lnTo>
                        <a:pt x="9334" y="116585"/>
                      </a:lnTo>
                      <a:lnTo>
                        <a:pt x="21062" y="122741"/>
                      </a:lnTo>
                      <a:lnTo>
                        <a:pt x="34004" y="125825"/>
                      </a:lnTo>
                      <a:lnTo>
                        <a:pt x="47374" y="126765"/>
                      </a:lnTo>
                      <a:lnTo>
                        <a:pt x="60388" y="126491"/>
                      </a:lnTo>
                      <a:lnTo>
                        <a:pt x="70056" y="125872"/>
                      </a:lnTo>
                      <a:lnTo>
                        <a:pt x="77152" y="124967"/>
                      </a:lnTo>
                      <a:lnTo>
                        <a:pt x="83105" y="123491"/>
                      </a:lnTo>
                      <a:lnTo>
                        <a:pt x="89344" y="121157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4" name="Google Shape;3284;p29"/>
                <p:cNvSpPr/>
                <p:nvPr/>
              </p:nvSpPr>
              <p:spPr>
                <a:xfrm>
                  <a:off x="8071866" y="5357050"/>
                  <a:ext cx="90170" cy="102870"/>
                </a:xfrm>
                <a:custGeom>
                  <a:rect b="b" l="l" r="r" t="t"/>
                  <a:pathLst>
                    <a:path extrusionOk="0" h="102870" w="90170">
                      <a:moveTo>
                        <a:pt x="60959" y="3619"/>
                      </a:moveTo>
                      <a:lnTo>
                        <a:pt x="51292" y="952"/>
                      </a:lnTo>
                      <a:lnTo>
                        <a:pt x="43624" y="0"/>
                      </a:lnTo>
                      <a:lnTo>
                        <a:pt x="37385" y="2762"/>
                      </a:lnTo>
                      <a:lnTo>
                        <a:pt x="32003" y="11239"/>
                      </a:lnTo>
                      <a:lnTo>
                        <a:pt x="29813" y="19573"/>
                      </a:lnTo>
                      <a:lnTo>
                        <a:pt x="29908" y="28193"/>
                      </a:lnTo>
                      <a:lnTo>
                        <a:pt x="56768" y="66389"/>
                      </a:lnTo>
                      <a:lnTo>
                        <a:pt x="89153" y="87439"/>
                      </a:lnTo>
                      <a:lnTo>
                        <a:pt x="88391" y="87439"/>
                      </a:lnTo>
                      <a:lnTo>
                        <a:pt x="51815" y="101155"/>
                      </a:lnTo>
                      <a:lnTo>
                        <a:pt x="38040" y="102393"/>
                      </a:lnTo>
                      <a:lnTo>
                        <a:pt x="25050" y="102488"/>
                      </a:lnTo>
                      <a:lnTo>
                        <a:pt x="12489" y="101155"/>
                      </a:lnTo>
                      <a:lnTo>
                        <a:pt x="0" y="98107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285" name="Google Shape;3285;p2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374354" y="5353786"/>
                <a:ext cx="113588" cy="11006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86" name="Google Shape;3286;p2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746972" y="5279872"/>
                <a:ext cx="272084" cy="1829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87" name="Google Shape;3287;p2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191087" y="5212816"/>
                <a:ext cx="374323" cy="1623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88" name="Google Shape;3288;p2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613366" y="5172430"/>
                <a:ext cx="249986" cy="158546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289" name="Google Shape;3289;p29"/>
              <p:cNvGrpSpPr/>
              <p:nvPr/>
            </p:nvGrpSpPr>
            <p:grpSpPr>
              <a:xfrm>
                <a:off x="6761950" y="5752337"/>
                <a:ext cx="792915" cy="236601"/>
                <a:chOff x="6761950" y="5752337"/>
                <a:chExt cx="792915" cy="236601"/>
              </a:xfrm>
            </p:grpSpPr>
            <p:pic>
              <p:nvPicPr>
                <p:cNvPr id="3290" name="Google Shape;3290;p29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6761950" y="5810986"/>
                  <a:ext cx="217232" cy="1615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91" name="Google Shape;3291;p29"/>
                <p:cNvSpPr/>
                <p:nvPr/>
              </p:nvSpPr>
              <p:spPr>
                <a:xfrm>
                  <a:off x="6968585" y="5801105"/>
                  <a:ext cx="299085" cy="132715"/>
                </a:xfrm>
                <a:custGeom>
                  <a:rect b="b" l="l" r="r" t="t"/>
                  <a:pathLst>
                    <a:path extrusionOk="0" h="132714" w="299084">
                      <a:moveTo>
                        <a:pt x="40290" y="28193"/>
                      </a:moveTo>
                      <a:lnTo>
                        <a:pt x="5238" y="49529"/>
                      </a:lnTo>
                      <a:lnTo>
                        <a:pt x="0" y="73247"/>
                      </a:lnTo>
                      <a:lnTo>
                        <a:pt x="202" y="86070"/>
                      </a:lnTo>
                      <a:lnTo>
                        <a:pt x="25443" y="124432"/>
                      </a:lnTo>
                      <a:lnTo>
                        <a:pt x="37242" y="128015"/>
                      </a:lnTo>
                      <a:lnTo>
                        <a:pt x="51411" y="127551"/>
                      </a:lnTo>
                      <a:lnTo>
                        <a:pt x="86772" y="105155"/>
                      </a:lnTo>
                      <a:lnTo>
                        <a:pt x="106810" y="72044"/>
                      </a:lnTo>
                      <a:lnTo>
                        <a:pt x="104917" y="32420"/>
                      </a:lnTo>
                      <a:lnTo>
                        <a:pt x="69246" y="55435"/>
                      </a:lnTo>
                      <a:lnTo>
                        <a:pt x="76866" y="102869"/>
                      </a:lnTo>
                      <a:lnTo>
                        <a:pt x="122682" y="113442"/>
                      </a:lnTo>
                      <a:lnTo>
                        <a:pt x="154674" y="89356"/>
                      </a:lnTo>
                      <a:lnTo>
                        <a:pt x="173640" y="54101"/>
                      </a:lnTo>
                      <a:lnTo>
                        <a:pt x="172116" y="12953"/>
                      </a:lnTo>
                      <a:lnTo>
                        <a:pt x="159162" y="4571"/>
                      </a:lnTo>
                      <a:lnTo>
                        <a:pt x="155769" y="11156"/>
                      </a:lnTo>
                      <a:lnTo>
                        <a:pt x="166782" y="56864"/>
                      </a:lnTo>
                      <a:lnTo>
                        <a:pt x="183546" y="74675"/>
                      </a:lnTo>
                      <a:lnTo>
                        <a:pt x="190214" y="81593"/>
                      </a:lnTo>
                      <a:lnTo>
                        <a:pt x="196881" y="88868"/>
                      </a:lnTo>
                      <a:lnTo>
                        <a:pt x="202406" y="96857"/>
                      </a:lnTo>
                      <a:lnTo>
                        <a:pt x="205644" y="105917"/>
                      </a:lnTo>
                      <a:lnTo>
                        <a:pt x="205680" y="113240"/>
                      </a:lnTo>
                      <a:lnTo>
                        <a:pt x="203644" y="119348"/>
                      </a:lnTo>
                      <a:lnTo>
                        <a:pt x="199751" y="124456"/>
                      </a:lnTo>
                      <a:lnTo>
                        <a:pt x="194214" y="128777"/>
                      </a:lnTo>
                      <a:lnTo>
                        <a:pt x="188880" y="132587"/>
                      </a:lnTo>
                      <a:lnTo>
                        <a:pt x="185070" y="132587"/>
                      </a:lnTo>
                      <a:lnTo>
                        <a:pt x="178974" y="132587"/>
                      </a:lnTo>
                      <a:lnTo>
                        <a:pt x="197691" y="90594"/>
                      </a:lnTo>
                      <a:lnTo>
                        <a:pt x="206787" y="77628"/>
                      </a:lnTo>
                      <a:lnTo>
                        <a:pt x="215884" y="64519"/>
                      </a:lnTo>
                      <a:lnTo>
                        <a:pt x="224694" y="51053"/>
                      </a:lnTo>
                      <a:lnTo>
                        <a:pt x="231886" y="40064"/>
                      </a:lnTo>
                      <a:lnTo>
                        <a:pt x="238791" y="28860"/>
                      </a:lnTo>
                      <a:lnTo>
                        <a:pt x="245697" y="17514"/>
                      </a:lnTo>
                      <a:lnTo>
                        <a:pt x="252888" y="6095"/>
                      </a:lnTo>
                      <a:lnTo>
                        <a:pt x="255174" y="2285"/>
                      </a:lnTo>
                      <a:lnTo>
                        <a:pt x="256698" y="2285"/>
                      </a:lnTo>
                      <a:lnTo>
                        <a:pt x="256698" y="0"/>
                      </a:lnTo>
                      <a:lnTo>
                        <a:pt x="253650" y="7619"/>
                      </a:lnTo>
                      <a:lnTo>
                        <a:pt x="249840" y="15239"/>
                      </a:lnTo>
                      <a:lnTo>
                        <a:pt x="249078" y="23621"/>
                      </a:lnTo>
                      <a:lnTo>
                        <a:pt x="249185" y="34718"/>
                      </a:lnTo>
                      <a:lnTo>
                        <a:pt x="251079" y="44386"/>
                      </a:lnTo>
                      <a:lnTo>
                        <a:pt x="255400" y="53197"/>
                      </a:lnTo>
                      <a:lnTo>
                        <a:pt x="262794" y="61721"/>
                      </a:lnTo>
                      <a:lnTo>
                        <a:pt x="269795" y="67425"/>
                      </a:lnTo>
                      <a:lnTo>
                        <a:pt x="277653" y="72485"/>
                      </a:lnTo>
                      <a:lnTo>
                        <a:pt x="285511" y="77688"/>
                      </a:lnTo>
                      <a:lnTo>
                        <a:pt x="292512" y="83819"/>
                      </a:lnTo>
                      <a:lnTo>
                        <a:pt x="298608" y="89915"/>
                      </a:lnTo>
                      <a:lnTo>
                        <a:pt x="293274" y="94487"/>
                      </a:lnTo>
                      <a:lnTo>
                        <a:pt x="287178" y="97535"/>
                      </a:lnTo>
                      <a:lnTo>
                        <a:pt x="279558" y="100583"/>
                      </a:lnTo>
                      <a:lnTo>
                        <a:pt x="270414" y="102869"/>
                      </a:lnTo>
                      <a:lnTo>
                        <a:pt x="262794" y="102869"/>
                      </a:lnTo>
                      <a:lnTo>
                        <a:pt x="262032" y="102869"/>
                      </a:lnTo>
                      <a:lnTo>
                        <a:pt x="261270" y="102869"/>
                      </a:lnTo>
                      <a:lnTo>
                        <a:pt x="260508" y="102869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3292" name="Google Shape;3292;p29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7246070" y="5789650"/>
                  <a:ext cx="220792" cy="12044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93" name="Google Shape;3293;p29"/>
                <p:cNvSpPr/>
                <p:nvPr/>
              </p:nvSpPr>
              <p:spPr>
                <a:xfrm>
                  <a:off x="7416546" y="5752337"/>
                  <a:ext cx="10795" cy="5080"/>
                </a:xfrm>
                <a:custGeom>
                  <a:rect b="b" l="l" r="r" t="t"/>
                  <a:pathLst>
                    <a:path extrusionOk="0" h="5079" w="10795">
                      <a:moveTo>
                        <a:pt x="10668" y="4572"/>
                      </a:moveTo>
                      <a:lnTo>
                        <a:pt x="3810" y="1524"/>
                      </a:lnTo>
                      <a:lnTo>
                        <a:pt x="3810" y="0"/>
                      </a:lnTo>
                      <a:lnTo>
                        <a:pt x="0" y="762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4" name="Google Shape;3294;p29"/>
                <p:cNvSpPr/>
                <p:nvPr/>
              </p:nvSpPr>
              <p:spPr>
                <a:xfrm>
                  <a:off x="7451360" y="5754623"/>
                  <a:ext cx="103505" cy="234315"/>
                </a:xfrm>
                <a:custGeom>
                  <a:rect b="b" l="l" r="r" t="t"/>
                  <a:pathLst>
                    <a:path extrusionOk="0" h="234314" w="103504">
                      <a:moveTo>
                        <a:pt x="20812" y="0"/>
                      </a:moveTo>
                      <a:lnTo>
                        <a:pt x="20252" y="10870"/>
                      </a:lnTo>
                      <a:lnTo>
                        <a:pt x="19764" y="21812"/>
                      </a:lnTo>
                      <a:lnTo>
                        <a:pt x="19419" y="32896"/>
                      </a:lnTo>
                      <a:lnTo>
                        <a:pt x="19288" y="44196"/>
                      </a:lnTo>
                      <a:lnTo>
                        <a:pt x="18561" y="57816"/>
                      </a:lnTo>
                      <a:lnTo>
                        <a:pt x="18049" y="72009"/>
                      </a:lnTo>
                      <a:lnTo>
                        <a:pt x="18538" y="86201"/>
                      </a:lnTo>
                      <a:lnTo>
                        <a:pt x="20812" y="99822"/>
                      </a:lnTo>
                      <a:lnTo>
                        <a:pt x="23098" y="109728"/>
                      </a:lnTo>
                      <a:lnTo>
                        <a:pt x="26908" y="115062"/>
                      </a:lnTo>
                      <a:lnTo>
                        <a:pt x="36814" y="115823"/>
                      </a:lnTo>
                      <a:lnTo>
                        <a:pt x="43303" y="114466"/>
                      </a:lnTo>
                      <a:lnTo>
                        <a:pt x="57340" y="76640"/>
                      </a:lnTo>
                      <a:lnTo>
                        <a:pt x="57388" y="69341"/>
                      </a:lnTo>
                      <a:lnTo>
                        <a:pt x="57388" y="67055"/>
                      </a:lnTo>
                      <a:lnTo>
                        <a:pt x="57388" y="65531"/>
                      </a:lnTo>
                      <a:lnTo>
                        <a:pt x="55864" y="66293"/>
                      </a:lnTo>
                      <a:lnTo>
                        <a:pt x="52816" y="73913"/>
                      </a:lnTo>
                      <a:lnTo>
                        <a:pt x="51292" y="81534"/>
                      </a:lnTo>
                      <a:lnTo>
                        <a:pt x="52054" y="89915"/>
                      </a:lnTo>
                      <a:lnTo>
                        <a:pt x="52816" y="99822"/>
                      </a:lnTo>
                      <a:lnTo>
                        <a:pt x="63484" y="99059"/>
                      </a:lnTo>
                      <a:lnTo>
                        <a:pt x="71866" y="99059"/>
                      </a:lnTo>
                      <a:lnTo>
                        <a:pt x="79343" y="97535"/>
                      </a:lnTo>
                      <a:lnTo>
                        <a:pt x="86534" y="94297"/>
                      </a:lnTo>
                      <a:lnTo>
                        <a:pt x="92868" y="89630"/>
                      </a:lnTo>
                      <a:lnTo>
                        <a:pt x="97774" y="83819"/>
                      </a:lnTo>
                      <a:lnTo>
                        <a:pt x="103108" y="76961"/>
                      </a:lnTo>
                      <a:lnTo>
                        <a:pt x="102346" y="69341"/>
                      </a:lnTo>
                      <a:lnTo>
                        <a:pt x="102346" y="60959"/>
                      </a:lnTo>
                      <a:lnTo>
                        <a:pt x="102346" y="58673"/>
                      </a:lnTo>
                      <a:lnTo>
                        <a:pt x="102346" y="57911"/>
                      </a:lnTo>
                      <a:lnTo>
                        <a:pt x="102346" y="56387"/>
                      </a:lnTo>
                      <a:lnTo>
                        <a:pt x="101643" y="66674"/>
                      </a:lnTo>
                      <a:lnTo>
                        <a:pt x="100726" y="76961"/>
                      </a:lnTo>
                      <a:lnTo>
                        <a:pt x="99667" y="87248"/>
                      </a:lnTo>
                      <a:lnTo>
                        <a:pt x="98536" y="97535"/>
                      </a:lnTo>
                      <a:lnTo>
                        <a:pt x="97488" y="116526"/>
                      </a:lnTo>
                      <a:lnTo>
                        <a:pt x="96440" y="135731"/>
                      </a:lnTo>
                      <a:lnTo>
                        <a:pt x="95107" y="155078"/>
                      </a:lnTo>
                      <a:lnTo>
                        <a:pt x="93202" y="174497"/>
                      </a:lnTo>
                      <a:lnTo>
                        <a:pt x="91951" y="187547"/>
                      </a:lnTo>
                      <a:lnTo>
                        <a:pt x="81772" y="227838"/>
                      </a:lnTo>
                      <a:lnTo>
                        <a:pt x="68532" y="234315"/>
                      </a:lnTo>
                      <a:lnTo>
                        <a:pt x="60662" y="232552"/>
                      </a:lnTo>
                      <a:lnTo>
                        <a:pt x="20681" y="200001"/>
                      </a:lnTo>
                      <a:lnTo>
                        <a:pt x="2143" y="164306"/>
                      </a:lnTo>
                      <a:lnTo>
                        <a:pt x="0" y="151245"/>
                      </a:lnTo>
                      <a:lnTo>
                        <a:pt x="1000" y="138684"/>
                      </a:lnTo>
                      <a:lnTo>
                        <a:pt x="6762" y="126241"/>
                      </a:lnTo>
                      <a:lnTo>
                        <a:pt x="16811" y="116871"/>
                      </a:lnTo>
                      <a:lnTo>
                        <a:pt x="28860" y="109644"/>
                      </a:lnTo>
                      <a:lnTo>
                        <a:pt x="40624" y="103632"/>
                      </a:lnTo>
                      <a:lnTo>
                        <a:pt x="53804" y="96762"/>
                      </a:lnTo>
                      <a:lnTo>
                        <a:pt x="63769" y="91535"/>
                      </a:lnTo>
                      <a:lnTo>
                        <a:pt x="72449" y="87022"/>
                      </a:lnTo>
                      <a:lnTo>
                        <a:pt x="81772" y="82296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5" name="Google Shape;3295;p29"/>
              <p:cNvGrpSpPr/>
              <p:nvPr/>
            </p:nvGrpSpPr>
            <p:grpSpPr>
              <a:xfrm>
                <a:off x="7840954" y="5722619"/>
                <a:ext cx="424968" cy="179070"/>
                <a:chOff x="7840954" y="5722619"/>
                <a:chExt cx="424968" cy="179070"/>
              </a:xfrm>
            </p:grpSpPr>
            <p:pic>
              <p:nvPicPr>
                <p:cNvPr id="3296" name="Google Shape;3296;p29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840954" y="5790412"/>
                  <a:ext cx="141020" cy="10444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97" name="Google Shape;3297;p29"/>
                <p:cNvSpPr/>
                <p:nvPr/>
              </p:nvSpPr>
              <p:spPr>
                <a:xfrm>
                  <a:off x="7986522" y="5722619"/>
                  <a:ext cx="279400" cy="179070"/>
                </a:xfrm>
                <a:custGeom>
                  <a:rect b="b" l="l" r="r" t="t"/>
                  <a:pathLst>
                    <a:path extrusionOk="0" h="179070" w="279400">
                      <a:moveTo>
                        <a:pt x="51053" y="80771"/>
                      </a:moveTo>
                      <a:lnTo>
                        <a:pt x="52054" y="72759"/>
                      </a:lnTo>
                      <a:lnTo>
                        <a:pt x="52768" y="64674"/>
                      </a:lnTo>
                      <a:lnTo>
                        <a:pt x="53197" y="56447"/>
                      </a:lnTo>
                      <a:lnTo>
                        <a:pt x="53339" y="48005"/>
                      </a:lnTo>
                      <a:lnTo>
                        <a:pt x="44684" y="49565"/>
                      </a:lnTo>
                      <a:lnTo>
                        <a:pt x="11715" y="88772"/>
                      </a:lnTo>
                      <a:lnTo>
                        <a:pt x="0" y="124967"/>
                      </a:lnTo>
                      <a:lnTo>
                        <a:pt x="0" y="133349"/>
                      </a:lnTo>
                      <a:lnTo>
                        <a:pt x="11429" y="134873"/>
                      </a:lnTo>
                      <a:lnTo>
                        <a:pt x="20716" y="135219"/>
                      </a:lnTo>
                      <a:lnTo>
                        <a:pt x="29146" y="133064"/>
                      </a:lnTo>
                      <a:lnTo>
                        <a:pt x="55756" y="99964"/>
                      </a:lnTo>
                      <a:lnTo>
                        <a:pt x="58673" y="88391"/>
                      </a:lnTo>
                      <a:lnTo>
                        <a:pt x="58673" y="85343"/>
                      </a:lnTo>
                      <a:lnTo>
                        <a:pt x="58673" y="81533"/>
                      </a:lnTo>
                      <a:lnTo>
                        <a:pt x="58221" y="90106"/>
                      </a:lnTo>
                      <a:lnTo>
                        <a:pt x="57911" y="98678"/>
                      </a:lnTo>
                      <a:lnTo>
                        <a:pt x="57602" y="107251"/>
                      </a:lnTo>
                      <a:lnTo>
                        <a:pt x="57149" y="115823"/>
                      </a:lnTo>
                      <a:lnTo>
                        <a:pt x="56792" y="124301"/>
                      </a:lnTo>
                      <a:lnTo>
                        <a:pt x="56578" y="133921"/>
                      </a:lnTo>
                      <a:lnTo>
                        <a:pt x="57792" y="143255"/>
                      </a:lnTo>
                      <a:lnTo>
                        <a:pt x="100976" y="136695"/>
                      </a:lnTo>
                      <a:lnTo>
                        <a:pt x="125729" y="100583"/>
                      </a:lnTo>
                      <a:lnTo>
                        <a:pt x="139767" y="53971"/>
                      </a:lnTo>
                      <a:lnTo>
                        <a:pt x="140207" y="37337"/>
                      </a:lnTo>
                      <a:lnTo>
                        <a:pt x="138934" y="26360"/>
                      </a:lnTo>
                      <a:lnTo>
                        <a:pt x="135731" y="15239"/>
                      </a:lnTo>
                      <a:lnTo>
                        <a:pt x="129813" y="5834"/>
                      </a:lnTo>
                      <a:lnTo>
                        <a:pt x="120395" y="0"/>
                      </a:lnTo>
                      <a:lnTo>
                        <a:pt x="110894" y="1785"/>
                      </a:lnTo>
                      <a:lnTo>
                        <a:pt x="100976" y="51101"/>
                      </a:lnTo>
                      <a:lnTo>
                        <a:pt x="102429" y="89868"/>
                      </a:lnTo>
                      <a:lnTo>
                        <a:pt x="110680" y="137445"/>
                      </a:lnTo>
                      <a:lnTo>
                        <a:pt x="118871" y="169925"/>
                      </a:lnTo>
                      <a:lnTo>
                        <a:pt x="119633" y="174497"/>
                      </a:lnTo>
                      <a:lnTo>
                        <a:pt x="120395" y="179069"/>
                      </a:lnTo>
                      <a:lnTo>
                        <a:pt x="119038" y="169473"/>
                      </a:lnTo>
                      <a:lnTo>
                        <a:pt x="117538" y="160019"/>
                      </a:lnTo>
                      <a:lnTo>
                        <a:pt x="116324" y="150566"/>
                      </a:lnTo>
                      <a:lnTo>
                        <a:pt x="115823" y="140969"/>
                      </a:lnTo>
                      <a:lnTo>
                        <a:pt x="115633" y="126361"/>
                      </a:lnTo>
                      <a:lnTo>
                        <a:pt x="116585" y="112109"/>
                      </a:lnTo>
                      <a:lnTo>
                        <a:pt x="132397" y="71913"/>
                      </a:lnTo>
                      <a:lnTo>
                        <a:pt x="146303" y="68579"/>
                      </a:lnTo>
                      <a:lnTo>
                        <a:pt x="153281" y="70342"/>
                      </a:lnTo>
                      <a:lnTo>
                        <a:pt x="159257" y="74104"/>
                      </a:lnTo>
                      <a:lnTo>
                        <a:pt x="164091" y="79295"/>
                      </a:lnTo>
                      <a:lnTo>
                        <a:pt x="167639" y="85343"/>
                      </a:lnTo>
                      <a:lnTo>
                        <a:pt x="169687" y="93642"/>
                      </a:lnTo>
                      <a:lnTo>
                        <a:pt x="169163" y="101441"/>
                      </a:lnTo>
                      <a:lnTo>
                        <a:pt x="138612" y="130933"/>
                      </a:lnTo>
                      <a:lnTo>
                        <a:pt x="128015" y="132587"/>
                      </a:lnTo>
                      <a:lnTo>
                        <a:pt x="169925" y="144208"/>
                      </a:lnTo>
                      <a:lnTo>
                        <a:pt x="215169" y="138779"/>
                      </a:lnTo>
                      <a:lnTo>
                        <a:pt x="250507" y="114299"/>
                      </a:lnTo>
                      <a:lnTo>
                        <a:pt x="240029" y="77723"/>
                      </a:lnTo>
                      <a:lnTo>
                        <a:pt x="231266" y="77735"/>
                      </a:lnTo>
                      <a:lnTo>
                        <a:pt x="209740" y="111156"/>
                      </a:lnTo>
                      <a:lnTo>
                        <a:pt x="228409" y="145637"/>
                      </a:lnTo>
                      <a:lnTo>
                        <a:pt x="249173" y="153161"/>
                      </a:lnTo>
                      <a:lnTo>
                        <a:pt x="258532" y="153161"/>
                      </a:lnTo>
                      <a:lnTo>
                        <a:pt x="265747" y="153161"/>
                      </a:lnTo>
                      <a:lnTo>
                        <a:pt x="272105" y="153161"/>
                      </a:lnTo>
                      <a:lnTo>
                        <a:pt x="278891" y="153161"/>
                      </a:lnTo>
                    </a:path>
                  </a:pathLst>
                </a:custGeom>
                <a:noFill/>
                <a:ln cap="flat" cmpd="sng" w="229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298" name="Google Shape;3298;p2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405501" y="5723382"/>
                <a:ext cx="168548" cy="14280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99" name="Google Shape;3299;p29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8736018" y="5705068"/>
                <a:ext cx="91300" cy="1361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00" name="Google Shape;3300;p29"/>
              <p:cNvSpPr/>
              <p:nvPr/>
            </p:nvSpPr>
            <p:spPr>
              <a:xfrm>
                <a:off x="8890254" y="574090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3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1" name="Google Shape;3301;p29"/>
              <p:cNvSpPr/>
              <p:nvPr/>
            </p:nvSpPr>
            <p:spPr>
              <a:xfrm>
                <a:off x="6046470" y="5158740"/>
                <a:ext cx="39370" cy="39370"/>
              </a:xfrm>
              <a:custGeom>
                <a:rect b="b" l="l" r="r" t="t"/>
                <a:pathLst>
                  <a:path extrusionOk="0" h="39370" w="39370">
                    <a:moveTo>
                      <a:pt x="13715" y="24383"/>
                    </a:moveTo>
                    <a:lnTo>
                      <a:pt x="11429" y="20573"/>
                    </a:lnTo>
                    <a:lnTo>
                      <a:pt x="9905" y="17525"/>
                    </a:lnTo>
                    <a:lnTo>
                      <a:pt x="7619" y="13715"/>
                    </a:lnTo>
                    <a:lnTo>
                      <a:pt x="12191" y="12953"/>
                    </a:lnTo>
                    <a:lnTo>
                      <a:pt x="19811" y="10667"/>
                    </a:lnTo>
                    <a:lnTo>
                      <a:pt x="23621" y="14477"/>
                    </a:lnTo>
                    <a:lnTo>
                      <a:pt x="26669" y="18287"/>
                    </a:lnTo>
                    <a:lnTo>
                      <a:pt x="27431" y="28193"/>
                    </a:lnTo>
                    <a:lnTo>
                      <a:pt x="25907" y="32003"/>
                    </a:lnTo>
                    <a:lnTo>
                      <a:pt x="24383" y="37337"/>
                    </a:lnTo>
                    <a:lnTo>
                      <a:pt x="18287" y="38861"/>
                    </a:lnTo>
                    <a:lnTo>
                      <a:pt x="13715" y="37337"/>
                    </a:lnTo>
                    <a:lnTo>
                      <a:pt x="6095" y="35813"/>
                    </a:lnTo>
                    <a:lnTo>
                      <a:pt x="3047" y="25145"/>
                    </a:lnTo>
                    <a:lnTo>
                      <a:pt x="2285" y="19049"/>
                    </a:lnTo>
                    <a:lnTo>
                      <a:pt x="761" y="12191"/>
                    </a:lnTo>
                    <a:lnTo>
                      <a:pt x="0" y="3809"/>
                    </a:lnTo>
                    <a:lnTo>
                      <a:pt x="7619" y="2285"/>
                    </a:lnTo>
                    <a:lnTo>
                      <a:pt x="16763" y="0"/>
                    </a:lnTo>
                    <a:lnTo>
                      <a:pt x="23621" y="3809"/>
                    </a:lnTo>
                    <a:lnTo>
                      <a:pt x="29717" y="9905"/>
                    </a:lnTo>
                    <a:lnTo>
                      <a:pt x="33527" y="13715"/>
                    </a:lnTo>
                    <a:lnTo>
                      <a:pt x="38861" y="22097"/>
                    </a:lnTo>
                    <a:lnTo>
                      <a:pt x="36575" y="28193"/>
                    </a:lnTo>
                    <a:lnTo>
                      <a:pt x="34289" y="35051"/>
                    </a:lnTo>
                    <a:lnTo>
                      <a:pt x="22859" y="33527"/>
                    </a:lnTo>
                    <a:lnTo>
                      <a:pt x="17525" y="32765"/>
                    </a:lnTo>
                    <a:lnTo>
                      <a:pt x="9143" y="32765"/>
                    </a:lnTo>
                    <a:lnTo>
                      <a:pt x="5333" y="29717"/>
                    </a:lnTo>
                    <a:lnTo>
                      <a:pt x="2285" y="22859"/>
                    </a:lnTo>
                    <a:lnTo>
                      <a:pt x="6095" y="19049"/>
                    </a:lnTo>
                    <a:lnTo>
                      <a:pt x="11429" y="18287"/>
                    </a:lnTo>
                    <a:lnTo>
                      <a:pt x="16763" y="14477"/>
                    </a:lnTo>
                    <a:lnTo>
                      <a:pt x="19049" y="11429"/>
                    </a:lnTo>
                    <a:lnTo>
                      <a:pt x="22097" y="9143"/>
                    </a:lnTo>
                    <a:lnTo>
                      <a:pt x="24383" y="685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05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6" name="Google Shape;3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914400"/>
            <a:ext cx="6494657" cy="4648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7" name="Google Shape;3307;p30"/>
          <p:cNvGrpSpPr/>
          <p:nvPr/>
        </p:nvGrpSpPr>
        <p:grpSpPr>
          <a:xfrm>
            <a:off x="6338195" y="4277842"/>
            <a:ext cx="154552" cy="122327"/>
            <a:chOff x="6338195" y="4277842"/>
            <a:chExt cx="154552" cy="122327"/>
          </a:xfrm>
        </p:grpSpPr>
        <p:pic>
          <p:nvPicPr>
            <p:cNvPr id="3308" name="Google Shape;3308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38195" y="4277842"/>
              <a:ext cx="96920" cy="99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9" name="Google Shape;3309;p30"/>
            <p:cNvSpPr/>
            <p:nvPr/>
          </p:nvSpPr>
          <p:spPr>
            <a:xfrm>
              <a:off x="6487667" y="4318254"/>
              <a:ext cx="5080" cy="81915"/>
            </a:xfrm>
            <a:custGeom>
              <a:rect b="b" l="l" r="r" t="t"/>
              <a:pathLst>
                <a:path extrusionOk="0" h="81914" w="5079">
                  <a:moveTo>
                    <a:pt x="0" y="0"/>
                  </a:moveTo>
                  <a:lnTo>
                    <a:pt x="3048" y="41910"/>
                  </a:lnTo>
                  <a:lnTo>
                    <a:pt x="3810" y="61722"/>
                  </a:lnTo>
                  <a:lnTo>
                    <a:pt x="4119" y="71699"/>
                  </a:lnTo>
                  <a:lnTo>
                    <a:pt x="4572" y="8153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10" name="Google Shape;331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1770" y="2250160"/>
            <a:ext cx="185978" cy="12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1" name="Google Shape;331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668" y="4579594"/>
            <a:ext cx="342188" cy="329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2" name="Google Shape;331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1292" y="4592548"/>
            <a:ext cx="109778" cy="1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3" name="Google Shape;331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76552" y="4428718"/>
            <a:ext cx="316280" cy="2728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4" name="Google Shape;3314;p30"/>
          <p:cNvGrpSpPr/>
          <p:nvPr/>
        </p:nvGrpSpPr>
        <p:grpSpPr>
          <a:xfrm>
            <a:off x="1943836" y="4403358"/>
            <a:ext cx="246176" cy="178977"/>
            <a:chOff x="1943836" y="4403358"/>
            <a:chExt cx="246176" cy="178977"/>
          </a:xfrm>
        </p:grpSpPr>
        <p:pic>
          <p:nvPicPr>
            <p:cNvPr id="3315" name="Google Shape;3315;p3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943836" y="4436338"/>
              <a:ext cx="116636" cy="145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6" name="Google Shape;3316;p3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091747" y="4403358"/>
              <a:ext cx="98265" cy="1549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17" name="Google Shape;3317;p30"/>
          <p:cNvGrpSpPr/>
          <p:nvPr/>
        </p:nvGrpSpPr>
        <p:grpSpPr>
          <a:xfrm>
            <a:off x="4713706" y="4877566"/>
            <a:ext cx="1151233" cy="684267"/>
            <a:chOff x="5156428" y="4439279"/>
            <a:chExt cx="683564" cy="313339"/>
          </a:xfrm>
        </p:grpSpPr>
        <p:pic>
          <p:nvPicPr>
            <p:cNvPr id="3318" name="Google Shape;3318;p3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156428" y="4487392"/>
              <a:ext cx="389432" cy="2652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9" name="Google Shape;3319;p3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586196" y="4439279"/>
              <a:ext cx="253796" cy="2118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20" name="Google Shape;3320;p30"/>
          <p:cNvGrpSpPr/>
          <p:nvPr/>
        </p:nvGrpSpPr>
        <p:grpSpPr>
          <a:xfrm>
            <a:off x="7155261" y="4277842"/>
            <a:ext cx="2673776" cy="3058664"/>
            <a:chOff x="7085838" y="2091689"/>
            <a:chExt cx="2286786" cy="2677160"/>
          </a:xfrm>
        </p:grpSpPr>
        <p:grpSp>
          <p:nvGrpSpPr>
            <p:cNvPr id="3321" name="Google Shape;3321;p30"/>
            <p:cNvGrpSpPr/>
            <p:nvPr/>
          </p:nvGrpSpPr>
          <p:grpSpPr>
            <a:xfrm>
              <a:off x="7461503" y="2490977"/>
              <a:ext cx="321398" cy="170434"/>
              <a:chOff x="7461503" y="2490977"/>
              <a:chExt cx="321398" cy="170434"/>
            </a:xfrm>
          </p:grpSpPr>
          <p:sp>
            <p:nvSpPr>
              <p:cNvPr id="3322" name="Google Shape;3322;p30"/>
              <p:cNvSpPr/>
              <p:nvPr/>
            </p:nvSpPr>
            <p:spPr>
              <a:xfrm>
                <a:off x="7461503" y="2568701"/>
                <a:ext cx="141605" cy="92710"/>
              </a:xfrm>
              <a:custGeom>
                <a:rect b="b" l="l" r="r" t="t"/>
                <a:pathLst>
                  <a:path extrusionOk="0" h="92710" w="141604">
                    <a:moveTo>
                      <a:pt x="0" y="11429"/>
                    </a:moveTo>
                    <a:lnTo>
                      <a:pt x="10501" y="48184"/>
                    </a:lnTo>
                    <a:lnTo>
                      <a:pt x="14001" y="68377"/>
                    </a:lnTo>
                    <a:lnTo>
                      <a:pt x="15049" y="75723"/>
                    </a:lnTo>
                    <a:lnTo>
                      <a:pt x="16383" y="82927"/>
                    </a:lnTo>
                    <a:lnTo>
                      <a:pt x="18288" y="89915"/>
                    </a:lnTo>
                    <a:lnTo>
                      <a:pt x="18288" y="91439"/>
                    </a:lnTo>
                    <a:lnTo>
                      <a:pt x="18288" y="92201"/>
                    </a:lnTo>
                    <a:lnTo>
                      <a:pt x="18288" y="91439"/>
                    </a:lnTo>
                    <a:lnTo>
                      <a:pt x="17585" y="84022"/>
                    </a:lnTo>
                    <a:lnTo>
                      <a:pt x="16668" y="76676"/>
                    </a:lnTo>
                    <a:lnTo>
                      <a:pt x="15609" y="69472"/>
                    </a:lnTo>
                    <a:lnTo>
                      <a:pt x="14478" y="62483"/>
                    </a:lnTo>
                    <a:lnTo>
                      <a:pt x="13275" y="53780"/>
                    </a:lnTo>
                    <a:lnTo>
                      <a:pt x="12287" y="44291"/>
                    </a:lnTo>
                    <a:lnTo>
                      <a:pt x="12013" y="34944"/>
                    </a:lnTo>
                    <a:lnTo>
                      <a:pt x="12954" y="26669"/>
                    </a:lnTo>
                    <a:lnTo>
                      <a:pt x="57292" y="32527"/>
                    </a:lnTo>
                    <a:lnTo>
                      <a:pt x="81581" y="66734"/>
                    </a:lnTo>
                    <a:lnTo>
                      <a:pt x="82296" y="84581"/>
                    </a:lnTo>
                    <a:lnTo>
                      <a:pt x="77497" y="79926"/>
                    </a:lnTo>
                    <a:lnTo>
                      <a:pt x="67055" y="34766"/>
                    </a:lnTo>
                    <a:lnTo>
                      <a:pt x="89618" y="142"/>
                    </a:lnTo>
                    <a:lnTo>
                      <a:pt x="96774" y="0"/>
                    </a:lnTo>
                    <a:lnTo>
                      <a:pt x="105822" y="1226"/>
                    </a:lnTo>
                    <a:lnTo>
                      <a:pt x="136112" y="31908"/>
                    </a:lnTo>
                    <a:lnTo>
                      <a:pt x="141541" y="61436"/>
                    </a:lnTo>
                    <a:lnTo>
                      <a:pt x="141398" y="68163"/>
                    </a:lnTo>
                    <a:lnTo>
                      <a:pt x="140970" y="74675"/>
                    </a:lnTo>
                    <a:lnTo>
                      <a:pt x="140208" y="76961"/>
                    </a:lnTo>
                    <a:lnTo>
                      <a:pt x="140208" y="79247"/>
                    </a:lnTo>
                    <a:lnTo>
                      <a:pt x="140208" y="73151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3" name="Google Shape;3323;p30"/>
              <p:cNvSpPr/>
              <p:nvPr/>
            </p:nvSpPr>
            <p:spPr>
              <a:xfrm>
                <a:off x="7607045" y="2490977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4" name="Google Shape;3324;p30"/>
              <p:cNvSpPr/>
              <p:nvPr/>
            </p:nvSpPr>
            <p:spPr>
              <a:xfrm>
                <a:off x="7641335" y="2558033"/>
                <a:ext cx="13335" cy="74930"/>
              </a:xfrm>
              <a:custGeom>
                <a:rect b="b" l="l" r="r" t="t"/>
                <a:pathLst>
                  <a:path extrusionOk="0" h="74930" w="13334">
                    <a:moveTo>
                      <a:pt x="0" y="0"/>
                    </a:moveTo>
                    <a:lnTo>
                      <a:pt x="6096" y="44196"/>
                    </a:lnTo>
                    <a:lnTo>
                      <a:pt x="12192" y="73152"/>
                    </a:lnTo>
                    <a:lnTo>
                      <a:pt x="12192" y="73914"/>
                    </a:lnTo>
                    <a:lnTo>
                      <a:pt x="12192" y="74676"/>
                    </a:lnTo>
                    <a:lnTo>
                      <a:pt x="12954" y="7467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5" name="Google Shape;3325;p30"/>
              <p:cNvSpPr/>
              <p:nvPr/>
            </p:nvSpPr>
            <p:spPr>
              <a:xfrm>
                <a:off x="7683841" y="2536138"/>
                <a:ext cx="99060" cy="93345"/>
              </a:xfrm>
              <a:custGeom>
                <a:rect b="b" l="l" r="r" t="t"/>
                <a:pathLst>
                  <a:path extrusionOk="0" h="93344" w="99059">
                    <a:moveTo>
                      <a:pt x="10834" y="35611"/>
                    </a:moveTo>
                    <a:lnTo>
                      <a:pt x="11763" y="46910"/>
                    </a:lnTo>
                    <a:lnTo>
                      <a:pt x="13120" y="57995"/>
                    </a:lnTo>
                    <a:lnTo>
                      <a:pt x="14477" y="68937"/>
                    </a:lnTo>
                    <a:lnTo>
                      <a:pt x="15406" y="79807"/>
                    </a:lnTo>
                    <a:lnTo>
                      <a:pt x="15406" y="81331"/>
                    </a:lnTo>
                    <a:lnTo>
                      <a:pt x="15406" y="82855"/>
                    </a:lnTo>
                    <a:lnTo>
                      <a:pt x="15406" y="84379"/>
                    </a:lnTo>
                    <a:lnTo>
                      <a:pt x="16930" y="87427"/>
                    </a:lnTo>
                    <a:lnTo>
                      <a:pt x="18454" y="89713"/>
                    </a:lnTo>
                    <a:lnTo>
                      <a:pt x="15406" y="83617"/>
                    </a:lnTo>
                    <a:lnTo>
                      <a:pt x="12001" y="76176"/>
                    </a:lnTo>
                    <a:lnTo>
                      <a:pt x="166" y="35516"/>
                    </a:lnTo>
                    <a:lnTo>
                      <a:pt x="0" y="25812"/>
                    </a:lnTo>
                    <a:lnTo>
                      <a:pt x="1690" y="17323"/>
                    </a:lnTo>
                    <a:lnTo>
                      <a:pt x="32670" y="0"/>
                    </a:lnTo>
                    <a:lnTo>
                      <a:pt x="41124" y="654"/>
                    </a:lnTo>
                    <a:lnTo>
                      <a:pt x="76497" y="23467"/>
                    </a:lnTo>
                    <a:lnTo>
                      <a:pt x="82176" y="47898"/>
                    </a:lnTo>
                    <a:lnTo>
                      <a:pt x="81569" y="56340"/>
                    </a:lnTo>
                    <a:lnTo>
                      <a:pt x="80176" y="64567"/>
                    </a:lnTo>
                    <a:lnTo>
                      <a:pt x="79414" y="68377"/>
                    </a:lnTo>
                    <a:lnTo>
                      <a:pt x="74080" y="82855"/>
                    </a:lnTo>
                    <a:lnTo>
                      <a:pt x="77128" y="87427"/>
                    </a:lnTo>
                    <a:lnTo>
                      <a:pt x="80938" y="92761"/>
                    </a:lnTo>
                    <a:lnTo>
                      <a:pt x="93892" y="88951"/>
                    </a:lnTo>
                    <a:lnTo>
                      <a:pt x="98464" y="88189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26" name="Google Shape;3326;p3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120560" y="2317216"/>
              <a:ext cx="93062" cy="998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7" name="Google Shape;3327;p3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7433284" y="2817088"/>
              <a:ext cx="120446" cy="1326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28" name="Google Shape;3328;p30"/>
            <p:cNvGrpSpPr/>
            <p:nvPr/>
          </p:nvGrpSpPr>
          <p:grpSpPr>
            <a:xfrm>
              <a:off x="7604734" y="2699003"/>
              <a:ext cx="254962" cy="244628"/>
              <a:chOff x="7604734" y="2699003"/>
              <a:chExt cx="254962" cy="244628"/>
            </a:xfrm>
          </p:grpSpPr>
          <p:pic>
            <p:nvPicPr>
              <p:cNvPr id="3329" name="Google Shape;3329;p3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7604734" y="2806730"/>
                <a:ext cx="86918" cy="1369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30" name="Google Shape;3330;p30"/>
              <p:cNvSpPr/>
              <p:nvPr/>
            </p:nvSpPr>
            <p:spPr>
              <a:xfrm>
                <a:off x="7723631" y="2807969"/>
                <a:ext cx="12700" cy="99060"/>
              </a:xfrm>
              <a:custGeom>
                <a:rect b="b" l="l" r="r" t="t"/>
                <a:pathLst>
                  <a:path extrusionOk="0" h="99060" w="12700">
                    <a:moveTo>
                      <a:pt x="3048" y="0"/>
                    </a:moveTo>
                    <a:lnTo>
                      <a:pt x="1095" y="9810"/>
                    </a:lnTo>
                    <a:lnTo>
                      <a:pt x="0" y="19050"/>
                    </a:lnTo>
                    <a:lnTo>
                      <a:pt x="47" y="28289"/>
                    </a:lnTo>
                    <a:lnTo>
                      <a:pt x="1524" y="38100"/>
                    </a:lnTo>
                    <a:lnTo>
                      <a:pt x="3488" y="48958"/>
                    </a:lnTo>
                    <a:lnTo>
                      <a:pt x="5810" y="59817"/>
                    </a:lnTo>
                    <a:lnTo>
                      <a:pt x="8274" y="70675"/>
                    </a:lnTo>
                    <a:lnTo>
                      <a:pt x="10668" y="81534"/>
                    </a:lnTo>
                    <a:lnTo>
                      <a:pt x="11430" y="87630"/>
                    </a:lnTo>
                    <a:lnTo>
                      <a:pt x="12192" y="92964"/>
                    </a:lnTo>
                    <a:lnTo>
                      <a:pt x="12192" y="9906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1" name="Google Shape;3331;p30"/>
              <p:cNvSpPr/>
              <p:nvPr/>
            </p:nvSpPr>
            <p:spPr>
              <a:xfrm>
                <a:off x="7760207" y="2811017"/>
                <a:ext cx="5715" cy="104139"/>
              </a:xfrm>
              <a:custGeom>
                <a:rect b="b" l="l" r="r" t="t"/>
                <a:pathLst>
                  <a:path extrusionOk="0" h="104139" w="5715">
                    <a:moveTo>
                      <a:pt x="0" y="0"/>
                    </a:moveTo>
                    <a:lnTo>
                      <a:pt x="452" y="12453"/>
                    </a:lnTo>
                    <a:lnTo>
                      <a:pt x="762" y="24764"/>
                    </a:lnTo>
                    <a:lnTo>
                      <a:pt x="1071" y="37076"/>
                    </a:lnTo>
                    <a:lnTo>
                      <a:pt x="1524" y="49530"/>
                    </a:lnTo>
                    <a:lnTo>
                      <a:pt x="4572" y="95250"/>
                    </a:lnTo>
                    <a:lnTo>
                      <a:pt x="5334" y="99822"/>
                    </a:lnTo>
                    <a:lnTo>
                      <a:pt x="5334" y="100584"/>
                    </a:lnTo>
                    <a:lnTo>
                      <a:pt x="5334" y="10363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2" name="Google Shape;3332;p30"/>
              <p:cNvSpPr/>
              <p:nvPr/>
            </p:nvSpPr>
            <p:spPr>
              <a:xfrm>
                <a:off x="7722869" y="2803671"/>
                <a:ext cx="102235" cy="88265"/>
              </a:xfrm>
              <a:custGeom>
                <a:rect b="b" l="l" r="r" t="t"/>
                <a:pathLst>
                  <a:path extrusionOk="0" h="88264" w="102234">
                    <a:moveTo>
                      <a:pt x="0" y="23348"/>
                    </a:moveTo>
                    <a:lnTo>
                      <a:pt x="5572" y="12644"/>
                    </a:lnTo>
                    <a:lnTo>
                      <a:pt x="12001" y="7441"/>
                    </a:lnTo>
                    <a:lnTo>
                      <a:pt x="21002" y="5238"/>
                    </a:lnTo>
                    <a:lnTo>
                      <a:pt x="34290" y="3536"/>
                    </a:lnTo>
                    <a:lnTo>
                      <a:pt x="44862" y="1690"/>
                    </a:lnTo>
                    <a:lnTo>
                      <a:pt x="57150" y="202"/>
                    </a:lnTo>
                    <a:lnTo>
                      <a:pt x="69437" y="0"/>
                    </a:lnTo>
                    <a:lnTo>
                      <a:pt x="80010" y="2012"/>
                    </a:lnTo>
                    <a:lnTo>
                      <a:pt x="85689" y="7048"/>
                    </a:lnTo>
                    <a:lnTo>
                      <a:pt x="88296" y="14299"/>
                    </a:lnTo>
                    <a:lnTo>
                      <a:pt x="88475" y="22264"/>
                    </a:lnTo>
                    <a:lnTo>
                      <a:pt x="86868" y="29444"/>
                    </a:lnTo>
                    <a:lnTo>
                      <a:pt x="57150" y="60686"/>
                    </a:lnTo>
                    <a:lnTo>
                      <a:pt x="48768" y="65258"/>
                    </a:lnTo>
                    <a:lnTo>
                      <a:pt x="45720" y="69830"/>
                    </a:lnTo>
                    <a:lnTo>
                      <a:pt x="52578" y="73640"/>
                    </a:lnTo>
                    <a:lnTo>
                      <a:pt x="59436" y="74402"/>
                    </a:lnTo>
                    <a:lnTo>
                      <a:pt x="67056" y="75926"/>
                    </a:lnTo>
                    <a:lnTo>
                      <a:pt x="73783" y="77676"/>
                    </a:lnTo>
                    <a:lnTo>
                      <a:pt x="80295" y="79640"/>
                    </a:lnTo>
                    <a:lnTo>
                      <a:pt x="86665" y="82034"/>
                    </a:lnTo>
                    <a:lnTo>
                      <a:pt x="92964" y="85070"/>
                    </a:lnTo>
                    <a:lnTo>
                      <a:pt x="96774" y="86594"/>
                    </a:lnTo>
                    <a:lnTo>
                      <a:pt x="98298" y="86594"/>
                    </a:lnTo>
                    <a:lnTo>
                      <a:pt x="102108" y="8811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3" name="Google Shape;3333;p30"/>
              <p:cNvSpPr/>
              <p:nvPr/>
            </p:nvSpPr>
            <p:spPr>
              <a:xfrm>
                <a:off x="7815881" y="2699003"/>
                <a:ext cx="43815" cy="104139"/>
              </a:xfrm>
              <a:custGeom>
                <a:rect b="b" l="l" r="r" t="t"/>
                <a:pathLst>
                  <a:path extrusionOk="0" h="104139" w="43815">
                    <a:moveTo>
                      <a:pt x="21288" y="0"/>
                    </a:moveTo>
                    <a:lnTo>
                      <a:pt x="32646" y="37719"/>
                    </a:lnTo>
                    <a:lnTo>
                      <a:pt x="40052" y="76009"/>
                    </a:lnTo>
                    <a:lnTo>
                      <a:pt x="41100" y="84582"/>
                    </a:lnTo>
                    <a:lnTo>
                      <a:pt x="41100" y="86868"/>
                    </a:lnTo>
                    <a:lnTo>
                      <a:pt x="41100" y="88392"/>
                    </a:lnTo>
                    <a:lnTo>
                      <a:pt x="41100" y="79248"/>
                    </a:lnTo>
                    <a:lnTo>
                      <a:pt x="38814" y="71628"/>
                    </a:lnTo>
                    <a:lnTo>
                      <a:pt x="35004" y="64008"/>
                    </a:lnTo>
                    <a:lnTo>
                      <a:pt x="31634" y="56852"/>
                    </a:lnTo>
                    <a:lnTo>
                      <a:pt x="28051" y="49625"/>
                    </a:lnTo>
                    <a:lnTo>
                      <a:pt x="23752" y="43112"/>
                    </a:lnTo>
                    <a:lnTo>
                      <a:pt x="18240" y="38100"/>
                    </a:lnTo>
                    <a:lnTo>
                      <a:pt x="9858" y="32004"/>
                    </a:lnTo>
                    <a:lnTo>
                      <a:pt x="5286" y="38100"/>
                    </a:lnTo>
                    <a:lnTo>
                      <a:pt x="3000" y="45720"/>
                    </a:lnTo>
                    <a:lnTo>
                      <a:pt x="1142" y="54899"/>
                    </a:lnTo>
                    <a:lnTo>
                      <a:pt x="142" y="64865"/>
                    </a:lnTo>
                    <a:lnTo>
                      <a:pt x="0" y="74973"/>
                    </a:lnTo>
                    <a:lnTo>
                      <a:pt x="714" y="84582"/>
                    </a:lnTo>
                    <a:lnTo>
                      <a:pt x="2238" y="93726"/>
                    </a:lnTo>
                    <a:lnTo>
                      <a:pt x="6810" y="100584"/>
                    </a:lnTo>
                    <a:lnTo>
                      <a:pt x="15954" y="102870"/>
                    </a:lnTo>
                    <a:lnTo>
                      <a:pt x="23669" y="104072"/>
                    </a:lnTo>
                    <a:lnTo>
                      <a:pt x="30241" y="103346"/>
                    </a:lnTo>
                    <a:lnTo>
                      <a:pt x="36528" y="101048"/>
                    </a:lnTo>
                    <a:lnTo>
                      <a:pt x="43386" y="9753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34" name="Google Shape;3334;p30"/>
            <p:cNvSpPr/>
            <p:nvPr/>
          </p:nvSpPr>
          <p:spPr>
            <a:xfrm>
              <a:off x="8065769" y="2478023"/>
              <a:ext cx="278130" cy="201295"/>
            </a:xfrm>
            <a:custGeom>
              <a:rect b="b" l="l" r="r" t="t"/>
              <a:pathLst>
                <a:path extrusionOk="0" h="201294" w="278129">
                  <a:moveTo>
                    <a:pt x="214122" y="0"/>
                  </a:moveTo>
                  <a:lnTo>
                    <a:pt x="206811" y="583"/>
                  </a:lnTo>
                  <a:lnTo>
                    <a:pt x="199644" y="1238"/>
                  </a:lnTo>
                  <a:lnTo>
                    <a:pt x="192476" y="2035"/>
                  </a:lnTo>
                  <a:lnTo>
                    <a:pt x="185166" y="3048"/>
                  </a:lnTo>
                  <a:lnTo>
                    <a:pt x="168604" y="4929"/>
                  </a:lnTo>
                  <a:lnTo>
                    <a:pt x="119634" y="13716"/>
                  </a:lnTo>
                  <a:lnTo>
                    <a:pt x="82236" y="24217"/>
                  </a:lnTo>
                  <a:lnTo>
                    <a:pt x="62484" y="32004"/>
                  </a:lnTo>
                  <a:lnTo>
                    <a:pt x="66294" y="32004"/>
                  </a:lnTo>
                  <a:lnTo>
                    <a:pt x="63246" y="36576"/>
                  </a:lnTo>
                  <a:lnTo>
                    <a:pt x="101346" y="43434"/>
                  </a:lnTo>
                  <a:lnTo>
                    <a:pt x="152019" y="44862"/>
                  </a:lnTo>
                  <a:lnTo>
                    <a:pt x="177426" y="45684"/>
                  </a:lnTo>
                  <a:lnTo>
                    <a:pt x="202692" y="48006"/>
                  </a:lnTo>
                  <a:lnTo>
                    <a:pt x="211074" y="49530"/>
                  </a:lnTo>
                  <a:lnTo>
                    <a:pt x="217932" y="49530"/>
                  </a:lnTo>
                  <a:lnTo>
                    <a:pt x="224028" y="54864"/>
                  </a:lnTo>
                  <a:lnTo>
                    <a:pt x="219837" y="62960"/>
                  </a:lnTo>
                  <a:lnTo>
                    <a:pt x="212788" y="69342"/>
                  </a:lnTo>
                  <a:lnTo>
                    <a:pt x="204311" y="74580"/>
                  </a:lnTo>
                  <a:lnTo>
                    <a:pt x="195834" y="79248"/>
                  </a:lnTo>
                  <a:lnTo>
                    <a:pt x="154662" y="104001"/>
                  </a:lnTo>
                  <a:lnTo>
                    <a:pt x="112776" y="127539"/>
                  </a:lnTo>
                  <a:lnTo>
                    <a:pt x="70889" y="150935"/>
                  </a:lnTo>
                  <a:lnTo>
                    <a:pt x="29718" y="175260"/>
                  </a:lnTo>
                  <a:lnTo>
                    <a:pt x="21324" y="180153"/>
                  </a:lnTo>
                  <a:lnTo>
                    <a:pt x="12287" y="185832"/>
                  </a:lnTo>
                  <a:lnTo>
                    <a:pt x="4536" y="192512"/>
                  </a:lnTo>
                  <a:lnTo>
                    <a:pt x="0" y="200406"/>
                  </a:lnTo>
                  <a:lnTo>
                    <a:pt x="15882" y="201191"/>
                  </a:lnTo>
                  <a:lnTo>
                    <a:pt x="63246" y="195834"/>
                  </a:lnTo>
                  <a:lnTo>
                    <a:pt x="123444" y="183070"/>
                  </a:lnTo>
                  <a:lnTo>
                    <a:pt x="153471" y="176117"/>
                  </a:lnTo>
                  <a:lnTo>
                    <a:pt x="183642" y="169164"/>
                  </a:lnTo>
                  <a:lnTo>
                    <a:pt x="224885" y="160115"/>
                  </a:lnTo>
                  <a:lnTo>
                    <a:pt x="266700" y="151638"/>
                  </a:lnTo>
                  <a:lnTo>
                    <a:pt x="273558" y="150876"/>
                  </a:lnTo>
                  <a:lnTo>
                    <a:pt x="274320" y="150114"/>
                  </a:lnTo>
                  <a:lnTo>
                    <a:pt x="236982" y="162306"/>
                  </a:lnTo>
                  <a:lnTo>
                    <a:pt x="228600" y="163830"/>
                  </a:lnTo>
                  <a:lnTo>
                    <a:pt x="224028" y="164592"/>
                  </a:lnTo>
                </a:path>
              </a:pathLst>
            </a:custGeom>
            <a:noFill/>
            <a:ln cap="flat" cmpd="sng" w="229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5" name="Google Shape;3335;p30"/>
            <p:cNvGrpSpPr/>
            <p:nvPr/>
          </p:nvGrpSpPr>
          <p:grpSpPr>
            <a:xfrm>
              <a:off x="8075676" y="2756154"/>
              <a:ext cx="186372" cy="131851"/>
              <a:chOff x="8075676" y="2756154"/>
              <a:chExt cx="186372" cy="131851"/>
            </a:xfrm>
          </p:grpSpPr>
          <p:pic>
            <p:nvPicPr>
              <p:cNvPr id="3336" name="Google Shape;3336;p3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8075676" y="2756154"/>
                <a:ext cx="145567" cy="13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37" name="Google Shape;3337;p30"/>
              <p:cNvSpPr/>
              <p:nvPr/>
            </p:nvSpPr>
            <p:spPr>
              <a:xfrm>
                <a:off x="8259508" y="2775204"/>
                <a:ext cx="2540" cy="87630"/>
              </a:xfrm>
              <a:custGeom>
                <a:rect b="b" l="l" r="r" t="t"/>
                <a:pathLst>
                  <a:path extrusionOk="0" h="87630" w="2540">
                    <a:moveTo>
                      <a:pt x="571" y="0"/>
                    </a:moveTo>
                    <a:lnTo>
                      <a:pt x="142" y="12001"/>
                    </a:lnTo>
                    <a:lnTo>
                      <a:pt x="0" y="24003"/>
                    </a:lnTo>
                    <a:lnTo>
                      <a:pt x="142" y="36004"/>
                    </a:lnTo>
                    <a:lnTo>
                      <a:pt x="571" y="48006"/>
                    </a:lnTo>
                    <a:lnTo>
                      <a:pt x="1345" y="58162"/>
                    </a:lnTo>
                    <a:lnTo>
                      <a:pt x="1619" y="68103"/>
                    </a:lnTo>
                    <a:lnTo>
                      <a:pt x="1750" y="77902"/>
                    </a:lnTo>
                    <a:lnTo>
                      <a:pt x="2095" y="8763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8" name="Google Shape;3338;p30"/>
            <p:cNvGrpSpPr/>
            <p:nvPr/>
          </p:nvGrpSpPr>
          <p:grpSpPr>
            <a:xfrm>
              <a:off x="8409431" y="2362936"/>
              <a:ext cx="294920" cy="339877"/>
              <a:chOff x="8409431" y="2362936"/>
              <a:chExt cx="294920" cy="339877"/>
            </a:xfrm>
          </p:grpSpPr>
          <p:pic>
            <p:nvPicPr>
              <p:cNvPr id="3339" name="Google Shape;3339;p3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8440458" y="2362936"/>
                <a:ext cx="263893" cy="2370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40" name="Google Shape;3340;p30"/>
              <p:cNvSpPr/>
              <p:nvPr/>
            </p:nvSpPr>
            <p:spPr>
              <a:xfrm>
                <a:off x="8409431" y="2413253"/>
                <a:ext cx="200025" cy="289560"/>
              </a:xfrm>
              <a:custGeom>
                <a:rect b="b" l="l" r="r" t="t"/>
                <a:pathLst>
                  <a:path extrusionOk="0" h="289560" w="200025">
                    <a:moveTo>
                      <a:pt x="5333" y="0"/>
                    </a:moveTo>
                    <a:lnTo>
                      <a:pt x="2250" y="29027"/>
                    </a:lnTo>
                    <a:lnTo>
                      <a:pt x="666" y="57912"/>
                    </a:lnTo>
                    <a:lnTo>
                      <a:pt x="83" y="86796"/>
                    </a:lnTo>
                    <a:lnTo>
                      <a:pt x="0" y="115823"/>
                    </a:lnTo>
                    <a:lnTo>
                      <a:pt x="1428" y="151804"/>
                    </a:lnTo>
                    <a:lnTo>
                      <a:pt x="18002" y="220622"/>
                    </a:lnTo>
                    <a:lnTo>
                      <a:pt x="53482" y="267700"/>
                    </a:lnTo>
                    <a:lnTo>
                      <a:pt x="94440" y="286178"/>
                    </a:lnTo>
                    <a:lnTo>
                      <a:pt x="117347" y="289560"/>
                    </a:lnTo>
                    <a:lnTo>
                      <a:pt x="138993" y="289559"/>
                    </a:lnTo>
                    <a:lnTo>
                      <a:pt x="159067" y="286702"/>
                    </a:lnTo>
                    <a:lnTo>
                      <a:pt x="178855" y="281844"/>
                    </a:lnTo>
                    <a:lnTo>
                      <a:pt x="199643" y="275843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1" name="Google Shape;3341;p30"/>
            <p:cNvGrpSpPr/>
            <p:nvPr/>
          </p:nvGrpSpPr>
          <p:grpSpPr>
            <a:xfrm>
              <a:off x="8791168" y="2214346"/>
              <a:ext cx="451154" cy="375716"/>
              <a:chOff x="8791168" y="2214346"/>
              <a:chExt cx="451154" cy="375716"/>
            </a:xfrm>
          </p:grpSpPr>
          <p:pic>
            <p:nvPicPr>
              <p:cNvPr id="3342" name="Google Shape;3342;p3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8791168" y="2420086"/>
                <a:ext cx="221030" cy="1699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43" name="Google Shape;3343;p30"/>
              <p:cNvSpPr/>
              <p:nvPr/>
            </p:nvSpPr>
            <p:spPr>
              <a:xfrm>
                <a:off x="9049512" y="2326386"/>
                <a:ext cx="83185" cy="247650"/>
              </a:xfrm>
              <a:custGeom>
                <a:rect b="b" l="l" r="r" t="t"/>
                <a:pathLst>
                  <a:path extrusionOk="0" h="247650" w="83184">
                    <a:moveTo>
                      <a:pt x="17525" y="0"/>
                    </a:moveTo>
                    <a:lnTo>
                      <a:pt x="47434" y="24955"/>
                    </a:lnTo>
                    <a:lnTo>
                      <a:pt x="69341" y="57911"/>
                    </a:lnTo>
                    <a:lnTo>
                      <a:pt x="81152" y="96297"/>
                    </a:lnTo>
                    <a:lnTo>
                      <a:pt x="83057" y="116955"/>
                    </a:lnTo>
                    <a:lnTo>
                      <a:pt x="81533" y="136397"/>
                    </a:lnTo>
                    <a:lnTo>
                      <a:pt x="64388" y="180308"/>
                    </a:lnTo>
                    <a:lnTo>
                      <a:pt x="35813" y="217932"/>
                    </a:lnTo>
                    <a:lnTo>
                      <a:pt x="9024" y="242149"/>
                    </a:lnTo>
                    <a:lnTo>
                      <a:pt x="0" y="24765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44" name="Google Shape;3344;p30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9147784" y="2214346"/>
                <a:ext cx="94538" cy="1061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45" name="Google Shape;3345;p30"/>
            <p:cNvGrpSpPr/>
            <p:nvPr/>
          </p:nvGrpSpPr>
          <p:grpSpPr>
            <a:xfrm>
              <a:off x="8025358" y="3313912"/>
              <a:ext cx="238556" cy="163118"/>
              <a:chOff x="8025358" y="3313912"/>
              <a:chExt cx="238556" cy="163118"/>
            </a:xfrm>
          </p:grpSpPr>
          <p:pic>
            <p:nvPicPr>
              <p:cNvPr id="3346" name="Google Shape;3346;p30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025358" y="3320008"/>
                <a:ext cx="91490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47" name="Google Shape;3347;p30"/>
              <p:cNvSpPr/>
              <p:nvPr/>
            </p:nvSpPr>
            <p:spPr>
              <a:xfrm>
                <a:off x="8138922" y="335889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3399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48" name="Google Shape;3348;p3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190712" y="3313912"/>
                <a:ext cx="73202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49" name="Google Shape;3349;p30"/>
            <p:cNvGrpSpPr/>
            <p:nvPr/>
          </p:nvGrpSpPr>
          <p:grpSpPr>
            <a:xfrm>
              <a:off x="8404834" y="3540988"/>
              <a:ext cx="427634" cy="282752"/>
              <a:chOff x="8404834" y="3540988"/>
              <a:chExt cx="427634" cy="282752"/>
            </a:xfrm>
          </p:grpSpPr>
          <p:pic>
            <p:nvPicPr>
              <p:cNvPr id="3350" name="Google Shape;3350;p3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404834" y="3570706"/>
                <a:ext cx="96062" cy="2530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51" name="Google Shape;3351;p3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8537422" y="3608806"/>
                <a:ext cx="139973" cy="14634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52" name="Google Shape;3352;p30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8705062" y="3540988"/>
                <a:ext cx="81584" cy="20579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3" name="Google Shape;3353;p30"/>
              <p:cNvSpPr/>
              <p:nvPr/>
            </p:nvSpPr>
            <p:spPr>
              <a:xfrm>
                <a:off x="8829293" y="3729227"/>
                <a:ext cx="3175" cy="71120"/>
              </a:xfrm>
              <a:custGeom>
                <a:rect b="b" l="l" r="r" t="t"/>
                <a:pathLst>
                  <a:path extrusionOk="0" h="71120" w="3175">
                    <a:moveTo>
                      <a:pt x="0" y="0"/>
                    </a:moveTo>
                    <a:lnTo>
                      <a:pt x="762" y="41910"/>
                    </a:lnTo>
                    <a:lnTo>
                      <a:pt x="1905" y="56387"/>
                    </a:lnTo>
                    <a:lnTo>
                      <a:pt x="2476" y="63555"/>
                    </a:lnTo>
                    <a:lnTo>
                      <a:pt x="3048" y="70866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54" name="Google Shape;3354;p30"/>
            <p:cNvGrpSpPr/>
            <p:nvPr/>
          </p:nvGrpSpPr>
          <p:grpSpPr>
            <a:xfrm>
              <a:off x="8980906" y="3528034"/>
              <a:ext cx="121565" cy="150267"/>
              <a:chOff x="8980906" y="3528034"/>
              <a:chExt cx="121565" cy="150267"/>
            </a:xfrm>
          </p:grpSpPr>
          <p:pic>
            <p:nvPicPr>
              <p:cNvPr id="3355" name="Google Shape;3355;p30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8980906" y="3528034"/>
                <a:ext cx="108254" cy="1120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6" name="Google Shape;3356;p30"/>
              <p:cNvSpPr/>
              <p:nvPr/>
            </p:nvSpPr>
            <p:spPr>
              <a:xfrm>
                <a:off x="9009126" y="3671316"/>
                <a:ext cx="93345" cy="6985"/>
              </a:xfrm>
              <a:custGeom>
                <a:rect b="b" l="l" r="r" t="t"/>
                <a:pathLst>
                  <a:path extrusionOk="0" h="6985" w="93345">
                    <a:moveTo>
                      <a:pt x="0" y="0"/>
                    </a:moveTo>
                    <a:lnTo>
                      <a:pt x="13596" y="3964"/>
                    </a:lnTo>
                    <a:lnTo>
                      <a:pt x="26479" y="6000"/>
                    </a:lnTo>
                    <a:lnTo>
                      <a:pt x="39647" y="6750"/>
                    </a:lnTo>
                    <a:lnTo>
                      <a:pt x="54102" y="6857"/>
                    </a:lnTo>
                    <a:lnTo>
                      <a:pt x="63817" y="6857"/>
                    </a:lnTo>
                    <a:lnTo>
                      <a:pt x="73533" y="6857"/>
                    </a:lnTo>
                    <a:lnTo>
                      <a:pt x="83248" y="6857"/>
                    </a:lnTo>
                    <a:lnTo>
                      <a:pt x="92964" y="6857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57" name="Google Shape;3357;p30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9239117" y="3502269"/>
              <a:ext cx="133507" cy="196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8" name="Google Shape;3358;p30"/>
            <p:cNvSpPr/>
            <p:nvPr/>
          </p:nvSpPr>
          <p:spPr>
            <a:xfrm>
              <a:off x="7085838" y="2091689"/>
              <a:ext cx="203835" cy="2677160"/>
            </a:xfrm>
            <a:custGeom>
              <a:rect b="b" l="l" r="r" t="t"/>
              <a:pathLst>
                <a:path extrusionOk="0" h="2677160" w="203834">
                  <a:moveTo>
                    <a:pt x="0" y="0"/>
                  </a:moveTo>
                  <a:lnTo>
                    <a:pt x="2845" y="37790"/>
                  </a:lnTo>
                  <a:lnTo>
                    <a:pt x="3524" y="49530"/>
                  </a:lnTo>
                  <a:lnTo>
                    <a:pt x="3774" y="61269"/>
                  </a:lnTo>
                  <a:lnTo>
                    <a:pt x="3810" y="73152"/>
                  </a:lnTo>
                  <a:lnTo>
                    <a:pt x="3917" y="98738"/>
                  </a:lnTo>
                  <a:lnTo>
                    <a:pt x="4095" y="124110"/>
                  </a:lnTo>
                  <a:lnTo>
                    <a:pt x="4131" y="149340"/>
                  </a:lnTo>
                  <a:lnTo>
                    <a:pt x="3810" y="174498"/>
                  </a:lnTo>
                  <a:lnTo>
                    <a:pt x="3369" y="195060"/>
                  </a:lnTo>
                  <a:lnTo>
                    <a:pt x="3143" y="215550"/>
                  </a:lnTo>
                  <a:lnTo>
                    <a:pt x="3059" y="235898"/>
                  </a:lnTo>
                  <a:lnTo>
                    <a:pt x="3048" y="256032"/>
                  </a:lnTo>
                  <a:lnTo>
                    <a:pt x="3167" y="280035"/>
                  </a:lnTo>
                  <a:lnTo>
                    <a:pt x="3429" y="304038"/>
                  </a:lnTo>
                  <a:lnTo>
                    <a:pt x="3690" y="328041"/>
                  </a:lnTo>
                  <a:lnTo>
                    <a:pt x="3810" y="352044"/>
                  </a:lnTo>
                  <a:lnTo>
                    <a:pt x="3714" y="379916"/>
                  </a:lnTo>
                  <a:lnTo>
                    <a:pt x="3619" y="407574"/>
                  </a:lnTo>
                  <a:lnTo>
                    <a:pt x="3810" y="435090"/>
                  </a:lnTo>
                  <a:lnTo>
                    <a:pt x="5976" y="492252"/>
                  </a:lnTo>
                  <a:lnTo>
                    <a:pt x="9929" y="551688"/>
                  </a:lnTo>
                  <a:lnTo>
                    <a:pt x="12192" y="581406"/>
                  </a:lnTo>
                  <a:lnTo>
                    <a:pt x="15192" y="629400"/>
                  </a:lnTo>
                  <a:lnTo>
                    <a:pt x="18478" y="677322"/>
                  </a:lnTo>
                  <a:lnTo>
                    <a:pt x="22050" y="725102"/>
                  </a:lnTo>
                  <a:lnTo>
                    <a:pt x="25908" y="772668"/>
                  </a:lnTo>
                  <a:lnTo>
                    <a:pt x="31908" y="842010"/>
                  </a:lnTo>
                  <a:lnTo>
                    <a:pt x="34801" y="876609"/>
                  </a:lnTo>
                  <a:lnTo>
                    <a:pt x="40040" y="949071"/>
                  </a:lnTo>
                  <a:lnTo>
                    <a:pt x="44303" y="1024509"/>
                  </a:lnTo>
                  <a:lnTo>
                    <a:pt x="46951" y="1115263"/>
                  </a:lnTo>
                  <a:lnTo>
                    <a:pt x="48073" y="1168298"/>
                  </a:lnTo>
                  <a:lnTo>
                    <a:pt x="49341" y="1221333"/>
                  </a:lnTo>
                  <a:lnTo>
                    <a:pt x="51011" y="1274368"/>
                  </a:lnTo>
                  <a:lnTo>
                    <a:pt x="53340" y="1327404"/>
                  </a:lnTo>
                  <a:lnTo>
                    <a:pt x="58578" y="1400556"/>
                  </a:lnTo>
                  <a:lnTo>
                    <a:pt x="65532" y="1473708"/>
                  </a:lnTo>
                  <a:lnTo>
                    <a:pt x="75438" y="1546383"/>
                  </a:lnTo>
                  <a:lnTo>
                    <a:pt x="80533" y="1582471"/>
                  </a:lnTo>
                  <a:lnTo>
                    <a:pt x="85344" y="1618488"/>
                  </a:lnTo>
                  <a:lnTo>
                    <a:pt x="91344" y="1663648"/>
                  </a:lnTo>
                  <a:lnTo>
                    <a:pt x="96774" y="1708880"/>
                  </a:lnTo>
                  <a:lnTo>
                    <a:pt x="101631" y="1754254"/>
                  </a:lnTo>
                  <a:lnTo>
                    <a:pt x="105918" y="1799844"/>
                  </a:lnTo>
                  <a:lnTo>
                    <a:pt x="110013" y="1868519"/>
                  </a:lnTo>
                  <a:lnTo>
                    <a:pt x="113538" y="1937766"/>
                  </a:lnTo>
                  <a:lnTo>
                    <a:pt x="116169" y="1987045"/>
                  </a:lnTo>
                  <a:lnTo>
                    <a:pt x="118586" y="2036540"/>
                  </a:lnTo>
                  <a:lnTo>
                    <a:pt x="121146" y="2086177"/>
                  </a:lnTo>
                  <a:lnTo>
                    <a:pt x="124206" y="2135886"/>
                  </a:lnTo>
                  <a:lnTo>
                    <a:pt x="128682" y="2198370"/>
                  </a:lnTo>
                  <a:lnTo>
                    <a:pt x="134874" y="2260854"/>
                  </a:lnTo>
                  <a:lnTo>
                    <a:pt x="143922" y="2331720"/>
                  </a:lnTo>
                  <a:lnTo>
                    <a:pt x="154686" y="2402586"/>
                  </a:lnTo>
                  <a:lnTo>
                    <a:pt x="164211" y="2451258"/>
                  </a:lnTo>
                  <a:lnTo>
                    <a:pt x="169044" y="2475345"/>
                  </a:lnTo>
                  <a:lnTo>
                    <a:pt x="173736" y="2499360"/>
                  </a:lnTo>
                  <a:lnTo>
                    <a:pt x="181260" y="2541270"/>
                  </a:lnTo>
                  <a:lnTo>
                    <a:pt x="188214" y="2583180"/>
                  </a:lnTo>
                  <a:lnTo>
                    <a:pt x="194107" y="2630435"/>
                  </a:lnTo>
                  <a:lnTo>
                    <a:pt x="195834" y="2646426"/>
                  </a:lnTo>
                  <a:lnTo>
                    <a:pt x="196869" y="2653284"/>
                  </a:lnTo>
                  <a:lnTo>
                    <a:pt x="197834" y="2660141"/>
                  </a:lnTo>
                  <a:lnTo>
                    <a:pt x="198941" y="2666999"/>
                  </a:lnTo>
                  <a:lnTo>
                    <a:pt x="200406" y="2673858"/>
                  </a:lnTo>
                  <a:lnTo>
                    <a:pt x="201930" y="2673858"/>
                  </a:lnTo>
                  <a:lnTo>
                    <a:pt x="203454" y="2676906"/>
                  </a:lnTo>
                  <a:lnTo>
                    <a:pt x="202692" y="2675382"/>
                  </a:lnTo>
                  <a:lnTo>
                    <a:pt x="199048" y="2665916"/>
                  </a:lnTo>
                  <a:lnTo>
                    <a:pt x="193548" y="2656236"/>
                  </a:lnTo>
                  <a:lnTo>
                    <a:pt x="187475" y="2646985"/>
                  </a:lnTo>
                  <a:lnTo>
                    <a:pt x="182118" y="263880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3" name="Google Shape;3363;p31"/>
          <p:cNvGrpSpPr/>
          <p:nvPr/>
        </p:nvGrpSpPr>
        <p:grpSpPr>
          <a:xfrm>
            <a:off x="622784" y="1371600"/>
            <a:ext cx="9270028" cy="5181600"/>
            <a:chOff x="977646" y="2108392"/>
            <a:chExt cx="8055101" cy="4047806"/>
          </a:xfrm>
        </p:grpSpPr>
        <p:grpSp>
          <p:nvGrpSpPr>
            <p:cNvPr id="3364" name="Google Shape;3364;p31"/>
            <p:cNvGrpSpPr/>
            <p:nvPr/>
          </p:nvGrpSpPr>
          <p:grpSpPr>
            <a:xfrm>
              <a:off x="3830573" y="2381250"/>
              <a:ext cx="321632" cy="165576"/>
              <a:chOff x="3830573" y="2381250"/>
              <a:chExt cx="321632" cy="165576"/>
            </a:xfrm>
          </p:grpSpPr>
          <p:sp>
            <p:nvSpPr>
              <p:cNvPr id="3365" name="Google Shape;3365;p31"/>
              <p:cNvSpPr/>
              <p:nvPr/>
            </p:nvSpPr>
            <p:spPr>
              <a:xfrm>
                <a:off x="3830573" y="2446496"/>
                <a:ext cx="150495" cy="100330"/>
              </a:xfrm>
              <a:custGeom>
                <a:rect b="b" l="l" r="r" t="t"/>
                <a:pathLst>
                  <a:path extrusionOk="0" h="100330" w="150495">
                    <a:moveTo>
                      <a:pt x="0" y="13239"/>
                    </a:moveTo>
                    <a:lnTo>
                      <a:pt x="821" y="24419"/>
                    </a:lnTo>
                    <a:lnTo>
                      <a:pt x="2000" y="35242"/>
                    </a:lnTo>
                    <a:lnTo>
                      <a:pt x="3321" y="45922"/>
                    </a:lnTo>
                    <a:lnTo>
                      <a:pt x="4572" y="56673"/>
                    </a:lnTo>
                    <a:lnTo>
                      <a:pt x="5584" y="64234"/>
                    </a:lnTo>
                    <a:lnTo>
                      <a:pt x="6381" y="72009"/>
                    </a:lnTo>
                    <a:lnTo>
                      <a:pt x="7036" y="79926"/>
                    </a:lnTo>
                    <a:lnTo>
                      <a:pt x="7620" y="87915"/>
                    </a:lnTo>
                    <a:lnTo>
                      <a:pt x="7620" y="90963"/>
                    </a:lnTo>
                    <a:lnTo>
                      <a:pt x="8382" y="92487"/>
                    </a:lnTo>
                    <a:lnTo>
                      <a:pt x="7572" y="82653"/>
                    </a:lnTo>
                    <a:lnTo>
                      <a:pt x="6477" y="72675"/>
                    </a:lnTo>
                    <a:lnTo>
                      <a:pt x="5381" y="62698"/>
                    </a:lnTo>
                    <a:lnTo>
                      <a:pt x="4572" y="52863"/>
                    </a:lnTo>
                    <a:lnTo>
                      <a:pt x="3429" y="42576"/>
                    </a:lnTo>
                    <a:lnTo>
                      <a:pt x="2857" y="31718"/>
                    </a:lnTo>
                    <a:lnTo>
                      <a:pt x="3714" y="21145"/>
                    </a:lnTo>
                    <a:lnTo>
                      <a:pt x="31242" y="1047"/>
                    </a:lnTo>
                    <a:lnTo>
                      <a:pt x="41278" y="3571"/>
                    </a:lnTo>
                    <a:lnTo>
                      <a:pt x="69544" y="35552"/>
                    </a:lnTo>
                    <a:lnTo>
                      <a:pt x="83058" y="74961"/>
                    </a:lnTo>
                    <a:lnTo>
                      <a:pt x="86106" y="87153"/>
                    </a:lnTo>
                    <a:lnTo>
                      <a:pt x="62257" y="46684"/>
                    </a:lnTo>
                    <a:lnTo>
                      <a:pt x="62484" y="34575"/>
                    </a:lnTo>
                    <a:lnTo>
                      <a:pt x="84951" y="11"/>
                    </a:lnTo>
                    <a:lnTo>
                      <a:pt x="93249" y="0"/>
                    </a:lnTo>
                    <a:lnTo>
                      <a:pt x="101405" y="1273"/>
                    </a:lnTo>
                    <a:lnTo>
                      <a:pt x="138684" y="30003"/>
                    </a:lnTo>
                    <a:lnTo>
                      <a:pt x="150114" y="63531"/>
                    </a:lnTo>
                    <a:lnTo>
                      <a:pt x="150054" y="71401"/>
                    </a:lnTo>
                    <a:lnTo>
                      <a:pt x="149637" y="79057"/>
                    </a:lnTo>
                    <a:lnTo>
                      <a:pt x="148506" y="86570"/>
                    </a:lnTo>
                    <a:lnTo>
                      <a:pt x="146304" y="94011"/>
                    </a:lnTo>
                    <a:lnTo>
                      <a:pt x="143256" y="100107"/>
                    </a:lnTo>
                    <a:lnTo>
                      <a:pt x="143256" y="96297"/>
                    </a:lnTo>
                    <a:lnTo>
                      <a:pt x="142494" y="9705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31"/>
              <p:cNvSpPr/>
              <p:nvPr/>
            </p:nvSpPr>
            <p:spPr>
              <a:xfrm>
                <a:off x="3974591" y="238125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7" name="Google Shape;3367;p31"/>
              <p:cNvSpPr/>
              <p:nvPr/>
            </p:nvSpPr>
            <p:spPr>
              <a:xfrm>
                <a:off x="4009643" y="2452877"/>
                <a:ext cx="17780" cy="63500"/>
              </a:xfrm>
              <a:custGeom>
                <a:rect b="b" l="l" r="r" t="t"/>
                <a:pathLst>
                  <a:path extrusionOk="0" h="63500" w="17779">
                    <a:moveTo>
                      <a:pt x="0" y="0"/>
                    </a:moveTo>
                    <a:lnTo>
                      <a:pt x="16764" y="41909"/>
                    </a:lnTo>
                    <a:lnTo>
                      <a:pt x="17526" y="55626"/>
                    </a:lnTo>
                    <a:lnTo>
                      <a:pt x="17526" y="632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8" name="Google Shape;3368;p31"/>
              <p:cNvSpPr/>
              <p:nvPr/>
            </p:nvSpPr>
            <p:spPr>
              <a:xfrm>
                <a:off x="4059495" y="2426243"/>
                <a:ext cx="92710" cy="80010"/>
              </a:xfrm>
              <a:custGeom>
                <a:rect b="b" l="l" r="r" t="t"/>
                <a:pathLst>
                  <a:path extrusionOk="0" h="80010" w="92710">
                    <a:moveTo>
                      <a:pt x="5012" y="17490"/>
                    </a:moveTo>
                    <a:lnTo>
                      <a:pt x="13394" y="58638"/>
                    </a:lnTo>
                    <a:lnTo>
                      <a:pt x="14156" y="67020"/>
                    </a:lnTo>
                    <a:lnTo>
                      <a:pt x="14918" y="75402"/>
                    </a:lnTo>
                    <a:lnTo>
                      <a:pt x="15680" y="77688"/>
                    </a:lnTo>
                    <a:lnTo>
                      <a:pt x="15680" y="78450"/>
                    </a:lnTo>
                    <a:lnTo>
                      <a:pt x="15680" y="79974"/>
                    </a:lnTo>
                    <a:lnTo>
                      <a:pt x="12632" y="73878"/>
                    </a:lnTo>
                    <a:lnTo>
                      <a:pt x="8822" y="68544"/>
                    </a:lnTo>
                    <a:lnTo>
                      <a:pt x="6536" y="62448"/>
                    </a:lnTo>
                    <a:lnTo>
                      <a:pt x="3119" y="52363"/>
                    </a:lnTo>
                    <a:lnTo>
                      <a:pt x="916" y="41779"/>
                    </a:lnTo>
                    <a:lnTo>
                      <a:pt x="0" y="31051"/>
                    </a:lnTo>
                    <a:lnTo>
                      <a:pt x="440" y="20538"/>
                    </a:lnTo>
                    <a:lnTo>
                      <a:pt x="36266" y="0"/>
                    </a:lnTo>
                    <a:lnTo>
                      <a:pt x="42350" y="726"/>
                    </a:lnTo>
                    <a:lnTo>
                      <a:pt x="52363" y="4976"/>
                    </a:lnTo>
                    <a:lnTo>
                      <a:pt x="59590" y="12442"/>
                    </a:lnTo>
                    <a:lnTo>
                      <a:pt x="64103" y="22050"/>
                    </a:lnTo>
                    <a:lnTo>
                      <a:pt x="65972" y="32730"/>
                    </a:lnTo>
                    <a:lnTo>
                      <a:pt x="65877" y="40290"/>
                    </a:lnTo>
                    <a:lnTo>
                      <a:pt x="65210" y="48637"/>
                    </a:lnTo>
                    <a:lnTo>
                      <a:pt x="65115" y="56840"/>
                    </a:lnTo>
                    <a:lnTo>
                      <a:pt x="66734" y="63972"/>
                    </a:lnTo>
                    <a:lnTo>
                      <a:pt x="69782" y="70830"/>
                    </a:lnTo>
                    <a:lnTo>
                      <a:pt x="80450" y="70830"/>
                    </a:lnTo>
                    <a:lnTo>
                      <a:pt x="85784" y="68544"/>
                    </a:lnTo>
                    <a:lnTo>
                      <a:pt x="88070" y="66258"/>
                    </a:lnTo>
                    <a:lnTo>
                      <a:pt x="90356" y="64734"/>
                    </a:lnTo>
                    <a:lnTo>
                      <a:pt x="92642" y="632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9" name="Google Shape;3369;p31"/>
            <p:cNvGrpSpPr/>
            <p:nvPr/>
          </p:nvGrpSpPr>
          <p:grpSpPr>
            <a:xfrm>
              <a:off x="3873982" y="2519908"/>
              <a:ext cx="432104" cy="272846"/>
              <a:chOff x="3873982" y="2519908"/>
              <a:chExt cx="432104" cy="272846"/>
            </a:xfrm>
          </p:grpSpPr>
          <p:pic>
            <p:nvPicPr>
              <p:cNvPr id="3370" name="Google Shape;3370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873982" y="2645483"/>
                <a:ext cx="222554" cy="1426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71" name="Google Shape;3371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121632" y="2519908"/>
                <a:ext cx="184454" cy="2728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72" name="Google Shape;3372;p31"/>
            <p:cNvSpPr/>
            <p:nvPr/>
          </p:nvSpPr>
          <p:spPr>
            <a:xfrm>
              <a:off x="5023103" y="2273045"/>
              <a:ext cx="302895" cy="260985"/>
            </a:xfrm>
            <a:custGeom>
              <a:rect b="b" l="l" r="r" t="t"/>
              <a:pathLst>
                <a:path extrusionOk="0" h="260985" w="302895">
                  <a:moveTo>
                    <a:pt x="302513" y="3810"/>
                  </a:moveTo>
                  <a:lnTo>
                    <a:pt x="284809" y="1119"/>
                  </a:lnTo>
                  <a:lnTo>
                    <a:pt x="267747" y="0"/>
                  </a:lnTo>
                  <a:lnTo>
                    <a:pt x="250543" y="595"/>
                  </a:lnTo>
                  <a:lnTo>
                    <a:pt x="201834" y="10191"/>
                  </a:lnTo>
                  <a:lnTo>
                    <a:pt x="142398" y="29622"/>
                  </a:lnTo>
                  <a:lnTo>
                    <a:pt x="113537" y="41910"/>
                  </a:lnTo>
                  <a:lnTo>
                    <a:pt x="105929" y="45088"/>
                  </a:lnTo>
                  <a:lnTo>
                    <a:pt x="97821" y="49053"/>
                  </a:lnTo>
                  <a:lnTo>
                    <a:pt x="90713" y="54018"/>
                  </a:lnTo>
                  <a:lnTo>
                    <a:pt x="86105" y="60198"/>
                  </a:lnTo>
                  <a:lnTo>
                    <a:pt x="98036" y="63746"/>
                  </a:lnTo>
                  <a:lnTo>
                    <a:pt x="136397" y="67818"/>
                  </a:lnTo>
                  <a:lnTo>
                    <a:pt x="201453" y="70199"/>
                  </a:lnTo>
                  <a:lnTo>
                    <a:pt x="234017" y="72425"/>
                  </a:lnTo>
                  <a:lnTo>
                    <a:pt x="274189" y="79271"/>
                  </a:lnTo>
                  <a:lnTo>
                    <a:pt x="293369" y="94488"/>
                  </a:lnTo>
                  <a:lnTo>
                    <a:pt x="287738" y="106537"/>
                  </a:lnTo>
                  <a:lnTo>
                    <a:pt x="275177" y="117157"/>
                  </a:lnTo>
                  <a:lnTo>
                    <a:pt x="260473" y="125777"/>
                  </a:lnTo>
                  <a:lnTo>
                    <a:pt x="248411" y="131826"/>
                  </a:lnTo>
                  <a:lnTo>
                    <a:pt x="219444" y="147304"/>
                  </a:lnTo>
                  <a:lnTo>
                    <a:pt x="189833" y="161925"/>
                  </a:lnTo>
                  <a:lnTo>
                    <a:pt x="159793" y="175974"/>
                  </a:lnTo>
                  <a:lnTo>
                    <a:pt x="129539" y="189738"/>
                  </a:lnTo>
                  <a:lnTo>
                    <a:pt x="102703" y="201751"/>
                  </a:lnTo>
                  <a:lnTo>
                    <a:pt x="76009" y="213836"/>
                  </a:lnTo>
                  <a:lnTo>
                    <a:pt x="23621" y="238506"/>
                  </a:lnTo>
                  <a:lnTo>
                    <a:pt x="0" y="256032"/>
                  </a:lnTo>
                  <a:lnTo>
                    <a:pt x="13644" y="259627"/>
                  </a:lnTo>
                  <a:lnTo>
                    <a:pt x="28003" y="260794"/>
                  </a:lnTo>
                  <a:lnTo>
                    <a:pt x="42648" y="260532"/>
                  </a:lnTo>
                  <a:lnTo>
                    <a:pt x="57149" y="259842"/>
                  </a:lnTo>
                  <a:lnTo>
                    <a:pt x="87760" y="258806"/>
                  </a:lnTo>
                  <a:lnTo>
                    <a:pt x="118014" y="256127"/>
                  </a:lnTo>
                  <a:lnTo>
                    <a:pt x="148125" y="252448"/>
                  </a:lnTo>
                  <a:lnTo>
                    <a:pt x="178307" y="248412"/>
                  </a:lnTo>
                  <a:lnTo>
                    <a:pt x="203894" y="245137"/>
                  </a:lnTo>
                  <a:lnTo>
                    <a:pt x="229266" y="242220"/>
                  </a:lnTo>
                  <a:lnTo>
                    <a:pt x="254496" y="239732"/>
                  </a:lnTo>
                  <a:lnTo>
                    <a:pt x="279653" y="237744"/>
                  </a:lnTo>
                  <a:lnTo>
                    <a:pt x="284225" y="237744"/>
                  </a:lnTo>
                  <a:lnTo>
                    <a:pt x="288035" y="236982"/>
                  </a:lnTo>
                  <a:lnTo>
                    <a:pt x="292607" y="236982"/>
                  </a:lnTo>
                  <a:lnTo>
                    <a:pt x="285869" y="239458"/>
                  </a:lnTo>
                  <a:lnTo>
                    <a:pt x="279272" y="241363"/>
                  </a:lnTo>
                  <a:lnTo>
                    <a:pt x="272676" y="242982"/>
                  </a:lnTo>
                  <a:lnTo>
                    <a:pt x="265938" y="24460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3" name="Google Shape;3373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15090" y="2108392"/>
              <a:ext cx="85609" cy="102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4" name="Google Shape;3374;p31"/>
            <p:cNvSpPr/>
            <p:nvPr/>
          </p:nvSpPr>
          <p:spPr>
            <a:xfrm>
              <a:off x="5241035" y="2641854"/>
              <a:ext cx="2540" cy="74930"/>
            </a:xfrm>
            <a:custGeom>
              <a:rect b="b" l="l" r="r" t="t"/>
              <a:pathLst>
                <a:path extrusionOk="0" h="74930" w="2539">
                  <a:moveTo>
                    <a:pt x="0" y="0"/>
                  </a:moveTo>
                  <a:lnTo>
                    <a:pt x="559" y="12573"/>
                  </a:lnTo>
                  <a:lnTo>
                    <a:pt x="1047" y="25146"/>
                  </a:lnTo>
                  <a:lnTo>
                    <a:pt x="1393" y="37719"/>
                  </a:lnTo>
                  <a:lnTo>
                    <a:pt x="1524" y="50292"/>
                  </a:lnTo>
                  <a:lnTo>
                    <a:pt x="2286" y="58674"/>
                  </a:lnTo>
                  <a:lnTo>
                    <a:pt x="1524" y="67056"/>
                  </a:lnTo>
                  <a:lnTo>
                    <a:pt x="1524" y="7467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75" name="Google Shape;3375;p31"/>
            <p:cNvGrpSpPr/>
            <p:nvPr/>
          </p:nvGrpSpPr>
          <p:grpSpPr>
            <a:xfrm>
              <a:off x="5019294" y="2614422"/>
              <a:ext cx="148590" cy="108458"/>
              <a:chOff x="5019294" y="2614422"/>
              <a:chExt cx="148590" cy="108458"/>
            </a:xfrm>
          </p:grpSpPr>
          <p:sp>
            <p:nvSpPr>
              <p:cNvPr id="3376" name="Google Shape;3376;p31"/>
              <p:cNvSpPr/>
              <p:nvPr/>
            </p:nvSpPr>
            <p:spPr>
              <a:xfrm>
                <a:off x="5129784" y="2711958"/>
                <a:ext cx="38100" cy="6350"/>
              </a:xfrm>
              <a:custGeom>
                <a:rect b="b" l="l" r="r" t="t"/>
                <a:pathLst>
                  <a:path extrusionOk="0" h="6350" w="38100">
                    <a:moveTo>
                      <a:pt x="0" y="6096"/>
                    </a:moveTo>
                    <a:lnTo>
                      <a:pt x="10668" y="5893"/>
                    </a:lnTo>
                    <a:lnTo>
                      <a:pt x="19621" y="5048"/>
                    </a:lnTo>
                    <a:lnTo>
                      <a:pt x="28289" y="3202"/>
                    </a:lnTo>
                    <a:lnTo>
                      <a:pt x="3810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7" name="Google Shape;3377;p31"/>
              <p:cNvSpPr/>
              <p:nvPr/>
            </p:nvSpPr>
            <p:spPr>
              <a:xfrm>
                <a:off x="5063490" y="2663190"/>
                <a:ext cx="3175" cy="59690"/>
              </a:xfrm>
              <a:custGeom>
                <a:rect b="b" l="l" r="r" t="t"/>
                <a:pathLst>
                  <a:path extrusionOk="0" h="59689" w="3175">
                    <a:moveTo>
                      <a:pt x="1524" y="0"/>
                    </a:moveTo>
                    <a:lnTo>
                      <a:pt x="964" y="9013"/>
                    </a:lnTo>
                    <a:lnTo>
                      <a:pt x="476" y="17811"/>
                    </a:lnTo>
                    <a:lnTo>
                      <a:pt x="130" y="26467"/>
                    </a:lnTo>
                    <a:lnTo>
                      <a:pt x="0" y="35052"/>
                    </a:lnTo>
                    <a:lnTo>
                      <a:pt x="0" y="41910"/>
                    </a:lnTo>
                    <a:lnTo>
                      <a:pt x="762" y="48768"/>
                    </a:lnTo>
                    <a:lnTo>
                      <a:pt x="2286" y="55626"/>
                    </a:lnTo>
                    <a:lnTo>
                      <a:pt x="2286" y="57912"/>
                    </a:lnTo>
                    <a:lnTo>
                      <a:pt x="3048" y="57912"/>
                    </a:lnTo>
                    <a:lnTo>
                      <a:pt x="3048" y="5943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8" name="Google Shape;3378;p31"/>
              <p:cNvSpPr/>
              <p:nvPr/>
            </p:nvSpPr>
            <p:spPr>
              <a:xfrm>
                <a:off x="5110734" y="2670810"/>
                <a:ext cx="32384" cy="11430"/>
              </a:xfrm>
              <a:custGeom>
                <a:rect b="b" l="l" r="r" t="t"/>
                <a:pathLst>
                  <a:path extrusionOk="0" h="11430" w="32385">
                    <a:moveTo>
                      <a:pt x="0" y="0"/>
                    </a:moveTo>
                    <a:lnTo>
                      <a:pt x="5762" y="357"/>
                    </a:lnTo>
                    <a:lnTo>
                      <a:pt x="12954" y="571"/>
                    </a:lnTo>
                    <a:lnTo>
                      <a:pt x="20145" y="1071"/>
                    </a:lnTo>
                    <a:lnTo>
                      <a:pt x="25908" y="2285"/>
                    </a:lnTo>
                    <a:lnTo>
                      <a:pt x="31242" y="4571"/>
                    </a:lnTo>
                    <a:lnTo>
                      <a:pt x="31242" y="6857"/>
                    </a:lnTo>
                    <a:lnTo>
                      <a:pt x="32004" y="1142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9" name="Google Shape;3379;p31"/>
              <p:cNvSpPr/>
              <p:nvPr/>
            </p:nvSpPr>
            <p:spPr>
              <a:xfrm>
                <a:off x="5019294" y="2614422"/>
                <a:ext cx="24130" cy="24130"/>
              </a:xfrm>
              <a:custGeom>
                <a:rect b="b" l="l" r="r" t="t"/>
                <a:pathLst>
                  <a:path extrusionOk="0" h="24130" w="2412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3621"/>
                    </a:lnTo>
                    <a:lnTo>
                      <a:pt x="18288" y="23621"/>
                    </a:lnTo>
                    <a:lnTo>
                      <a:pt x="23622" y="18287"/>
                    </a:lnTo>
                    <a:lnTo>
                      <a:pt x="23622" y="12191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0" name="Google Shape;3380;p31"/>
            <p:cNvSpPr/>
            <p:nvPr/>
          </p:nvSpPr>
          <p:spPr>
            <a:xfrm>
              <a:off x="2087117" y="2771394"/>
              <a:ext cx="906144" cy="63500"/>
            </a:xfrm>
            <a:custGeom>
              <a:rect b="b" l="l" r="r" t="t"/>
              <a:pathLst>
                <a:path extrusionOk="0" h="63500" w="906144">
                  <a:moveTo>
                    <a:pt x="0" y="63246"/>
                  </a:moveTo>
                  <a:lnTo>
                    <a:pt x="49827" y="49958"/>
                  </a:lnTo>
                  <a:lnTo>
                    <a:pt x="99369" y="44719"/>
                  </a:lnTo>
                  <a:lnTo>
                    <a:pt x="162758" y="39004"/>
                  </a:lnTo>
                  <a:lnTo>
                    <a:pt x="229743" y="33849"/>
                  </a:lnTo>
                  <a:lnTo>
                    <a:pt x="300609" y="28967"/>
                  </a:lnTo>
                  <a:lnTo>
                    <a:pt x="336042" y="26670"/>
                  </a:lnTo>
                  <a:lnTo>
                    <a:pt x="377320" y="23502"/>
                  </a:lnTo>
                  <a:lnTo>
                    <a:pt x="418814" y="20764"/>
                  </a:lnTo>
                  <a:lnTo>
                    <a:pt x="460450" y="18311"/>
                  </a:lnTo>
                  <a:lnTo>
                    <a:pt x="502158" y="16002"/>
                  </a:lnTo>
                  <a:lnTo>
                    <a:pt x="543186" y="14406"/>
                  </a:lnTo>
                  <a:lnTo>
                    <a:pt x="584072" y="12954"/>
                  </a:lnTo>
                  <a:lnTo>
                    <a:pt x="624959" y="11501"/>
                  </a:lnTo>
                  <a:lnTo>
                    <a:pt x="665988" y="9906"/>
                  </a:lnTo>
                  <a:lnTo>
                    <a:pt x="705993" y="8632"/>
                  </a:lnTo>
                  <a:lnTo>
                    <a:pt x="745998" y="7143"/>
                  </a:lnTo>
                  <a:lnTo>
                    <a:pt x="786003" y="5512"/>
                  </a:lnTo>
                  <a:lnTo>
                    <a:pt x="826008" y="3810"/>
                  </a:lnTo>
                  <a:lnTo>
                    <a:pt x="844748" y="3000"/>
                  </a:lnTo>
                  <a:lnTo>
                    <a:pt x="863346" y="1905"/>
                  </a:lnTo>
                  <a:lnTo>
                    <a:pt x="881943" y="809"/>
                  </a:lnTo>
                  <a:lnTo>
                    <a:pt x="900684" y="0"/>
                  </a:lnTo>
                  <a:lnTo>
                    <a:pt x="903732" y="0"/>
                  </a:lnTo>
                  <a:lnTo>
                    <a:pt x="904494" y="0"/>
                  </a:lnTo>
                  <a:lnTo>
                    <a:pt x="906018" y="0"/>
                  </a:lnTo>
                  <a:lnTo>
                    <a:pt x="890563" y="4548"/>
                  </a:lnTo>
                  <a:lnTo>
                    <a:pt x="874966" y="7239"/>
                  </a:lnTo>
                  <a:lnTo>
                    <a:pt x="859083" y="8786"/>
                  </a:lnTo>
                  <a:lnTo>
                    <a:pt x="842772" y="990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81" name="Google Shape;3381;p31"/>
            <p:cNvGrpSpPr/>
            <p:nvPr/>
          </p:nvGrpSpPr>
          <p:grpSpPr>
            <a:xfrm>
              <a:off x="2132075" y="2415540"/>
              <a:ext cx="327686" cy="252246"/>
              <a:chOff x="2132075" y="2415540"/>
              <a:chExt cx="327686" cy="252246"/>
            </a:xfrm>
          </p:grpSpPr>
          <p:sp>
            <p:nvSpPr>
              <p:cNvPr id="3382" name="Google Shape;3382;p31"/>
              <p:cNvSpPr/>
              <p:nvPr/>
            </p:nvSpPr>
            <p:spPr>
              <a:xfrm>
                <a:off x="2132075" y="2415540"/>
                <a:ext cx="151130" cy="246379"/>
              </a:xfrm>
              <a:custGeom>
                <a:rect b="b" l="l" r="r" t="t"/>
                <a:pathLst>
                  <a:path extrusionOk="0" h="246380" w="151130">
                    <a:moveTo>
                      <a:pt x="44957" y="0"/>
                    </a:moveTo>
                    <a:lnTo>
                      <a:pt x="39504" y="18288"/>
                    </a:lnTo>
                    <a:lnTo>
                      <a:pt x="36194" y="36004"/>
                    </a:lnTo>
                    <a:lnTo>
                      <a:pt x="34028" y="54006"/>
                    </a:lnTo>
                    <a:lnTo>
                      <a:pt x="32003" y="73152"/>
                    </a:lnTo>
                    <a:lnTo>
                      <a:pt x="24645" y="115907"/>
                    </a:lnTo>
                    <a:lnTo>
                      <a:pt x="14858" y="158591"/>
                    </a:lnTo>
                    <a:lnTo>
                      <a:pt x="5643" y="201418"/>
                    </a:lnTo>
                    <a:lnTo>
                      <a:pt x="0" y="244602"/>
                    </a:lnTo>
                    <a:lnTo>
                      <a:pt x="0" y="245364"/>
                    </a:lnTo>
                    <a:lnTo>
                      <a:pt x="8381" y="245364"/>
                    </a:lnTo>
                    <a:lnTo>
                      <a:pt x="16001" y="246126"/>
                    </a:lnTo>
                    <a:lnTo>
                      <a:pt x="24383" y="246126"/>
                    </a:lnTo>
                    <a:lnTo>
                      <a:pt x="41076" y="245328"/>
                    </a:lnTo>
                    <a:lnTo>
                      <a:pt x="57911" y="244316"/>
                    </a:lnTo>
                    <a:lnTo>
                      <a:pt x="74747" y="243447"/>
                    </a:lnTo>
                    <a:lnTo>
                      <a:pt x="91439" y="243078"/>
                    </a:lnTo>
                    <a:lnTo>
                      <a:pt x="104703" y="242887"/>
                    </a:lnTo>
                    <a:lnTo>
                      <a:pt x="118109" y="242697"/>
                    </a:lnTo>
                    <a:lnTo>
                      <a:pt x="131516" y="243078"/>
                    </a:lnTo>
                    <a:lnTo>
                      <a:pt x="144779" y="244602"/>
                    </a:lnTo>
                    <a:lnTo>
                      <a:pt x="147827" y="245364"/>
                    </a:lnTo>
                    <a:lnTo>
                      <a:pt x="148589" y="245364"/>
                    </a:lnTo>
                    <a:lnTo>
                      <a:pt x="150875" y="2453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83" name="Google Shape;3383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312811" y="2444470"/>
                <a:ext cx="146950" cy="2233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84" name="Google Shape;3384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529814" y="2410942"/>
              <a:ext cx="429152" cy="2515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85" name="Google Shape;3385;p31"/>
            <p:cNvGrpSpPr/>
            <p:nvPr/>
          </p:nvGrpSpPr>
          <p:grpSpPr>
            <a:xfrm>
              <a:off x="2695956" y="2945891"/>
              <a:ext cx="1679472" cy="947191"/>
              <a:chOff x="2695956" y="2945891"/>
              <a:chExt cx="1679472" cy="947191"/>
            </a:xfrm>
          </p:grpSpPr>
          <p:sp>
            <p:nvSpPr>
              <p:cNvPr id="3386" name="Google Shape;3386;p31"/>
              <p:cNvSpPr/>
              <p:nvPr/>
            </p:nvSpPr>
            <p:spPr>
              <a:xfrm>
                <a:off x="2695956" y="2945891"/>
                <a:ext cx="1652905" cy="845819"/>
              </a:xfrm>
              <a:custGeom>
                <a:rect b="b" l="l" r="r" t="t"/>
                <a:pathLst>
                  <a:path extrusionOk="0" h="845820" w="1652904">
                    <a:moveTo>
                      <a:pt x="0" y="0"/>
                    </a:moveTo>
                    <a:lnTo>
                      <a:pt x="130" y="11763"/>
                    </a:lnTo>
                    <a:lnTo>
                      <a:pt x="476" y="23241"/>
                    </a:lnTo>
                    <a:lnTo>
                      <a:pt x="964" y="34718"/>
                    </a:lnTo>
                    <a:lnTo>
                      <a:pt x="1524" y="46482"/>
                    </a:lnTo>
                    <a:lnTo>
                      <a:pt x="2226" y="64317"/>
                    </a:lnTo>
                    <a:lnTo>
                      <a:pt x="3143" y="82296"/>
                    </a:lnTo>
                    <a:lnTo>
                      <a:pt x="4202" y="100274"/>
                    </a:lnTo>
                    <a:lnTo>
                      <a:pt x="5334" y="118110"/>
                    </a:lnTo>
                    <a:lnTo>
                      <a:pt x="7262" y="153995"/>
                    </a:lnTo>
                    <a:lnTo>
                      <a:pt x="8763" y="189738"/>
                    </a:lnTo>
                    <a:lnTo>
                      <a:pt x="10263" y="225480"/>
                    </a:lnTo>
                    <a:lnTo>
                      <a:pt x="12192" y="261365"/>
                    </a:lnTo>
                    <a:lnTo>
                      <a:pt x="14668" y="311753"/>
                    </a:lnTo>
                    <a:lnTo>
                      <a:pt x="18288" y="362712"/>
                    </a:lnTo>
                    <a:lnTo>
                      <a:pt x="24003" y="417480"/>
                    </a:lnTo>
                    <a:lnTo>
                      <a:pt x="32004" y="471678"/>
                    </a:lnTo>
                    <a:lnTo>
                      <a:pt x="44541" y="523220"/>
                    </a:lnTo>
                    <a:lnTo>
                      <a:pt x="68580" y="575691"/>
                    </a:lnTo>
                    <a:lnTo>
                      <a:pt x="93726" y="607314"/>
                    </a:lnTo>
                    <a:lnTo>
                      <a:pt x="133588" y="638603"/>
                    </a:lnTo>
                    <a:lnTo>
                      <a:pt x="168282" y="655855"/>
                    </a:lnTo>
                    <a:lnTo>
                      <a:pt x="208811" y="669976"/>
                    </a:lnTo>
                    <a:lnTo>
                      <a:pt x="256234" y="682918"/>
                    </a:lnTo>
                    <a:lnTo>
                      <a:pt x="310264" y="694967"/>
                    </a:lnTo>
                    <a:lnTo>
                      <a:pt x="369010" y="706028"/>
                    </a:lnTo>
                    <a:lnTo>
                      <a:pt x="432184" y="714958"/>
                    </a:lnTo>
                    <a:lnTo>
                      <a:pt x="508194" y="722756"/>
                    </a:lnTo>
                    <a:lnTo>
                      <a:pt x="552545" y="726376"/>
                    </a:lnTo>
                    <a:lnTo>
                      <a:pt x="597038" y="729710"/>
                    </a:lnTo>
                    <a:lnTo>
                      <a:pt x="641604" y="733043"/>
                    </a:lnTo>
                    <a:lnTo>
                      <a:pt x="680466" y="736484"/>
                    </a:lnTo>
                    <a:lnTo>
                      <a:pt x="719328" y="739997"/>
                    </a:lnTo>
                    <a:lnTo>
                      <a:pt x="758190" y="743652"/>
                    </a:lnTo>
                    <a:lnTo>
                      <a:pt x="797052" y="747521"/>
                    </a:lnTo>
                    <a:lnTo>
                      <a:pt x="844972" y="753355"/>
                    </a:lnTo>
                    <a:lnTo>
                      <a:pt x="892747" y="759811"/>
                    </a:lnTo>
                    <a:lnTo>
                      <a:pt x="940411" y="766779"/>
                    </a:lnTo>
                    <a:lnTo>
                      <a:pt x="988003" y="774149"/>
                    </a:lnTo>
                    <a:lnTo>
                      <a:pt x="1035558" y="781811"/>
                    </a:lnTo>
                    <a:lnTo>
                      <a:pt x="1075693" y="787515"/>
                    </a:lnTo>
                    <a:lnTo>
                      <a:pt x="1116044" y="793146"/>
                    </a:lnTo>
                    <a:lnTo>
                      <a:pt x="1156537" y="798635"/>
                    </a:lnTo>
                    <a:lnTo>
                      <a:pt x="1197102" y="803909"/>
                    </a:lnTo>
                    <a:lnTo>
                      <a:pt x="1236654" y="808767"/>
                    </a:lnTo>
                    <a:lnTo>
                      <a:pt x="1276350" y="813054"/>
                    </a:lnTo>
                    <a:lnTo>
                      <a:pt x="1316045" y="816768"/>
                    </a:lnTo>
                    <a:lnTo>
                      <a:pt x="1355598" y="819911"/>
                    </a:lnTo>
                    <a:lnTo>
                      <a:pt x="1391031" y="822757"/>
                    </a:lnTo>
                    <a:lnTo>
                      <a:pt x="1461897" y="828163"/>
                    </a:lnTo>
                    <a:lnTo>
                      <a:pt x="1526928" y="832187"/>
                    </a:lnTo>
                    <a:lnTo>
                      <a:pt x="1556385" y="833723"/>
                    </a:lnTo>
                    <a:lnTo>
                      <a:pt x="1585841" y="835402"/>
                    </a:lnTo>
                    <a:lnTo>
                      <a:pt x="1615440" y="837437"/>
                    </a:lnTo>
                    <a:lnTo>
                      <a:pt x="1622762" y="837807"/>
                    </a:lnTo>
                    <a:lnTo>
                      <a:pt x="1630584" y="838104"/>
                    </a:lnTo>
                    <a:lnTo>
                      <a:pt x="1638264" y="838831"/>
                    </a:lnTo>
                    <a:lnTo>
                      <a:pt x="1645158" y="840485"/>
                    </a:lnTo>
                    <a:lnTo>
                      <a:pt x="1645920" y="840485"/>
                    </a:lnTo>
                    <a:lnTo>
                      <a:pt x="1646682" y="841247"/>
                    </a:lnTo>
                    <a:lnTo>
                      <a:pt x="1643633" y="842771"/>
                    </a:lnTo>
                    <a:lnTo>
                      <a:pt x="1652777" y="842771"/>
                    </a:lnTo>
                    <a:lnTo>
                      <a:pt x="1641348" y="845057"/>
                    </a:lnTo>
                    <a:lnTo>
                      <a:pt x="1632966" y="845819"/>
                    </a:lnTo>
                    <a:lnTo>
                      <a:pt x="1629918" y="845819"/>
                    </a:lnTo>
                    <a:lnTo>
                      <a:pt x="1623822" y="845819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387" name="Google Shape;3387;p3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203166" y="3678910"/>
                <a:ext cx="172262" cy="214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88" name="Google Shape;3388;p31"/>
            <p:cNvSpPr/>
            <p:nvPr/>
          </p:nvSpPr>
          <p:spPr>
            <a:xfrm>
              <a:off x="4802885" y="3671315"/>
              <a:ext cx="127635" cy="285115"/>
            </a:xfrm>
            <a:custGeom>
              <a:rect b="b" l="l" r="r" t="t"/>
              <a:pathLst>
                <a:path extrusionOk="0" h="285114" w="127635">
                  <a:moveTo>
                    <a:pt x="8381" y="0"/>
                  </a:moveTo>
                  <a:lnTo>
                    <a:pt x="8381" y="3048"/>
                  </a:lnTo>
                  <a:lnTo>
                    <a:pt x="8381" y="4572"/>
                  </a:lnTo>
                  <a:lnTo>
                    <a:pt x="8381" y="8382"/>
                  </a:lnTo>
                  <a:lnTo>
                    <a:pt x="8286" y="56007"/>
                  </a:lnTo>
                  <a:lnTo>
                    <a:pt x="7619" y="103632"/>
                  </a:lnTo>
                  <a:lnTo>
                    <a:pt x="5917" y="135064"/>
                  </a:lnTo>
                  <a:lnTo>
                    <a:pt x="4286" y="166497"/>
                  </a:lnTo>
                  <a:lnTo>
                    <a:pt x="2797" y="197929"/>
                  </a:lnTo>
                  <a:lnTo>
                    <a:pt x="1523" y="229361"/>
                  </a:lnTo>
                  <a:lnTo>
                    <a:pt x="964" y="239779"/>
                  </a:lnTo>
                  <a:lnTo>
                    <a:pt x="476" y="250412"/>
                  </a:lnTo>
                  <a:lnTo>
                    <a:pt x="130" y="261187"/>
                  </a:lnTo>
                  <a:lnTo>
                    <a:pt x="0" y="272034"/>
                  </a:lnTo>
                  <a:lnTo>
                    <a:pt x="0" y="273558"/>
                  </a:lnTo>
                  <a:lnTo>
                    <a:pt x="0" y="275844"/>
                  </a:lnTo>
                  <a:lnTo>
                    <a:pt x="0" y="278130"/>
                  </a:lnTo>
                  <a:lnTo>
                    <a:pt x="6857" y="278130"/>
                  </a:lnTo>
                  <a:lnTo>
                    <a:pt x="13715" y="278892"/>
                  </a:lnTo>
                  <a:lnTo>
                    <a:pt x="20573" y="278892"/>
                  </a:lnTo>
                  <a:lnTo>
                    <a:pt x="33158" y="279582"/>
                  </a:lnTo>
                  <a:lnTo>
                    <a:pt x="45815" y="280416"/>
                  </a:lnTo>
                  <a:lnTo>
                    <a:pt x="58614" y="281249"/>
                  </a:lnTo>
                  <a:lnTo>
                    <a:pt x="71627" y="281940"/>
                  </a:lnTo>
                  <a:lnTo>
                    <a:pt x="82486" y="282618"/>
                  </a:lnTo>
                  <a:lnTo>
                    <a:pt x="93344" y="283368"/>
                  </a:lnTo>
                  <a:lnTo>
                    <a:pt x="104203" y="283975"/>
                  </a:lnTo>
                  <a:lnTo>
                    <a:pt x="115061" y="284226"/>
                  </a:lnTo>
                  <a:lnTo>
                    <a:pt x="118871" y="284988"/>
                  </a:lnTo>
                  <a:lnTo>
                    <a:pt x="123443" y="284226"/>
                  </a:lnTo>
                  <a:lnTo>
                    <a:pt x="127253" y="28422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89" name="Google Shape;3389;p31"/>
            <p:cNvGrpSpPr/>
            <p:nvPr/>
          </p:nvGrpSpPr>
          <p:grpSpPr>
            <a:xfrm>
              <a:off x="4999647" y="3742156"/>
              <a:ext cx="548499" cy="214029"/>
              <a:chOff x="4999647" y="3742156"/>
              <a:chExt cx="548499" cy="214029"/>
            </a:xfrm>
          </p:grpSpPr>
          <p:pic>
            <p:nvPicPr>
              <p:cNvPr id="3390" name="Google Shape;3390;p3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999647" y="3742156"/>
                <a:ext cx="117208" cy="2053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1" name="Google Shape;3391;p3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5144998" y="3773398"/>
                <a:ext cx="128947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2" name="Google Shape;3392;p3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294255" y="3758158"/>
                <a:ext cx="102992" cy="198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3" name="Google Shape;3393;p3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420080" y="3761968"/>
                <a:ext cx="128066" cy="1684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94" name="Google Shape;3394;p31"/>
            <p:cNvGrpSpPr/>
            <p:nvPr/>
          </p:nvGrpSpPr>
          <p:grpSpPr>
            <a:xfrm>
              <a:off x="5859754" y="3676624"/>
              <a:ext cx="985316" cy="286563"/>
              <a:chOff x="5859754" y="3676624"/>
              <a:chExt cx="985316" cy="286563"/>
            </a:xfrm>
          </p:grpSpPr>
          <p:pic>
            <p:nvPicPr>
              <p:cNvPr id="3395" name="Google Shape;3395;p3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859754" y="3749943"/>
                <a:ext cx="370382" cy="21324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6" name="Google Shape;3396;p3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250184" y="3784066"/>
                <a:ext cx="94253" cy="1301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7" name="Google Shape;3397;p31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368770" y="3740632"/>
                <a:ext cx="322376" cy="1795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98" name="Google Shape;3398;p3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717004" y="3676624"/>
                <a:ext cx="128066" cy="19131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399" name="Google Shape;3399;p31"/>
            <p:cNvGrpSpPr/>
            <p:nvPr/>
          </p:nvGrpSpPr>
          <p:grpSpPr>
            <a:xfrm>
              <a:off x="7210018" y="3656526"/>
              <a:ext cx="459766" cy="185693"/>
              <a:chOff x="7210018" y="3656526"/>
              <a:chExt cx="459766" cy="185693"/>
            </a:xfrm>
          </p:grpSpPr>
          <p:pic>
            <p:nvPicPr>
              <p:cNvPr id="3400" name="Google Shape;3400;p3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210018" y="3666718"/>
                <a:ext cx="111302" cy="1755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1" name="Google Shape;3401;p3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353274" y="3656526"/>
                <a:ext cx="263702" cy="1771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02" name="Google Shape;3402;p31"/>
              <p:cNvSpPr/>
              <p:nvPr/>
            </p:nvSpPr>
            <p:spPr>
              <a:xfrm>
                <a:off x="7648194" y="3686555"/>
                <a:ext cx="21590" cy="104775"/>
              </a:xfrm>
              <a:custGeom>
                <a:rect b="b" l="l" r="r" t="t"/>
                <a:pathLst>
                  <a:path extrusionOk="0" h="104775" w="21590">
                    <a:moveTo>
                      <a:pt x="0" y="0"/>
                    </a:moveTo>
                    <a:lnTo>
                      <a:pt x="3595" y="9620"/>
                    </a:lnTo>
                    <a:lnTo>
                      <a:pt x="6477" y="19240"/>
                    </a:lnTo>
                    <a:lnTo>
                      <a:pt x="8786" y="29146"/>
                    </a:lnTo>
                    <a:lnTo>
                      <a:pt x="10668" y="39624"/>
                    </a:lnTo>
                    <a:lnTo>
                      <a:pt x="12692" y="50601"/>
                    </a:lnTo>
                    <a:lnTo>
                      <a:pt x="14287" y="61722"/>
                    </a:lnTo>
                    <a:lnTo>
                      <a:pt x="15597" y="72842"/>
                    </a:lnTo>
                    <a:lnTo>
                      <a:pt x="16764" y="83820"/>
                    </a:lnTo>
                    <a:lnTo>
                      <a:pt x="17526" y="92964"/>
                    </a:lnTo>
                    <a:lnTo>
                      <a:pt x="17526" y="97536"/>
                    </a:lnTo>
                    <a:lnTo>
                      <a:pt x="21336" y="10439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03" name="Google Shape;3403;p31"/>
            <p:cNvGrpSpPr/>
            <p:nvPr/>
          </p:nvGrpSpPr>
          <p:grpSpPr>
            <a:xfrm>
              <a:off x="7727416" y="3610330"/>
              <a:ext cx="705663" cy="189788"/>
              <a:chOff x="7727416" y="3610330"/>
              <a:chExt cx="705663" cy="189788"/>
            </a:xfrm>
          </p:grpSpPr>
          <p:pic>
            <p:nvPicPr>
              <p:cNvPr id="3404" name="Google Shape;3404;p3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727416" y="3648430"/>
                <a:ext cx="131114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5" name="Google Shape;3405;p3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7898104" y="3636238"/>
                <a:ext cx="410304" cy="1638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6" name="Google Shape;3406;p31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329087" y="3610330"/>
                <a:ext cx="103992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07" name="Google Shape;3407;p3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746972" y="3576993"/>
              <a:ext cx="120446" cy="1987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08" name="Google Shape;3408;p31"/>
            <p:cNvGrpSpPr/>
            <p:nvPr/>
          </p:nvGrpSpPr>
          <p:grpSpPr>
            <a:xfrm>
              <a:off x="6303238" y="4192498"/>
              <a:ext cx="930679" cy="278180"/>
              <a:chOff x="6303238" y="4192498"/>
              <a:chExt cx="930679" cy="278180"/>
            </a:xfrm>
          </p:grpSpPr>
          <p:pic>
            <p:nvPicPr>
              <p:cNvPr id="3409" name="Google Shape;3409;p3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6303238" y="4265650"/>
                <a:ext cx="461060" cy="2050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0" name="Google Shape;3410;p31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790894" y="4264126"/>
                <a:ext cx="303350" cy="15555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1" name="Google Shape;3411;p3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7117054" y="4192498"/>
                <a:ext cx="116863" cy="1931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12" name="Google Shape;3412;p31"/>
            <p:cNvGrpSpPr/>
            <p:nvPr/>
          </p:nvGrpSpPr>
          <p:grpSpPr>
            <a:xfrm>
              <a:off x="7578826" y="4107750"/>
              <a:ext cx="893876" cy="251676"/>
              <a:chOff x="7578826" y="4107750"/>
              <a:chExt cx="893876" cy="251676"/>
            </a:xfrm>
          </p:grpSpPr>
          <p:pic>
            <p:nvPicPr>
              <p:cNvPr id="3413" name="Google Shape;3413;p31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7578826" y="4174210"/>
                <a:ext cx="310946" cy="1852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4" name="Google Shape;3414;p3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910487" y="4139158"/>
                <a:ext cx="317614" cy="1745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5" name="Google Shape;3415;p31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8251101" y="4134586"/>
                <a:ext cx="83680" cy="127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16" name="Google Shape;3416;p3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8360638" y="4107750"/>
                <a:ext cx="112064" cy="15718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17" name="Google Shape;3417;p31"/>
            <p:cNvGrpSpPr/>
            <p:nvPr/>
          </p:nvGrpSpPr>
          <p:grpSpPr>
            <a:xfrm>
              <a:off x="5478754" y="2231872"/>
              <a:ext cx="268250" cy="257582"/>
              <a:chOff x="5478754" y="2231872"/>
              <a:chExt cx="268250" cy="257582"/>
            </a:xfrm>
          </p:grpSpPr>
          <p:pic>
            <p:nvPicPr>
              <p:cNvPr id="3418" name="Google Shape;3418;p31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5478754" y="2231872"/>
                <a:ext cx="123494" cy="2301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19" name="Google Shape;3419;p31"/>
              <p:cNvSpPr/>
              <p:nvPr/>
            </p:nvSpPr>
            <p:spPr>
              <a:xfrm>
                <a:off x="5633466" y="2345436"/>
                <a:ext cx="55880" cy="89535"/>
              </a:xfrm>
              <a:custGeom>
                <a:rect b="b" l="l" r="r" t="t"/>
                <a:pathLst>
                  <a:path extrusionOk="0" h="89535" w="55879">
                    <a:moveTo>
                      <a:pt x="0" y="0"/>
                    </a:moveTo>
                    <a:lnTo>
                      <a:pt x="19050" y="37337"/>
                    </a:lnTo>
                    <a:lnTo>
                      <a:pt x="26789" y="47196"/>
                    </a:lnTo>
                    <a:lnTo>
                      <a:pt x="34099" y="57340"/>
                    </a:lnTo>
                    <a:lnTo>
                      <a:pt x="41124" y="67770"/>
                    </a:lnTo>
                    <a:lnTo>
                      <a:pt x="48006" y="78485"/>
                    </a:lnTo>
                    <a:lnTo>
                      <a:pt x="51054" y="83057"/>
                    </a:lnTo>
                    <a:lnTo>
                      <a:pt x="51816" y="86105"/>
                    </a:lnTo>
                    <a:lnTo>
                      <a:pt x="55626" y="8915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0" name="Google Shape;3420;p31"/>
              <p:cNvSpPr/>
              <p:nvPr/>
            </p:nvSpPr>
            <p:spPr>
              <a:xfrm>
                <a:off x="5650230" y="2344674"/>
                <a:ext cx="36195" cy="102235"/>
              </a:xfrm>
              <a:custGeom>
                <a:rect b="b" l="l" r="r" t="t"/>
                <a:pathLst>
                  <a:path extrusionOk="0" h="102235" w="36195">
                    <a:moveTo>
                      <a:pt x="35813" y="0"/>
                    </a:moveTo>
                    <a:lnTo>
                      <a:pt x="8786" y="45112"/>
                    </a:lnTo>
                    <a:lnTo>
                      <a:pt x="0" y="96012"/>
                    </a:lnTo>
                    <a:lnTo>
                      <a:pt x="0" y="98298"/>
                    </a:lnTo>
                    <a:lnTo>
                      <a:pt x="0" y="99822"/>
                    </a:lnTo>
                    <a:lnTo>
                      <a:pt x="0" y="10210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1" name="Google Shape;3421;p31"/>
              <p:cNvSpPr/>
              <p:nvPr/>
            </p:nvSpPr>
            <p:spPr>
              <a:xfrm>
                <a:off x="5739384" y="2420874"/>
                <a:ext cx="7620" cy="68580"/>
              </a:xfrm>
              <a:custGeom>
                <a:rect b="b" l="l" r="r" t="t"/>
                <a:pathLst>
                  <a:path extrusionOk="0" h="68580" w="7620">
                    <a:moveTo>
                      <a:pt x="0" y="0"/>
                    </a:moveTo>
                    <a:lnTo>
                      <a:pt x="7179" y="41148"/>
                    </a:lnTo>
                    <a:lnTo>
                      <a:pt x="7143" y="50292"/>
                    </a:lnTo>
                    <a:lnTo>
                      <a:pt x="6965" y="59436"/>
                    </a:lnTo>
                    <a:lnTo>
                      <a:pt x="6858" y="6858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2" name="Google Shape;3422;p31"/>
              <p:cNvSpPr/>
              <p:nvPr/>
            </p:nvSpPr>
            <p:spPr>
              <a:xfrm>
                <a:off x="5715000" y="233172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23" name="Google Shape;3423;p31"/>
            <p:cNvGrpSpPr/>
            <p:nvPr/>
          </p:nvGrpSpPr>
          <p:grpSpPr>
            <a:xfrm>
              <a:off x="5823204" y="2305024"/>
              <a:ext cx="226313" cy="176834"/>
              <a:chOff x="5823204" y="2305024"/>
              <a:chExt cx="226313" cy="176834"/>
            </a:xfrm>
          </p:grpSpPr>
          <p:sp>
            <p:nvSpPr>
              <p:cNvPr id="3424" name="Google Shape;3424;p31"/>
              <p:cNvSpPr/>
              <p:nvPr/>
            </p:nvSpPr>
            <p:spPr>
              <a:xfrm>
                <a:off x="5823204" y="2371344"/>
                <a:ext cx="59690" cy="7620"/>
              </a:xfrm>
              <a:custGeom>
                <a:rect b="b" l="l" r="r" t="t"/>
                <a:pathLst>
                  <a:path extrusionOk="0" h="7619" w="59689">
                    <a:moveTo>
                      <a:pt x="0" y="6858"/>
                    </a:moveTo>
                    <a:lnTo>
                      <a:pt x="8786" y="7155"/>
                    </a:lnTo>
                    <a:lnTo>
                      <a:pt x="17145" y="6953"/>
                    </a:lnTo>
                    <a:lnTo>
                      <a:pt x="25503" y="6322"/>
                    </a:lnTo>
                    <a:lnTo>
                      <a:pt x="34290" y="5334"/>
                    </a:lnTo>
                    <a:lnTo>
                      <a:pt x="40576" y="4500"/>
                    </a:lnTo>
                    <a:lnTo>
                      <a:pt x="46862" y="3238"/>
                    </a:lnTo>
                    <a:lnTo>
                      <a:pt x="53149" y="1690"/>
                    </a:lnTo>
                    <a:lnTo>
                      <a:pt x="5943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25" name="Google Shape;3425;p3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5923000" y="2305024"/>
                <a:ext cx="126517" cy="1768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26" name="Google Shape;3426;p3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097498" y="2227300"/>
              <a:ext cx="84644" cy="2530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7" name="Google Shape;3427;p31"/>
            <p:cNvSpPr/>
            <p:nvPr/>
          </p:nvSpPr>
          <p:spPr>
            <a:xfrm>
              <a:off x="5488435" y="2283106"/>
              <a:ext cx="128270" cy="294005"/>
            </a:xfrm>
            <a:custGeom>
              <a:rect b="b" l="l" r="r" t="t"/>
              <a:pathLst>
                <a:path extrusionOk="0" h="294005" w="128270">
                  <a:moveTo>
                    <a:pt x="34540" y="2893"/>
                  </a:moveTo>
                  <a:lnTo>
                    <a:pt x="29741" y="2024"/>
                  </a:lnTo>
                  <a:lnTo>
                    <a:pt x="21871" y="511"/>
                  </a:lnTo>
                  <a:lnTo>
                    <a:pt x="13858" y="0"/>
                  </a:lnTo>
                  <a:lnTo>
                    <a:pt x="1012" y="42517"/>
                  </a:lnTo>
                  <a:lnTo>
                    <a:pt x="59" y="94618"/>
                  </a:lnTo>
                  <a:lnTo>
                    <a:pt x="154" y="120419"/>
                  </a:lnTo>
                  <a:lnTo>
                    <a:pt x="250" y="146149"/>
                  </a:lnTo>
                  <a:lnTo>
                    <a:pt x="0" y="172188"/>
                  </a:lnTo>
                  <a:lnTo>
                    <a:pt x="3786" y="224266"/>
                  </a:lnTo>
                  <a:lnTo>
                    <a:pt x="22526" y="266319"/>
                  </a:lnTo>
                  <a:lnTo>
                    <a:pt x="55078" y="288345"/>
                  </a:lnTo>
                  <a:lnTo>
                    <a:pt x="105025" y="293691"/>
                  </a:lnTo>
                  <a:lnTo>
                    <a:pt x="116288" y="293322"/>
                  </a:lnTo>
                  <a:lnTo>
                    <a:pt x="128266" y="292453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28" name="Google Shape;3428;p3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177508" y="2144968"/>
              <a:ext cx="82346" cy="113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9" name="Google Shape;3429;p3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402298" y="2320264"/>
              <a:ext cx="117398" cy="1318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0" name="Google Shape;3430;p3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6685107" y="2262721"/>
              <a:ext cx="168345" cy="22294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31" name="Google Shape;3431;p31"/>
            <p:cNvGrpSpPr/>
            <p:nvPr/>
          </p:nvGrpSpPr>
          <p:grpSpPr>
            <a:xfrm>
              <a:off x="7079741" y="2187676"/>
              <a:ext cx="396621" cy="257708"/>
              <a:chOff x="7079741" y="2187676"/>
              <a:chExt cx="396621" cy="257708"/>
            </a:xfrm>
          </p:grpSpPr>
          <p:sp>
            <p:nvSpPr>
              <p:cNvPr id="3432" name="Google Shape;3432;p31"/>
              <p:cNvSpPr/>
              <p:nvPr/>
            </p:nvSpPr>
            <p:spPr>
              <a:xfrm>
                <a:off x="7079741" y="2255519"/>
                <a:ext cx="31750" cy="149225"/>
              </a:xfrm>
              <a:custGeom>
                <a:rect b="b" l="l" r="r" t="t"/>
                <a:pathLst>
                  <a:path extrusionOk="0" h="149225" w="31750">
                    <a:moveTo>
                      <a:pt x="0" y="0"/>
                    </a:moveTo>
                    <a:lnTo>
                      <a:pt x="952" y="15311"/>
                    </a:lnTo>
                    <a:lnTo>
                      <a:pt x="2476" y="30480"/>
                    </a:lnTo>
                    <a:lnTo>
                      <a:pt x="4286" y="45648"/>
                    </a:lnTo>
                    <a:lnTo>
                      <a:pt x="6096" y="60960"/>
                    </a:lnTo>
                    <a:lnTo>
                      <a:pt x="12846" y="115502"/>
                    </a:lnTo>
                    <a:lnTo>
                      <a:pt x="23943" y="148887"/>
                    </a:lnTo>
                    <a:lnTo>
                      <a:pt x="28194" y="148590"/>
                    </a:lnTo>
                    <a:lnTo>
                      <a:pt x="28956" y="147066"/>
                    </a:lnTo>
                    <a:lnTo>
                      <a:pt x="30480" y="144780"/>
                    </a:lnTo>
                    <a:lnTo>
                      <a:pt x="31242" y="1432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3" name="Google Shape;3433;p31"/>
              <p:cNvSpPr/>
              <p:nvPr/>
            </p:nvSpPr>
            <p:spPr>
              <a:xfrm>
                <a:off x="7123937" y="2237231"/>
                <a:ext cx="13970" cy="181610"/>
              </a:xfrm>
              <a:custGeom>
                <a:rect b="b" l="l" r="r" t="t"/>
                <a:pathLst>
                  <a:path extrusionOk="0" h="181610" w="13970">
                    <a:moveTo>
                      <a:pt x="0" y="0"/>
                    </a:moveTo>
                    <a:lnTo>
                      <a:pt x="1821" y="19431"/>
                    </a:lnTo>
                    <a:lnTo>
                      <a:pt x="3714" y="38862"/>
                    </a:lnTo>
                    <a:lnTo>
                      <a:pt x="5464" y="58293"/>
                    </a:lnTo>
                    <a:lnTo>
                      <a:pt x="8667" y="107537"/>
                    </a:lnTo>
                    <a:lnTo>
                      <a:pt x="10072" y="148994"/>
                    </a:lnTo>
                    <a:lnTo>
                      <a:pt x="10096" y="160781"/>
                    </a:lnTo>
                    <a:lnTo>
                      <a:pt x="10977" y="171997"/>
                    </a:lnTo>
                    <a:lnTo>
                      <a:pt x="13716" y="18135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34" name="Google Shape;3434;p31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186396" y="2187676"/>
                <a:ext cx="233222" cy="1806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35" name="Google Shape;3435;p31"/>
              <p:cNvSpPr/>
              <p:nvPr/>
            </p:nvSpPr>
            <p:spPr>
              <a:xfrm>
                <a:off x="7459217" y="2343149"/>
                <a:ext cx="17145" cy="102235"/>
              </a:xfrm>
              <a:custGeom>
                <a:rect b="b" l="l" r="r" t="t"/>
                <a:pathLst>
                  <a:path extrusionOk="0" h="102235" w="17145">
                    <a:moveTo>
                      <a:pt x="16764" y="0"/>
                    </a:moveTo>
                    <a:lnTo>
                      <a:pt x="16323" y="10739"/>
                    </a:lnTo>
                    <a:lnTo>
                      <a:pt x="16097" y="21336"/>
                    </a:lnTo>
                    <a:lnTo>
                      <a:pt x="16013" y="31932"/>
                    </a:lnTo>
                    <a:lnTo>
                      <a:pt x="16002" y="42672"/>
                    </a:lnTo>
                    <a:lnTo>
                      <a:pt x="15751" y="59674"/>
                    </a:lnTo>
                    <a:lnTo>
                      <a:pt x="13430" y="74104"/>
                    </a:lnTo>
                    <a:lnTo>
                      <a:pt x="8393" y="87677"/>
                    </a:lnTo>
                    <a:lnTo>
                      <a:pt x="0" y="10210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6" name="Google Shape;3436;p31"/>
            <p:cNvSpPr/>
            <p:nvPr/>
          </p:nvSpPr>
          <p:spPr>
            <a:xfrm>
              <a:off x="7171181" y="2563820"/>
              <a:ext cx="266065" cy="19685"/>
            </a:xfrm>
            <a:custGeom>
              <a:rect b="b" l="l" r="r" t="t"/>
              <a:pathLst>
                <a:path extrusionOk="0" h="19685" w="266065">
                  <a:moveTo>
                    <a:pt x="0" y="17835"/>
                  </a:moveTo>
                  <a:lnTo>
                    <a:pt x="21145" y="18371"/>
                  </a:lnTo>
                  <a:lnTo>
                    <a:pt x="42291" y="18692"/>
                  </a:lnTo>
                  <a:lnTo>
                    <a:pt x="63436" y="18585"/>
                  </a:lnTo>
                  <a:lnTo>
                    <a:pt x="113157" y="16406"/>
                  </a:lnTo>
                  <a:lnTo>
                    <a:pt x="170307" y="11834"/>
                  </a:lnTo>
                  <a:lnTo>
                    <a:pt x="198882" y="8691"/>
                  </a:lnTo>
                  <a:lnTo>
                    <a:pt x="214324" y="7286"/>
                  </a:lnTo>
                  <a:lnTo>
                    <a:pt x="229838" y="5453"/>
                  </a:lnTo>
                  <a:lnTo>
                    <a:pt x="245494" y="3333"/>
                  </a:lnTo>
                  <a:lnTo>
                    <a:pt x="261365" y="1071"/>
                  </a:lnTo>
                  <a:lnTo>
                    <a:pt x="262890" y="1071"/>
                  </a:lnTo>
                  <a:lnTo>
                    <a:pt x="264414" y="1071"/>
                  </a:lnTo>
                  <a:lnTo>
                    <a:pt x="265938" y="1071"/>
                  </a:lnTo>
                  <a:lnTo>
                    <a:pt x="259937" y="523"/>
                  </a:lnTo>
                  <a:lnTo>
                    <a:pt x="252793" y="119"/>
                  </a:lnTo>
                  <a:lnTo>
                    <a:pt x="245364" y="0"/>
                  </a:lnTo>
                  <a:lnTo>
                    <a:pt x="238506" y="309"/>
                  </a:lnTo>
                  <a:lnTo>
                    <a:pt x="213360" y="2405"/>
                  </a:lnTo>
                  <a:lnTo>
                    <a:pt x="188214" y="5072"/>
                  </a:lnTo>
                  <a:lnTo>
                    <a:pt x="163068" y="8024"/>
                  </a:lnTo>
                  <a:lnTo>
                    <a:pt x="137922" y="10977"/>
                  </a:lnTo>
                  <a:lnTo>
                    <a:pt x="113335" y="13894"/>
                  </a:lnTo>
                  <a:lnTo>
                    <a:pt x="88677" y="16597"/>
                  </a:lnTo>
                  <a:lnTo>
                    <a:pt x="63877" y="18585"/>
                  </a:lnTo>
                  <a:lnTo>
                    <a:pt x="38862" y="19359"/>
                  </a:lnTo>
                  <a:lnTo>
                    <a:pt x="31242" y="19359"/>
                  </a:lnTo>
                  <a:lnTo>
                    <a:pt x="22860" y="18597"/>
                  </a:lnTo>
                  <a:lnTo>
                    <a:pt x="14478" y="18597"/>
                  </a:lnTo>
                  <a:lnTo>
                    <a:pt x="29337" y="17133"/>
                  </a:lnTo>
                  <a:lnTo>
                    <a:pt x="44196" y="16025"/>
                  </a:lnTo>
                  <a:lnTo>
                    <a:pt x="59055" y="15061"/>
                  </a:lnTo>
                  <a:lnTo>
                    <a:pt x="73914" y="14025"/>
                  </a:lnTo>
                  <a:lnTo>
                    <a:pt x="110370" y="11941"/>
                  </a:lnTo>
                  <a:lnTo>
                    <a:pt x="146685" y="9358"/>
                  </a:lnTo>
                  <a:lnTo>
                    <a:pt x="182999" y="6631"/>
                  </a:lnTo>
                  <a:lnTo>
                    <a:pt x="219456" y="4119"/>
                  </a:lnTo>
                  <a:lnTo>
                    <a:pt x="227326" y="4119"/>
                  </a:lnTo>
                  <a:lnTo>
                    <a:pt x="234981" y="4119"/>
                  </a:lnTo>
                  <a:lnTo>
                    <a:pt x="242494" y="4119"/>
                  </a:lnTo>
                  <a:lnTo>
                    <a:pt x="249936" y="4119"/>
                  </a:lnTo>
                  <a:lnTo>
                    <a:pt x="243851" y="9703"/>
                  </a:lnTo>
                  <a:lnTo>
                    <a:pt x="235553" y="11644"/>
                  </a:lnTo>
                  <a:lnTo>
                    <a:pt x="226254" y="11727"/>
                  </a:lnTo>
                  <a:lnTo>
                    <a:pt x="217170" y="1173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37" name="Google Shape;3437;p31"/>
            <p:cNvGrpSpPr/>
            <p:nvPr/>
          </p:nvGrpSpPr>
          <p:grpSpPr>
            <a:xfrm>
              <a:off x="977646" y="4241292"/>
              <a:ext cx="1882139" cy="1565275"/>
              <a:chOff x="977646" y="4241292"/>
              <a:chExt cx="1882139" cy="1565275"/>
            </a:xfrm>
          </p:grpSpPr>
          <p:sp>
            <p:nvSpPr>
              <p:cNvPr id="3438" name="Google Shape;3438;p31"/>
              <p:cNvSpPr/>
              <p:nvPr/>
            </p:nvSpPr>
            <p:spPr>
              <a:xfrm>
                <a:off x="977646" y="5053012"/>
                <a:ext cx="1882139" cy="90170"/>
              </a:xfrm>
              <a:custGeom>
                <a:rect b="b" l="l" r="r" t="t"/>
                <a:pathLst>
                  <a:path extrusionOk="0" h="90170" w="1882139">
                    <a:moveTo>
                      <a:pt x="0" y="5143"/>
                    </a:moveTo>
                    <a:lnTo>
                      <a:pt x="14989" y="2286"/>
                    </a:lnTo>
                    <a:lnTo>
                      <a:pt x="30194" y="571"/>
                    </a:lnTo>
                    <a:lnTo>
                      <a:pt x="45541" y="0"/>
                    </a:lnTo>
                    <a:lnTo>
                      <a:pt x="60960" y="571"/>
                    </a:lnTo>
                    <a:lnTo>
                      <a:pt x="95583" y="4262"/>
                    </a:lnTo>
                    <a:lnTo>
                      <a:pt x="129921" y="8953"/>
                    </a:lnTo>
                    <a:lnTo>
                      <a:pt x="164258" y="13644"/>
                    </a:lnTo>
                    <a:lnTo>
                      <a:pt x="238446" y="20050"/>
                    </a:lnTo>
                    <a:lnTo>
                      <a:pt x="278225" y="22478"/>
                    </a:lnTo>
                    <a:lnTo>
                      <a:pt x="318146" y="24622"/>
                    </a:lnTo>
                    <a:lnTo>
                      <a:pt x="358140" y="26479"/>
                    </a:lnTo>
                    <a:lnTo>
                      <a:pt x="408889" y="28674"/>
                    </a:lnTo>
                    <a:lnTo>
                      <a:pt x="459638" y="30685"/>
                    </a:lnTo>
                    <a:lnTo>
                      <a:pt x="510387" y="32514"/>
                    </a:lnTo>
                    <a:lnTo>
                      <a:pt x="561136" y="34160"/>
                    </a:lnTo>
                    <a:lnTo>
                      <a:pt x="611886" y="35623"/>
                    </a:lnTo>
                    <a:lnTo>
                      <a:pt x="657606" y="36452"/>
                    </a:lnTo>
                    <a:lnTo>
                      <a:pt x="703326" y="37135"/>
                    </a:lnTo>
                    <a:lnTo>
                      <a:pt x="749046" y="37708"/>
                    </a:lnTo>
                    <a:lnTo>
                      <a:pt x="794766" y="38208"/>
                    </a:lnTo>
                    <a:lnTo>
                      <a:pt x="840486" y="38671"/>
                    </a:lnTo>
                    <a:lnTo>
                      <a:pt x="889254" y="38992"/>
                    </a:lnTo>
                    <a:lnTo>
                      <a:pt x="938022" y="39207"/>
                    </a:lnTo>
                    <a:lnTo>
                      <a:pt x="986790" y="39338"/>
                    </a:lnTo>
                    <a:lnTo>
                      <a:pt x="1035558" y="39405"/>
                    </a:lnTo>
                    <a:lnTo>
                      <a:pt x="1084326" y="39429"/>
                    </a:lnTo>
                    <a:lnTo>
                      <a:pt x="1133094" y="39433"/>
                    </a:lnTo>
                    <a:lnTo>
                      <a:pt x="1179185" y="39537"/>
                    </a:lnTo>
                    <a:lnTo>
                      <a:pt x="1225131" y="39896"/>
                    </a:lnTo>
                    <a:lnTo>
                      <a:pt x="1270967" y="40585"/>
                    </a:lnTo>
                    <a:lnTo>
                      <a:pt x="1316729" y="41676"/>
                    </a:lnTo>
                    <a:lnTo>
                      <a:pt x="1362456" y="43243"/>
                    </a:lnTo>
                    <a:lnTo>
                      <a:pt x="1415486" y="46398"/>
                    </a:lnTo>
                    <a:lnTo>
                      <a:pt x="1468373" y="50196"/>
                    </a:lnTo>
                    <a:lnTo>
                      <a:pt x="1521261" y="54709"/>
                    </a:lnTo>
                    <a:lnTo>
                      <a:pt x="1574292" y="60007"/>
                    </a:lnTo>
                    <a:lnTo>
                      <a:pt x="1625155" y="65377"/>
                    </a:lnTo>
                    <a:lnTo>
                      <a:pt x="1676019" y="70961"/>
                    </a:lnTo>
                    <a:lnTo>
                      <a:pt x="1726882" y="76402"/>
                    </a:lnTo>
                    <a:lnTo>
                      <a:pt x="1777745" y="81343"/>
                    </a:lnTo>
                    <a:lnTo>
                      <a:pt x="1799463" y="82950"/>
                    </a:lnTo>
                    <a:lnTo>
                      <a:pt x="1821180" y="84486"/>
                    </a:lnTo>
                    <a:lnTo>
                      <a:pt x="1842897" y="86165"/>
                    </a:lnTo>
                    <a:lnTo>
                      <a:pt x="1864614" y="88201"/>
                    </a:lnTo>
                    <a:lnTo>
                      <a:pt x="1870864" y="88439"/>
                    </a:lnTo>
                    <a:lnTo>
                      <a:pt x="1877472" y="88963"/>
                    </a:lnTo>
                    <a:lnTo>
                      <a:pt x="1881651" y="89487"/>
                    </a:lnTo>
                    <a:lnTo>
                      <a:pt x="1880616" y="89725"/>
                    </a:lnTo>
                    <a:lnTo>
                      <a:pt x="1876806" y="89725"/>
                    </a:lnTo>
                    <a:lnTo>
                      <a:pt x="1872995" y="89725"/>
                    </a:lnTo>
                    <a:lnTo>
                      <a:pt x="1869186" y="8972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9" name="Google Shape;3439;p31"/>
              <p:cNvSpPr/>
              <p:nvPr/>
            </p:nvSpPr>
            <p:spPr>
              <a:xfrm>
                <a:off x="1930908" y="4241292"/>
                <a:ext cx="66040" cy="1565275"/>
              </a:xfrm>
              <a:custGeom>
                <a:rect b="b" l="l" r="r" t="t"/>
                <a:pathLst>
                  <a:path extrusionOk="0" h="1565275" w="66039">
                    <a:moveTo>
                      <a:pt x="0" y="0"/>
                    </a:moveTo>
                    <a:lnTo>
                      <a:pt x="202" y="18823"/>
                    </a:lnTo>
                    <a:lnTo>
                      <a:pt x="1619" y="36861"/>
                    </a:lnTo>
                    <a:lnTo>
                      <a:pt x="3750" y="54756"/>
                    </a:lnTo>
                    <a:lnTo>
                      <a:pt x="6096" y="73152"/>
                    </a:lnTo>
                    <a:lnTo>
                      <a:pt x="9001" y="108120"/>
                    </a:lnTo>
                    <a:lnTo>
                      <a:pt x="12525" y="178057"/>
                    </a:lnTo>
                    <a:lnTo>
                      <a:pt x="15311" y="260032"/>
                    </a:lnTo>
                    <a:lnTo>
                      <a:pt x="16764" y="307466"/>
                    </a:lnTo>
                    <a:lnTo>
                      <a:pt x="18216" y="354901"/>
                    </a:lnTo>
                    <a:lnTo>
                      <a:pt x="19812" y="402336"/>
                    </a:lnTo>
                    <a:lnTo>
                      <a:pt x="21859" y="453199"/>
                    </a:lnTo>
                    <a:lnTo>
                      <a:pt x="23622" y="504063"/>
                    </a:lnTo>
                    <a:lnTo>
                      <a:pt x="25384" y="554926"/>
                    </a:lnTo>
                    <a:lnTo>
                      <a:pt x="27432" y="605790"/>
                    </a:lnTo>
                    <a:lnTo>
                      <a:pt x="30408" y="660642"/>
                    </a:lnTo>
                    <a:lnTo>
                      <a:pt x="33528" y="715422"/>
                    </a:lnTo>
                    <a:lnTo>
                      <a:pt x="36647" y="770060"/>
                    </a:lnTo>
                    <a:lnTo>
                      <a:pt x="39624" y="824484"/>
                    </a:lnTo>
                    <a:lnTo>
                      <a:pt x="41585" y="872814"/>
                    </a:lnTo>
                    <a:lnTo>
                      <a:pt x="43631" y="921060"/>
                    </a:lnTo>
                    <a:lnTo>
                      <a:pt x="45720" y="969263"/>
                    </a:lnTo>
                    <a:lnTo>
                      <a:pt x="47808" y="1017467"/>
                    </a:lnTo>
                    <a:lnTo>
                      <a:pt x="49854" y="1065713"/>
                    </a:lnTo>
                    <a:lnTo>
                      <a:pt x="51816" y="1114044"/>
                    </a:lnTo>
                    <a:lnTo>
                      <a:pt x="54113" y="1165359"/>
                    </a:lnTo>
                    <a:lnTo>
                      <a:pt x="56483" y="1216533"/>
                    </a:lnTo>
                    <a:lnTo>
                      <a:pt x="58995" y="1267706"/>
                    </a:lnTo>
                    <a:lnTo>
                      <a:pt x="61722" y="1319022"/>
                    </a:lnTo>
                    <a:lnTo>
                      <a:pt x="63603" y="1355598"/>
                    </a:lnTo>
                    <a:lnTo>
                      <a:pt x="64770" y="1392174"/>
                    </a:lnTo>
                    <a:lnTo>
                      <a:pt x="65365" y="1428750"/>
                    </a:lnTo>
                    <a:lnTo>
                      <a:pt x="65532" y="1465326"/>
                    </a:lnTo>
                    <a:lnTo>
                      <a:pt x="66020" y="1488174"/>
                    </a:lnTo>
                    <a:lnTo>
                      <a:pt x="66008" y="1510950"/>
                    </a:lnTo>
                    <a:lnTo>
                      <a:pt x="64996" y="1533584"/>
                    </a:lnTo>
                    <a:lnTo>
                      <a:pt x="62484" y="1556004"/>
                    </a:lnTo>
                    <a:lnTo>
                      <a:pt x="61722" y="1561338"/>
                    </a:lnTo>
                    <a:lnTo>
                      <a:pt x="61722" y="1562862"/>
                    </a:lnTo>
                    <a:lnTo>
                      <a:pt x="60198" y="1565148"/>
                    </a:lnTo>
                    <a:lnTo>
                      <a:pt x="56137" y="1560052"/>
                    </a:lnTo>
                    <a:lnTo>
                      <a:pt x="52863" y="1554099"/>
                    </a:lnTo>
                    <a:lnTo>
                      <a:pt x="50018" y="1547574"/>
                    </a:lnTo>
                    <a:lnTo>
                      <a:pt x="47244" y="15407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0" name="Google Shape;3440;p31"/>
              <p:cNvSpPr/>
              <p:nvPr/>
            </p:nvSpPr>
            <p:spPr>
              <a:xfrm>
                <a:off x="1443228" y="4500372"/>
                <a:ext cx="500380" cy="621030"/>
              </a:xfrm>
              <a:custGeom>
                <a:rect b="b" l="l" r="r" t="t"/>
                <a:pathLst>
                  <a:path extrusionOk="0" h="621029" w="500380">
                    <a:moveTo>
                      <a:pt x="0" y="0"/>
                    </a:moveTo>
                    <a:lnTo>
                      <a:pt x="27967" y="34932"/>
                    </a:lnTo>
                    <a:lnTo>
                      <a:pt x="50041" y="67937"/>
                    </a:lnTo>
                    <a:lnTo>
                      <a:pt x="76116" y="109608"/>
                    </a:lnTo>
                    <a:lnTo>
                      <a:pt x="89154" y="130301"/>
                    </a:lnTo>
                    <a:lnTo>
                      <a:pt x="102679" y="151197"/>
                    </a:lnTo>
                    <a:lnTo>
                      <a:pt x="116776" y="171735"/>
                    </a:lnTo>
                    <a:lnTo>
                      <a:pt x="131159" y="192131"/>
                    </a:lnTo>
                    <a:lnTo>
                      <a:pt x="145542" y="212597"/>
                    </a:lnTo>
                    <a:lnTo>
                      <a:pt x="158245" y="230076"/>
                    </a:lnTo>
                    <a:lnTo>
                      <a:pt x="171164" y="247269"/>
                    </a:lnTo>
                    <a:lnTo>
                      <a:pt x="184225" y="264461"/>
                    </a:lnTo>
                    <a:lnTo>
                      <a:pt x="197358" y="281939"/>
                    </a:lnTo>
                    <a:lnTo>
                      <a:pt x="210621" y="299537"/>
                    </a:lnTo>
                    <a:lnTo>
                      <a:pt x="224028" y="316991"/>
                    </a:lnTo>
                    <a:lnTo>
                      <a:pt x="237434" y="334446"/>
                    </a:lnTo>
                    <a:lnTo>
                      <a:pt x="250698" y="352043"/>
                    </a:lnTo>
                    <a:lnTo>
                      <a:pt x="261580" y="367022"/>
                    </a:lnTo>
                    <a:lnTo>
                      <a:pt x="272605" y="382142"/>
                    </a:lnTo>
                    <a:lnTo>
                      <a:pt x="283916" y="397263"/>
                    </a:lnTo>
                    <a:lnTo>
                      <a:pt x="295656" y="412241"/>
                    </a:lnTo>
                    <a:lnTo>
                      <a:pt x="304942" y="424100"/>
                    </a:lnTo>
                    <a:lnTo>
                      <a:pt x="334518" y="457961"/>
                    </a:lnTo>
                    <a:lnTo>
                      <a:pt x="355854" y="479678"/>
                    </a:lnTo>
                    <a:lnTo>
                      <a:pt x="366664" y="490323"/>
                    </a:lnTo>
                    <a:lnTo>
                      <a:pt x="398835" y="522720"/>
                    </a:lnTo>
                    <a:lnTo>
                      <a:pt x="432054" y="553211"/>
                    </a:lnTo>
                    <a:lnTo>
                      <a:pt x="458724" y="576071"/>
                    </a:lnTo>
                    <a:lnTo>
                      <a:pt x="464058" y="580643"/>
                    </a:lnTo>
                    <a:lnTo>
                      <a:pt x="469392" y="585977"/>
                    </a:lnTo>
                    <a:lnTo>
                      <a:pt x="473964" y="590549"/>
                    </a:lnTo>
                    <a:lnTo>
                      <a:pt x="478536" y="594359"/>
                    </a:lnTo>
                    <a:lnTo>
                      <a:pt x="482346" y="598931"/>
                    </a:lnTo>
                    <a:lnTo>
                      <a:pt x="486156" y="602741"/>
                    </a:lnTo>
                    <a:lnTo>
                      <a:pt x="489204" y="606551"/>
                    </a:lnTo>
                    <a:lnTo>
                      <a:pt x="491490" y="610361"/>
                    </a:lnTo>
                    <a:lnTo>
                      <a:pt x="494538" y="613409"/>
                    </a:lnTo>
                    <a:lnTo>
                      <a:pt x="495300" y="614933"/>
                    </a:lnTo>
                    <a:lnTo>
                      <a:pt x="496824" y="616457"/>
                    </a:lnTo>
                    <a:lnTo>
                      <a:pt x="498348" y="617981"/>
                    </a:lnTo>
                    <a:lnTo>
                      <a:pt x="499110" y="618743"/>
                    </a:lnTo>
                    <a:lnTo>
                      <a:pt x="499872" y="620268"/>
                    </a:lnTo>
                    <a:lnTo>
                      <a:pt x="499110" y="620268"/>
                    </a:lnTo>
                    <a:lnTo>
                      <a:pt x="499110" y="62102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1" name="Google Shape;3441;p31"/>
              <p:cNvSpPr/>
              <p:nvPr/>
            </p:nvSpPr>
            <p:spPr>
              <a:xfrm>
                <a:off x="1935480" y="4534662"/>
                <a:ext cx="746760" cy="546735"/>
              </a:xfrm>
              <a:custGeom>
                <a:rect b="b" l="l" r="r" t="t"/>
                <a:pathLst>
                  <a:path extrusionOk="0" h="546735" w="746760">
                    <a:moveTo>
                      <a:pt x="0" y="537972"/>
                    </a:moveTo>
                    <a:lnTo>
                      <a:pt x="9917" y="543841"/>
                    </a:lnTo>
                    <a:lnTo>
                      <a:pt x="18192" y="546639"/>
                    </a:lnTo>
                    <a:lnTo>
                      <a:pt x="26896" y="546437"/>
                    </a:lnTo>
                    <a:lnTo>
                      <a:pt x="74676" y="527304"/>
                    </a:lnTo>
                    <a:lnTo>
                      <a:pt x="108966" y="506730"/>
                    </a:lnTo>
                    <a:lnTo>
                      <a:pt x="143922" y="481393"/>
                    </a:lnTo>
                    <a:lnTo>
                      <a:pt x="178307" y="454914"/>
                    </a:lnTo>
                    <a:lnTo>
                      <a:pt x="203454" y="434470"/>
                    </a:lnTo>
                    <a:lnTo>
                      <a:pt x="228599" y="414242"/>
                    </a:lnTo>
                    <a:lnTo>
                      <a:pt x="278891" y="374142"/>
                    </a:lnTo>
                    <a:lnTo>
                      <a:pt x="317849" y="344424"/>
                    </a:lnTo>
                    <a:lnTo>
                      <a:pt x="357377" y="314706"/>
                    </a:lnTo>
                    <a:lnTo>
                      <a:pt x="375332" y="301109"/>
                    </a:lnTo>
                    <a:lnTo>
                      <a:pt x="393573" y="287655"/>
                    </a:lnTo>
                    <a:lnTo>
                      <a:pt x="411813" y="274200"/>
                    </a:lnTo>
                    <a:lnTo>
                      <a:pt x="429767" y="260604"/>
                    </a:lnTo>
                    <a:lnTo>
                      <a:pt x="445769" y="248150"/>
                    </a:lnTo>
                    <a:lnTo>
                      <a:pt x="461771" y="235839"/>
                    </a:lnTo>
                    <a:lnTo>
                      <a:pt x="477773" y="223527"/>
                    </a:lnTo>
                    <a:lnTo>
                      <a:pt x="493775" y="211074"/>
                    </a:lnTo>
                    <a:lnTo>
                      <a:pt x="508063" y="200084"/>
                    </a:lnTo>
                    <a:lnTo>
                      <a:pt x="550926" y="166116"/>
                    </a:lnTo>
                    <a:lnTo>
                      <a:pt x="584453" y="136779"/>
                    </a:lnTo>
                    <a:lnTo>
                      <a:pt x="601075" y="121967"/>
                    </a:lnTo>
                    <a:lnTo>
                      <a:pt x="617981" y="107442"/>
                    </a:lnTo>
                    <a:lnTo>
                      <a:pt x="627256" y="99691"/>
                    </a:lnTo>
                    <a:lnTo>
                      <a:pt x="636746" y="92297"/>
                    </a:lnTo>
                    <a:lnTo>
                      <a:pt x="646378" y="85046"/>
                    </a:lnTo>
                    <a:lnTo>
                      <a:pt x="656081" y="77724"/>
                    </a:lnTo>
                    <a:lnTo>
                      <a:pt x="665678" y="70163"/>
                    </a:lnTo>
                    <a:lnTo>
                      <a:pt x="675131" y="62388"/>
                    </a:lnTo>
                    <a:lnTo>
                      <a:pt x="684585" y="54471"/>
                    </a:lnTo>
                    <a:lnTo>
                      <a:pt x="694181" y="46482"/>
                    </a:lnTo>
                    <a:lnTo>
                      <a:pt x="701040" y="40314"/>
                    </a:lnTo>
                    <a:lnTo>
                      <a:pt x="707897" y="34290"/>
                    </a:lnTo>
                    <a:lnTo>
                      <a:pt x="714755" y="28265"/>
                    </a:lnTo>
                    <a:lnTo>
                      <a:pt x="721613" y="22098"/>
                    </a:lnTo>
                    <a:lnTo>
                      <a:pt x="726185" y="18288"/>
                    </a:lnTo>
                    <a:lnTo>
                      <a:pt x="732281" y="14478"/>
                    </a:lnTo>
                    <a:lnTo>
                      <a:pt x="736854" y="9906"/>
                    </a:lnTo>
                    <a:lnTo>
                      <a:pt x="739140" y="6857"/>
                    </a:lnTo>
                    <a:lnTo>
                      <a:pt x="746759" y="4571"/>
                    </a:lnTo>
                    <a:lnTo>
                      <a:pt x="743711" y="2285"/>
                    </a:lnTo>
                    <a:lnTo>
                      <a:pt x="742949" y="762"/>
                    </a:lnTo>
                    <a:lnTo>
                      <a:pt x="745997" y="0"/>
                    </a:lnTo>
                    <a:lnTo>
                      <a:pt x="739140" y="762"/>
                    </a:lnTo>
                    <a:lnTo>
                      <a:pt x="736854" y="1524"/>
                    </a:lnTo>
                    <a:lnTo>
                      <a:pt x="734568" y="2286"/>
                    </a:lnTo>
                    <a:lnTo>
                      <a:pt x="733043" y="304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42" name="Google Shape;3442;p31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1916404" y="5037556"/>
                <a:ext cx="86347" cy="1040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43" name="Google Shape;3443;p3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6300142" y="5691352"/>
              <a:ext cx="272132" cy="2568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4" name="Google Shape;3444;p31"/>
            <p:cNvSpPr/>
            <p:nvPr/>
          </p:nvSpPr>
          <p:spPr>
            <a:xfrm>
              <a:off x="7145273" y="6057138"/>
              <a:ext cx="1475740" cy="99060"/>
            </a:xfrm>
            <a:custGeom>
              <a:rect b="b" l="l" r="r" t="t"/>
              <a:pathLst>
                <a:path extrusionOk="0" h="99060" w="1475740">
                  <a:moveTo>
                    <a:pt x="0" y="99060"/>
                  </a:moveTo>
                  <a:lnTo>
                    <a:pt x="22740" y="99060"/>
                  </a:lnTo>
                  <a:lnTo>
                    <a:pt x="45339" y="99060"/>
                  </a:lnTo>
                  <a:lnTo>
                    <a:pt x="67937" y="99060"/>
                  </a:lnTo>
                  <a:lnTo>
                    <a:pt x="90678" y="99060"/>
                  </a:lnTo>
                  <a:lnTo>
                    <a:pt x="126682" y="98536"/>
                  </a:lnTo>
                  <a:lnTo>
                    <a:pt x="198691" y="95202"/>
                  </a:lnTo>
                  <a:lnTo>
                    <a:pt x="284547" y="89737"/>
                  </a:lnTo>
                  <a:lnTo>
                    <a:pt x="334613" y="86010"/>
                  </a:lnTo>
                  <a:lnTo>
                    <a:pt x="384821" y="82141"/>
                  </a:lnTo>
                  <a:lnTo>
                    <a:pt x="435102" y="78486"/>
                  </a:lnTo>
                  <a:lnTo>
                    <a:pt x="484107" y="75547"/>
                  </a:lnTo>
                  <a:lnTo>
                    <a:pt x="533259" y="73084"/>
                  </a:lnTo>
                  <a:lnTo>
                    <a:pt x="582521" y="71024"/>
                  </a:lnTo>
                  <a:lnTo>
                    <a:pt x="631856" y="69293"/>
                  </a:lnTo>
                  <a:lnTo>
                    <a:pt x="681228" y="67818"/>
                  </a:lnTo>
                  <a:lnTo>
                    <a:pt x="734263" y="66610"/>
                  </a:lnTo>
                  <a:lnTo>
                    <a:pt x="787298" y="65660"/>
                  </a:lnTo>
                  <a:lnTo>
                    <a:pt x="840333" y="64855"/>
                  </a:lnTo>
                  <a:lnTo>
                    <a:pt x="893368" y="64087"/>
                  </a:lnTo>
                  <a:lnTo>
                    <a:pt x="946404" y="63246"/>
                  </a:lnTo>
                  <a:lnTo>
                    <a:pt x="996775" y="62136"/>
                  </a:lnTo>
                  <a:lnTo>
                    <a:pt x="1047256" y="60588"/>
                  </a:lnTo>
                  <a:lnTo>
                    <a:pt x="1097773" y="58527"/>
                  </a:lnTo>
                  <a:lnTo>
                    <a:pt x="1148254" y="55882"/>
                  </a:lnTo>
                  <a:lnTo>
                    <a:pt x="1198626" y="52578"/>
                  </a:lnTo>
                  <a:lnTo>
                    <a:pt x="1254621" y="48029"/>
                  </a:lnTo>
                  <a:lnTo>
                    <a:pt x="1310544" y="42481"/>
                  </a:lnTo>
                  <a:lnTo>
                    <a:pt x="1366325" y="36075"/>
                  </a:lnTo>
                  <a:lnTo>
                    <a:pt x="1421892" y="28956"/>
                  </a:lnTo>
                  <a:lnTo>
                    <a:pt x="1435369" y="27527"/>
                  </a:lnTo>
                  <a:lnTo>
                    <a:pt x="1449133" y="26098"/>
                  </a:lnTo>
                  <a:lnTo>
                    <a:pt x="1462611" y="23812"/>
                  </a:lnTo>
                  <a:lnTo>
                    <a:pt x="1475232" y="19812"/>
                  </a:lnTo>
                  <a:lnTo>
                    <a:pt x="1474470" y="12192"/>
                  </a:lnTo>
                  <a:lnTo>
                    <a:pt x="1472184" y="6858"/>
                  </a:lnTo>
                  <a:lnTo>
                    <a:pt x="146913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5" name="Google Shape;3445;p31"/>
            <p:cNvSpPr/>
            <p:nvPr/>
          </p:nvSpPr>
          <p:spPr>
            <a:xfrm>
              <a:off x="4642580" y="5465064"/>
              <a:ext cx="24765" cy="43180"/>
            </a:xfrm>
            <a:custGeom>
              <a:rect b="b" l="l" r="r" t="t"/>
              <a:pathLst>
                <a:path extrusionOk="0" h="43179" w="24764">
                  <a:moveTo>
                    <a:pt x="24669" y="20574"/>
                  </a:moveTo>
                  <a:lnTo>
                    <a:pt x="20859" y="13716"/>
                  </a:lnTo>
                  <a:lnTo>
                    <a:pt x="19335" y="10668"/>
                  </a:lnTo>
                  <a:lnTo>
                    <a:pt x="15525" y="5334"/>
                  </a:lnTo>
                  <a:lnTo>
                    <a:pt x="15525" y="13716"/>
                  </a:lnTo>
                  <a:lnTo>
                    <a:pt x="17049" y="21336"/>
                  </a:lnTo>
                  <a:lnTo>
                    <a:pt x="14001" y="28956"/>
                  </a:lnTo>
                  <a:lnTo>
                    <a:pt x="12477" y="34290"/>
                  </a:lnTo>
                  <a:lnTo>
                    <a:pt x="10191" y="41148"/>
                  </a:lnTo>
                  <a:lnTo>
                    <a:pt x="4857" y="42672"/>
                  </a:lnTo>
                  <a:lnTo>
                    <a:pt x="4095" y="42672"/>
                  </a:lnTo>
                  <a:lnTo>
                    <a:pt x="3333" y="42672"/>
                  </a:lnTo>
                  <a:lnTo>
                    <a:pt x="2571" y="42672"/>
                  </a:lnTo>
                  <a:lnTo>
                    <a:pt x="1142" y="36385"/>
                  </a:lnTo>
                  <a:lnTo>
                    <a:pt x="285" y="30099"/>
                  </a:lnTo>
                  <a:lnTo>
                    <a:pt x="0" y="23812"/>
                  </a:lnTo>
                  <a:lnTo>
                    <a:pt x="285" y="17526"/>
                  </a:lnTo>
                  <a:lnTo>
                    <a:pt x="1047" y="9906"/>
                  </a:lnTo>
                  <a:lnTo>
                    <a:pt x="3333" y="2286"/>
                  </a:lnTo>
                  <a:lnTo>
                    <a:pt x="10953" y="762"/>
                  </a:lnTo>
                  <a:lnTo>
                    <a:pt x="18573" y="0"/>
                  </a:lnTo>
                  <a:lnTo>
                    <a:pt x="18573" y="9906"/>
                  </a:lnTo>
                  <a:lnTo>
                    <a:pt x="18573" y="14478"/>
                  </a:lnTo>
                  <a:lnTo>
                    <a:pt x="19335" y="23622"/>
                  </a:lnTo>
                  <a:lnTo>
                    <a:pt x="18573" y="29718"/>
                  </a:lnTo>
                  <a:lnTo>
                    <a:pt x="12477" y="36576"/>
                  </a:lnTo>
                  <a:lnTo>
                    <a:pt x="10953" y="38862"/>
                  </a:lnTo>
                  <a:lnTo>
                    <a:pt x="3333" y="41910"/>
                  </a:lnTo>
                  <a:lnTo>
                    <a:pt x="1809" y="38100"/>
                  </a:lnTo>
                  <a:lnTo>
                    <a:pt x="1047" y="35052"/>
                  </a:lnTo>
                  <a:lnTo>
                    <a:pt x="1047" y="34290"/>
                  </a:lnTo>
                  <a:lnTo>
                    <a:pt x="1047" y="3200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6" name="Google Shape;3446;p31"/>
            <p:cNvGrpSpPr/>
            <p:nvPr/>
          </p:nvGrpSpPr>
          <p:grpSpPr>
            <a:xfrm>
              <a:off x="4853914" y="5315686"/>
              <a:ext cx="341033" cy="227888"/>
              <a:chOff x="4853914" y="5315686"/>
              <a:chExt cx="341033" cy="227888"/>
            </a:xfrm>
          </p:grpSpPr>
          <p:pic>
            <p:nvPicPr>
              <p:cNvPr id="3447" name="Google Shape;3447;p31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4853914" y="5315686"/>
                <a:ext cx="215732" cy="2278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8" name="Google Shape;3448;p31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5089372" y="5364454"/>
                <a:ext cx="105575" cy="133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49" name="Google Shape;3449;p3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432272" y="5289016"/>
              <a:ext cx="138734" cy="1928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0" name="Google Shape;3450;p3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838418" y="5247106"/>
              <a:ext cx="400862" cy="1974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51" name="Google Shape;3451;p31"/>
            <p:cNvGrpSpPr/>
            <p:nvPr/>
          </p:nvGrpSpPr>
          <p:grpSpPr>
            <a:xfrm>
              <a:off x="6442684" y="5218150"/>
              <a:ext cx="297992" cy="200468"/>
              <a:chOff x="6442684" y="5218150"/>
              <a:chExt cx="297992" cy="200468"/>
            </a:xfrm>
          </p:grpSpPr>
          <p:pic>
            <p:nvPicPr>
              <p:cNvPr id="3452" name="Google Shape;3452;p31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6442684" y="5218150"/>
                <a:ext cx="208076" cy="1966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3" name="Google Shape;3453;p31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6672808" y="5272026"/>
                <a:ext cx="67868" cy="1465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454" name="Google Shape;3454;p31"/>
            <p:cNvGrpSpPr/>
            <p:nvPr/>
          </p:nvGrpSpPr>
          <p:grpSpPr>
            <a:xfrm>
              <a:off x="6793966" y="5240248"/>
              <a:ext cx="66178" cy="192431"/>
              <a:chOff x="6793966" y="5240248"/>
              <a:chExt cx="66178" cy="192431"/>
            </a:xfrm>
          </p:grpSpPr>
          <p:pic>
            <p:nvPicPr>
              <p:cNvPr id="3455" name="Google Shape;3455;p31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6793966" y="5240248"/>
                <a:ext cx="66178" cy="13797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56" name="Google Shape;3456;p31"/>
              <p:cNvSpPr/>
              <p:nvPr/>
            </p:nvSpPr>
            <p:spPr>
              <a:xfrm>
                <a:off x="6834378" y="5423154"/>
                <a:ext cx="3810" cy="9525"/>
              </a:xfrm>
              <a:custGeom>
                <a:rect b="b" l="l" r="r" t="t"/>
                <a:pathLst>
                  <a:path extrusionOk="0" h="9525" w="3809">
                    <a:moveTo>
                      <a:pt x="2285" y="9144"/>
                    </a:moveTo>
                    <a:lnTo>
                      <a:pt x="3047" y="3810"/>
                    </a:lnTo>
                    <a:lnTo>
                      <a:pt x="3809" y="2286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57" name="Google Shape;3457;p31"/>
            <p:cNvGrpSpPr/>
            <p:nvPr/>
          </p:nvGrpSpPr>
          <p:grpSpPr>
            <a:xfrm>
              <a:off x="7111841" y="5784342"/>
              <a:ext cx="1092232" cy="260425"/>
              <a:chOff x="7111841" y="5784342"/>
              <a:chExt cx="1092232" cy="260425"/>
            </a:xfrm>
          </p:grpSpPr>
          <p:sp>
            <p:nvSpPr>
              <p:cNvPr id="3458" name="Google Shape;3458;p31"/>
              <p:cNvSpPr/>
              <p:nvPr/>
            </p:nvSpPr>
            <p:spPr>
              <a:xfrm>
                <a:off x="7111841" y="5822442"/>
                <a:ext cx="92710" cy="170180"/>
              </a:xfrm>
              <a:custGeom>
                <a:rect b="b" l="l" r="r" t="t"/>
                <a:pathLst>
                  <a:path extrusionOk="0" h="170179" w="92709">
                    <a:moveTo>
                      <a:pt x="60864" y="31242"/>
                    </a:moveTo>
                    <a:lnTo>
                      <a:pt x="60864" y="25908"/>
                    </a:lnTo>
                    <a:lnTo>
                      <a:pt x="63150" y="14478"/>
                    </a:lnTo>
                    <a:lnTo>
                      <a:pt x="59340" y="9144"/>
                    </a:lnTo>
                    <a:lnTo>
                      <a:pt x="57054" y="5334"/>
                    </a:lnTo>
                    <a:lnTo>
                      <a:pt x="52482" y="1524"/>
                    </a:lnTo>
                    <a:lnTo>
                      <a:pt x="47910" y="762"/>
                    </a:lnTo>
                    <a:lnTo>
                      <a:pt x="38004" y="0"/>
                    </a:lnTo>
                    <a:lnTo>
                      <a:pt x="31908" y="3810"/>
                    </a:lnTo>
                    <a:lnTo>
                      <a:pt x="13382" y="41648"/>
                    </a:lnTo>
                    <a:lnTo>
                      <a:pt x="11382" y="61424"/>
                    </a:lnTo>
                    <a:lnTo>
                      <a:pt x="12096" y="69627"/>
                    </a:lnTo>
                    <a:lnTo>
                      <a:pt x="44386" y="93678"/>
                    </a:lnTo>
                    <a:lnTo>
                      <a:pt x="52482" y="96012"/>
                    </a:lnTo>
                    <a:lnTo>
                      <a:pt x="60459" y="98917"/>
                    </a:lnTo>
                    <a:lnTo>
                      <a:pt x="92297" y="126111"/>
                    </a:lnTo>
                    <a:lnTo>
                      <a:pt x="90678" y="134278"/>
                    </a:lnTo>
                    <a:lnTo>
                      <a:pt x="53518" y="160591"/>
                    </a:lnTo>
                    <a:lnTo>
                      <a:pt x="14394" y="169735"/>
                    </a:lnTo>
                    <a:lnTo>
                      <a:pt x="6000" y="168402"/>
                    </a:lnTo>
                    <a:lnTo>
                      <a:pt x="1321" y="163949"/>
                    </a:lnTo>
                    <a:lnTo>
                      <a:pt x="0" y="157353"/>
                    </a:lnTo>
                    <a:lnTo>
                      <a:pt x="535" y="150185"/>
                    </a:lnTo>
                    <a:lnTo>
                      <a:pt x="1428" y="14401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9" name="Google Shape;3459;p31"/>
              <p:cNvSpPr/>
              <p:nvPr/>
            </p:nvSpPr>
            <p:spPr>
              <a:xfrm>
                <a:off x="7234428" y="5857494"/>
                <a:ext cx="112395" cy="107950"/>
              </a:xfrm>
              <a:custGeom>
                <a:rect b="b" l="l" r="r" t="t"/>
                <a:pathLst>
                  <a:path extrusionOk="0" h="107950" w="112395">
                    <a:moveTo>
                      <a:pt x="0" y="0"/>
                    </a:moveTo>
                    <a:lnTo>
                      <a:pt x="1964" y="11882"/>
                    </a:lnTo>
                    <a:lnTo>
                      <a:pt x="4286" y="23621"/>
                    </a:lnTo>
                    <a:lnTo>
                      <a:pt x="6750" y="35361"/>
                    </a:lnTo>
                    <a:lnTo>
                      <a:pt x="9144" y="47243"/>
                    </a:lnTo>
                    <a:lnTo>
                      <a:pt x="22098" y="94487"/>
                    </a:lnTo>
                    <a:lnTo>
                      <a:pt x="36135" y="107668"/>
                    </a:lnTo>
                    <a:lnTo>
                      <a:pt x="42672" y="106679"/>
                    </a:lnTo>
                    <a:lnTo>
                      <a:pt x="59876" y="60400"/>
                    </a:lnTo>
                    <a:lnTo>
                      <a:pt x="60483" y="46196"/>
                    </a:lnTo>
                    <a:lnTo>
                      <a:pt x="60376" y="32134"/>
                    </a:lnTo>
                    <a:lnTo>
                      <a:pt x="60198" y="18287"/>
                    </a:lnTo>
                    <a:lnTo>
                      <a:pt x="60198" y="17525"/>
                    </a:lnTo>
                    <a:lnTo>
                      <a:pt x="60198" y="22859"/>
                    </a:lnTo>
                    <a:lnTo>
                      <a:pt x="59436" y="30479"/>
                    </a:lnTo>
                    <a:lnTo>
                      <a:pt x="71628" y="74675"/>
                    </a:lnTo>
                    <a:lnTo>
                      <a:pt x="92416" y="83677"/>
                    </a:lnTo>
                    <a:lnTo>
                      <a:pt x="99822" y="83057"/>
                    </a:lnTo>
                    <a:lnTo>
                      <a:pt x="106680" y="79247"/>
                    </a:lnTo>
                    <a:lnTo>
                      <a:pt x="108966" y="77723"/>
                    </a:lnTo>
                    <a:lnTo>
                      <a:pt x="112014" y="7315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0" name="Google Shape;3460;p31"/>
              <p:cNvSpPr/>
              <p:nvPr/>
            </p:nvSpPr>
            <p:spPr>
              <a:xfrm>
                <a:off x="7357776" y="5804916"/>
                <a:ext cx="71120" cy="161925"/>
              </a:xfrm>
              <a:custGeom>
                <a:rect b="b" l="l" r="r" t="t"/>
                <a:pathLst>
                  <a:path extrusionOk="0" h="161925" w="71120">
                    <a:moveTo>
                      <a:pt x="95" y="0"/>
                    </a:moveTo>
                    <a:lnTo>
                      <a:pt x="11" y="16121"/>
                    </a:lnTo>
                    <a:lnTo>
                      <a:pt x="0" y="32385"/>
                    </a:lnTo>
                    <a:lnTo>
                      <a:pt x="416" y="48648"/>
                    </a:lnTo>
                    <a:lnTo>
                      <a:pt x="1619" y="64769"/>
                    </a:lnTo>
                    <a:lnTo>
                      <a:pt x="3583" y="78938"/>
                    </a:lnTo>
                    <a:lnTo>
                      <a:pt x="5905" y="92963"/>
                    </a:lnTo>
                    <a:lnTo>
                      <a:pt x="8370" y="106989"/>
                    </a:lnTo>
                    <a:lnTo>
                      <a:pt x="10763" y="121157"/>
                    </a:lnTo>
                    <a:lnTo>
                      <a:pt x="12287" y="128778"/>
                    </a:lnTo>
                    <a:lnTo>
                      <a:pt x="12287" y="136398"/>
                    </a:lnTo>
                    <a:lnTo>
                      <a:pt x="14573" y="144018"/>
                    </a:lnTo>
                    <a:lnTo>
                      <a:pt x="15335" y="144018"/>
                    </a:lnTo>
                    <a:lnTo>
                      <a:pt x="16097" y="136398"/>
                    </a:lnTo>
                    <a:lnTo>
                      <a:pt x="16859" y="128778"/>
                    </a:lnTo>
                    <a:lnTo>
                      <a:pt x="19145" y="121157"/>
                    </a:lnTo>
                    <a:lnTo>
                      <a:pt x="21312" y="112847"/>
                    </a:lnTo>
                    <a:lnTo>
                      <a:pt x="24479" y="104393"/>
                    </a:lnTo>
                    <a:lnTo>
                      <a:pt x="28789" y="96512"/>
                    </a:lnTo>
                    <a:lnTo>
                      <a:pt x="34385" y="89915"/>
                    </a:lnTo>
                    <a:lnTo>
                      <a:pt x="40481" y="85343"/>
                    </a:lnTo>
                    <a:lnTo>
                      <a:pt x="51149" y="83819"/>
                    </a:lnTo>
                    <a:lnTo>
                      <a:pt x="57245" y="87630"/>
                    </a:lnTo>
                    <a:lnTo>
                      <a:pt x="63674" y="94035"/>
                    </a:lnTo>
                    <a:lnTo>
                      <a:pt x="68103" y="102298"/>
                    </a:lnTo>
                    <a:lnTo>
                      <a:pt x="70532" y="111418"/>
                    </a:lnTo>
                    <a:lnTo>
                      <a:pt x="70961" y="120395"/>
                    </a:lnTo>
                    <a:lnTo>
                      <a:pt x="69496" y="129194"/>
                    </a:lnTo>
                    <a:lnTo>
                      <a:pt x="65532" y="136493"/>
                    </a:lnTo>
                    <a:lnTo>
                      <a:pt x="59709" y="142791"/>
                    </a:lnTo>
                    <a:lnTo>
                      <a:pt x="52673" y="148590"/>
                    </a:lnTo>
                    <a:lnTo>
                      <a:pt x="46970" y="153614"/>
                    </a:lnTo>
                    <a:lnTo>
                      <a:pt x="39624" y="158496"/>
                    </a:lnTo>
                    <a:lnTo>
                      <a:pt x="31563" y="161663"/>
                    </a:lnTo>
                    <a:lnTo>
                      <a:pt x="23717" y="161544"/>
                    </a:lnTo>
                    <a:lnTo>
                      <a:pt x="22955" y="160782"/>
                    </a:lnTo>
                    <a:lnTo>
                      <a:pt x="21431" y="159258"/>
                    </a:lnTo>
                    <a:lnTo>
                      <a:pt x="19907" y="1584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1" name="Google Shape;3461;p31"/>
              <p:cNvSpPr/>
              <p:nvPr/>
            </p:nvSpPr>
            <p:spPr>
              <a:xfrm>
                <a:off x="7468362" y="5896356"/>
                <a:ext cx="37465" cy="5715"/>
              </a:xfrm>
              <a:custGeom>
                <a:rect b="b" l="l" r="r" t="t"/>
                <a:pathLst>
                  <a:path extrusionOk="0" h="5714" w="37465">
                    <a:moveTo>
                      <a:pt x="0" y="0"/>
                    </a:moveTo>
                    <a:lnTo>
                      <a:pt x="7405" y="1440"/>
                    </a:lnTo>
                    <a:lnTo>
                      <a:pt x="14096" y="2381"/>
                    </a:lnTo>
                    <a:lnTo>
                      <a:pt x="20788" y="2893"/>
                    </a:lnTo>
                    <a:lnTo>
                      <a:pt x="28194" y="3047"/>
                    </a:lnTo>
                    <a:lnTo>
                      <a:pt x="32004" y="3047"/>
                    </a:lnTo>
                    <a:lnTo>
                      <a:pt x="34290" y="3809"/>
                    </a:lnTo>
                    <a:lnTo>
                      <a:pt x="37338" y="533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2" name="Google Shape;3462;p31"/>
              <p:cNvSpPr/>
              <p:nvPr/>
            </p:nvSpPr>
            <p:spPr>
              <a:xfrm>
                <a:off x="7540133" y="5844742"/>
                <a:ext cx="46355" cy="200025"/>
              </a:xfrm>
              <a:custGeom>
                <a:rect b="b" l="l" r="r" t="t"/>
                <a:pathLst>
                  <a:path extrusionOk="0" h="200025" w="46354">
                    <a:moveTo>
                      <a:pt x="45577" y="69139"/>
                    </a:moveTo>
                    <a:lnTo>
                      <a:pt x="45767" y="59888"/>
                    </a:lnTo>
                    <a:lnTo>
                      <a:pt x="45958" y="50565"/>
                    </a:lnTo>
                    <a:lnTo>
                      <a:pt x="45577" y="41386"/>
                    </a:lnTo>
                    <a:lnTo>
                      <a:pt x="32623" y="2845"/>
                    </a:lnTo>
                    <a:lnTo>
                      <a:pt x="27110" y="0"/>
                    </a:lnTo>
                    <a:lnTo>
                      <a:pt x="22240" y="2369"/>
                    </a:lnTo>
                    <a:lnTo>
                      <a:pt x="2905" y="50756"/>
                    </a:lnTo>
                    <a:lnTo>
                      <a:pt x="0" y="71366"/>
                    </a:lnTo>
                    <a:lnTo>
                      <a:pt x="1381" y="90475"/>
                    </a:lnTo>
                    <a:lnTo>
                      <a:pt x="2905" y="98095"/>
                    </a:lnTo>
                    <a:lnTo>
                      <a:pt x="15097" y="101143"/>
                    </a:lnTo>
                    <a:lnTo>
                      <a:pt x="21193" y="98095"/>
                    </a:lnTo>
                    <a:lnTo>
                      <a:pt x="37957" y="66091"/>
                    </a:lnTo>
                    <a:lnTo>
                      <a:pt x="38719" y="61519"/>
                    </a:lnTo>
                    <a:lnTo>
                      <a:pt x="42969" y="104882"/>
                    </a:lnTo>
                    <a:lnTo>
                      <a:pt x="43291" y="155245"/>
                    </a:lnTo>
                    <a:lnTo>
                      <a:pt x="43386" y="165270"/>
                    </a:lnTo>
                    <a:lnTo>
                      <a:pt x="24526" y="199060"/>
                    </a:lnTo>
                    <a:lnTo>
                      <a:pt x="17990" y="199774"/>
                    </a:lnTo>
                    <a:lnTo>
                      <a:pt x="12811" y="197917"/>
                    </a:lnTo>
                    <a:lnTo>
                      <a:pt x="6715" y="189535"/>
                    </a:lnTo>
                    <a:lnTo>
                      <a:pt x="4429" y="186487"/>
                    </a:lnTo>
                    <a:lnTo>
                      <a:pt x="3667" y="17962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3" name="Google Shape;3463;p31"/>
              <p:cNvSpPr/>
              <p:nvPr/>
            </p:nvSpPr>
            <p:spPr>
              <a:xfrm>
                <a:off x="7600188" y="5864352"/>
                <a:ext cx="86995" cy="107950"/>
              </a:xfrm>
              <a:custGeom>
                <a:rect b="b" l="l" r="r" t="t"/>
                <a:pathLst>
                  <a:path extrusionOk="0" h="107950" w="86995">
                    <a:moveTo>
                      <a:pt x="0" y="22097"/>
                    </a:moveTo>
                    <a:lnTo>
                      <a:pt x="43541" y="37635"/>
                    </a:lnTo>
                    <a:lnTo>
                      <a:pt x="58638" y="72640"/>
                    </a:lnTo>
                    <a:lnTo>
                      <a:pt x="59340" y="82962"/>
                    </a:lnTo>
                    <a:lnTo>
                      <a:pt x="58757" y="93142"/>
                    </a:lnTo>
                    <a:lnTo>
                      <a:pt x="56388" y="102107"/>
                    </a:lnTo>
                    <a:lnTo>
                      <a:pt x="54102" y="105917"/>
                    </a:lnTo>
                    <a:lnTo>
                      <a:pt x="53340" y="107441"/>
                    </a:lnTo>
                    <a:lnTo>
                      <a:pt x="50292" y="107441"/>
                    </a:lnTo>
                    <a:lnTo>
                      <a:pt x="48291" y="100869"/>
                    </a:lnTo>
                    <a:lnTo>
                      <a:pt x="46863" y="93725"/>
                    </a:lnTo>
                    <a:lnTo>
                      <a:pt x="46005" y="86010"/>
                    </a:lnTo>
                    <a:lnTo>
                      <a:pt x="45720" y="77723"/>
                    </a:lnTo>
                    <a:lnTo>
                      <a:pt x="47279" y="62900"/>
                    </a:lnTo>
                    <a:lnTo>
                      <a:pt x="63246" y="20573"/>
                    </a:lnTo>
                    <a:lnTo>
                      <a:pt x="79533" y="4286"/>
                    </a:lnTo>
                    <a:lnTo>
                      <a:pt x="8686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4" name="Google Shape;3464;p31"/>
              <p:cNvSpPr/>
              <p:nvPr/>
            </p:nvSpPr>
            <p:spPr>
              <a:xfrm>
                <a:off x="7716012" y="5852922"/>
                <a:ext cx="79375" cy="114935"/>
              </a:xfrm>
              <a:custGeom>
                <a:rect b="b" l="l" r="r" t="t"/>
                <a:pathLst>
                  <a:path extrusionOk="0" h="114935" w="79375">
                    <a:moveTo>
                      <a:pt x="58674" y="56387"/>
                    </a:moveTo>
                    <a:lnTo>
                      <a:pt x="47244" y="13715"/>
                    </a:lnTo>
                    <a:lnTo>
                      <a:pt x="38862" y="0"/>
                    </a:lnTo>
                    <a:lnTo>
                      <a:pt x="32004" y="3809"/>
                    </a:lnTo>
                    <a:lnTo>
                      <a:pt x="9906" y="44195"/>
                    </a:lnTo>
                    <a:lnTo>
                      <a:pt x="1012" y="85665"/>
                    </a:lnTo>
                    <a:lnTo>
                      <a:pt x="0" y="99821"/>
                    </a:lnTo>
                    <a:lnTo>
                      <a:pt x="1143" y="107001"/>
                    </a:lnTo>
                    <a:lnTo>
                      <a:pt x="4572" y="112109"/>
                    </a:lnTo>
                    <a:lnTo>
                      <a:pt x="10287" y="114502"/>
                    </a:lnTo>
                    <a:lnTo>
                      <a:pt x="18288" y="113537"/>
                    </a:lnTo>
                    <a:lnTo>
                      <a:pt x="45720" y="84581"/>
                    </a:lnTo>
                    <a:lnTo>
                      <a:pt x="56388" y="39623"/>
                    </a:lnTo>
                    <a:lnTo>
                      <a:pt x="56388" y="38099"/>
                    </a:lnTo>
                    <a:lnTo>
                      <a:pt x="56388" y="37337"/>
                    </a:lnTo>
                    <a:lnTo>
                      <a:pt x="56388" y="36575"/>
                    </a:lnTo>
                    <a:lnTo>
                      <a:pt x="56423" y="44815"/>
                    </a:lnTo>
                    <a:lnTo>
                      <a:pt x="56673" y="53339"/>
                    </a:lnTo>
                    <a:lnTo>
                      <a:pt x="66389" y="98929"/>
                    </a:lnTo>
                    <a:lnTo>
                      <a:pt x="74676" y="112013"/>
                    </a:lnTo>
                    <a:lnTo>
                      <a:pt x="75438" y="113537"/>
                    </a:lnTo>
                    <a:lnTo>
                      <a:pt x="79248" y="1142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5" name="Google Shape;3465;p31"/>
              <p:cNvSpPr/>
              <p:nvPr/>
            </p:nvSpPr>
            <p:spPr>
              <a:xfrm>
                <a:off x="7817739" y="5784342"/>
                <a:ext cx="144780" cy="170815"/>
              </a:xfrm>
              <a:custGeom>
                <a:rect b="b" l="l" r="r" t="t"/>
                <a:pathLst>
                  <a:path extrusionOk="0" h="170814" w="144779">
                    <a:moveTo>
                      <a:pt x="34671" y="0"/>
                    </a:moveTo>
                    <a:lnTo>
                      <a:pt x="35147" y="45339"/>
                    </a:lnTo>
                    <a:lnTo>
                      <a:pt x="38481" y="90678"/>
                    </a:lnTo>
                    <a:lnTo>
                      <a:pt x="45553" y="132576"/>
                    </a:lnTo>
                    <a:lnTo>
                      <a:pt x="49149" y="146304"/>
                    </a:lnTo>
                    <a:lnTo>
                      <a:pt x="50673" y="153162"/>
                    </a:lnTo>
                    <a:lnTo>
                      <a:pt x="52197" y="153924"/>
                    </a:lnTo>
                    <a:lnTo>
                      <a:pt x="55245" y="158496"/>
                    </a:lnTo>
                    <a:lnTo>
                      <a:pt x="56769" y="151638"/>
                    </a:lnTo>
                    <a:lnTo>
                      <a:pt x="52673" y="106775"/>
                    </a:lnTo>
                    <a:lnTo>
                      <a:pt x="14680" y="95738"/>
                    </a:lnTo>
                    <a:lnTo>
                      <a:pt x="0" y="141458"/>
                    </a:lnTo>
                    <a:lnTo>
                      <a:pt x="1143" y="153924"/>
                    </a:lnTo>
                    <a:lnTo>
                      <a:pt x="5822" y="163294"/>
                    </a:lnTo>
                    <a:lnTo>
                      <a:pt x="13430" y="168306"/>
                    </a:lnTo>
                    <a:lnTo>
                      <a:pt x="22895" y="170318"/>
                    </a:lnTo>
                    <a:lnTo>
                      <a:pt x="33147" y="170688"/>
                    </a:lnTo>
                    <a:lnTo>
                      <a:pt x="45279" y="169628"/>
                    </a:lnTo>
                    <a:lnTo>
                      <a:pt x="82986" y="141422"/>
                    </a:lnTo>
                    <a:lnTo>
                      <a:pt x="96631" y="100655"/>
                    </a:lnTo>
                    <a:lnTo>
                      <a:pt x="97917" y="77723"/>
                    </a:lnTo>
                    <a:lnTo>
                      <a:pt x="98047" y="85034"/>
                    </a:lnTo>
                    <a:lnTo>
                      <a:pt x="102489" y="127063"/>
                    </a:lnTo>
                    <a:lnTo>
                      <a:pt x="123825" y="156210"/>
                    </a:lnTo>
                    <a:lnTo>
                      <a:pt x="132207" y="153923"/>
                    </a:lnTo>
                    <a:lnTo>
                      <a:pt x="140589" y="152399"/>
                    </a:lnTo>
                    <a:lnTo>
                      <a:pt x="141351" y="144779"/>
                    </a:lnTo>
                    <a:lnTo>
                      <a:pt x="144399" y="13792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6" name="Google Shape;3466;p31"/>
              <p:cNvSpPr/>
              <p:nvPr/>
            </p:nvSpPr>
            <p:spPr>
              <a:xfrm>
                <a:off x="7917180" y="580110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7" name="Google Shape;3467;p31"/>
              <p:cNvSpPr/>
              <p:nvPr/>
            </p:nvSpPr>
            <p:spPr>
              <a:xfrm>
                <a:off x="7991856" y="5869686"/>
                <a:ext cx="46990" cy="67945"/>
              </a:xfrm>
              <a:custGeom>
                <a:rect b="b" l="l" r="r" t="t"/>
                <a:pathLst>
                  <a:path extrusionOk="0" h="67945" w="46990">
                    <a:moveTo>
                      <a:pt x="6857" y="0"/>
                    </a:moveTo>
                    <a:lnTo>
                      <a:pt x="3857" y="9144"/>
                    </a:lnTo>
                    <a:lnTo>
                      <a:pt x="1714" y="17716"/>
                    </a:lnTo>
                    <a:lnTo>
                      <a:pt x="428" y="26574"/>
                    </a:lnTo>
                    <a:lnTo>
                      <a:pt x="0" y="36576"/>
                    </a:lnTo>
                    <a:lnTo>
                      <a:pt x="476" y="43279"/>
                    </a:lnTo>
                    <a:lnTo>
                      <a:pt x="27050" y="67389"/>
                    </a:lnTo>
                    <a:lnTo>
                      <a:pt x="32765" y="66294"/>
                    </a:lnTo>
                    <a:lnTo>
                      <a:pt x="41147" y="63245"/>
                    </a:lnTo>
                    <a:lnTo>
                      <a:pt x="43433" y="54863"/>
                    </a:lnTo>
                    <a:lnTo>
                      <a:pt x="46481" y="4800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8" name="Google Shape;3468;p31"/>
              <p:cNvSpPr/>
              <p:nvPr/>
            </p:nvSpPr>
            <p:spPr>
              <a:xfrm>
                <a:off x="8000238" y="5849874"/>
                <a:ext cx="39370" cy="51435"/>
              </a:xfrm>
              <a:custGeom>
                <a:rect b="b" l="l" r="r" t="t"/>
                <a:pathLst>
                  <a:path extrusionOk="0" h="51435" w="39370">
                    <a:moveTo>
                      <a:pt x="8381" y="51054"/>
                    </a:moveTo>
                    <a:lnTo>
                      <a:pt x="38861" y="16002"/>
                    </a:lnTo>
                    <a:lnTo>
                      <a:pt x="35051" y="9906"/>
                    </a:lnTo>
                    <a:lnTo>
                      <a:pt x="30479" y="2286"/>
                    </a:lnTo>
                    <a:lnTo>
                      <a:pt x="19811" y="762"/>
                    </a:lnTo>
                    <a:lnTo>
                      <a:pt x="11429" y="762"/>
                    </a:lnTo>
                    <a:lnTo>
                      <a:pt x="5333" y="0"/>
                    </a:lnTo>
                    <a:lnTo>
                      <a:pt x="4571" y="762"/>
                    </a:lnTo>
                    <a:lnTo>
                      <a:pt x="0" y="457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9" name="Google Shape;3469;p31"/>
              <p:cNvSpPr/>
              <p:nvPr/>
            </p:nvSpPr>
            <p:spPr>
              <a:xfrm>
                <a:off x="8070151" y="5863173"/>
                <a:ext cx="62230" cy="69215"/>
              </a:xfrm>
              <a:custGeom>
                <a:rect b="b" l="l" r="r" t="t"/>
                <a:pathLst>
                  <a:path extrusionOk="0" h="69214" w="62229">
                    <a:moveTo>
                      <a:pt x="190" y="7274"/>
                    </a:moveTo>
                    <a:lnTo>
                      <a:pt x="1523" y="49387"/>
                    </a:lnTo>
                    <a:lnTo>
                      <a:pt x="2095" y="55756"/>
                    </a:lnTo>
                    <a:lnTo>
                      <a:pt x="2666" y="62269"/>
                    </a:lnTo>
                    <a:lnTo>
                      <a:pt x="3238" y="68996"/>
                    </a:lnTo>
                    <a:lnTo>
                      <a:pt x="2119" y="62138"/>
                    </a:lnTo>
                    <a:lnTo>
                      <a:pt x="1142" y="55280"/>
                    </a:lnTo>
                    <a:lnTo>
                      <a:pt x="452" y="48422"/>
                    </a:lnTo>
                    <a:lnTo>
                      <a:pt x="190" y="41564"/>
                    </a:lnTo>
                    <a:lnTo>
                      <a:pt x="0" y="32254"/>
                    </a:lnTo>
                    <a:lnTo>
                      <a:pt x="952" y="23657"/>
                    </a:lnTo>
                    <a:lnTo>
                      <a:pt x="26038" y="0"/>
                    </a:lnTo>
                    <a:lnTo>
                      <a:pt x="32194" y="416"/>
                    </a:lnTo>
                    <a:lnTo>
                      <a:pt x="59150" y="34420"/>
                    </a:lnTo>
                    <a:lnTo>
                      <a:pt x="61150" y="49184"/>
                    </a:lnTo>
                    <a:lnTo>
                      <a:pt x="61912" y="50708"/>
                    </a:lnTo>
                    <a:lnTo>
                      <a:pt x="61912" y="52232"/>
                    </a:lnTo>
                    <a:lnTo>
                      <a:pt x="61912" y="5375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0" name="Google Shape;3470;p31"/>
              <p:cNvSpPr/>
              <p:nvPr/>
            </p:nvSpPr>
            <p:spPr>
              <a:xfrm>
                <a:off x="8175498" y="5795010"/>
                <a:ext cx="6350" cy="146050"/>
              </a:xfrm>
              <a:custGeom>
                <a:rect b="b" l="l" r="r" t="t"/>
                <a:pathLst>
                  <a:path extrusionOk="0" h="146050" w="6350">
                    <a:moveTo>
                      <a:pt x="0" y="0"/>
                    </a:moveTo>
                    <a:lnTo>
                      <a:pt x="1881" y="14287"/>
                    </a:lnTo>
                    <a:lnTo>
                      <a:pt x="3048" y="28575"/>
                    </a:lnTo>
                    <a:lnTo>
                      <a:pt x="3643" y="42862"/>
                    </a:lnTo>
                    <a:lnTo>
                      <a:pt x="3810" y="57150"/>
                    </a:lnTo>
                    <a:lnTo>
                      <a:pt x="4250" y="72699"/>
                    </a:lnTo>
                    <a:lnTo>
                      <a:pt x="4476" y="88392"/>
                    </a:lnTo>
                    <a:lnTo>
                      <a:pt x="4560" y="104084"/>
                    </a:lnTo>
                    <a:lnTo>
                      <a:pt x="4572" y="119634"/>
                    </a:lnTo>
                    <a:lnTo>
                      <a:pt x="4274" y="128289"/>
                    </a:lnTo>
                    <a:lnTo>
                      <a:pt x="3905" y="138588"/>
                    </a:lnTo>
                    <a:lnTo>
                      <a:pt x="4250" y="145887"/>
                    </a:lnTo>
                    <a:lnTo>
                      <a:pt x="6096" y="145542"/>
                    </a:lnTo>
                    <a:lnTo>
                      <a:pt x="6096" y="144018"/>
                    </a:lnTo>
                    <a:lnTo>
                      <a:pt x="6096" y="141732"/>
                    </a:lnTo>
                    <a:lnTo>
                      <a:pt x="6096" y="14020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1" name="Google Shape;3471;p31"/>
              <p:cNvSpPr/>
              <p:nvPr/>
            </p:nvSpPr>
            <p:spPr>
              <a:xfrm>
                <a:off x="8137398" y="5847588"/>
                <a:ext cx="66675" cy="19050"/>
              </a:xfrm>
              <a:custGeom>
                <a:rect b="b" l="l" r="r" t="t"/>
                <a:pathLst>
                  <a:path extrusionOk="0" h="19050" w="66675">
                    <a:moveTo>
                      <a:pt x="0" y="19050"/>
                    </a:moveTo>
                    <a:lnTo>
                      <a:pt x="12453" y="16597"/>
                    </a:lnTo>
                    <a:lnTo>
                      <a:pt x="24764" y="13715"/>
                    </a:lnTo>
                    <a:lnTo>
                      <a:pt x="37076" y="10263"/>
                    </a:lnTo>
                    <a:lnTo>
                      <a:pt x="49530" y="6095"/>
                    </a:lnTo>
                    <a:lnTo>
                      <a:pt x="58674" y="3809"/>
                    </a:lnTo>
                    <a:lnTo>
                      <a:pt x="60960" y="3047"/>
                    </a:lnTo>
                    <a:lnTo>
                      <a:pt x="6629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2" name="Google Shape;3472;p31"/>
            <p:cNvGrpSpPr/>
            <p:nvPr/>
          </p:nvGrpSpPr>
          <p:grpSpPr>
            <a:xfrm>
              <a:off x="8458128" y="5732525"/>
              <a:ext cx="574619" cy="205232"/>
              <a:chOff x="8458128" y="5732525"/>
              <a:chExt cx="574619" cy="205232"/>
            </a:xfrm>
          </p:grpSpPr>
          <p:sp>
            <p:nvSpPr>
              <p:cNvPr id="3473" name="Google Shape;3473;p31"/>
              <p:cNvSpPr/>
              <p:nvPr/>
            </p:nvSpPr>
            <p:spPr>
              <a:xfrm>
                <a:off x="8458128" y="5771387"/>
                <a:ext cx="203835" cy="166370"/>
              </a:xfrm>
              <a:custGeom>
                <a:rect b="b" l="l" r="r" t="t"/>
                <a:pathLst>
                  <a:path extrusionOk="0" h="166370" w="203834">
                    <a:moveTo>
                      <a:pt x="26741" y="0"/>
                    </a:moveTo>
                    <a:lnTo>
                      <a:pt x="30515" y="14287"/>
                    </a:lnTo>
                    <a:lnTo>
                      <a:pt x="34647" y="28575"/>
                    </a:lnTo>
                    <a:lnTo>
                      <a:pt x="38635" y="42862"/>
                    </a:lnTo>
                    <a:lnTo>
                      <a:pt x="41981" y="57150"/>
                    </a:lnTo>
                    <a:lnTo>
                      <a:pt x="45041" y="72139"/>
                    </a:lnTo>
                    <a:lnTo>
                      <a:pt x="47601" y="87344"/>
                    </a:lnTo>
                    <a:lnTo>
                      <a:pt x="50018" y="102691"/>
                    </a:lnTo>
                    <a:lnTo>
                      <a:pt x="52649" y="118110"/>
                    </a:lnTo>
                    <a:lnTo>
                      <a:pt x="54173" y="124968"/>
                    </a:lnTo>
                    <a:lnTo>
                      <a:pt x="54173" y="131826"/>
                    </a:lnTo>
                    <a:lnTo>
                      <a:pt x="54935" y="138684"/>
                    </a:lnTo>
                    <a:lnTo>
                      <a:pt x="50161" y="133409"/>
                    </a:lnTo>
                    <a:lnTo>
                      <a:pt x="45886" y="127920"/>
                    </a:lnTo>
                    <a:lnTo>
                      <a:pt x="41755" y="122289"/>
                    </a:lnTo>
                    <a:lnTo>
                      <a:pt x="37409" y="116586"/>
                    </a:lnTo>
                    <a:lnTo>
                      <a:pt x="6405" y="92666"/>
                    </a:lnTo>
                    <a:lnTo>
                      <a:pt x="0" y="126027"/>
                    </a:lnTo>
                    <a:lnTo>
                      <a:pt x="452" y="137636"/>
                    </a:lnTo>
                    <a:lnTo>
                      <a:pt x="3190" y="148816"/>
                    </a:lnTo>
                    <a:lnTo>
                      <a:pt x="9215" y="158496"/>
                    </a:lnTo>
                    <a:lnTo>
                      <a:pt x="17204" y="163699"/>
                    </a:lnTo>
                    <a:lnTo>
                      <a:pt x="27408" y="165830"/>
                    </a:lnTo>
                    <a:lnTo>
                      <a:pt x="38040" y="165246"/>
                    </a:lnTo>
                    <a:lnTo>
                      <a:pt x="76783" y="135624"/>
                    </a:lnTo>
                    <a:lnTo>
                      <a:pt x="91273" y="90987"/>
                    </a:lnTo>
                    <a:lnTo>
                      <a:pt x="91511" y="79247"/>
                    </a:lnTo>
                    <a:lnTo>
                      <a:pt x="92273" y="71627"/>
                    </a:lnTo>
                    <a:lnTo>
                      <a:pt x="66889" y="108406"/>
                    </a:lnTo>
                    <a:lnTo>
                      <a:pt x="65984" y="120491"/>
                    </a:lnTo>
                    <a:lnTo>
                      <a:pt x="67365" y="132147"/>
                    </a:lnTo>
                    <a:lnTo>
                      <a:pt x="72461" y="141732"/>
                    </a:lnTo>
                    <a:lnTo>
                      <a:pt x="82022" y="146780"/>
                    </a:lnTo>
                    <a:lnTo>
                      <a:pt x="93511" y="147827"/>
                    </a:lnTo>
                    <a:lnTo>
                      <a:pt x="105144" y="146018"/>
                    </a:lnTo>
                    <a:lnTo>
                      <a:pt x="143994" y="119824"/>
                    </a:lnTo>
                    <a:lnTo>
                      <a:pt x="162044" y="78009"/>
                    </a:lnTo>
                    <a:lnTo>
                      <a:pt x="153233" y="40385"/>
                    </a:lnTo>
                    <a:lnTo>
                      <a:pt x="150828" y="45696"/>
                    </a:lnTo>
                    <a:lnTo>
                      <a:pt x="162567" y="82676"/>
                    </a:lnTo>
                    <a:lnTo>
                      <a:pt x="188202" y="100679"/>
                    </a:lnTo>
                    <a:lnTo>
                      <a:pt x="195238" y="105917"/>
                    </a:lnTo>
                    <a:lnTo>
                      <a:pt x="200703" y="112299"/>
                    </a:lnTo>
                    <a:lnTo>
                      <a:pt x="203525" y="120395"/>
                    </a:lnTo>
                    <a:lnTo>
                      <a:pt x="201834" y="129456"/>
                    </a:lnTo>
                    <a:lnTo>
                      <a:pt x="159615" y="150590"/>
                    </a:lnTo>
                    <a:lnTo>
                      <a:pt x="149863" y="150673"/>
                    </a:lnTo>
                    <a:lnTo>
                      <a:pt x="143327" y="145542"/>
                    </a:lnTo>
                    <a:lnTo>
                      <a:pt x="142565" y="143255"/>
                    </a:lnTo>
                    <a:lnTo>
                      <a:pt x="142565" y="140207"/>
                    </a:lnTo>
                    <a:lnTo>
                      <a:pt x="142565" y="13716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4" name="Google Shape;3474;p31"/>
              <p:cNvSpPr/>
              <p:nvPr/>
            </p:nvSpPr>
            <p:spPr>
              <a:xfrm>
                <a:off x="8689109" y="5808630"/>
                <a:ext cx="127000" cy="90805"/>
              </a:xfrm>
              <a:custGeom>
                <a:rect b="b" l="l" r="r" t="t"/>
                <a:pathLst>
                  <a:path extrusionOk="0" h="90804" w="127000">
                    <a:moveTo>
                      <a:pt x="25884" y="6953"/>
                    </a:moveTo>
                    <a:lnTo>
                      <a:pt x="21645" y="16549"/>
                    </a:lnTo>
                    <a:lnTo>
                      <a:pt x="17121" y="26003"/>
                    </a:lnTo>
                    <a:lnTo>
                      <a:pt x="12596" y="35456"/>
                    </a:lnTo>
                    <a:lnTo>
                      <a:pt x="8358" y="45053"/>
                    </a:lnTo>
                    <a:lnTo>
                      <a:pt x="4810" y="52899"/>
                    </a:lnTo>
                    <a:lnTo>
                      <a:pt x="1690" y="62103"/>
                    </a:lnTo>
                    <a:lnTo>
                      <a:pt x="0" y="71735"/>
                    </a:lnTo>
                    <a:lnTo>
                      <a:pt x="738" y="80867"/>
                    </a:lnTo>
                    <a:lnTo>
                      <a:pt x="6167" y="86998"/>
                    </a:lnTo>
                    <a:lnTo>
                      <a:pt x="15025" y="89916"/>
                    </a:lnTo>
                    <a:lnTo>
                      <a:pt x="24741" y="90404"/>
                    </a:lnTo>
                    <a:lnTo>
                      <a:pt x="32742" y="89249"/>
                    </a:lnTo>
                    <a:lnTo>
                      <a:pt x="69389" y="66424"/>
                    </a:lnTo>
                    <a:lnTo>
                      <a:pt x="94654" y="33718"/>
                    </a:lnTo>
                    <a:lnTo>
                      <a:pt x="91892" y="0"/>
                    </a:lnTo>
                    <a:lnTo>
                      <a:pt x="85546" y="1059"/>
                    </a:lnTo>
                    <a:lnTo>
                      <a:pt x="60936" y="36671"/>
                    </a:lnTo>
                    <a:lnTo>
                      <a:pt x="95988" y="66389"/>
                    </a:lnTo>
                    <a:lnTo>
                      <a:pt x="119610" y="61817"/>
                    </a:lnTo>
                    <a:lnTo>
                      <a:pt x="123420" y="60293"/>
                    </a:lnTo>
                    <a:lnTo>
                      <a:pt x="126468" y="5876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5" name="Google Shape;3475;p31"/>
              <p:cNvSpPr/>
              <p:nvPr/>
            </p:nvSpPr>
            <p:spPr>
              <a:xfrm>
                <a:off x="8832341" y="5805677"/>
                <a:ext cx="88900" cy="83185"/>
              </a:xfrm>
              <a:custGeom>
                <a:rect b="b" l="l" r="r" t="t"/>
                <a:pathLst>
                  <a:path extrusionOk="0" h="83185" w="88900">
                    <a:moveTo>
                      <a:pt x="6096" y="21336"/>
                    </a:moveTo>
                    <a:lnTo>
                      <a:pt x="3214" y="32849"/>
                    </a:lnTo>
                    <a:lnTo>
                      <a:pt x="1333" y="43148"/>
                    </a:lnTo>
                    <a:lnTo>
                      <a:pt x="309" y="53590"/>
                    </a:lnTo>
                    <a:lnTo>
                      <a:pt x="0" y="65532"/>
                    </a:lnTo>
                    <a:lnTo>
                      <a:pt x="0" y="72390"/>
                    </a:lnTo>
                    <a:lnTo>
                      <a:pt x="762" y="73914"/>
                    </a:lnTo>
                    <a:lnTo>
                      <a:pt x="4572" y="77724"/>
                    </a:lnTo>
                    <a:lnTo>
                      <a:pt x="6096" y="73152"/>
                    </a:lnTo>
                    <a:lnTo>
                      <a:pt x="6096" y="65532"/>
                    </a:lnTo>
                    <a:lnTo>
                      <a:pt x="6096" y="59436"/>
                    </a:lnTo>
                    <a:lnTo>
                      <a:pt x="7096" y="49160"/>
                    </a:lnTo>
                    <a:lnTo>
                      <a:pt x="18919" y="11465"/>
                    </a:lnTo>
                    <a:lnTo>
                      <a:pt x="38100" y="0"/>
                    </a:lnTo>
                    <a:lnTo>
                      <a:pt x="46815" y="1000"/>
                    </a:lnTo>
                    <a:lnTo>
                      <a:pt x="79057" y="33051"/>
                    </a:lnTo>
                    <a:lnTo>
                      <a:pt x="85034" y="59126"/>
                    </a:lnTo>
                    <a:lnTo>
                      <a:pt x="84772" y="66865"/>
                    </a:lnTo>
                    <a:lnTo>
                      <a:pt x="84796" y="74318"/>
                    </a:lnTo>
                    <a:lnTo>
                      <a:pt x="86106" y="80772"/>
                    </a:lnTo>
                    <a:lnTo>
                      <a:pt x="86868" y="82296"/>
                    </a:lnTo>
                    <a:lnTo>
                      <a:pt x="86868" y="83058"/>
                    </a:lnTo>
                    <a:lnTo>
                      <a:pt x="88392" y="822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6" name="Google Shape;3476;p31"/>
              <p:cNvSpPr/>
              <p:nvPr/>
            </p:nvSpPr>
            <p:spPr>
              <a:xfrm>
                <a:off x="8971787" y="5732525"/>
                <a:ext cx="7620" cy="151130"/>
              </a:xfrm>
              <a:custGeom>
                <a:rect b="b" l="l" r="r" t="t"/>
                <a:pathLst>
                  <a:path extrusionOk="0" h="151129" w="7620">
                    <a:moveTo>
                      <a:pt x="0" y="0"/>
                    </a:moveTo>
                    <a:lnTo>
                      <a:pt x="1238" y="15871"/>
                    </a:lnTo>
                    <a:lnTo>
                      <a:pt x="2476" y="31527"/>
                    </a:lnTo>
                    <a:lnTo>
                      <a:pt x="3429" y="47041"/>
                    </a:lnTo>
                    <a:lnTo>
                      <a:pt x="3810" y="62484"/>
                    </a:lnTo>
                    <a:lnTo>
                      <a:pt x="3393" y="84439"/>
                    </a:lnTo>
                    <a:lnTo>
                      <a:pt x="2762" y="106680"/>
                    </a:lnTo>
                    <a:lnTo>
                      <a:pt x="2845" y="128920"/>
                    </a:lnTo>
                    <a:lnTo>
                      <a:pt x="4572" y="150876"/>
                    </a:lnTo>
                    <a:lnTo>
                      <a:pt x="6096" y="147828"/>
                    </a:lnTo>
                    <a:lnTo>
                      <a:pt x="6858" y="148590"/>
                    </a:lnTo>
                    <a:lnTo>
                      <a:pt x="7620" y="14173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7" name="Google Shape;3477;p31"/>
              <p:cNvSpPr/>
              <p:nvPr/>
            </p:nvSpPr>
            <p:spPr>
              <a:xfrm>
                <a:off x="8948927" y="5795009"/>
                <a:ext cx="83820" cy="8255"/>
              </a:xfrm>
              <a:custGeom>
                <a:rect b="b" l="l" r="r" t="t"/>
                <a:pathLst>
                  <a:path extrusionOk="0" h="8254" w="83820">
                    <a:moveTo>
                      <a:pt x="0" y="6857"/>
                    </a:moveTo>
                    <a:lnTo>
                      <a:pt x="13596" y="7489"/>
                    </a:lnTo>
                    <a:lnTo>
                      <a:pt x="27051" y="7905"/>
                    </a:lnTo>
                    <a:lnTo>
                      <a:pt x="40505" y="7608"/>
                    </a:lnTo>
                    <a:lnTo>
                      <a:pt x="54102" y="6095"/>
                    </a:lnTo>
                    <a:lnTo>
                      <a:pt x="61531" y="4822"/>
                    </a:lnTo>
                    <a:lnTo>
                      <a:pt x="68961" y="3333"/>
                    </a:lnTo>
                    <a:lnTo>
                      <a:pt x="76390" y="1702"/>
                    </a:lnTo>
                    <a:lnTo>
                      <a:pt x="8382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81" name="Shape 3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2" name="Google Shape;3482;p32"/>
          <p:cNvGrpSpPr/>
          <p:nvPr/>
        </p:nvGrpSpPr>
        <p:grpSpPr>
          <a:xfrm>
            <a:off x="-19050" y="1676400"/>
            <a:ext cx="9895251" cy="4784599"/>
            <a:chOff x="648436" y="2073401"/>
            <a:chExt cx="9247658" cy="3893845"/>
          </a:xfrm>
        </p:grpSpPr>
        <p:grpSp>
          <p:nvGrpSpPr>
            <p:cNvPr id="3483" name="Google Shape;3483;p32"/>
            <p:cNvGrpSpPr/>
            <p:nvPr/>
          </p:nvGrpSpPr>
          <p:grpSpPr>
            <a:xfrm>
              <a:off x="4191297" y="2073401"/>
              <a:ext cx="1049738" cy="424561"/>
              <a:chOff x="4191297" y="2073401"/>
              <a:chExt cx="1049738" cy="424561"/>
            </a:xfrm>
          </p:grpSpPr>
          <p:sp>
            <p:nvSpPr>
              <p:cNvPr id="3484" name="Google Shape;3484;p32"/>
              <p:cNvSpPr/>
              <p:nvPr/>
            </p:nvSpPr>
            <p:spPr>
              <a:xfrm>
                <a:off x="4191297" y="2188082"/>
                <a:ext cx="82550" cy="160655"/>
              </a:xfrm>
              <a:custGeom>
                <a:rect b="b" l="l" r="r" t="t"/>
                <a:pathLst>
                  <a:path extrusionOk="0" h="160655" w="82550">
                    <a:moveTo>
                      <a:pt x="81998" y="39242"/>
                    </a:moveTo>
                    <a:lnTo>
                      <a:pt x="54566" y="3428"/>
                    </a:lnTo>
                    <a:lnTo>
                      <a:pt x="39135" y="0"/>
                    </a:lnTo>
                    <a:lnTo>
                      <a:pt x="31634" y="1714"/>
                    </a:lnTo>
                    <a:lnTo>
                      <a:pt x="4595" y="32932"/>
                    </a:lnTo>
                    <a:lnTo>
                      <a:pt x="0" y="54221"/>
                    </a:lnTo>
                    <a:lnTo>
                      <a:pt x="1131" y="63055"/>
                    </a:lnTo>
                    <a:lnTo>
                      <a:pt x="29039" y="91630"/>
                    </a:lnTo>
                    <a:lnTo>
                      <a:pt x="48470" y="100964"/>
                    </a:lnTo>
                    <a:lnTo>
                      <a:pt x="55185" y="104143"/>
                    </a:lnTo>
                    <a:lnTo>
                      <a:pt x="62757" y="108108"/>
                    </a:lnTo>
                    <a:lnTo>
                      <a:pt x="69472" y="113073"/>
                    </a:lnTo>
                    <a:lnTo>
                      <a:pt x="73616" y="119252"/>
                    </a:lnTo>
                    <a:lnTo>
                      <a:pt x="73794" y="127575"/>
                    </a:lnTo>
                    <a:lnTo>
                      <a:pt x="69901" y="134397"/>
                    </a:lnTo>
                    <a:lnTo>
                      <a:pt x="34373" y="156781"/>
                    </a:lnTo>
                    <a:lnTo>
                      <a:pt x="20752" y="160258"/>
                    </a:lnTo>
                    <a:lnTo>
                      <a:pt x="8846" y="158876"/>
                    </a:lnTo>
                    <a:lnTo>
                      <a:pt x="464" y="155066"/>
                    </a:lnTo>
                    <a:lnTo>
                      <a:pt x="1988" y="142874"/>
                    </a:lnTo>
                    <a:lnTo>
                      <a:pt x="1988" y="13601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5" name="Google Shape;3485;p32"/>
              <p:cNvSpPr/>
              <p:nvPr/>
            </p:nvSpPr>
            <p:spPr>
              <a:xfrm>
                <a:off x="4299203" y="2209799"/>
                <a:ext cx="102870" cy="104139"/>
              </a:xfrm>
              <a:custGeom>
                <a:rect b="b" l="l" r="r" t="t"/>
                <a:pathLst>
                  <a:path extrusionOk="0" h="104139" w="102870">
                    <a:moveTo>
                      <a:pt x="0" y="0"/>
                    </a:moveTo>
                    <a:lnTo>
                      <a:pt x="3810" y="48006"/>
                    </a:lnTo>
                    <a:lnTo>
                      <a:pt x="17097" y="87975"/>
                    </a:lnTo>
                    <a:lnTo>
                      <a:pt x="37909" y="103822"/>
                    </a:lnTo>
                    <a:lnTo>
                      <a:pt x="44219" y="101203"/>
                    </a:lnTo>
                    <a:lnTo>
                      <a:pt x="61102" y="62686"/>
                    </a:lnTo>
                    <a:lnTo>
                      <a:pt x="63436" y="31622"/>
                    </a:lnTo>
                    <a:lnTo>
                      <a:pt x="63341" y="21907"/>
                    </a:lnTo>
                    <a:lnTo>
                      <a:pt x="63246" y="12191"/>
                    </a:lnTo>
                    <a:lnTo>
                      <a:pt x="63246" y="10667"/>
                    </a:lnTo>
                    <a:lnTo>
                      <a:pt x="63246" y="9905"/>
                    </a:lnTo>
                    <a:lnTo>
                      <a:pt x="63246" y="9143"/>
                    </a:lnTo>
                    <a:lnTo>
                      <a:pt x="64008" y="16763"/>
                    </a:lnTo>
                    <a:lnTo>
                      <a:pt x="65532" y="23621"/>
                    </a:lnTo>
                    <a:lnTo>
                      <a:pt x="67818" y="32003"/>
                    </a:lnTo>
                    <a:lnTo>
                      <a:pt x="70627" y="44100"/>
                    </a:lnTo>
                    <a:lnTo>
                      <a:pt x="89154" y="88391"/>
                    </a:lnTo>
                    <a:lnTo>
                      <a:pt x="93726" y="90677"/>
                    </a:lnTo>
                    <a:lnTo>
                      <a:pt x="102870" y="9067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6" name="Google Shape;3486;p32"/>
              <p:cNvSpPr/>
              <p:nvPr/>
            </p:nvSpPr>
            <p:spPr>
              <a:xfrm>
                <a:off x="4402073" y="2146553"/>
                <a:ext cx="91440" cy="172720"/>
              </a:xfrm>
              <a:custGeom>
                <a:rect b="b" l="l" r="r" t="t"/>
                <a:pathLst>
                  <a:path extrusionOk="0" h="172719" w="91439">
                    <a:moveTo>
                      <a:pt x="0" y="0"/>
                    </a:moveTo>
                    <a:lnTo>
                      <a:pt x="7072" y="48113"/>
                    </a:lnTo>
                    <a:lnTo>
                      <a:pt x="12644" y="79307"/>
                    </a:lnTo>
                    <a:lnTo>
                      <a:pt x="15240" y="94392"/>
                    </a:lnTo>
                    <a:lnTo>
                      <a:pt x="23622" y="139446"/>
                    </a:lnTo>
                    <a:lnTo>
                      <a:pt x="25146" y="146304"/>
                    </a:lnTo>
                    <a:lnTo>
                      <a:pt x="25908" y="141732"/>
                    </a:lnTo>
                    <a:lnTo>
                      <a:pt x="27432" y="134112"/>
                    </a:lnTo>
                    <a:lnTo>
                      <a:pt x="28956" y="128778"/>
                    </a:lnTo>
                    <a:lnTo>
                      <a:pt x="31146" y="120503"/>
                    </a:lnTo>
                    <a:lnTo>
                      <a:pt x="34480" y="112299"/>
                    </a:lnTo>
                    <a:lnTo>
                      <a:pt x="39243" y="105096"/>
                    </a:lnTo>
                    <a:lnTo>
                      <a:pt x="45720" y="99822"/>
                    </a:lnTo>
                    <a:lnTo>
                      <a:pt x="51816" y="97357"/>
                    </a:lnTo>
                    <a:lnTo>
                      <a:pt x="59055" y="96678"/>
                    </a:lnTo>
                    <a:lnTo>
                      <a:pt x="66294" y="97571"/>
                    </a:lnTo>
                    <a:lnTo>
                      <a:pt x="91130" y="134862"/>
                    </a:lnTo>
                    <a:lnTo>
                      <a:pt x="89154" y="142208"/>
                    </a:lnTo>
                    <a:lnTo>
                      <a:pt x="51589" y="170116"/>
                    </a:lnTo>
                    <a:lnTo>
                      <a:pt x="41910" y="172212"/>
                    </a:lnTo>
                    <a:lnTo>
                      <a:pt x="32635" y="171557"/>
                    </a:lnTo>
                    <a:lnTo>
                      <a:pt x="27717" y="166973"/>
                    </a:lnTo>
                    <a:lnTo>
                      <a:pt x="25515" y="159674"/>
                    </a:lnTo>
                    <a:lnTo>
                      <a:pt x="24384" y="15087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7" name="Google Shape;3487;p32"/>
              <p:cNvSpPr/>
              <p:nvPr/>
            </p:nvSpPr>
            <p:spPr>
              <a:xfrm>
                <a:off x="4523993" y="2239517"/>
                <a:ext cx="48260" cy="2540"/>
              </a:xfrm>
              <a:custGeom>
                <a:rect b="b" l="l" r="r" t="t"/>
                <a:pathLst>
                  <a:path extrusionOk="0" h="2539" w="48260">
                    <a:moveTo>
                      <a:pt x="0" y="0"/>
                    </a:moveTo>
                    <a:lnTo>
                      <a:pt x="8346" y="1000"/>
                    </a:lnTo>
                    <a:lnTo>
                      <a:pt x="16478" y="1714"/>
                    </a:lnTo>
                    <a:lnTo>
                      <a:pt x="24753" y="2143"/>
                    </a:lnTo>
                    <a:lnTo>
                      <a:pt x="33528" y="2285"/>
                    </a:lnTo>
                    <a:lnTo>
                      <a:pt x="40386" y="2285"/>
                    </a:lnTo>
                    <a:lnTo>
                      <a:pt x="42672" y="2285"/>
                    </a:lnTo>
                    <a:lnTo>
                      <a:pt x="48006" y="22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8" name="Google Shape;3488;p32"/>
              <p:cNvSpPr/>
              <p:nvPr/>
            </p:nvSpPr>
            <p:spPr>
              <a:xfrm>
                <a:off x="4612385" y="2190857"/>
                <a:ext cx="62230" cy="184785"/>
              </a:xfrm>
              <a:custGeom>
                <a:rect b="b" l="l" r="r" t="t"/>
                <a:pathLst>
                  <a:path extrusionOk="0" h="184785" w="62229">
                    <a:moveTo>
                      <a:pt x="61722" y="55518"/>
                    </a:moveTo>
                    <a:lnTo>
                      <a:pt x="56245" y="46708"/>
                    </a:lnTo>
                    <a:lnTo>
                      <a:pt x="51054" y="37611"/>
                    </a:lnTo>
                    <a:lnTo>
                      <a:pt x="45862" y="28515"/>
                    </a:lnTo>
                    <a:lnTo>
                      <a:pt x="40386" y="19704"/>
                    </a:lnTo>
                    <a:lnTo>
                      <a:pt x="36576" y="12846"/>
                    </a:lnTo>
                    <a:lnTo>
                      <a:pt x="32004" y="3702"/>
                    </a:lnTo>
                    <a:lnTo>
                      <a:pt x="24384" y="654"/>
                    </a:lnTo>
                    <a:lnTo>
                      <a:pt x="1809" y="36564"/>
                    </a:lnTo>
                    <a:lnTo>
                      <a:pt x="0" y="60090"/>
                    </a:lnTo>
                    <a:lnTo>
                      <a:pt x="762" y="72282"/>
                    </a:lnTo>
                    <a:lnTo>
                      <a:pt x="6858" y="76854"/>
                    </a:lnTo>
                    <a:lnTo>
                      <a:pt x="18288" y="76854"/>
                    </a:lnTo>
                    <a:lnTo>
                      <a:pt x="25741" y="76211"/>
                    </a:lnTo>
                    <a:lnTo>
                      <a:pt x="32194" y="73425"/>
                    </a:lnTo>
                    <a:lnTo>
                      <a:pt x="37790" y="68925"/>
                    </a:lnTo>
                    <a:lnTo>
                      <a:pt x="42672" y="63138"/>
                    </a:lnTo>
                    <a:lnTo>
                      <a:pt x="47244" y="57804"/>
                    </a:lnTo>
                    <a:lnTo>
                      <a:pt x="48768" y="52470"/>
                    </a:lnTo>
                    <a:lnTo>
                      <a:pt x="51816" y="46374"/>
                    </a:lnTo>
                    <a:lnTo>
                      <a:pt x="52578" y="49422"/>
                    </a:lnTo>
                    <a:lnTo>
                      <a:pt x="57054" y="90094"/>
                    </a:lnTo>
                    <a:lnTo>
                      <a:pt x="58757" y="131837"/>
                    </a:lnTo>
                    <a:lnTo>
                      <a:pt x="58769" y="145815"/>
                    </a:lnTo>
                    <a:lnTo>
                      <a:pt x="58352" y="159793"/>
                    </a:lnTo>
                    <a:lnTo>
                      <a:pt x="57150" y="173628"/>
                    </a:lnTo>
                    <a:lnTo>
                      <a:pt x="56388" y="181248"/>
                    </a:lnTo>
                    <a:lnTo>
                      <a:pt x="55626" y="182772"/>
                    </a:lnTo>
                    <a:lnTo>
                      <a:pt x="48768" y="184296"/>
                    </a:lnTo>
                    <a:lnTo>
                      <a:pt x="41910" y="179724"/>
                    </a:lnTo>
                    <a:lnTo>
                      <a:pt x="41910" y="174390"/>
                    </a:lnTo>
                    <a:lnTo>
                      <a:pt x="39624" y="1652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9" name="Google Shape;3489;p32"/>
              <p:cNvSpPr/>
              <p:nvPr/>
            </p:nvSpPr>
            <p:spPr>
              <a:xfrm>
                <a:off x="4674869" y="2224277"/>
                <a:ext cx="71755" cy="92710"/>
              </a:xfrm>
              <a:custGeom>
                <a:rect b="b" l="l" r="r" t="t"/>
                <a:pathLst>
                  <a:path extrusionOk="0" h="92710" w="71754">
                    <a:moveTo>
                      <a:pt x="0" y="5334"/>
                    </a:moveTo>
                    <a:lnTo>
                      <a:pt x="9751" y="4786"/>
                    </a:lnTo>
                    <a:lnTo>
                      <a:pt x="18002" y="4953"/>
                    </a:lnTo>
                    <a:lnTo>
                      <a:pt x="25824" y="6834"/>
                    </a:lnTo>
                    <a:lnTo>
                      <a:pt x="54649" y="33289"/>
                    </a:lnTo>
                    <a:lnTo>
                      <a:pt x="62198" y="66675"/>
                    </a:lnTo>
                    <a:lnTo>
                      <a:pt x="61995" y="79962"/>
                    </a:lnTo>
                    <a:lnTo>
                      <a:pt x="59436" y="90678"/>
                    </a:lnTo>
                    <a:lnTo>
                      <a:pt x="58674" y="91440"/>
                    </a:lnTo>
                    <a:lnTo>
                      <a:pt x="57912" y="92202"/>
                    </a:lnTo>
                    <a:lnTo>
                      <a:pt x="57150" y="92202"/>
                    </a:lnTo>
                    <a:lnTo>
                      <a:pt x="49530" y="89154"/>
                    </a:lnTo>
                    <a:lnTo>
                      <a:pt x="50292" y="77724"/>
                    </a:lnTo>
                    <a:lnTo>
                      <a:pt x="49530" y="70104"/>
                    </a:lnTo>
                    <a:lnTo>
                      <a:pt x="54244" y="30991"/>
                    </a:lnTo>
                    <a:lnTo>
                      <a:pt x="64769" y="8382"/>
                    </a:lnTo>
                    <a:lnTo>
                      <a:pt x="66294" y="5334"/>
                    </a:lnTo>
                    <a:lnTo>
                      <a:pt x="7162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0" name="Google Shape;3490;p32"/>
              <p:cNvSpPr/>
              <p:nvPr/>
            </p:nvSpPr>
            <p:spPr>
              <a:xfrm>
                <a:off x="4767833" y="2209037"/>
                <a:ext cx="73660" cy="102870"/>
              </a:xfrm>
              <a:custGeom>
                <a:rect b="b" l="l" r="r" t="t"/>
                <a:pathLst>
                  <a:path extrusionOk="0" h="102869" w="73660">
                    <a:moveTo>
                      <a:pt x="54863" y="28194"/>
                    </a:moveTo>
                    <a:lnTo>
                      <a:pt x="50482" y="21597"/>
                    </a:lnTo>
                    <a:lnTo>
                      <a:pt x="46100" y="14859"/>
                    </a:lnTo>
                    <a:lnTo>
                      <a:pt x="41147" y="8691"/>
                    </a:lnTo>
                    <a:lnTo>
                      <a:pt x="35051" y="3810"/>
                    </a:lnTo>
                    <a:lnTo>
                      <a:pt x="27431" y="0"/>
                    </a:lnTo>
                    <a:lnTo>
                      <a:pt x="22859" y="6858"/>
                    </a:lnTo>
                    <a:lnTo>
                      <a:pt x="4262" y="54530"/>
                    </a:lnTo>
                    <a:lnTo>
                      <a:pt x="2285" y="69342"/>
                    </a:lnTo>
                    <a:lnTo>
                      <a:pt x="2285" y="79248"/>
                    </a:lnTo>
                    <a:lnTo>
                      <a:pt x="0" y="86868"/>
                    </a:lnTo>
                    <a:lnTo>
                      <a:pt x="35813" y="67818"/>
                    </a:lnTo>
                    <a:lnTo>
                      <a:pt x="46481" y="36576"/>
                    </a:lnTo>
                    <a:lnTo>
                      <a:pt x="46481" y="33528"/>
                    </a:lnTo>
                    <a:lnTo>
                      <a:pt x="46481" y="32766"/>
                    </a:lnTo>
                    <a:lnTo>
                      <a:pt x="47243" y="31242"/>
                    </a:lnTo>
                    <a:lnTo>
                      <a:pt x="48767" y="35814"/>
                    </a:lnTo>
                    <a:lnTo>
                      <a:pt x="49529" y="42672"/>
                    </a:lnTo>
                    <a:lnTo>
                      <a:pt x="50291" y="48768"/>
                    </a:lnTo>
                    <a:lnTo>
                      <a:pt x="51696" y="59733"/>
                    </a:lnTo>
                    <a:lnTo>
                      <a:pt x="52958" y="70770"/>
                    </a:lnTo>
                    <a:lnTo>
                      <a:pt x="54792" y="81664"/>
                    </a:lnTo>
                    <a:lnTo>
                      <a:pt x="57911" y="92202"/>
                    </a:lnTo>
                    <a:lnTo>
                      <a:pt x="61721" y="101346"/>
                    </a:lnTo>
                    <a:lnTo>
                      <a:pt x="64007" y="102108"/>
                    </a:lnTo>
                    <a:lnTo>
                      <a:pt x="73151" y="10287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1" name="Google Shape;3491;p32"/>
              <p:cNvSpPr/>
              <p:nvPr/>
            </p:nvSpPr>
            <p:spPr>
              <a:xfrm>
                <a:off x="4853939" y="2142743"/>
                <a:ext cx="224154" cy="157480"/>
              </a:xfrm>
              <a:custGeom>
                <a:rect b="b" l="l" r="r" t="t"/>
                <a:pathLst>
                  <a:path extrusionOk="0" h="157480" w="224154">
                    <a:moveTo>
                      <a:pt x="35051" y="0"/>
                    </a:moveTo>
                    <a:lnTo>
                      <a:pt x="36445" y="44255"/>
                    </a:lnTo>
                    <a:lnTo>
                      <a:pt x="36718" y="75699"/>
                    </a:lnTo>
                    <a:lnTo>
                      <a:pt x="37147" y="92583"/>
                    </a:lnTo>
                    <a:lnTo>
                      <a:pt x="39481" y="132885"/>
                    </a:lnTo>
                    <a:lnTo>
                      <a:pt x="44195" y="151638"/>
                    </a:lnTo>
                    <a:lnTo>
                      <a:pt x="44957" y="151638"/>
                    </a:lnTo>
                    <a:lnTo>
                      <a:pt x="45446" y="144577"/>
                    </a:lnTo>
                    <a:lnTo>
                      <a:pt x="45434" y="138017"/>
                    </a:lnTo>
                    <a:lnTo>
                      <a:pt x="14477" y="108966"/>
                    </a:lnTo>
                    <a:lnTo>
                      <a:pt x="0" y="127254"/>
                    </a:lnTo>
                    <a:lnTo>
                      <a:pt x="238" y="135671"/>
                    </a:lnTo>
                    <a:lnTo>
                      <a:pt x="2476" y="142589"/>
                    </a:lnTo>
                    <a:lnTo>
                      <a:pt x="7286" y="147935"/>
                    </a:lnTo>
                    <a:lnTo>
                      <a:pt x="15239" y="151638"/>
                    </a:lnTo>
                    <a:lnTo>
                      <a:pt x="28098" y="153316"/>
                    </a:lnTo>
                    <a:lnTo>
                      <a:pt x="40385" y="151923"/>
                    </a:lnTo>
                    <a:lnTo>
                      <a:pt x="74806" y="135314"/>
                    </a:lnTo>
                    <a:lnTo>
                      <a:pt x="103631" y="108203"/>
                    </a:lnTo>
                    <a:lnTo>
                      <a:pt x="111251" y="83819"/>
                    </a:lnTo>
                    <a:lnTo>
                      <a:pt x="111251" y="83057"/>
                    </a:lnTo>
                    <a:lnTo>
                      <a:pt x="111251" y="82296"/>
                    </a:lnTo>
                    <a:lnTo>
                      <a:pt x="111251" y="81533"/>
                    </a:lnTo>
                    <a:lnTo>
                      <a:pt x="111251" y="88511"/>
                    </a:lnTo>
                    <a:lnTo>
                      <a:pt x="111251" y="95630"/>
                    </a:lnTo>
                    <a:lnTo>
                      <a:pt x="111251" y="102750"/>
                    </a:lnTo>
                    <a:lnTo>
                      <a:pt x="111251" y="109727"/>
                    </a:lnTo>
                    <a:lnTo>
                      <a:pt x="111168" y="120538"/>
                    </a:lnTo>
                    <a:lnTo>
                      <a:pt x="127349" y="155507"/>
                    </a:lnTo>
                    <a:lnTo>
                      <a:pt x="136207" y="157257"/>
                    </a:lnTo>
                    <a:lnTo>
                      <a:pt x="145351" y="156007"/>
                    </a:lnTo>
                    <a:lnTo>
                      <a:pt x="180391" y="123789"/>
                    </a:lnTo>
                    <a:lnTo>
                      <a:pt x="190321" y="79438"/>
                    </a:lnTo>
                    <a:lnTo>
                      <a:pt x="180593" y="54863"/>
                    </a:lnTo>
                    <a:lnTo>
                      <a:pt x="173735" y="58673"/>
                    </a:lnTo>
                    <a:lnTo>
                      <a:pt x="163067" y="104620"/>
                    </a:lnTo>
                    <a:lnTo>
                      <a:pt x="185963" y="136016"/>
                    </a:lnTo>
                    <a:lnTo>
                      <a:pt x="220979" y="127253"/>
                    </a:lnTo>
                    <a:lnTo>
                      <a:pt x="224027" y="12496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2" name="Google Shape;3492;p32"/>
              <p:cNvSpPr/>
              <p:nvPr/>
            </p:nvSpPr>
            <p:spPr>
              <a:xfrm>
                <a:off x="5088635" y="2188463"/>
                <a:ext cx="52069" cy="108585"/>
              </a:xfrm>
              <a:custGeom>
                <a:rect b="b" l="l" r="r" t="t"/>
                <a:pathLst>
                  <a:path extrusionOk="0" h="108585" w="52070">
                    <a:moveTo>
                      <a:pt x="2286" y="16763"/>
                    </a:moveTo>
                    <a:lnTo>
                      <a:pt x="2035" y="28193"/>
                    </a:lnTo>
                    <a:lnTo>
                      <a:pt x="1428" y="39623"/>
                    </a:lnTo>
                    <a:lnTo>
                      <a:pt x="678" y="51053"/>
                    </a:lnTo>
                    <a:lnTo>
                      <a:pt x="0" y="62483"/>
                    </a:lnTo>
                    <a:lnTo>
                      <a:pt x="0" y="67817"/>
                    </a:lnTo>
                    <a:lnTo>
                      <a:pt x="0" y="73913"/>
                    </a:lnTo>
                    <a:lnTo>
                      <a:pt x="0" y="79247"/>
                    </a:lnTo>
                    <a:lnTo>
                      <a:pt x="2286" y="74675"/>
                    </a:lnTo>
                    <a:lnTo>
                      <a:pt x="3048" y="68579"/>
                    </a:lnTo>
                    <a:lnTo>
                      <a:pt x="3810" y="62483"/>
                    </a:lnTo>
                    <a:lnTo>
                      <a:pt x="5774" y="51756"/>
                    </a:lnTo>
                    <a:lnTo>
                      <a:pt x="7524" y="41243"/>
                    </a:lnTo>
                    <a:lnTo>
                      <a:pt x="9703" y="30872"/>
                    </a:lnTo>
                    <a:lnTo>
                      <a:pt x="12954" y="20573"/>
                    </a:lnTo>
                    <a:lnTo>
                      <a:pt x="16002" y="12191"/>
                    </a:lnTo>
                    <a:lnTo>
                      <a:pt x="19050" y="3047"/>
                    </a:lnTo>
                    <a:lnTo>
                      <a:pt x="28956" y="1523"/>
                    </a:lnTo>
                    <a:lnTo>
                      <a:pt x="38862" y="0"/>
                    </a:lnTo>
                    <a:lnTo>
                      <a:pt x="42672" y="9905"/>
                    </a:lnTo>
                    <a:lnTo>
                      <a:pt x="44958" y="16763"/>
                    </a:lnTo>
                    <a:lnTo>
                      <a:pt x="48601" y="27312"/>
                    </a:lnTo>
                    <a:lnTo>
                      <a:pt x="50673" y="38290"/>
                    </a:lnTo>
                    <a:lnTo>
                      <a:pt x="51601" y="49553"/>
                    </a:lnTo>
                    <a:lnTo>
                      <a:pt x="51816" y="60959"/>
                    </a:lnTo>
                    <a:lnTo>
                      <a:pt x="51304" y="71699"/>
                    </a:lnTo>
                    <a:lnTo>
                      <a:pt x="50006" y="82295"/>
                    </a:lnTo>
                    <a:lnTo>
                      <a:pt x="48279" y="92892"/>
                    </a:lnTo>
                    <a:lnTo>
                      <a:pt x="46482" y="103631"/>
                    </a:lnTo>
                    <a:lnTo>
                      <a:pt x="45720" y="107441"/>
                    </a:lnTo>
                    <a:lnTo>
                      <a:pt x="45720" y="108203"/>
                    </a:lnTo>
                    <a:lnTo>
                      <a:pt x="45720" y="10210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3" name="Google Shape;3493;p32"/>
              <p:cNvSpPr/>
              <p:nvPr/>
            </p:nvSpPr>
            <p:spPr>
              <a:xfrm>
                <a:off x="5183885" y="2155697"/>
                <a:ext cx="10795" cy="127635"/>
              </a:xfrm>
              <a:custGeom>
                <a:rect b="b" l="l" r="r" t="t"/>
                <a:pathLst>
                  <a:path extrusionOk="0" h="127635" w="10795">
                    <a:moveTo>
                      <a:pt x="0" y="0"/>
                    </a:moveTo>
                    <a:lnTo>
                      <a:pt x="821" y="11429"/>
                    </a:lnTo>
                    <a:lnTo>
                      <a:pt x="2000" y="22859"/>
                    </a:lnTo>
                    <a:lnTo>
                      <a:pt x="3321" y="34290"/>
                    </a:lnTo>
                    <a:lnTo>
                      <a:pt x="4572" y="45720"/>
                    </a:lnTo>
                    <a:lnTo>
                      <a:pt x="5715" y="58293"/>
                    </a:lnTo>
                    <a:lnTo>
                      <a:pt x="6858" y="70866"/>
                    </a:lnTo>
                    <a:lnTo>
                      <a:pt x="8001" y="83439"/>
                    </a:lnTo>
                    <a:lnTo>
                      <a:pt x="9144" y="96012"/>
                    </a:lnTo>
                    <a:lnTo>
                      <a:pt x="9798" y="103012"/>
                    </a:lnTo>
                    <a:lnTo>
                      <a:pt x="10382" y="110871"/>
                    </a:lnTo>
                    <a:lnTo>
                      <a:pt x="10537" y="118729"/>
                    </a:lnTo>
                    <a:lnTo>
                      <a:pt x="9906" y="125730"/>
                    </a:lnTo>
                    <a:lnTo>
                      <a:pt x="9906" y="127254"/>
                    </a:lnTo>
                    <a:lnTo>
                      <a:pt x="9144" y="1272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4" name="Google Shape;3494;p32"/>
              <p:cNvSpPr/>
              <p:nvPr/>
            </p:nvSpPr>
            <p:spPr>
              <a:xfrm>
                <a:off x="5168645" y="2195321"/>
                <a:ext cx="72390" cy="17780"/>
              </a:xfrm>
              <a:custGeom>
                <a:rect b="b" l="l" r="r" t="t"/>
                <a:pathLst>
                  <a:path extrusionOk="0" h="17780" w="72389">
                    <a:moveTo>
                      <a:pt x="0" y="17525"/>
                    </a:moveTo>
                    <a:lnTo>
                      <a:pt x="39624" y="15239"/>
                    </a:lnTo>
                    <a:lnTo>
                      <a:pt x="65555" y="6667"/>
                    </a:lnTo>
                    <a:lnTo>
                      <a:pt x="7239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5" name="Google Shape;3495;p32"/>
              <p:cNvSpPr/>
              <p:nvPr/>
            </p:nvSpPr>
            <p:spPr>
              <a:xfrm>
                <a:off x="4229861" y="2414777"/>
                <a:ext cx="991869" cy="83185"/>
              </a:xfrm>
              <a:custGeom>
                <a:rect b="b" l="l" r="r" t="t"/>
                <a:pathLst>
                  <a:path extrusionOk="0" h="83185" w="991870">
                    <a:moveTo>
                      <a:pt x="0" y="83058"/>
                    </a:moveTo>
                    <a:lnTo>
                      <a:pt x="22062" y="79271"/>
                    </a:lnTo>
                    <a:lnTo>
                      <a:pt x="43910" y="76771"/>
                    </a:lnTo>
                    <a:lnTo>
                      <a:pt x="65901" y="75128"/>
                    </a:lnTo>
                    <a:lnTo>
                      <a:pt x="88392" y="73914"/>
                    </a:lnTo>
                    <a:lnTo>
                      <a:pt x="130111" y="71616"/>
                    </a:lnTo>
                    <a:lnTo>
                      <a:pt x="171831" y="69246"/>
                    </a:lnTo>
                    <a:lnTo>
                      <a:pt x="213550" y="66734"/>
                    </a:lnTo>
                    <a:lnTo>
                      <a:pt x="255270" y="64008"/>
                    </a:lnTo>
                    <a:lnTo>
                      <a:pt x="306781" y="59826"/>
                    </a:lnTo>
                    <a:lnTo>
                      <a:pt x="358146" y="55192"/>
                    </a:lnTo>
                    <a:lnTo>
                      <a:pt x="409405" y="50212"/>
                    </a:lnTo>
                    <a:lnTo>
                      <a:pt x="460596" y="44991"/>
                    </a:lnTo>
                    <a:lnTo>
                      <a:pt x="511761" y="39637"/>
                    </a:lnTo>
                    <a:lnTo>
                      <a:pt x="562940" y="34256"/>
                    </a:lnTo>
                    <a:lnTo>
                      <a:pt x="614172" y="28956"/>
                    </a:lnTo>
                    <a:lnTo>
                      <a:pt x="670750" y="23383"/>
                    </a:lnTo>
                    <a:lnTo>
                      <a:pt x="727329" y="18097"/>
                    </a:lnTo>
                    <a:lnTo>
                      <a:pt x="783907" y="13096"/>
                    </a:lnTo>
                    <a:lnTo>
                      <a:pt x="840486" y="8382"/>
                    </a:lnTo>
                    <a:lnTo>
                      <a:pt x="902589" y="4095"/>
                    </a:lnTo>
                    <a:lnTo>
                      <a:pt x="964691" y="1524"/>
                    </a:lnTo>
                    <a:lnTo>
                      <a:pt x="971109" y="1202"/>
                    </a:lnTo>
                    <a:lnTo>
                      <a:pt x="977741" y="1238"/>
                    </a:lnTo>
                    <a:lnTo>
                      <a:pt x="984515" y="1416"/>
                    </a:lnTo>
                    <a:lnTo>
                      <a:pt x="991362" y="1524"/>
                    </a:lnTo>
                    <a:lnTo>
                      <a:pt x="984504" y="1524"/>
                    </a:lnTo>
                    <a:lnTo>
                      <a:pt x="978408" y="762"/>
                    </a:lnTo>
                    <a:lnTo>
                      <a:pt x="97231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6" name="Google Shape;3496;p32"/>
              <p:cNvSpPr/>
              <p:nvPr/>
            </p:nvSpPr>
            <p:spPr>
              <a:xfrm>
                <a:off x="5023865" y="2073401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497" name="Google Shape;3497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33696" y="2753842"/>
              <a:ext cx="135555" cy="2134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8" name="Google Shape;3498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72024" y="2771368"/>
              <a:ext cx="221030" cy="16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9" name="Google Shape;3499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40248" y="2712694"/>
              <a:ext cx="277418" cy="1722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0" name="Google Shape;3500;p32"/>
            <p:cNvSpPr/>
            <p:nvPr/>
          </p:nvSpPr>
          <p:spPr>
            <a:xfrm>
              <a:off x="5892617" y="2742438"/>
              <a:ext cx="95250" cy="264795"/>
            </a:xfrm>
            <a:custGeom>
              <a:rect b="b" l="l" r="r" t="t"/>
              <a:pathLst>
                <a:path extrusionOk="0" h="264794" w="95250">
                  <a:moveTo>
                    <a:pt x="61650" y="22098"/>
                  </a:moveTo>
                  <a:lnTo>
                    <a:pt x="55530" y="15001"/>
                  </a:lnTo>
                  <a:lnTo>
                    <a:pt x="49268" y="8191"/>
                  </a:lnTo>
                  <a:lnTo>
                    <a:pt x="42148" y="2809"/>
                  </a:lnTo>
                  <a:lnTo>
                    <a:pt x="33456" y="0"/>
                  </a:lnTo>
                  <a:lnTo>
                    <a:pt x="25646" y="154"/>
                  </a:lnTo>
                  <a:lnTo>
                    <a:pt x="7643" y="45815"/>
                  </a:lnTo>
                  <a:lnTo>
                    <a:pt x="7322" y="61233"/>
                  </a:lnTo>
                  <a:lnTo>
                    <a:pt x="9072" y="75438"/>
                  </a:lnTo>
                  <a:lnTo>
                    <a:pt x="12989" y="85629"/>
                  </a:lnTo>
                  <a:lnTo>
                    <a:pt x="19835" y="92964"/>
                  </a:lnTo>
                  <a:lnTo>
                    <a:pt x="29110" y="96869"/>
                  </a:lnTo>
                  <a:lnTo>
                    <a:pt x="40314" y="96774"/>
                  </a:lnTo>
                  <a:lnTo>
                    <a:pt x="76890" y="67818"/>
                  </a:lnTo>
                  <a:lnTo>
                    <a:pt x="82986" y="37338"/>
                  </a:lnTo>
                  <a:lnTo>
                    <a:pt x="82986" y="35814"/>
                  </a:lnTo>
                  <a:lnTo>
                    <a:pt x="82986" y="35052"/>
                  </a:lnTo>
                  <a:lnTo>
                    <a:pt x="82986" y="34290"/>
                  </a:lnTo>
                  <a:lnTo>
                    <a:pt x="78414" y="40386"/>
                  </a:lnTo>
                  <a:lnTo>
                    <a:pt x="79176" y="48768"/>
                  </a:lnTo>
                  <a:lnTo>
                    <a:pt x="79176" y="57912"/>
                  </a:lnTo>
                  <a:lnTo>
                    <a:pt x="79652" y="100869"/>
                  </a:lnTo>
                  <a:lnTo>
                    <a:pt x="80700" y="143256"/>
                  </a:lnTo>
                  <a:lnTo>
                    <a:pt x="82224" y="185547"/>
                  </a:lnTo>
                  <a:lnTo>
                    <a:pt x="83058" y="206692"/>
                  </a:lnTo>
                  <a:lnTo>
                    <a:pt x="83748" y="227838"/>
                  </a:lnTo>
                  <a:lnTo>
                    <a:pt x="84141" y="236743"/>
                  </a:lnTo>
                  <a:lnTo>
                    <a:pt x="84034" y="247078"/>
                  </a:lnTo>
                  <a:lnTo>
                    <a:pt x="81498" y="256555"/>
                  </a:lnTo>
                  <a:lnTo>
                    <a:pt x="74604" y="262890"/>
                  </a:lnTo>
                  <a:lnTo>
                    <a:pt x="63817" y="264175"/>
                  </a:lnTo>
                  <a:lnTo>
                    <a:pt x="53459" y="261175"/>
                  </a:lnTo>
                  <a:lnTo>
                    <a:pt x="16121" y="231267"/>
                  </a:lnTo>
                  <a:lnTo>
                    <a:pt x="0" y="197893"/>
                  </a:lnTo>
                  <a:lnTo>
                    <a:pt x="1071" y="187928"/>
                  </a:lnTo>
                  <a:lnTo>
                    <a:pt x="37457" y="146970"/>
                  </a:lnTo>
                  <a:lnTo>
                    <a:pt x="76211" y="122586"/>
                  </a:lnTo>
                  <a:lnTo>
                    <a:pt x="83081" y="118300"/>
                  </a:lnTo>
                  <a:lnTo>
                    <a:pt x="88951" y="114300"/>
                  </a:lnTo>
                  <a:lnTo>
                    <a:pt x="95178" y="10972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01" name="Google Shape;3501;p3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183604" y="2734363"/>
              <a:ext cx="119684" cy="162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2" name="Google Shape;3502;p3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77604" y="2532100"/>
              <a:ext cx="226674" cy="323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3" name="Google Shape;3503;p3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911340" y="2641854"/>
              <a:ext cx="147091" cy="160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4" name="Google Shape;3504;p3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54155" y="2676118"/>
              <a:ext cx="111945" cy="10939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05" name="Google Shape;3505;p32"/>
            <p:cNvGrpSpPr/>
            <p:nvPr/>
          </p:nvGrpSpPr>
          <p:grpSpPr>
            <a:xfrm>
              <a:off x="7728940" y="2517622"/>
              <a:ext cx="767384" cy="249546"/>
              <a:chOff x="7728940" y="2517622"/>
              <a:chExt cx="767384" cy="249546"/>
            </a:xfrm>
          </p:grpSpPr>
          <p:pic>
            <p:nvPicPr>
              <p:cNvPr id="3506" name="Google Shape;3506;p32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728940" y="2581630"/>
                <a:ext cx="285729" cy="1779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07" name="Google Shape;3507;p32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033740" y="2517622"/>
                <a:ext cx="462584" cy="249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08" name="Google Shape;3508;p3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846508" y="2445113"/>
              <a:ext cx="173024" cy="240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9" name="Google Shape;3509;p3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078704" y="3345154"/>
              <a:ext cx="147116" cy="2050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0" name="Google Shape;3510;p32"/>
            <p:cNvSpPr/>
            <p:nvPr/>
          </p:nvSpPr>
          <p:spPr>
            <a:xfrm>
              <a:off x="5275326" y="3371088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1" name="Google Shape;3511;p32"/>
            <p:cNvSpPr/>
            <p:nvPr/>
          </p:nvSpPr>
          <p:spPr>
            <a:xfrm>
              <a:off x="5291328" y="3488435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2" name="Google Shape;3512;p3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433034" y="3181324"/>
              <a:ext cx="170738" cy="3406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3" name="Google Shape;3513;p3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670016" y="3355822"/>
              <a:ext cx="181406" cy="109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4" name="Google Shape;3514;p3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948146" y="3319567"/>
              <a:ext cx="157784" cy="168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5" name="Google Shape;3515;p3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392916" y="3273526"/>
              <a:ext cx="196884" cy="183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6" name="Google Shape;3516;p32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758914" y="3252190"/>
              <a:ext cx="131876" cy="1341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7" name="Google Shape;3517;p32"/>
            <p:cNvSpPr/>
            <p:nvPr/>
          </p:nvSpPr>
          <p:spPr>
            <a:xfrm>
              <a:off x="7229093" y="3254502"/>
              <a:ext cx="8890" cy="78740"/>
            </a:xfrm>
            <a:custGeom>
              <a:rect b="b" l="l" r="r" t="t"/>
              <a:pathLst>
                <a:path extrusionOk="0" h="78739" w="8890">
                  <a:moveTo>
                    <a:pt x="0" y="0"/>
                  </a:moveTo>
                  <a:lnTo>
                    <a:pt x="1500" y="11429"/>
                  </a:lnTo>
                  <a:lnTo>
                    <a:pt x="3429" y="22859"/>
                  </a:lnTo>
                  <a:lnTo>
                    <a:pt x="5357" y="34290"/>
                  </a:lnTo>
                  <a:lnTo>
                    <a:pt x="6858" y="45720"/>
                  </a:lnTo>
                  <a:lnTo>
                    <a:pt x="7739" y="54161"/>
                  </a:lnTo>
                  <a:lnTo>
                    <a:pt x="8191" y="62388"/>
                  </a:lnTo>
                  <a:lnTo>
                    <a:pt x="8358" y="70473"/>
                  </a:lnTo>
                  <a:lnTo>
                    <a:pt x="8382" y="7848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8" name="Google Shape;3518;p32"/>
            <p:cNvSpPr/>
            <p:nvPr/>
          </p:nvSpPr>
          <p:spPr>
            <a:xfrm>
              <a:off x="7197852" y="3174492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8287"/>
                  </a:lnTo>
                  <a:lnTo>
                    <a:pt x="5333" y="22859"/>
                  </a:lnTo>
                  <a:lnTo>
                    <a:pt x="17525" y="22859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19" name="Google Shape;3519;p3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273264" y="3163798"/>
              <a:ext cx="98348" cy="16692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20" name="Google Shape;3520;p32"/>
            <p:cNvGrpSpPr/>
            <p:nvPr/>
          </p:nvGrpSpPr>
          <p:grpSpPr>
            <a:xfrm>
              <a:off x="4864582" y="4174210"/>
              <a:ext cx="455250" cy="262535"/>
              <a:chOff x="4864582" y="4174210"/>
              <a:chExt cx="455250" cy="262535"/>
            </a:xfrm>
          </p:grpSpPr>
          <p:pic>
            <p:nvPicPr>
              <p:cNvPr id="3521" name="Google Shape;3521;p32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4864582" y="4216120"/>
                <a:ext cx="133400" cy="220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22" name="Google Shape;3522;p32"/>
              <p:cNvSpPr/>
              <p:nvPr/>
            </p:nvSpPr>
            <p:spPr>
              <a:xfrm>
                <a:off x="5037581" y="4191000"/>
                <a:ext cx="82550" cy="245745"/>
              </a:xfrm>
              <a:custGeom>
                <a:rect b="b" l="l" r="r" t="t"/>
                <a:pathLst>
                  <a:path extrusionOk="0" h="245745" w="82550">
                    <a:moveTo>
                      <a:pt x="22860" y="0"/>
                    </a:moveTo>
                    <a:lnTo>
                      <a:pt x="3464" y="38254"/>
                    </a:lnTo>
                    <a:lnTo>
                      <a:pt x="0" y="97155"/>
                    </a:lnTo>
                    <a:lnTo>
                      <a:pt x="238" y="118300"/>
                    </a:lnTo>
                    <a:lnTo>
                      <a:pt x="2131" y="157960"/>
                    </a:lnTo>
                    <a:lnTo>
                      <a:pt x="12954" y="213360"/>
                    </a:lnTo>
                    <a:lnTo>
                      <a:pt x="38100" y="244602"/>
                    </a:lnTo>
                    <a:lnTo>
                      <a:pt x="48410" y="245137"/>
                    </a:lnTo>
                    <a:lnTo>
                      <a:pt x="57721" y="242601"/>
                    </a:lnTo>
                    <a:lnTo>
                      <a:pt x="66174" y="237636"/>
                    </a:lnTo>
                    <a:lnTo>
                      <a:pt x="73914" y="230886"/>
                    </a:lnTo>
                    <a:lnTo>
                      <a:pt x="76962" y="227076"/>
                    </a:lnTo>
                    <a:lnTo>
                      <a:pt x="79248" y="223265"/>
                    </a:lnTo>
                    <a:lnTo>
                      <a:pt x="82296" y="2202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23" name="Google Shape;3523;p32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5120614" y="4174210"/>
                <a:ext cx="199218" cy="2454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24" name="Google Shape;3524;p32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591530" y="4205452"/>
              <a:ext cx="147116" cy="2234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5" name="Google Shape;3525;p3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5911570" y="4142063"/>
              <a:ext cx="125780" cy="2143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6" name="Google Shape;3526;p32"/>
            <p:cNvSpPr/>
            <p:nvPr/>
          </p:nvSpPr>
          <p:spPr>
            <a:xfrm>
              <a:off x="5996940" y="4447734"/>
              <a:ext cx="259079" cy="17780"/>
            </a:xfrm>
            <a:custGeom>
              <a:rect b="b" l="l" r="r" t="t"/>
              <a:pathLst>
                <a:path extrusionOk="0" h="17779" w="259079">
                  <a:moveTo>
                    <a:pt x="0" y="17585"/>
                  </a:moveTo>
                  <a:lnTo>
                    <a:pt x="46934" y="5691"/>
                  </a:lnTo>
                  <a:lnTo>
                    <a:pt x="88070" y="1023"/>
                  </a:lnTo>
                  <a:lnTo>
                    <a:pt x="138576" y="0"/>
                  </a:lnTo>
                  <a:lnTo>
                    <a:pt x="163830" y="59"/>
                  </a:lnTo>
                  <a:lnTo>
                    <a:pt x="184975" y="83"/>
                  </a:lnTo>
                  <a:lnTo>
                    <a:pt x="206121" y="250"/>
                  </a:lnTo>
                  <a:lnTo>
                    <a:pt x="227266" y="702"/>
                  </a:lnTo>
                  <a:lnTo>
                    <a:pt x="248411" y="1583"/>
                  </a:lnTo>
                  <a:lnTo>
                    <a:pt x="252222" y="1583"/>
                  </a:lnTo>
                  <a:lnTo>
                    <a:pt x="256794" y="821"/>
                  </a:lnTo>
                  <a:lnTo>
                    <a:pt x="259079" y="2345"/>
                  </a:lnTo>
                  <a:lnTo>
                    <a:pt x="259079" y="3107"/>
                  </a:lnTo>
                  <a:lnTo>
                    <a:pt x="259079" y="3869"/>
                  </a:lnTo>
                  <a:lnTo>
                    <a:pt x="259079" y="4631"/>
                  </a:lnTo>
                  <a:lnTo>
                    <a:pt x="252222" y="6155"/>
                  </a:lnTo>
                  <a:lnTo>
                    <a:pt x="246126" y="6155"/>
                  </a:lnTo>
                  <a:lnTo>
                    <a:pt x="238506" y="615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27" name="Google Shape;3527;p32"/>
            <p:cNvGrpSpPr/>
            <p:nvPr/>
          </p:nvGrpSpPr>
          <p:grpSpPr>
            <a:xfrm>
              <a:off x="6047837" y="4080510"/>
              <a:ext cx="280700" cy="238757"/>
              <a:chOff x="6047837" y="4080510"/>
              <a:chExt cx="280700" cy="238757"/>
            </a:xfrm>
          </p:grpSpPr>
          <p:pic>
            <p:nvPicPr>
              <p:cNvPr id="3528" name="Google Shape;3528;p32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6047837" y="4100296"/>
                <a:ext cx="212017" cy="2189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29" name="Google Shape;3529;p32"/>
              <p:cNvSpPr/>
              <p:nvPr/>
            </p:nvSpPr>
            <p:spPr>
              <a:xfrm>
                <a:off x="6252972" y="4080510"/>
                <a:ext cx="75565" cy="232410"/>
              </a:xfrm>
              <a:custGeom>
                <a:rect b="b" l="l" r="r" t="t"/>
                <a:pathLst>
                  <a:path extrusionOk="0" h="232410" w="75564">
                    <a:moveTo>
                      <a:pt x="0" y="0"/>
                    </a:moveTo>
                    <a:lnTo>
                      <a:pt x="38862" y="29717"/>
                    </a:lnTo>
                    <a:lnTo>
                      <a:pt x="69723" y="85534"/>
                    </a:lnTo>
                    <a:lnTo>
                      <a:pt x="75295" y="117157"/>
                    </a:lnTo>
                    <a:lnTo>
                      <a:pt x="73152" y="149351"/>
                    </a:lnTo>
                    <a:lnTo>
                      <a:pt x="56292" y="191166"/>
                    </a:lnTo>
                    <a:lnTo>
                      <a:pt x="27432" y="225552"/>
                    </a:lnTo>
                    <a:lnTo>
                      <a:pt x="19050" y="230124"/>
                    </a:lnTo>
                    <a:lnTo>
                      <a:pt x="16764" y="231647"/>
                    </a:lnTo>
                    <a:lnTo>
                      <a:pt x="10668" y="23241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530" name="Google Shape;3530;p32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457162" y="4152112"/>
              <a:ext cx="119684" cy="1471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1" name="Google Shape;3531;p3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774916" y="3967708"/>
              <a:ext cx="166166" cy="3630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32" name="Google Shape;3532;p32"/>
            <p:cNvGrpSpPr/>
            <p:nvPr/>
          </p:nvGrpSpPr>
          <p:grpSpPr>
            <a:xfrm>
              <a:off x="648436" y="3496030"/>
              <a:ext cx="7428717" cy="2471216"/>
              <a:chOff x="648436" y="3496030"/>
              <a:chExt cx="7428717" cy="2471216"/>
            </a:xfrm>
          </p:grpSpPr>
          <p:sp>
            <p:nvSpPr>
              <p:cNvPr id="3533" name="Google Shape;3533;p32"/>
              <p:cNvSpPr/>
              <p:nvPr/>
            </p:nvSpPr>
            <p:spPr>
              <a:xfrm>
                <a:off x="7049928" y="4012989"/>
                <a:ext cx="104775" cy="252095"/>
              </a:xfrm>
              <a:custGeom>
                <a:rect b="b" l="l" r="r" t="t"/>
                <a:pathLst>
                  <a:path extrusionOk="0" h="252095" w="104775">
                    <a:moveTo>
                      <a:pt x="76295" y="1226"/>
                    </a:moveTo>
                    <a:lnTo>
                      <a:pt x="65662" y="0"/>
                    </a:lnTo>
                    <a:lnTo>
                      <a:pt x="56959" y="559"/>
                    </a:lnTo>
                    <a:lnTo>
                      <a:pt x="48970" y="4119"/>
                    </a:lnTo>
                    <a:lnTo>
                      <a:pt x="19716" y="45327"/>
                    </a:lnTo>
                    <a:lnTo>
                      <a:pt x="6953" y="82760"/>
                    </a:lnTo>
                    <a:lnTo>
                      <a:pt x="0" y="140958"/>
                    </a:lnTo>
                    <a:lnTo>
                      <a:pt x="1916" y="170521"/>
                    </a:lnTo>
                    <a:lnTo>
                      <a:pt x="14097" y="213717"/>
                    </a:lnTo>
                    <a:lnTo>
                      <a:pt x="45815" y="248114"/>
                    </a:lnTo>
                    <a:lnTo>
                      <a:pt x="58019" y="251769"/>
                    </a:lnTo>
                    <a:lnTo>
                      <a:pt x="70294" y="251638"/>
                    </a:lnTo>
                    <a:lnTo>
                      <a:pt x="82141" y="248221"/>
                    </a:lnTo>
                    <a:lnTo>
                      <a:pt x="93059" y="242018"/>
                    </a:lnTo>
                    <a:lnTo>
                      <a:pt x="96869" y="238208"/>
                    </a:lnTo>
                    <a:lnTo>
                      <a:pt x="100679" y="234398"/>
                    </a:lnTo>
                    <a:lnTo>
                      <a:pt x="104489" y="23058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34" name="Google Shape;3534;p32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155154" y="4064482"/>
                <a:ext cx="212648" cy="11964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35" name="Google Shape;3535;p32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7389088" y="4003522"/>
                <a:ext cx="140258" cy="1234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36" name="Google Shape;3536;p32"/>
              <p:cNvSpPr/>
              <p:nvPr/>
            </p:nvSpPr>
            <p:spPr>
              <a:xfrm>
                <a:off x="7545324" y="3908298"/>
                <a:ext cx="114300" cy="308610"/>
              </a:xfrm>
              <a:custGeom>
                <a:rect b="b" l="l" r="r" t="t"/>
                <a:pathLst>
                  <a:path extrusionOk="0" h="308610" w="114300">
                    <a:moveTo>
                      <a:pt x="2285" y="0"/>
                    </a:moveTo>
                    <a:lnTo>
                      <a:pt x="37861" y="25288"/>
                    </a:lnTo>
                    <a:lnTo>
                      <a:pt x="73247" y="62960"/>
                    </a:lnTo>
                    <a:lnTo>
                      <a:pt x="102191" y="110585"/>
                    </a:lnTo>
                    <a:lnTo>
                      <a:pt x="114299" y="164592"/>
                    </a:lnTo>
                    <a:lnTo>
                      <a:pt x="113740" y="185189"/>
                    </a:lnTo>
                    <a:lnTo>
                      <a:pt x="102619" y="223527"/>
                    </a:lnTo>
                    <a:lnTo>
                      <a:pt x="78462" y="260080"/>
                    </a:lnTo>
                    <a:lnTo>
                      <a:pt x="42695" y="291703"/>
                    </a:lnTo>
                    <a:lnTo>
                      <a:pt x="7619" y="306324"/>
                    </a:lnTo>
                    <a:lnTo>
                      <a:pt x="0" y="30861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537" name="Google Shape;3537;p32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48436" y="3496030"/>
                <a:ext cx="7428717" cy="24712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538" name="Google Shape;3538;p32"/>
            <p:cNvGrpSpPr/>
            <p:nvPr/>
          </p:nvGrpSpPr>
          <p:grpSpPr>
            <a:xfrm>
              <a:off x="8340089" y="5004054"/>
              <a:ext cx="595249" cy="203835"/>
              <a:chOff x="8340089" y="5004054"/>
              <a:chExt cx="595249" cy="203835"/>
            </a:xfrm>
          </p:grpSpPr>
          <p:sp>
            <p:nvSpPr>
              <p:cNvPr id="3539" name="Google Shape;3539;p32"/>
              <p:cNvSpPr/>
              <p:nvPr/>
            </p:nvSpPr>
            <p:spPr>
              <a:xfrm>
                <a:off x="8340089" y="5004054"/>
                <a:ext cx="209550" cy="203835"/>
              </a:xfrm>
              <a:custGeom>
                <a:rect b="b" l="l" r="r" t="t"/>
                <a:pathLst>
                  <a:path extrusionOk="0" h="203835" w="209550">
                    <a:moveTo>
                      <a:pt x="73151" y="10668"/>
                    </a:moveTo>
                    <a:lnTo>
                      <a:pt x="62483" y="3810"/>
                    </a:lnTo>
                    <a:lnTo>
                      <a:pt x="62483" y="0"/>
                    </a:lnTo>
                    <a:lnTo>
                      <a:pt x="54863" y="762"/>
                    </a:lnTo>
                    <a:lnTo>
                      <a:pt x="52649" y="14144"/>
                    </a:lnTo>
                    <a:lnTo>
                      <a:pt x="51434" y="27813"/>
                    </a:lnTo>
                    <a:lnTo>
                      <a:pt x="50792" y="41481"/>
                    </a:lnTo>
                    <a:lnTo>
                      <a:pt x="50291" y="54864"/>
                    </a:lnTo>
                    <a:lnTo>
                      <a:pt x="50339" y="75997"/>
                    </a:lnTo>
                    <a:lnTo>
                      <a:pt x="51577" y="117979"/>
                    </a:lnTo>
                    <a:lnTo>
                      <a:pt x="56292" y="158781"/>
                    </a:lnTo>
                    <a:lnTo>
                      <a:pt x="57733" y="168580"/>
                    </a:lnTo>
                    <a:lnTo>
                      <a:pt x="58673" y="178308"/>
                    </a:lnTo>
                    <a:lnTo>
                      <a:pt x="58673" y="179070"/>
                    </a:lnTo>
                    <a:lnTo>
                      <a:pt x="58673" y="179832"/>
                    </a:lnTo>
                    <a:lnTo>
                      <a:pt x="58673" y="180594"/>
                    </a:lnTo>
                    <a:lnTo>
                      <a:pt x="56435" y="172843"/>
                    </a:lnTo>
                    <a:lnTo>
                      <a:pt x="53339" y="165449"/>
                    </a:lnTo>
                    <a:lnTo>
                      <a:pt x="49672" y="158198"/>
                    </a:lnTo>
                    <a:lnTo>
                      <a:pt x="45719" y="150876"/>
                    </a:lnTo>
                    <a:lnTo>
                      <a:pt x="40612" y="140291"/>
                    </a:lnTo>
                    <a:lnTo>
                      <a:pt x="13346" y="108156"/>
                    </a:lnTo>
                    <a:lnTo>
                      <a:pt x="0" y="153543"/>
                    </a:lnTo>
                    <a:lnTo>
                      <a:pt x="380" y="168163"/>
                    </a:lnTo>
                    <a:lnTo>
                      <a:pt x="25765" y="201930"/>
                    </a:lnTo>
                    <a:lnTo>
                      <a:pt x="36575" y="203454"/>
                    </a:lnTo>
                    <a:lnTo>
                      <a:pt x="50863" y="202227"/>
                    </a:lnTo>
                    <a:lnTo>
                      <a:pt x="86867" y="179832"/>
                    </a:lnTo>
                    <a:lnTo>
                      <a:pt x="111299" y="143398"/>
                    </a:lnTo>
                    <a:lnTo>
                      <a:pt x="115061" y="99822"/>
                    </a:lnTo>
                    <a:lnTo>
                      <a:pt x="109251" y="105251"/>
                    </a:lnTo>
                    <a:lnTo>
                      <a:pt x="96750" y="144458"/>
                    </a:lnTo>
                    <a:lnTo>
                      <a:pt x="95249" y="185928"/>
                    </a:lnTo>
                    <a:lnTo>
                      <a:pt x="133659" y="188118"/>
                    </a:lnTo>
                    <a:lnTo>
                      <a:pt x="156126" y="150673"/>
                    </a:lnTo>
                    <a:lnTo>
                      <a:pt x="157769" y="128647"/>
                    </a:lnTo>
                    <a:lnTo>
                      <a:pt x="157733" y="117348"/>
                    </a:lnTo>
                    <a:lnTo>
                      <a:pt x="157733" y="109728"/>
                    </a:lnTo>
                    <a:lnTo>
                      <a:pt x="156971" y="102870"/>
                    </a:lnTo>
                    <a:lnTo>
                      <a:pt x="156209" y="96012"/>
                    </a:lnTo>
                    <a:lnTo>
                      <a:pt x="160781" y="102870"/>
                    </a:lnTo>
                    <a:lnTo>
                      <a:pt x="164591" y="107442"/>
                    </a:lnTo>
                    <a:lnTo>
                      <a:pt x="169163" y="114300"/>
                    </a:lnTo>
                    <a:lnTo>
                      <a:pt x="179224" y="125110"/>
                    </a:lnTo>
                    <a:lnTo>
                      <a:pt x="191357" y="136779"/>
                    </a:lnTo>
                    <a:lnTo>
                      <a:pt x="202489" y="149018"/>
                    </a:lnTo>
                    <a:lnTo>
                      <a:pt x="209549" y="161544"/>
                    </a:lnTo>
                    <a:lnTo>
                      <a:pt x="208895" y="169711"/>
                    </a:lnTo>
                    <a:lnTo>
                      <a:pt x="203168" y="176022"/>
                    </a:lnTo>
                    <a:lnTo>
                      <a:pt x="195298" y="180617"/>
                    </a:lnTo>
                    <a:lnTo>
                      <a:pt x="188213" y="183642"/>
                    </a:lnTo>
                    <a:lnTo>
                      <a:pt x="179915" y="187190"/>
                    </a:lnTo>
                    <a:lnTo>
                      <a:pt x="165830" y="192024"/>
                    </a:lnTo>
                    <a:lnTo>
                      <a:pt x="151888" y="194571"/>
                    </a:lnTo>
                    <a:lnTo>
                      <a:pt x="144017" y="191262"/>
                    </a:lnTo>
                    <a:lnTo>
                      <a:pt x="144017" y="188976"/>
                    </a:lnTo>
                    <a:lnTo>
                      <a:pt x="144017" y="185928"/>
                    </a:lnTo>
                    <a:lnTo>
                      <a:pt x="144017" y="18364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0" name="Google Shape;3540;p32"/>
              <p:cNvSpPr/>
              <p:nvPr/>
            </p:nvSpPr>
            <p:spPr>
              <a:xfrm>
                <a:off x="8564308" y="5084064"/>
                <a:ext cx="80645" cy="102235"/>
              </a:xfrm>
              <a:custGeom>
                <a:rect b="b" l="l" r="r" t="t"/>
                <a:pathLst>
                  <a:path extrusionOk="0" h="102235" w="80645">
                    <a:moveTo>
                      <a:pt x="31813" y="0"/>
                    </a:moveTo>
                    <a:lnTo>
                      <a:pt x="9632" y="36004"/>
                    </a:lnTo>
                    <a:lnTo>
                      <a:pt x="0" y="71342"/>
                    </a:lnTo>
                    <a:lnTo>
                      <a:pt x="952" y="82212"/>
                    </a:lnTo>
                    <a:lnTo>
                      <a:pt x="5905" y="91440"/>
                    </a:lnTo>
                    <a:lnTo>
                      <a:pt x="15728" y="98250"/>
                    </a:lnTo>
                    <a:lnTo>
                      <a:pt x="27336" y="101346"/>
                    </a:lnTo>
                    <a:lnTo>
                      <a:pt x="39659" y="102155"/>
                    </a:lnTo>
                    <a:lnTo>
                      <a:pt x="51625" y="102107"/>
                    </a:lnTo>
                    <a:lnTo>
                      <a:pt x="60328" y="101643"/>
                    </a:lnTo>
                    <a:lnTo>
                      <a:pt x="66960" y="100107"/>
                    </a:lnTo>
                    <a:lnTo>
                      <a:pt x="73163" y="97285"/>
                    </a:lnTo>
                    <a:lnTo>
                      <a:pt x="80581" y="9296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1" name="Google Shape;3541;p32"/>
              <p:cNvSpPr/>
              <p:nvPr/>
            </p:nvSpPr>
            <p:spPr>
              <a:xfrm>
                <a:off x="8677929" y="5109210"/>
                <a:ext cx="53975" cy="78105"/>
              </a:xfrm>
              <a:custGeom>
                <a:rect b="b" l="l" r="r" t="t"/>
                <a:pathLst>
                  <a:path extrusionOk="0" h="78104" w="53975">
                    <a:moveTo>
                      <a:pt x="3536" y="0"/>
                    </a:moveTo>
                    <a:lnTo>
                      <a:pt x="1881" y="12572"/>
                    </a:lnTo>
                    <a:lnTo>
                      <a:pt x="583" y="25145"/>
                    </a:lnTo>
                    <a:lnTo>
                      <a:pt x="0" y="37718"/>
                    </a:lnTo>
                    <a:lnTo>
                      <a:pt x="488" y="50291"/>
                    </a:lnTo>
                    <a:lnTo>
                      <a:pt x="29825" y="77616"/>
                    </a:lnTo>
                    <a:lnTo>
                      <a:pt x="38397" y="75342"/>
                    </a:lnTo>
                    <a:lnTo>
                      <a:pt x="46112" y="70639"/>
                    </a:lnTo>
                    <a:lnTo>
                      <a:pt x="53828" y="6400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2" name="Google Shape;3542;p32"/>
              <p:cNvSpPr/>
              <p:nvPr/>
            </p:nvSpPr>
            <p:spPr>
              <a:xfrm>
                <a:off x="8681465" y="5100613"/>
                <a:ext cx="47625" cy="31115"/>
              </a:xfrm>
              <a:custGeom>
                <a:rect b="b" l="l" r="r" t="t"/>
                <a:pathLst>
                  <a:path extrusionOk="0" h="31114" w="47625">
                    <a:moveTo>
                      <a:pt x="14477" y="29932"/>
                    </a:moveTo>
                    <a:lnTo>
                      <a:pt x="24955" y="30789"/>
                    </a:lnTo>
                    <a:lnTo>
                      <a:pt x="34289" y="30503"/>
                    </a:lnTo>
                    <a:lnTo>
                      <a:pt x="41909" y="26503"/>
                    </a:lnTo>
                    <a:lnTo>
                      <a:pt x="47243" y="16216"/>
                    </a:lnTo>
                    <a:lnTo>
                      <a:pt x="47446" y="9548"/>
                    </a:lnTo>
                    <a:lnTo>
                      <a:pt x="44291" y="5167"/>
                    </a:lnTo>
                    <a:lnTo>
                      <a:pt x="38992" y="2500"/>
                    </a:lnTo>
                    <a:lnTo>
                      <a:pt x="32765" y="976"/>
                    </a:lnTo>
                    <a:lnTo>
                      <a:pt x="25038" y="0"/>
                    </a:lnTo>
                    <a:lnTo>
                      <a:pt x="17240" y="23"/>
                    </a:lnTo>
                    <a:lnTo>
                      <a:pt x="10156" y="2047"/>
                    </a:lnTo>
                    <a:lnTo>
                      <a:pt x="4571" y="7072"/>
                    </a:lnTo>
                    <a:lnTo>
                      <a:pt x="0" y="13930"/>
                    </a:lnTo>
                    <a:lnTo>
                      <a:pt x="1523" y="21550"/>
                    </a:lnTo>
                    <a:lnTo>
                      <a:pt x="1523" y="2840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3" name="Google Shape;3543;p32"/>
              <p:cNvSpPr/>
              <p:nvPr/>
            </p:nvSpPr>
            <p:spPr>
              <a:xfrm>
                <a:off x="8770619" y="5101590"/>
                <a:ext cx="57785" cy="67310"/>
              </a:xfrm>
              <a:custGeom>
                <a:rect b="b" l="l" r="r" t="t"/>
                <a:pathLst>
                  <a:path extrusionOk="0" h="67310" w="57784">
                    <a:moveTo>
                      <a:pt x="9905" y="6857"/>
                    </a:moveTo>
                    <a:lnTo>
                      <a:pt x="10334" y="15311"/>
                    </a:lnTo>
                    <a:lnTo>
                      <a:pt x="10477" y="23621"/>
                    </a:lnTo>
                    <a:lnTo>
                      <a:pt x="10334" y="31932"/>
                    </a:lnTo>
                    <a:lnTo>
                      <a:pt x="9905" y="40385"/>
                    </a:lnTo>
                    <a:lnTo>
                      <a:pt x="9905" y="45719"/>
                    </a:lnTo>
                    <a:lnTo>
                      <a:pt x="10667" y="54863"/>
                    </a:lnTo>
                    <a:lnTo>
                      <a:pt x="9143" y="60197"/>
                    </a:lnTo>
                    <a:lnTo>
                      <a:pt x="8381" y="60959"/>
                    </a:lnTo>
                    <a:lnTo>
                      <a:pt x="7619" y="60959"/>
                    </a:lnTo>
                    <a:lnTo>
                      <a:pt x="7619" y="61721"/>
                    </a:lnTo>
                    <a:lnTo>
                      <a:pt x="5333" y="58673"/>
                    </a:lnTo>
                    <a:lnTo>
                      <a:pt x="3047" y="55625"/>
                    </a:lnTo>
                    <a:lnTo>
                      <a:pt x="1523" y="50291"/>
                    </a:lnTo>
                    <a:lnTo>
                      <a:pt x="476" y="42029"/>
                    </a:lnTo>
                    <a:lnTo>
                      <a:pt x="0" y="32765"/>
                    </a:lnTo>
                    <a:lnTo>
                      <a:pt x="666" y="23502"/>
                    </a:lnTo>
                    <a:lnTo>
                      <a:pt x="25907" y="0"/>
                    </a:lnTo>
                    <a:lnTo>
                      <a:pt x="32706" y="392"/>
                    </a:lnTo>
                    <a:lnTo>
                      <a:pt x="56768" y="31051"/>
                    </a:lnTo>
                    <a:lnTo>
                      <a:pt x="57459" y="41862"/>
                    </a:lnTo>
                    <a:lnTo>
                      <a:pt x="57149" y="51815"/>
                    </a:lnTo>
                    <a:lnTo>
                      <a:pt x="56387" y="57911"/>
                    </a:lnTo>
                    <a:lnTo>
                      <a:pt x="54101" y="62483"/>
                    </a:lnTo>
                    <a:lnTo>
                      <a:pt x="51815" y="6705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4" name="Google Shape;3544;p32"/>
              <p:cNvSpPr/>
              <p:nvPr/>
            </p:nvSpPr>
            <p:spPr>
              <a:xfrm>
                <a:off x="8859773" y="5035296"/>
                <a:ext cx="8255" cy="136525"/>
              </a:xfrm>
              <a:custGeom>
                <a:rect b="b" l="l" r="r" t="t"/>
                <a:pathLst>
                  <a:path extrusionOk="0" h="136525" w="8254">
                    <a:moveTo>
                      <a:pt x="2285" y="0"/>
                    </a:moveTo>
                    <a:lnTo>
                      <a:pt x="7429" y="41255"/>
                    </a:lnTo>
                    <a:lnTo>
                      <a:pt x="7727" y="69342"/>
                    </a:lnTo>
                    <a:lnTo>
                      <a:pt x="7905" y="83058"/>
                    </a:lnTo>
                    <a:lnTo>
                      <a:pt x="6095" y="124301"/>
                    </a:lnTo>
                    <a:lnTo>
                      <a:pt x="3976" y="130742"/>
                    </a:lnTo>
                    <a:lnTo>
                      <a:pt x="0" y="13639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5" name="Google Shape;3545;p32"/>
              <p:cNvSpPr/>
              <p:nvPr/>
            </p:nvSpPr>
            <p:spPr>
              <a:xfrm>
                <a:off x="8844533" y="5095494"/>
                <a:ext cx="90805" cy="18415"/>
              </a:xfrm>
              <a:custGeom>
                <a:rect b="b" l="l" r="r" t="t"/>
                <a:pathLst>
                  <a:path extrusionOk="0" h="18414" w="90804">
                    <a:moveTo>
                      <a:pt x="0" y="18288"/>
                    </a:moveTo>
                    <a:lnTo>
                      <a:pt x="48768" y="3810"/>
                    </a:lnTo>
                    <a:lnTo>
                      <a:pt x="68580" y="2286"/>
                    </a:lnTo>
                    <a:lnTo>
                      <a:pt x="78557" y="1666"/>
                    </a:lnTo>
                    <a:lnTo>
                      <a:pt x="88392" y="762"/>
                    </a:lnTo>
                    <a:lnTo>
                      <a:pt x="89154" y="762"/>
                    </a:lnTo>
                    <a:lnTo>
                      <a:pt x="89916" y="0"/>
                    </a:lnTo>
                    <a:lnTo>
                      <a:pt x="90678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6" name="Google Shape;3546;p32"/>
            <p:cNvGrpSpPr/>
            <p:nvPr/>
          </p:nvGrpSpPr>
          <p:grpSpPr>
            <a:xfrm>
              <a:off x="9156928" y="4960594"/>
              <a:ext cx="739166" cy="260375"/>
              <a:chOff x="9156928" y="4960594"/>
              <a:chExt cx="739166" cy="260375"/>
            </a:xfrm>
          </p:grpSpPr>
          <p:pic>
            <p:nvPicPr>
              <p:cNvPr id="3547" name="Google Shape;3547;p32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9156928" y="4960594"/>
                <a:ext cx="365810" cy="16559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48" name="Google Shape;3548;p32"/>
              <p:cNvSpPr/>
              <p:nvPr/>
            </p:nvSpPr>
            <p:spPr>
              <a:xfrm>
                <a:off x="9567672" y="4998719"/>
                <a:ext cx="36195" cy="99060"/>
              </a:xfrm>
              <a:custGeom>
                <a:rect b="b" l="l" r="r" t="t"/>
                <a:pathLst>
                  <a:path extrusionOk="0" h="99060" w="36195">
                    <a:moveTo>
                      <a:pt x="0" y="24384"/>
                    </a:moveTo>
                    <a:lnTo>
                      <a:pt x="26670" y="59436"/>
                    </a:lnTo>
                    <a:lnTo>
                      <a:pt x="28289" y="76676"/>
                    </a:lnTo>
                    <a:lnTo>
                      <a:pt x="28277" y="85689"/>
                    </a:lnTo>
                    <a:lnTo>
                      <a:pt x="28194" y="94488"/>
                    </a:lnTo>
                    <a:lnTo>
                      <a:pt x="27432" y="96012"/>
                    </a:lnTo>
                    <a:lnTo>
                      <a:pt x="27432" y="97536"/>
                    </a:lnTo>
                    <a:lnTo>
                      <a:pt x="27432" y="99060"/>
                    </a:lnTo>
                    <a:lnTo>
                      <a:pt x="20574" y="96012"/>
                    </a:lnTo>
                    <a:lnTo>
                      <a:pt x="19812" y="93726"/>
                    </a:lnTo>
                    <a:lnTo>
                      <a:pt x="18288" y="83820"/>
                    </a:lnTo>
                    <a:lnTo>
                      <a:pt x="16311" y="71127"/>
                    </a:lnTo>
                    <a:lnTo>
                      <a:pt x="15049" y="58293"/>
                    </a:lnTo>
                    <a:lnTo>
                      <a:pt x="14644" y="45458"/>
                    </a:lnTo>
                    <a:lnTo>
                      <a:pt x="15240" y="32766"/>
                    </a:lnTo>
                    <a:lnTo>
                      <a:pt x="34290" y="762"/>
                    </a:lnTo>
                    <a:lnTo>
                      <a:pt x="35813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9" name="Google Shape;3549;p32"/>
              <p:cNvSpPr/>
              <p:nvPr/>
            </p:nvSpPr>
            <p:spPr>
              <a:xfrm>
                <a:off x="9633680" y="5010149"/>
                <a:ext cx="192405" cy="210820"/>
              </a:xfrm>
              <a:custGeom>
                <a:rect b="b" l="l" r="r" t="t"/>
                <a:pathLst>
                  <a:path extrusionOk="0" h="210820" w="192404">
                    <a:moveTo>
                      <a:pt x="53625" y="57150"/>
                    </a:moveTo>
                    <a:lnTo>
                      <a:pt x="54054" y="45589"/>
                    </a:lnTo>
                    <a:lnTo>
                      <a:pt x="54768" y="33242"/>
                    </a:lnTo>
                    <a:lnTo>
                      <a:pt x="54911" y="21038"/>
                    </a:lnTo>
                    <a:lnTo>
                      <a:pt x="53625" y="9906"/>
                    </a:lnTo>
                    <a:lnTo>
                      <a:pt x="51339" y="0"/>
                    </a:lnTo>
                    <a:lnTo>
                      <a:pt x="42195" y="3810"/>
                    </a:lnTo>
                    <a:lnTo>
                      <a:pt x="19407" y="38600"/>
                    </a:lnTo>
                    <a:lnTo>
                      <a:pt x="11715" y="64293"/>
                    </a:lnTo>
                    <a:lnTo>
                      <a:pt x="12311" y="71711"/>
                    </a:lnTo>
                    <a:lnTo>
                      <a:pt x="17049" y="76200"/>
                    </a:lnTo>
                    <a:lnTo>
                      <a:pt x="23752" y="77283"/>
                    </a:lnTo>
                    <a:lnTo>
                      <a:pt x="30098" y="76295"/>
                    </a:lnTo>
                    <a:lnTo>
                      <a:pt x="36016" y="73735"/>
                    </a:lnTo>
                    <a:lnTo>
                      <a:pt x="41433" y="70104"/>
                    </a:lnTo>
                    <a:lnTo>
                      <a:pt x="46005" y="67056"/>
                    </a:lnTo>
                    <a:lnTo>
                      <a:pt x="50577" y="63246"/>
                    </a:lnTo>
                    <a:lnTo>
                      <a:pt x="53625" y="60960"/>
                    </a:lnTo>
                    <a:lnTo>
                      <a:pt x="54947" y="70342"/>
                    </a:lnTo>
                    <a:lnTo>
                      <a:pt x="55625" y="80010"/>
                    </a:lnTo>
                    <a:lnTo>
                      <a:pt x="55876" y="89677"/>
                    </a:lnTo>
                    <a:lnTo>
                      <a:pt x="55911" y="99060"/>
                    </a:lnTo>
                    <a:lnTo>
                      <a:pt x="56102" y="116205"/>
                    </a:lnTo>
                    <a:lnTo>
                      <a:pt x="54387" y="167640"/>
                    </a:lnTo>
                    <a:lnTo>
                      <a:pt x="36861" y="208788"/>
                    </a:lnTo>
                    <a:lnTo>
                      <a:pt x="28182" y="210347"/>
                    </a:lnTo>
                    <a:lnTo>
                      <a:pt x="20573" y="206406"/>
                    </a:lnTo>
                    <a:lnTo>
                      <a:pt x="1238" y="164115"/>
                    </a:lnTo>
                    <a:lnTo>
                      <a:pt x="0" y="149268"/>
                    </a:lnTo>
                    <a:lnTo>
                      <a:pt x="1047" y="135636"/>
                    </a:lnTo>
                    <a:lnTo>
                      <a:pt x="22800" y="103060"/>
                    </a:lnTo>
                    <a:lnTo>
                      <a:pt x="65150" y="79533"/>
                    </a:lnTo>
                    <a:lnTo>
                      <a:pt x="80426" y="71139"/>
                    </a:lnTo>
                    <a:lnTo>
                      <a:pt x="108203" y="43148"/>
                    </a:lnTo>
                    <a:lnTo>
                      <a:pt x="100107" y="9906"/>
                    </a:lnTo>
                    <a:lnTo>
                      <a:pt x="94011" y="15240"/>
                    </a:lnTo>
                    <a:lnTo>
                      <a:pt x="74961" y="55626"/>
                    </a:lnTo>
                    <a:lnTo>
                      <a:pt x="73532" y="73056"/>
                    </a:lnTo>
                    <a:lnTo>
                      <a:pt x="75711" y="81664"/>
                    </a:lnTo>
                    <a:lnTo>
                      <a:pt x="81819" y="87630"/>
                    </a:lnTo>
                    <a:lnTo>
                      <a:pt x="89939" y="89273"/>
                    </a:lnTo>
                    <a:lnTo>
                      <a:pt x="98774" y="88773"/>
                    </a:lnTo>
                    <a:lnTo>
                      <a:pt x="129480" y="61841"/>
                    </a:lnTo>
                    <a:lnTo>
                      <a:pt x="133600" y="22907"/>
                    </a:lnTo>
                    <a:lnTo>
                      <a:pt x="133635" y="12954"/>
                    </a:lnTo>
                    <a:lnTo>
                      <a:pt x="133635" y="12192"/>
                    </a:lnTo>
                    <a:lnTo>
                      <a:pt x="134397" y="3048"/>
                    </a:lnTo>
                    <a:lnTo>
                      <a:pt x="134397" y="2286"/>
                    </a:lnTo>
                    <a:lnTo>
                      <a:pt x="136290" y="9906"/>
                    </a:lnTo>
                    <a:lnTo>
                      <a:pt x="138683" y="16954"/>
                    </a:lnTo>
                    <a:lnTo>
                      <a:pt x="162210" y="48768"/>
                    </a:lnTo>
                    <a:lnTo>
                      <a:pt x="171545" y="56626"/>
                    </a:lnTo>
                    <a:lnTo>
                      <a:pt x="180879" y="64770"/>
                    </a:lnTo>
                    <a:lnTo>
                      <a:pt x="183927" y="67056"/>
                    </a:lnTo>
                    <a:lnTo>
                      <a:pt x="192309" y="75438"/>
                    </a:lnTo>
                    <a:lnTo>
                      <a:pt x="186213" y="80010"/>
                    </a:lnTo>
                    <a:lnTo>
                      <a:pt x="178129" y="84653"/>
                    </a:lnTo>
                    <a:lnTo>
                      <a:pt x="168401" y="87439"/>
                    </a:lnTo>
                    <a:lnTo>
                      <a:pt x="158245" y="88796"/>
                    </a:lnTo>
                    <a:lnTo>
                      <a:pt x="148875" y="89154"/>
                    </a:lnTo>
                    <a:lnTo>
                      <a:pt x="142089" y="89939"/>
                    </a:lnTo>
                    <a:lnTo>
                      <a:pt x="132873" y="90297"/>
                    </a:lnTo>
                    <a:lnTo>
                      <a:pt x="124229" y="88939"/>
                    </a:lnTo>
                    <a:lnTo>
                      <a:pt x="119157" y="84582"/>
                    </a:lnTo>
                    <a:lnTo>
                      <a:pt x="119157" y="77724"/>
                    </a:lnTo>
                    <a:lnTo>
                      <a:pt x="119157" y="74676"/>
                    </a:lnTo>
                    <a:lnTo>
                      <a:pt x="120681" y="6934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0" name="Google Shape;3550;p32"/>
              <p:cNvSpPr/>
              <p:nvPr/>
            </p:nvSpPr>
            <p:spPr>
              <a:xfrm>
                <a:off x="9870948" y="4974335"/>
                <a:ext cx="2540" cy="86995"/>
              </a:xfrm>
              <a:custGeom>
                <a:rect b="b" l="l" r="r" t="t"/>
                <a:pathLst>
                  <a:path extrusionOk="0" h="86995" w="2540">
                    <a:moveTo>
                      <a:pt x="0" y="0"/>
                    </a:moveTo>
                    <a:lnTo>
                      <a:pt x="250" y="10167"/>
                    </a:lnTo>
                    <a:lnTo>
                      <a:pt x="857" y="20192"/>
                    </a:lnTo>
                    <a:lnTo>
                      <a:pt x="1607" y="30218"/>
                    </a:lnTo>
                    <a:lnTo>
                      <a:pt x="2286" y="40385"/>
                    </a:lnTo>
                    <a:lnTo>
                      <a:pt x="2274" y="51827"/>
                    </a:lnTo>
                    <a:lnTo>
                      <a:pt x="2190" y="63341"/>
                    </a:lnTo>
                    <a:lnTo>
                      <a:pt x="1964" y="74997"/>
                    </a:lnTo>
                    <a:lnTo>
                      <a:pt x="1524" y="8686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1" name="Google Shape;3551;p32"/>
              <p:cNvSpPr/>
              <p:nvPr/>
            </p:nvSpPr>
            <p:spPr>
              <a:xfrm>
                <a:off x="9865614" y="5155691"/>
                <a:ext cx="30480" cy="2540"/>
              </a:xfrm>
              <a:custGeom>
                <a:rect b="b" l="l" r="r" t="t"/>
                <a:pathLst>
                  <a:path extrusionOk="0" h="2539" w="30479">
                    <a:moveTo>
                      <a:pt x="30479" y="2286"/>
                    </a:moveTo>
                    <a:lnTo>
                      <a:pt x="20681" y="2250"/>
                    </a:lnTo>
                    <a:lnTo>
                      <a:pt x="13239" y="2000"/>
                    </a:lnTo>
                    <a:lnTo>
                      <a:pt x="6798" y="1321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6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60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1" name="Google Shape;35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28600"/>
            <a:ext cx="6430471" cy="73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2" name="Google Shape;3562;p33"/>
          <p:cNvSpPr/>
          <p:nvPr/>
        </p:nvSpPr>
        <p:spPr>
          <a:xfrm>
            <a:off x="2057399" y="2699657"/>
            <a:ext cx="6430471" cy="281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3" name="Google Shape;3563;p33"/>
          <p:cNvSpPr/>
          <p:nvPr/>
        </p:nvSpPr>
        <p:spPr>
          <a:xfrm>
            <a:off x="2057400" y="5486400"/>
            <a:ext cx="6430471" cy="281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67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34"/>
          <p:cNvSpPr/>
          <p:nvPr/>
        </p:nvSpPr>
        <p:spPr>
          <a:xfrm rot="-1856701">
            <a:off x="2009873" y="3456385"/>
            <a:ext cx="7239000" cy="3012678"/>
          </a:xfrm>
          <a:prstGeom prst="parallelogram">
            <a:avLst>
              <a:gd fmla="val 25000" name="adj"/>
            </a:avLst>
          </a:prstGeom>
          <a:solidFill>
            <a:schemeClr val="accent1">
              <a:alpha val="25882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9" name="Google Shape;3569;p34"/>
          <p:cNvCxnSpPr/>
          <p:nvPr/>
        </p:nvCxnSpPr>
        <p:spPr>
          <a:xfrm flipH="1" rot="10800000">
            <a:off x="4724400" y="3657600"/>
            <a:ext cx="2743200" cy="1066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0" name="Google Shape;3570;p34"/>
          <p:cNvCxnSpPr/>
          <p:nvPr/>
        </p:nvCxnSpPr>
        <p:spPr>
          <a:xfrm flipH="1" rot="10800000">
            <a:off x="4724400" y="2470666"/>
            <a:ext cx="2171700" cy="2253734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1" name="Google Shape;3571;p34"/>
          <p:cNvSpPr txBox="1"/>
          <p:nvPr/>
        </p:nvSpPr>
        <p:spPr>
          <a:xfrm>
            <a:off x="7445829" y="3853543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34"/>
          <p:cNvSpPr txBox="1"/>
          <p:nvPr/>
        </p:nvSpPr>
        <p:spPr>
          <a:xfrm>
            <a:off x="6992808" y="2286000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3" name="Google Shape;3573;p34"/>
          <p:cNvCxnSpPr/>
          <p:nvPr/>
        </p:nvCxnSpPr>
        <p:spPr>
          <a:xfrm flipH="1">
            <a:off x="4114800" y="4724400"/>
            <a:ext cx="609600" cy="1327666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4" name="Google Shape;3574;p34"/>
          <p:cNvSpPr txBox="1"/>
          <p:nvPr/>
        </p:nvSpPr>
        <p:spPr>
          <a:xfrm>
            <a:off x="4283529" y="5867400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5" name="Google Shape;3575;p34"/>
          <p:cNvCxnSpPr/>
          <p:nvPr/>
        </p:nvCxnSpPr>
        <p:spPr>
          <a:xfrm flipH="1" rot="10800000">
            <a:off x="4724400" y="914400"/>
            <a:ext cx="609600" cy="38100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6" name="Google Shape;3576;p34"/>
          <p:cNvCxnSpPr/>
          <p:nvPr/>
        </p:nvCxnSpPr>
        <p:spPr>
          <a:xfrm flipH="1" rot="10800000">
            <a:off x="4724400" y="3352800"/>
            <a:ext cx="1861857" cy="13716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7" name="Google Shape;3577;p34"/>
          <p:cNvCxnSpPr/>
          <p:nvPr/>
        </p:nvCxnSpPr>
        <p:spPr>
          <a:xfrm>
            <a:off x="5334000" y="914400"/>
            <a:ext cx="1219200" cy="2362200"/>
          </a:xfrm>
          <a:prstGeom prst="straightConnector1">
            <a:avLst/>
          </a:prstGeom>
          <a:noFill/>
          <a:ln cap="flat" cmpd="sng" w="57150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578" name="Google Shape;3578;p34"/>
          <p:cNvSpPr txBox="1"/>
          <p:nvPr/>
        </p:nvSpPr>
        <p:spPr>
          <a:xfrm>
            <a:off x="3162300" y="648710"/>
            <a:ext cx="2069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Claimed optimal 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9" name="Google Shape;3579;p34"/>
          <p:cNvSpPr txBox="1"/>
          <p:nvPr/>
        </p:nvSpPr>
        <p:spPr>
          <a:xfrm>
            <a:off x="6631366" y="3228201"/>
            <a:ext cx="4026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w’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34"/>
          <p:cNvSpPr txBox="1"/>
          <p:nvPr/>
        </p:nvSpPr>
        <p:spPr>
          <a:xfrm>
            <a:off x="7478486" y="6139543"/>
            <a:ext cx="23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w’ is also optimal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34"/>
          <p:cNvSpPr txBox="1"/>
          <p:nvPr/>
        </p:nvSpPr>
        <p:spPr>
          <a:xfrm>
            <a:off x="6090557" y="1796143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2" name="Google Shape;35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457" y="644417"/>
            <a:ext cx="2391931" cy="71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3" name="Google Shape;35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041" y="1606729"/>
            <a:ext cx="4550409" cy="199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9" name="Google Shape;35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81000"/>
            <a:ext cx="3429000" cy="2947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0" name="Google Shape;359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3962400"/>
            <a:ext cx="4572000" cy="3479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1" name="Google Shape;359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1419568"/>
            <a:ext cx="5213127" cy="44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7" name="Google Shape;3597;g2f7522d3ca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4650" y="2020350"/>
            <a:ext cx="3089650" cy="8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8" name="Google Shape;3598;g2f7522d3ca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775" y="2830250"/>
            <a:ext cx="3089651" cy="1011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9" name="Google Shape;3599;g2f7522d3ca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4650" y="3841652"/>
            <a:ext cx="3089650" cy="111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0" name="Google Shape;3600;g2f7522d3ca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975" y="4651628"/>
            <a:ext cx="5190996" cy="8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1" name="Google Shape;3601;g2f7522d3cae_0_0"/>
          <p:cNvSpPr/>
          <p:nvPr/>
        </p:nvSpPr>
        <p:spPr>
          <a:xfrm>
            <a:off x="579725" y="4702100"/>
            <a:ext cx="1449300" cy="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g2f7522d3cae_0_0"/>
          <p:cNvSpPr/>
          <p:nvPr/>
        </p:nvSpPr>
        <p:spPr>
          <a:xfrm>
            <a:off x="2780475" y="4749625"/>
            <a:ext cx="1333200" cy="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3" name="Google Shape;3603;g2f7522d3cae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4650" y="5686976"/>
            <a:ext cx="3315144" cy="10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4" name="Google Shape;3604;g2f7522d3cae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65375" y="6475550"/>
            <a:ext cx="2448200" cy="810966"/>
          </a:xfrm>
          <a:prstGeom prst="rect">
            <a:avLst/>
          </a:prstGeom>
          <a:noFill/>
          <a:ln>
            <a:noFill/>
          </a:ln>
        </p:spPr>
      </p:pic>
      <p:sp>
        <p:nvSpPr>
          <p:cNvPr id="3605" name="Google Shape;3605;g2f7522d3cae_0_0"/>
          <p:cNvSpPr/>
          <p:nvPr/>
        </p:nvSpPr>
        <p:spPr>
          <a:xfrm>
            <a:off x="2812681" y="6542950"/>
            <a:ext cx="944700" cy="67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6" name="Google Shape;3606;g2f7522d3cae_0_0"/>
          <p:cNvSpPr txBox="1"/>
          <p:nvPr/>
        </p:nvSpPr>
        <p:spPr>
          <a:xfrm>
            <a:off x="2909275" y="7219150"/>
            <a:ext cx="58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KERNEL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7" name="Google Shape;3607;g2f7522d3cae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74525" y="2300224"/>
            <a:ext cx="4765125" cy="40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1" name="Shape 3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2" name="Google Shape;3612;p36"/>
          <p:cNvGrpSpPr/>
          <p:nvPr/>
        </p:nvGrpSpPr>
        <p:grpSpPr>
          <a:xfrm>
            <a:off x="2438400" y="990600"/>
            <a:ext cx="6202535" cy="3148965"/>
            <a:chOff x="3712380" y="1988032"/>
            <a:chExt cx="4931494" cy="2151533"/>
          </a:xfrm>
        </p:grpSpPr>
        <p:grpSp>
          <p:nvGrpSpPr>
            <p:cNvPr id="3613" name="Google Shape;3613;p36"/>
            <p:cNvGrpSpPr/>
            <p:nvPr/>
          </p:nvGrpSpPr>
          <p:grpSpPr>
            <a:xfrm>
              <a:off x="4167352" y="2072852"/>
              <a:ext cx="717414" cy="228412"/>
              <a:chOff x="4167352" y="2072852"/>
              <a:chExt cx="717414" cy="228412"/>
            </a:xfrm>
          </p:grpSpPr>
          <p:pic>
            <p:nvPicPr>
              <p:cNvPr id="3614" name="Google Shape;3614;p3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167352" y="2072852"/>
                <a:ext cx="368096" cy="2284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15" name="Google Shape;3615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575022" y="2096653"/>
                <a:ext cx="309744" cy="1642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16" name="Google Shape;3616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0114" y="2059660"/>
              <a:ext cx="391718" cy="16388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17" name="Google Shape;3617;p36"/>
            <p:cNvGrpSpPr/>
            <p:nvPr/>
          </p:nvGrpSpPr>
          <p:grpSpPr>
            <a:xfrm>
              <a:off x="5599937" y="1988032"/>
              <a:ext cx="869372" cy="196367"/>
              <a:chOff x="5599937" y="1988032"/>
              <a:chExt cx="869372" cy="196367"/>
            </a:xfrm>
          </p:grpSpPr>
          <p:sp>
            <p:nvSpPr>
              <p:cNvPr id="3618" name="Google Shape;3618;p36"/>
              <p:cNvSpPr/>
              <p:nvPr/>
            </p:nvSpPr>
            <p:spPr>
              <a:xfrm>
                <a:off x="5599937" y="2011679"/>
                <a:ext cx="72390" cy="172720"/>
              </a:xfrm>
              <a:custGeom>
                <a:rect b="b" l="l" r="r" t="t"/>
                <a:pathLst>
                  <a:path extrusionOk="0" h="172719" w="72389">
                    <a:moveTo>
                      <a:pt x="0" y="0"/>
                    </a:moveTo>
                    <a:lnTo>
                      <a:pt x="1250" y="18418"/>
                    </a:lnTo>
                    <a:lnTo>
                      <a:pt x="2571" y="37052"/>
                    </a:lnTo>
                    <a:lnTo>
                      <a:pt x="3750" y="55828"/>
                    </a:lnTo>
                    <a:lnTo>
                      <a:pt x="4572" y="74676"/>
                    </a:lnTo>
                    <a:lnTo>
                      <a:pt x="4572" y="91940"/>
                    </a:lnTo>
                    <a:lnTo>
                      <a:pt x="4572" y="109346"/>
                    </a:lnTo>
                    <a:lnTo>
                      <a:pt x="4572" y="126753"/>
                    </a:lnTo>
                    <a:lnTo>
                      <a:pt x="4572" y="144018"/>
                    </a:lnTo>
                    <a:lnTo>
                      <a:pt x="4572" y="151638"/>
                    </a:lnTo>
                    <a:lnTo>
                      <a:pt x="3810" y="160020"/>
                    </a:lnTo>
                    <a:lnTo>
                      <a:pt x="7620" y="166878"/>
                    </a:lnTo>
                    <a:lnTo>
                      <a:pt x="9906" y="172212"/>
                    </a:lnTo>
                    <a:lnTo>
                      <a:pt x="14478" y="170688"/>
                    </a:lnTo>
                    <a:lnTo>
                      <a:pt x="19050" y="170688"/>
                    </a:lnTo>
                    <a:lnTo>
                      <a:pt x="63246" y="153161"/>
                    </a:lnTo>
                    <a:lnTo>
                      <a:pt x="66294" y="151637"/>
                    </a:lnTo>
                    <a:lnTo>
                      <a:pt x="72390" y="14706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9" name="Google Shape;3619;p36"/>
              <p:cNvSpPr/>
              <p:nvPr/>
            </p:nvSpPr>
            <p:spPr>
              <a:xfrm>
                <a:off x="5708677" y="2057399"/>
                <a:ext cx="74295" cy="118110"/>
              </a:xfrm>
              <a:custGeom>
                <a:rect b="b" l="l" r="r" t="t"/>
                <a:pathLst>
                  <a:path extrusionOk="0" h="118110" w="74295">
                    <a:moveTo>
                      <a:pt x="6322" y="0"/>
                    </a:moveTo>
                    <a:lnTo>
                      <a:pt x="2690" y="10703"/>
                    </a:lnTo>
                    <a:lnTo>
                      <a:pt x="702" y="19907"/>
                    </a:lnTo>
                    <a:lnTo>
                      <a:pt x="0" y="29253"/>
                    </a:lnTo>
                    <a:lnTo>
                      <a:pt x="226" y="40386"/>
                    </a:lnTo>
                    <a:lnTo>
                      <a:pt x="3274" y="81534"/>
                    </a:lnTo>
                    <a:lnTo>
                      <a:pt x="12418" y="118110"/>
                    </a:lnTo>
                    <a:lnTo>
                      <a:pt x="16990" y="118110"/>
                    </a:lnTo>
                    <a:lnTo>
                      <a:pt x="24610" y="118110"/>
                    </a:lnTo>
                    <a:lnTo>
                      <a:pt x="61495" y="101000"/>
                    </a:lnTo>
                    <a:lnTo>
                      <a:pt x="70211" y="91547"/>
                    </a:lnTo>
                    <a:lnTo>
                      <a:pt x="74140" y="8610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0" name="Google Shape;3620;p36"/>
              <p:cNvSpPr/>
              <p:nvPr/>
            </p:nvSpPr>
            <p:spPr>
              <a:xfrm>
                <a:off x="5740907" y="2084069"/>
                <a:ext cx="29845" cy="24130"/>
              </a:xfrm>
              <a:custGeom>
                <a:rect b="b" l="l" r="r" t="t"/>
                <a:pathLst>
                  <a:path extrusionOk="0" h="24130" w="29845">
                    <a:moveTo>
                      <a:pt x="0" y="23622"/>
                    </a:moveTo>
                    <a:lnTo>
                      <a:pt x="8393" y="18645"/>
                    </a:lnTo>
                    <a:lnTo>
                      <a:pt x="16859" y="13525"/>
                    </a:lnTo>
                    <a:lnTo>
                      <a:pt x="24324" y="7548"/>
                    </a:lnTo>
                    <a:lnTo>
                      <a:pt x="29717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1" name="Google Shape;3621;p36"/>
              <p:cNvSpPr/>
              <p:nvPr/>
            </p:nvSpPr>
            <p:spPr>
              <a:xfrm>
                <a:off x="5723381" y="2039111"/>
                <a:ext cx="55244" cy="15240"/>
              </a:xfrm>
              <a:custGeom>
                <a:rect b="b" l="l" r="r" t="t"/>
                <a:pathLst>
                  <a:path extrusionOk="0" h="15239" w="55245">
                    <a:moveTo>
                      <a:pt x="0" y="15239"/>
                    </a:moveTo>
                    <a:lnTo>
                      <a:pt x="14037" y="9858"/>
                    </a:lnTo>
                    <a:lnTo>
                      <a:pt x="27146" y="5905"/>
                    </a:lnTo>
                    <a:lnTo>
                      <a:pt x="40397" y="2809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2" name="Google Shape;3622;p36"/>
              <p:cNvSpPr/>
              <p:nvPr/>
            </p:nvSpPr>
            <p:spPr>
              <a:xfrm>
                <a:off x="5822441" y="2043683"/>
                <a:ext cx="37465" cy="112395"/>
              </a:xfrm>
              <a:custGeom>
                <a:rect b="b" l="l" r="r" t="t"/>
                <a:pathLst>
                  <a:path extrusionOk="0" h="112394" w="37464">
                    <a:moveTo>
                      <a:pt x="37337" y="0"/>
                    </a:moveTo>
                    <a:lnTo>
                      <a:pt x="26669" y="42672"/>
                    </a:lnTo>
                    <a:lnTo>
                      <a:pt x="21538" y="55697"/>
                    </a:lnTo>
                    <a:lnTo>
                      <a:pt x="16478" y="68580"/>
                    </a:lnTo>
                    <a:lnTo>
                      <a:pt x="11560" y="81462"/>
                    </a:lnTo>
                    <a:lnTo>
                      <a:pt x="6857" y="94488"/>
                    </a:lnTo>
                    <a:lnTo>
                      <a:pt x="4571" y="100584"/>
                    </a:lnTo>
                    <a:lnTo>
                      <a:pt x="2285" y="105918"/>
                    </a:lnTo>
                    <a:lnTo>
                      <a:pt x="0" y="11201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3" name="Google Shape;3623;p36"/>
              <p:cNvSpPr/>
              <p:nvPr/>
            </p:nvSpPr>
            <p:spPr>
              <a:xfrm>
                <a:off x="5849111" y="2042159"/>
                <a:ext cx="45085" cy="125730"/>
              </a:xfrm>
              <a:custGeom>
                <a:rect b="b" l="l" r="r" t="t"/>
                <a:pathLst>
                  <a:path extrusionOk="0" h="125730" w="45085">
                    <a:moveTo>
                      <a:pt x="0" y="0"/>
                    </a:moveTo>
                    <a:lnTo>
                      <a:pt x="5834" y="9143"/>
                    </a:lnTo>
                    <a:lnTo>
                      <a:pt x="11811" y="18287"/>
                    </a:lnTo>
                    <a:lnTo>
                      <a:pt x="17787" y="27431"/>
                    </a:lnTo>
                    <a:lnTo>
                      <a:pt x="38945" y="69794"/>
                    </a:lnTo>
                    <a:lnTo>
                      <a:pt x="44958" y="103632"/>
                    </a:lnTo>
                    <a:lnTo>
                      <a:pt x="44696" y="114752"/>
                    </a:lnTo>
                    <a:lnTo>
                      <a:pt x="43434" y="12573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4" name="Google Shape;3624;p36"/>
              <p:cNvSpPr/>
              <p:nvPr/>
            </p:nvSpPr>
            <p:spPr>
              <a:xfrm>
                <a:off x="5828537" y="2106929"/>
                <a:ext cx="62865" cy="34290"/>
              </a:xfrm>
              <a:custGeom>
                <a:rect b="b" l="l" r="r" t="t"/>
                <a:pathLst>
                  <a:path extrusionOk="0" h="34289" w="62864">
                    <a:moveTo>
                      <a:pt x="0" y="34289"/>
                    </a:moveTo>
                    <a:lnTo>
                      <a:pt x="11799" y="25824"/>
                    </a:lnTo>
                    <a:lnTo>
                      <a:pt x="23526" y="19145"/>
                    </a:lnTo>
                    <a:lnTo>
                      <a:pt x="35683" y="13180"/>
                    </a:lnTo>
                    <a:lnTo>
                      <a:pt x="48767" y="6857"/>
                    </a:lnTo>
                    <a:lnTo>
                      <a:pt x="53340" y="4571"/>
                    </a:lnTo>
                    <a:lnTo>
                      <a:pt x="57911" y="2285"/>
                    </a:lnTo>
                    <a:lnTo>
                      <a:pt x="62483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5" name="Google Shape;3625;p36"/>
              <p:cNvSpPr/>
              <p:nvPr/>
            </p:nvSpPr>
            <p:spPr>
              <a:xfrm>
                <a:off x="5935979" y="2065019"/>
                <a:ext cx="13970" cy="93980"/>
              </a:xfrm>
              <a:custGeom>
                <a:rect b="b" l="l" r="r" t="t"/>
                <a:pathLst>
                  <a:path extrusionOk="0" h="93980" w="13970">
                    <a:moveTo>
                      <a:pt x="13715" y="0"/>
                    </a:moveTo>
                    <a:lnTo>
                      <a:pt x="12263" y="9036"/>
                    </a:lnTo>
                    <a:lnTo>
                      <a:pt x="11239" y="18002"/>
                    </a:lnTo>
                    <a:lnTo>
                      <a:pt x="10501" y="27110"/>
                    </a:lnTo>
                    <a:lnTo>
                      <a:pt x="9905" y="36576"/>
                    </a:lnTo>
                    <a:lnTo>
                      <a:pt x="8858" y="46982"/>
                    </a:lnTo>
                    <a:lnTo>
                      <a:pt x="2285" y="86868"/>
                    </a:lnTo>
                    <a:lnTo>
                      <a:pt x="1523" y="89154"/>
                    </a:lnTo>
                    <a:lnTo>
                      <a:pt x="0" y="9372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6" name="Google Shape;3626;p36"/>
              <p:cNvSpPr/>
              <p:nvPr/>
            </p:nvSpPr>
            <p:spPr>
              <a:xfrm>
                <a:off x="5933693" y="2022633"/>
                <a:ext cx="92710" cy="113664"/>
              </a:xfrm>
              <a:custGeom>
                <a:rect b="b" l="l" r="r" t="t"/>
                <a:pathLst>
                  <a:path extrusionOk="0" h="113664" w="92710">
                    <a:moveTo>
                      <a:pt x="0" y="34766"/>
                    </a:moveTo>
                    <a:lnTo>
                      <a:pt x="28146" y="2095"/>
                    </a:lnTo>
                    <a:lnTo>
                      <a:pt x="50339" y="0"/>
                    </a:lnTo>
                    <a:lnTo>
                      <a:pt x="59435" y="1238"/>
                    </a:lnTo>
                    <a:lnTo>
                      <a:pt x="66925" y="6667"/>
                    </a:lnTo>
                    <a:lnTo>
                      <a:pt x="71342" y="14954"/>
                    </a:lnTo>
                    <a:lnTo>
                      <a:pt x="73044" y="24384"/>
                    </a:lnTo>
                    <a:lnTo>
                      <a:pt x="72390" y="33242"/>
                    </a:lnTo>
                    <a:lnTo>
                      <a:pt x="51923" y="65924"/>
                    </a:lnTo>
                    <a:lnTo>
                      <a:pt x="31242" y="84296"/>
                    </a:lnTo>
                    <a:lnTo>
                      <a:pt x="28194" y="91154"/>
                    </a:lnTo>
                    <a:lnTo>
                      <a:pt x="28194" y="91916"/>
                    </a:lnTo>
                    <a:lnTo>
                      <a:pt x="28194" y="92678"/>
                    </a:lnTo>
                    <a:lnTo>
                      <a:pt x="28194" y="93440"/>
                    </a:lnTo>
                    <a:lnTo>
                      <a:pt x="31242" y="95726"/>
                    </a:lnTo>
                    <a:lnTo>
                      <a:pt x="35814" y="98774"/>
                    </a:lnTo>
                    <a:lnTo>
                      <a:pt x="41148" y="100298"/>
                    </a:lnTo>
                    <a:lnTo>
                      <a:pt x="50280" y="103024"/>
                    </a:lnTo>
                    <a:lnTo>
                      <a:pt x="59340" y="105537"/>
                    </a:lnTo>
                    <a:lnTo>
                      <a:pt x="68258" y="107906"/>
                    </a:lnTo>
                    <a:lnTo>
                      <a:pt x="76962" y="110204"/>
                    </a:lnTo>
                    <a:lnTo>
                      <a:pt x="85344" y="112490"/>
                    </a:lnTo>
                    <a:lnTo>
                      <a:pt x="87630" y="113252"/>
                    </a:lnTo>
                    <a:lnTo>
                      <a:pt x="92202" y="11249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7" name="Google Shape;3627;p36"/>
              <p:cNvSpPr/>
              <p:nvPr/>
            </p:nvSpPr>
            <p:spPr>
              <a:xfrm>
                <a:off x="6051041" y="2060447"/>
                <a:ext cx="9525" cy="86995"/>
              </a:xfrm>
              <a:custGeom>
                <a:rect b="b" l="l" r="r" t="t"/>
                <a:pathLst>
                  <a:path extrusionOk="0" h="86994" w="9525">
                    <a:moveTo>
                      <a:pt x="9143" y="0"/>
                    </a:moveTo>
                    <a:lnTo>
                      <a:pt x="8262" y="9715"/>
                    </a:lnTo>
                    <a:lnTo>
                      <a:pt x="7810" y="19431"/>
                    </a:lnTo>
                    <a:lnTo>
                      <a:pt x="7643" y="29146"/>
                    </a:lnTo>
                    <a:lnTo>
                      <a:pt x="7619" y="38862"/>
                    </a:lnTo>
                    <a:lnTo>
                      <a:pt x="6774" y="49589"/>
                    </a:lnTo>
                    <a:lnTo>
                      <a:pt x="5429" y="60102"/>
                    </a:lnTo>
                    <a:lnTo>
                      <a:pt x="3655" y="70473"/>
                    </a:lnTo>
                    <a:lnTo>
                      <a:pt x="1523" y="80772"/>
                    </a:lnTo>
                    <a:lnTo>
                      <a:pt x="1523" y="83058"/>
                    </a:lnTo>
                    <a:lnTo>
                      <a:pt x="761" y="84582"/>
                    </a:lnTo>
                    <a:lnTo>
                      <a:pt x="0" y="8686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8" name="Google Shape;3628;p36"/>
              <p:cNvSpPr/>
              <p:nvPr/>
            </p:nvSpPr>
            <p:spPr>
              <a:xfrm>
                <a:off x="6056375" y="2036063"/>
                <a:ext cx="88265" cy="86360"/>
              </a:xfrm>
              <a:custGeom>
                <a:rect b="b" l="l" r="r" t="t"/>
                <a:pathLst>
                  <a:path extrusionOk="0" h="86360" w="88264">
                    <a:moveTo>
                      <a:pt x="0" y="33527"/>
                    </a:moveTo>
                    <a:lnTo>
                      <a:pt x="37338" y="53339"/>
                    </a:lnTo>
                    <a:lnTo>
                      <a:pt x="61448" y="71770"/>
                    </a:lnTo>
                    <a:lnTo>
                      <a:pt x="69342" y="77723"/>
                    </a:lnTo>
                    <a:lnTo>
                      <a:pt x="71628" y="79247"/>
                    </a:lnTo>
                    <a:lnTo>
                      <a:pt x="82296" y="86105"/>
                    </a:lnTo>
                    <a:lnTo>
                      <a:pt x="85344" y="83057"/>
                    </a:lnTo>
                    <a:lnTo>
                      <a:pt x="87630" y="77831"/>
                    </a:lnTo>
                    <a:lnTo>
                      <a:pt x="88201" y="70389"/>
                    </a:lnTo>
                    <a:lnTo>
                      <a:pt x="87915" y="62805"/>
                    </a:lnTo>
                    <a:lnTo>
                      <a:pt x="87630" y="57149"/>
                    </a:lnTo>
                    <a:lnTo>
                      <a:pt x="86117" y="47565"/>
                    </a:lnTo>
                    <a:lnTo>
                      <a:pt x="84105" y="38195"/>
                    </a:lnTo>
                    <a:lnTo>
                      <a:pt x="81950" y="28967"/>
                    </a:lnTo>
                    <a:lnTo>
                      <a:pt x="80010" y="19811"/>
                    </a:lnTo>
                    <a:lnTo>
                      <a:pt x="78486" y="12953"/>
                    </a:lnTo>
                    <a:lnTo>
                      <a:pt x="78486" y="6857"/>
                    </a:lnTo>
                    <a:lnTo>
                      <a:pt x="78485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9" name="Google Shape;3629;p36"/>
              <p:cNvSpPr/>
              <p:nvPr/>
            </p:nvSpPr>
            <p:spPr>
              <a:xfrm>
                <a:off x="6184391" y="2040635"/>
                <a:ext cx="13970" cy="85090"/>
              </a:xfrm>
              <a:custGeom>
                <a:rect b="b" l="l" r="r" t="t"/>
                <a:pathLst>
                  <a:path extrusionOk="0" h="85089" w="13970">
                    <a:moveTo>
                      <a:pt x="0" y="0"/>
                    </a:moveTo>
                    <a:lnTo>
                      <a:pt x="12751" y="48577"/>
                    </a:lnTo>
                    <a:lnTo>
                      <a:pt x="13775" y="72580"/>
                    </a:lnTo>
                    <a:lnTo>
                      <a:pt x="13716" y="8458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0" name="Google Shape;3630;p36"/>
              <p:cNvSpPr/>
              <p:nvPr/>
            </p:nvSpPr>
            <p:spPr>
              <a:xfrm>
                <a:off x="6235445" y="2058923"/>
                <a:ext cx="8890" cy="62230"/>
              </a:xfrm>
              <a:custGeom>
                <a:rect b="b" l="l" r="r" t="t"/>
                <a:pathLst>
                  <a:path extrusionOk="0" h="62230" w="8889">
                    <a:moveTo>
                      <a:pt x="8382" y="0"/>
                    </a:moveTo>
                    <a:lnTo>
                      <a:pt x="8465" y="9584"/>
                    </a:lnTo>
                    <a:lnTo>
                      <a:pt x="8477" y="18954"/>
                    </a:lnTo>
                    <a:lnTo>
                      <a:pt x="8060" y="28182"/>
                    </a:lnTo>
                    <a:lnTo>
                      <a:pt x="6858" y="37338"/>
                    </a:lnTo>
                    <a:lnTo>
                      <a:pt x="5334" y="45720"/>
                    </a:lnTo>
                    <a:lnTo>
                      <a:pt x="3048" y="54102"/>
                    </a:lnTo>
                    <a:lnTo>
                      <a:pt x="0" y="6172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1" name="Google Shape;3631;p36"/>
              <p:cNvSpPr/>
              <p:nvPr/>
            </p:nvSpPr>
            <p:spPr>
              <a:xfrm>
                <a:off x="6248399" y="2022347"/>
                <a:ext cx="60960" cy="81915"/>
              </a:xfrm>
              <a:custGeom>
                <a:rect b="b" l="l" r="r" t="t"/>
                <a:pathLst>
                  <a:path extrusionOk="0" h="81914" w="60960">
                    <a:moveTo>
                      <a:pt x="0" y="35051"/>
                    </a:moveTo>
                    <a:lnTo>
                      <a:pt x="32004" y="61721"/>
                    </a:lnTo>
                    <a:lnTo>
                      <a:pt x="42195" y="72770"/>
                    </a:lnTo>
                    <a:lnTo>
                      <a:pt x="47970" y="78009"/>
                    </a:lnTo>
                    <a:lnTo>
                      <a:pt x="54102" y="81533"/>
                    </a:lnTo>
                    <a:lnTo>
                      <a:pt x="56388" y="81533"/>
                    </a:lnTo>
                    <a:lnTo>
                      <a:pt x="57150" y="81533"/>
                    </a:lnTo>
                    <a:lnTo>
                      <a:pt x="58674" y="81533"/>
                    </a:lnTo>
                    <a:lnTo>
                      <a:pt x="60198" y="73151"/>
                    </a:lnTo>
                    <a:lnTo>
                      <a:pt x="60960" y="67055"/>
                    </a:lnTo>
                    <a:lnTo>
                      <a:pt x="60960" y="58673"/>
                    </a:lnTo>
                    <a:lnTo>
                      <a:pt x="57912" y="12953"/>
                    </a:lnTo>
                    <a:lnTo>
                      <a:pt x="57150" y="6095"/>
                    </a:lnTo>
                    <a:lnTo>
                      <a:pt x="57149" y="3809"/>
                    </a:lnTo>
                    <a:lnTo>
                      <a:pt x="57149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632" name="Google Shape;3632;p3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348958" y="1988032"/>
                <a:ext cx="120351" cy="1631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33" name="Google Shape;3633;p36"/>
            <p:cNvSpPr/>
            <p:nvPr/>
          </p:nvSpPr>
          <p:spPr>
            <a:xfrm>
              <a:off x="4226052" y="2452877"/>
              <a:ext cx="2257425" cy="62865"/>
            </a:xfrm>
            <a:custGeom>
              <a:rect b="b" l="l" r="r" t="t"/>
              <a:pathLst>
                <a:path extrusionOk="0" h="62864" w="2257425">
                  <a:moveTo>
                    <a:pt x="0" y="62484"/>
                  </a:moveTo>
                  <a:lnTo>
                    <a:pt x="51435" y="53161"/>
                  </a:lnTo>
                  <a:lnTo>
                    <a:pt x="102500" y="49672"/>
                  </a:lnTo>
                  <a:lnTo>
                    <a:pt x="169104" y="46243"/>
                  </a:lnTo>
                  <a:lnTo>
                    <a:pt x="250245" y="43267"/>
                  </a:lnTo>
                  <a:lnTo>
                    <a:pt x="297941" y="41719"/>
                  </a:lnTo>
                  <a:lnTo>
                    <a:pt x="345638" y="40457"/>
                  </a:lnTo>
                  <a:lnTo>
                    <a:pt x="393192" y="39624"/>
                  </a:lnTo>
                  <a:lnTo>
                    <a:pt x="440820" y="38807"/>
                  </a:lnTo>
                  <a:lnTo>
                    <a:pt x="488557" y="38209"/>
                  </a:lnTo>
                  <a:lnTo>
                    <a:pt x="536332" y="37868"/>
                  </a:lnTo>
                  <a:lnTo>
                    <a:pt x="584069" y="37819"/>
                  </a:lnTo>
                  <a:lnTo>
                    <a:pt x="631698" y="38100"/>
                  </a:lnTo>
                  <a:lnTo>
                    <a:pt x="686933" y="38100"/>
                  </a:lnTo>
                  <a:lnTo>
                    <a:pt x="742023" y="38100"/>
                  </a:lnTo>
                  <a:lnTo>
                    <a:pt x="797003" y="38100"/>
                  </a:lnTo>
                  <a:lnTo>
                    <a:pt x="851909" y="38100"/>
                  </a:lnTo>
                  <a:lnTo>
                    <a:pt x="906780" y="38100"/>
                  </a:lnTo>
                  <a:lnTo>
                    <a:pt x="956634" y="38036"/>
                  </a:lnTo>
                  <a:lnTo>
                    <a:pt x="1006404" y="37846"/>
                  </a:lnTo>
                  <a:lnTo>
                    <a:pt x="1056132" y="37528"/>
                  </a:lnTo>
                  <a:lnTo>
                    <a:pt x="1105859" y="37084"/>
                  </a:lnTo>
                  <a:lnTo>
                    <a:pt x="1155629" y="36512"/>
                  </a:lnTo>
                  <a:lnTo>
                    <a:pt x="1205484" y="35813"/>
                  </a:lnTo>
                  <a:lnTo>
                    <a:pt x="1257300" y="34611"/>
                  </a:lnTo>
                  <a:lnTo>
                    <a:pt x="1309116" y="33302"/>
                  </a:lnTo>
                  <a:lnTo>
                    <a:pt x="1360932" y="31908"/>
                  </a:lnTo>
                  <a:lnTo>
                    <a:pt x="1412748" y="30451"/>
                  </a:lnTo>
                  <a:lnTo>
                    <a:pt x="1464564" y="28952"/>
                  </a:lnTo>
                  <a:lnTo>
                    <a:pt x="1516380" y="27431"/>
                  </a:lnTo>
                  <a:lnTo>
                    <a:pt x="1570593" y="25754"/>
                  </a:lnTo>
                  <a:lnTo>
                    <a:pt x="1624819" y="23997"/>
                  </a:lnTo>
                  <a:lnTo>
                    <a:pt x="1679072" y="22173"/>
                  </a:lnTo>
                  <a:lnTo>
                    <a:pt x="1733365" y="20296"/>
                  </a:lnTo>
                  <a:lnTo>
                    <a:pt x="1787711" y="18379"/>
                  </a:lnTo>
                  <a:lnTo>
                    <a:pt x="1842125" y="16435"/>
                  </a:lnTo>
                  <a:lnTo>
                    <a:pt x="1896618" y="14477"/>
                  </a:lnTo>
                  <a:lnTo>
                    <a:pt x="1946080" y="12277"/>
                  </a:lnTo>
                  <a:lnTo>
                    <a:pt x="1995690" y="10222"/>
                  </a:lnTo>
                  <a:lnTo>
                    <a:pt x="2045409" y="8278"/>
                  </a:lnTo>
                  <a:lnTo>
                    <a:pt x="2095201" y="6406"/>
                  </a:lnTo>
                  <a:lnTo>
                    <a:pt x="2145030" y="4571"/>
                  </a:lnTo>
                  <a:lnTo>
                    <a:pt x="2171723" y="5072"/>
                  </a:lnTo>
                  <a:lnTo>
                    <a:pt x="2200275" y="6286"/>
                  </a:lnTo>
                  <a:lnTo>
                    <a:pt x="2228826" y="6072"/>
                  </a:lnTo>
                  <a:lnTo>
                    <a:pt x="2255520" y="2285"/>
                  </a:lnTo>
                  <a:lnTo>
                    <a:pt x="2255520" y="1523"/>
                  </a:lnTo>
                  <a:lnTo>
                    <a:pt x="2256282" y="761"/>
                  </a:lnTo>
                  <a:lnTo>
                    <a:pt x="2257044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34" name="Google Shape;3634;p36"/>
            <p:cNvGrpSpPr/>
            <p:nvPr/>
          </p:nvGrpSpPr>
          <p:grpSpPr>
            <a:xfrm>
              <a:off x="5075681" y="2680690"/>
              <a:ext cx="1407541" cy="390932"/>
              <a:chOff x="5075681" y="2680690"/>
              <a:chExt cx="1407541" cy="390932"/>
            </a:xfrm>
          </p:grpSpPr>
          <p:sp>
            <p:nvSpPr>
              <p:cNvPr id="3635" name="Google Shape;3635;p36"/>
              <p:cNvSpPr/>
              <p:nvPr/>
            </p:nvSpPr>
            <p:spPr>
              <a:xfrm>
                <a:off x="5146547" y="2983992"/>
                <a:ext cx="1336675" cy="87630"/>
              </a:xfrm>
              <a:custGeom>
                <a:rect b="b" l="l" r="r" t="t"/>
                <a:pathLst>
                  <a:path extrusionOk="0" h="87630" w="1336675">
                    <a:moveTo>
                      <a:pt x="0" y="86868"/>
                    </a:moveTo>
                    <a:lnTo>
                      <a:pt x="10858" y="87308"/>
                    </a:lnTo>
                    <a:lnTo>
                      <a:pt x="21717" y="87534"/>
                    </a:lnTo>
                    <a:lnTo>
                      <a:pt x="32575" y="87618"/>
                    </a:lnTo>
                    <a:lnTo>
                      <a:pt x="43434" y="87630"/>
                    </a:lnTo>
                    <a:lnTo>
                      <a:pt x="65603" y="87249"/>
                    </a:lnTo>
                    <a:lnTo>
                      <a:pt x="87630" y="86296"/>
                    </a:lnTo>
                    <a:lnTo>
                      <a:pt x="109656" y="85058"/>
                    </a:lnTo>
                    <a:lnTo>
                      <a:pt x="131826" y="83820"/>
                    </a:lnTo>
                    <a:lnTo>
                      <a:pt x="188964" y="79700"/>
                    </a:lnTo>
                    <a:lnTo>
                      <a:pt x="246030" y="75438"/>
                    </a:lnTo>
                    <a:lnTo>
                      <a:pt x="302954" y="71175"/>
                    </a:lnTo>
                    <a:lnTo>
                      <a:pt x="359664" y="67056"/>
                    </a:lnTo>
                    <a:lnTo>
                      <a:pt x="410968" y="64210"/>
                    </a:lnTo>
                    <a:lnTo>
                      <a:pt x="462057" y="61436"/>
                    </a:lnTo>
                    <a:lnTo>
                      <a:pt x="513004" y="58804"/>
                    </a:lnTo>
                    <a:lnTo>
                      <a:pt x="563880" y="56388"/>
                    </a:lnTo>
                    <a:lnTo>
                      <a:pt x="610435" y="54169"/>
                    </a:lnTo>
                    <a:lnTo>
                      <a:pt x="656880" y="51986"/>
                    </a:lnTo>
                    <a:lnTo>
                      <a:pt x="703289" y="49694"/>
                    </a:lnTo>
                    <a:lnTo>
                      <a:pt x="749734" y="47146"/>
                    </a:lnTo>
                    <a:lnTo>
                      <a:pt x="796290" y="44196"/>
                    </a:lnTo>
                    <a:lnTo>
                      <a:pt x="844747" y="40977"/>
                    </a:lnTo>
                    <a:lnTo>
                      <a:pt x="893167" y="37648"/>
                    </a:lnTo>
                    <a:lnTo>
                      <a:pt x="941515" y="34101"/>
                    </a:lnTo>
                    <a:lnTo>
                      <a:pt x="989752" y="30223"/>
                    </a:lnTo>
                    <a:lnTo>
                      <a:pt x="1037844" y="25908"/>
                    </a:lnTo>
                    <a:lnTo>
                      <a:pt x="1087564" y="21764"/>
                    </a:lnTo>
                    <a:lnTo>
                      <a:pt x="1137284" y="17335"/>
                    </a:lnTo>
                    <a:lnTo>
                      <a:pt x="1187005" y="12620"/>
                    </a:lnTo>
                    <a:lnTo>
                      <a:pt x="1236726" y="7620"/>
                    </a:lnTo>
                    <a:lnTo>
                      <a:pt x="1260157" y="5357"/>
                    </a:lnTo>
                    <a:lnTo>
                      <a:pt x="1283589" y="3238"/>
                    </a:lnTo>
                    <a:lnTo>
                      <a:pt x="1307020" y="1404"/>
                    </a:lnTo>
                    <a:lnTo>
                      <a:pt x="1330452" y="0"/>
                    </a:lnTo>
                    <a:lnTo>
                      <a:pt x="1331976" y="0"/>
                    </a:lnTo>
                    <a:lnTo>
                      <a:pt x="1334262" y="0"/>
                    </a:lnTo>
                    <a:lnTo>
                      <a:pt x="1336548" y="0"/>
                    </a:lnTo>
                    <a:lnTo>
                      <a:pt x="1330178" y="0"/>
                    </a:lnTo>
                    <a:lnTo>
                      <a:pt x="1321593" y="0"/>
                    </a:lnTo>
                    <a:lnTo>
                      <a:pt x="1312866" y="0"/>
                    </a:lnTo>
                    <a:lnTo>
                      <a:pt x="130606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6" name="Google Shape;3636;p36"/>
              <p:cNvSpPr/>
              <p:nvPr/>
            </p:nvSpPr>
            <p:spPr>
              <a:xfrm>
                <a:off x="5075681" y="2817876"/>
                <a:ext cx="114300" cy="149225"/>
              </a:xfrm>
              <a:custGeom>
                <a:rect b="b" l="l" r="r" t="t"/>
                <a:pathLst>
                  <a:path extrusionOk="0" h="149225" w="114300">
                    <a:moveTo>
                      <a:pt x="83820" y="17525"/>
                    </a:moveTo>
                    <a:lnTo>
                      <a:pt x="77962" y="13442"/>
                    </a:lnTo>
                    <a:lnTo>
                      <a:pt x="71818" y="9429"/>
                    </a:lnTo>
                    <a:lnTo>
                      <a:pt x="65389" y="5845"/>
                    </a:lnTo>
                    <a:lnTo>
                      <a:pt x="58674" y="3047"/>
                    </a:lnTo>
                    <a:lnTo>
                      <a:pt x="53340" y="761"/>
                    </a:lnTo>
                    <a:lnTo>
                      <a:pt x="17549" y="33373"/>
                    </a:lnTo>
                    <a:lnTo>
                      <a:pt x="2762" y="76771"/>
                    </a:lnTo>
                    <a:lnTo>
                      <a:pt x="0" y="110489"/>
                    </a:lnTo>
                    <a:lnTo>
                      <a:pt x="1893" y="122384"/>
                    </a:lnTo>
                    <a:lnTo>
                      <a:pt x="35587" y="147399"/>
                    </a:lnTo>
                    <a:lnTo>
                      <a:pt x="58471" y="148637"/>
                    </a:lnTo>
                    <a:lnTo>
                      <a:pt x="69342" y="147827"/>
                    </a:lnTo>
                    <a:lnTo>
                      <a:pt x="108966" y="137921"/>
                    </a:lnTo>
                    <a:lnTo>
                      <a:pt x="110490" y="137159"/>
                    </a:lnTo>
                    <a:lnTo>
                      <a:pt x="112014" y="136397"/>
                    </a:lnTo>
                    <a:lnTo>
                      <a:pt x="114300" y="1356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7" name="Google Shape;3637;p36"/>
              <p:cNvSpPr/>
              <p:nvPr/>
            </p:nvSpPr>
            <p:spPr>
              <a:xfrm>
                <a:off x="5215889" y="2820162"/>
                <a:ext cx="78105" cy="139065"/>
              </a:xfrm>
              <a:custGeom>
                <a:rect b="b" l="l" r="r" t="t"/>
                <a:pathLst>
                  <a:path extrusionOk="0" h="139064" w="78104">
                    <a:moveTo>
                      <a:pt x="0" y="0"/>
                    </a:moveTo>
                    <a:lnTo>
                      <a:pt x="1071" y="11429"/>
                    </a:lnTo>
                    <a:lnTo>
                      <a:pt x="2857" y="22859"/>
                    </a:lnTo>
                    <a:lnTo>
                      <a:pt x="4929" y="34290"/>
                    </a:lnTo>
                    <a:lnTo>
                      <a:pt x="6858" y="45720"/>
                    </a:lnTo>
                    <a:lnTo>
                      <a:pt x="9191" y="59447"/>
                    </a:lnTo>
                    <a:lnTo>
                      <a:pt x="10668" y="73247"/>
                    </a:lnTo>
                    <a:lnTo>
                      <a:pt x="11572" y="87189"/>
                    </a:lnTo>
                    <a:lnTo>
                      <a:pt x="12192" y="101346"/>
                    </a:lnTo>
                    <a:lnTo>
                      <a:pt x="11930" y="108846"/>
                    </a:lnTo>
                    <a:lnTo>
                      <a:pt x="11811" y="119062"/>
                    </a:lnTo>
                    <a:lnTo>
                      <a:pt x="12834" y="128992"/>
                    </a:lnTo>
                    <a:lnTo>
                      <a:pt x="16002" y="135636"/>
                    </a:lnTo>
                    <a:lnTo>
                      <a:pt x="18288" y="138684"/>
                    </a:lnTo>
                    <a:lnTo>
                      <a:pt x="29718" y="137160"/>
                    </a:lnTo>
                    <a:lnTo>
                      <a:pt x="32766" y="137160"/>
                    </a:lnTo>
                    <a:lnTo>
                      <a:pt x="69342" y="124967"/>
                    </a:lnTo>
                    <a:lnTo>
                      <a:pt x="74676" y="121919"/>
                    </a:lnTo>
                    <a:lnTo>
                      <a:pt x="77724" y="12039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8" name="Google Shape;3638;p36"/>
              <p:cNvSpPr/>
              <p:nvPr/>
            </p:nvSpPr>
            <p:spPr>
              <a:xfrm>
                <a:off x="5333237" y="2823210"/>
                <a:ext cx="11430" cy="109855"/>
              </a:xfrm>
              <a:custGeom>
                <a:rect b="b" l="l" r="r" t="t"/>
                <a:pathLst>
                  <a:path extrusionOk="0" h="109855" w="11429">
                    <a:moveTo>
                      <a:pt x="11429" y="0"/>
                    </a:moveTo>
                    <a:lnTo>
                      <a:pt x="7548" y="14156"/>
                    </a:lnTo>
                    <a:lnTo>
                      <a:pt x="4952" y="27527"/>
                    </a:lnTo>
                    <a:lnTo>
                      <a:pt x="3500" y="41040"/>
                    </a:lnTo>
                    <a:lnTo>
                      <a:pt x="3047" y="55626"/>
                    </a:lnTo>
                    <a:lnTo>
                      <a:pt x="2571" y="68199"/>
                    </a:lnTo>
                    <a:lnTo>
                      <a:pt x="2095" y="80772"/>
                    </a:lnTo>
                    <a:lnTo>
                      <a:pt x="1333" y="93345"/>
                    </a:lnTo>
                    <a:lnTo>
                      <a:pt x="0" y="105918"/>
                    </a:lnTo>
                    <a:lnTo>
                      <a:pt x="0" y="107442"/>
                    </a:lnTo>
                    <a:lnTo>
                      <a:pt x="0" y="108966"/>
                    </a:lnTo>
                    <a:lnTo>
                      <a:pt x="0" y="10972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9" name="Google Shape;3639;p36"/>
              <p:cNvSpPr/>
              <p:nvPr/>
            </p:nvSpPr>
            <p:spPr>
              <a:xfrm>
                <a:off x="5346953" y="2818638"/>
                <a:ext cx="63500" cy="116839"/>
              </a:xfrm>
              <a:custGeom>
                <a:rect b="b" l="l" r="r" t="t"/>
                <a:pathLst>
                  <a:path extrusionOk="0" h="116839" w="63500">
                    <a:moveTo>
                      <a:pt x="0" y="0"/>
                    </a:moveTo>
                    <a:lnTo>
                      <a:pt x="24538" y="36968"/>
                    </a:lnTo>
                    <a:lnTo>
                      <a:pt x="44196" y="72866"/>
                    </a:lnTo>
                    <a:lnTo>
                      <a:pt x="61722" y="108203"/>
                    </a:lnTo>
                    <a:lnTo>
                      <a:pt x="63246" y="11658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0" name="Google Shape;3640;p36"/>
              <p:cNvSpPr/>
              <p:nvPr/>
            </p:nvSpPr>
            <p:spPr>
              <a:xfrm>
                <a:off x="5348477" y="2891790"/>
                <a:ext cx="52705" cy="15240"/>
              </a:xfrm>
              <a:custGeom>
                <a:rect b="b" l="l" r="r" t="t"/>
                <a:pathLst>
                  <a:path extrusionOk="0" h="15239" w="52704">
                    <a:moveTo>
                      <a:pt x="0" y="15239"/>
                    </a:moveTo>
                    <a:lnTo>
                      <a:pt x="13144" y="11787"/>
                    </a:lnTo>
                    <a:lnTo>
                      <a:pt x="26288" y="8191"/>
                    </a:lnTo>
                    <a:lnTo>
                      <a:pt x="39433" y="4310"/>
                    </a:lnTo>
                    <a:lnTo>
                      <a:pt x="5257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1" name="Google Shape;3641;p36"/>
              <p:cNvSpPr/>
              <p:nvPr/>
            </p:nvSpPr>
            <p:spPr>
              <a:xfrm>
                <a:off x="5431345" y="2806446"/>
                <a:ext cx="78105" cy="121285"/>
              </a:xfrm>
              <a:custGeom>
                <a:rect b="b" l="l" r="r" t="t"/>
                <a:pathLst>
                  <a:path extrusionOk="0" h="121285" w="78104">
                    <a:moveTo>
                      <a:pt x="27622" y="12953"/>
                    </a:moveTo>
                    <a:lnTo>
                      <a:pt x="20788" y="4607"/>
                    </a:lnTo>
                    <a:lnTo>
                      <a:pt x="18669" y="2190"/>
                    </a:lnTo>
                    <a:lnTo>
                      <a:pt x="17978" y="1916"/>
                    </a:lnTo>
                    <a:lnTo>
                      <a:pt x="15430" y="0"/>
                    </a:lnTo>
                    <a:lnTo>
                      <a:pt x="1404" y="37433"/>
                    </a:lnTo>
                    <a:lnTo>
                      <a:pt x="0" y="49148"/>
                    </a:lnTo>
                    <a:lnTo>
                      <a:pt x="23" y="60864"/>
                    </a:lnTo>
                    <a:lnTo>
                      <a:pt x="32194" y="82295"/>
                    </a:lnTo>
                    <a:lnTo>
                      <a:pt x="49625" y="83057"/>
                    </a:lnTo>
                    <a:lnTo>
                      <a:pt x="58233" y="83153"/>
                    </a:lnTo>
                    <a:lnTo>
                      <a:pt x="66484" y="83819"/>
                    </a:lnTo>
                    <a:lnTo>
                      <a:pt x="70294" y="83819"/>
                    </a:lnTo>
                    <a:lnTo>
                      <a:pt x="77914" y="86867"/>
                    </a:lnTo>
                    <a:lnTo>
                      <a:pt x="47434" y="112775"/>
                    </a:lnTo>
                    <a:lnTo>
                      <a:pt x="41326" y="115895"/>
                    </a:lnTo>
                    <a:lnTo>
                      <a:pt x="34004" y="118871"/>
                    </a:lnTo>
                    <a:lnTo>
                      <a:pt x="26539" y="120705"/>
                    </a:lnTo>
                    <a:lnTo>
                      <a:pt x="20002" y="120395"/>
                    </a:lnTo>
                    <a:lnTo>
                      <a:pt x="18478" y="119633"/>
                    </a:lnTo>
                    <a:lnTo>
                      <a:pt x="16954" y="118109"/>
                    </a:lnTo>
                    <a:lnTo>
                      <a:pt x="16192" y="11734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2" name="Google Shape;3642;p36"/>
              <p:cNvSpPr/>
              <p:nvPr/>
            </p:nvSpPr>
            <p:spPr>
              <a:xfrm>
                <a:off x="5500115" y="2789527"/>
                <a:ext cx="95250" cy="122555"/>
              </a:xfrm>
              <a:custGeom>
                <a:rect b="b" l="l" r="r" t="t"/>
                <a:pathLst>
                  <a:path extrusionOk="0" h="122555" w="95250">
                    <a:moveTo>
                      <a:pt x="66293" y="3964"/>
                    </a:moveTo>
                    <a:lnTo>
                      <a:pt x="54482" y="0"/>
                    </a:lnTo>
                    <a:lnTo>
                      <a:pt x="46100" y="821"/>
                    </a:lnTo>
                    <a:lnTo>
                      <a:pt x="38861" y="6643"/>
                    </a:lnTo>
                    <a:lnTo>
                      <a:pt x="30479" y="17680"/>
                    </a:lnTo>
                    <a:lnTo>
                      <a:pt x="25276" y="27027"/>
                    </a:lnTo>
                    <a:lnTo>
                      <a:pt x="20859" y="38159"/>
                    </a:lnTo>
                    <a:lnTo>
                      <a:pt x="18585" y="49720"/>
                    </a:lnTo>
                    <a:lnTo>
                      <a:pt x="19811" y="60352"/>
                    </a:lnTo>
                    <a:lnTo>
                      <a:pt x="61114" y="82843"/>
                    </a:lnTo>
                    <a:lnTo>
                      <a:pt x="73056" y="84832"/>
                    </a:lnTo>
                    <a:lnTo>
                      <a:pt x="84284" y="88106"/>
                    </a:lnTo>
                    <a:lnTo>
                      <a:pt x="91439" y="93880"/>
                    </a:lnTo>
                    <a:lnTo>
                      <a:pt x="95249" y="101500"/>
                    </a:lnTo>
                    <a:lnTo>
                      <a:pt x="83057" y="106072"/>
                    </a:lnTo>
                    <a:lnTo>
                      <a:pt x="78485" y="108358"/>
                    </a:lnTo>
                    <a:lnTo>
                      <a:pt x="30479" y="122074"/>
                    </a:lnTo>
                    <a:lnTo>
                      <a:pt x="21859" y="122193"/>
                    </a:lnTo>
                    <a:lnTo>
                      <a:pt x="14668" y="121312"/>
                    </a:lnTo>
                    <a:lnTo>
                      <a:pt x="7762" y="119288"/>
                    </a:lnTo>
                    <a:lnTo>
                      <a:pt x="0" y="11597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3" name="Google Shape;3643;p36"/>
              <p:cNvSpPr/>
              <p:nvPr/>
            </p:nvSpPr>
            <p:spPr>
              <a:xfrm>
                <a:off x="5650991" y="2815590"/>
                <a:ext cx="10795" cy="88900"/>
              </a:xfrm>
              <a:custGeom>
                <a:rect b="b" l="l" r="r" t="t"/>
                <a:pathLst>
                  <a:path extrusionOk="0" h="88900" w="10795">
                    <a:moveTo>
                      <a:pt x="0" y="0"/>
                    </a:moveTo>
                    <a:lnTo>
                      <a:pt x="2035" y="40505"/>
                    </a:lnTo>
                    <a:lnTo>
                      <a:pt x="8084" y="79819"/>
                    </a:lnTo>
                    <a:lnTo>
                      <a:pt x="10668" y="883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644" name="Google Shape;3644;p3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706271" y="2756890"/>
                <a:ext cx="137532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45" name="Google Shape;3645;p3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66279" y="2740126"/>
                <a:ext cx="264798" cy="1709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46" name="Google Shape;3646;p3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6150564" y="2680690"/>
                <a:ext cx="255856" cy="1925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647" name="Google Shape;3647;p36"/>
            <p:cNvSpPr/>
            <p:nvPr/>
          </p:nvSpPr>
          <p:spPr>
            <a:xfrm>
              <a:off x="3712380" y="3417570"/>
              <a:ext cx="127635" cy="424815"/>
            </a:xfrm>
            <a:custGeom>
              <a:rect b="b" l="l" r="r" t="t"/>
              <a:pathLst>
                <a:path extrusionOk="0" h="424814" w="127635">
                  <a:moveTo>
                    <a:pt x="70187" y="23622"/>
                  </a:moveTo>
                  <a:lnTo>
                    <a:pt x="65615" y="16002"/>
                  </a:lnTo>
                  <a:lnTo>
                    <a:pt x="61805" y="9144"/>
                  </a:lnTo>
                  <a:lnTo>
                    <a:pt x="54185" y="4572"/>
                  </a:lnTo>
                  <a:lnTo>
                    <a:pt x="48089" y="1524"/>
                  </a:lnTo>
                  <a:lnTo>
                    <a:pt x="40469" y="0"/>
                  </a:lnTo>
                  <a:lnTo>
                    <a:pt x="32849" y="1524"/>
                  </a:lnTo>
                  <a:lnTo>
                    <a:pt x="3833" y="33980"/>
                  </a:lnTo>
                  <a:lnTo>
                    <a:pt x="0" y="57364"/>
                  </a:lnTo>
                  <a:lnTo>
                    <a:pt x="83" y="69342"/>
                  </a:lnTo>
                  <a:lnTo>
                    <a:pt x="13799" y="110490"/>
                  </a:lnTo>
                  <a:lnTo>
                    <a:pt x="31896" y="131159"/>
                  </a:lnTo>
                  <a:lnTo>
                    <a:pt x="41231" y="141243"/>
                  </a:lnTo>
                  <a:lnTo>
                    <a:pt x="48851" y="152400"/>
                  </a:lnTo>
                  <a:lnTo>
                    <a:pt x="51923" y="159388"/>
                  </a:lnTo>
                  <a:lnTo>
                    <a:pt x="53423" y="166592"/>
                  </a:lnTo>
                  <a:lnTo>
                    <a:pt x="53780" y="173938"/>
                  </a:lnTo>
                  <a:lnTo>
                    <a:pt x="53423" y="181356"/>
                  </a:lnTo>
                  <a:lnTo>
                    <a:pt x="36659" y="215646"/>
                  </a:lnTo>
                  <a:lnTo>
                    <a:pt x="26753" y="224028"/>
                  </a:lnTo>
                  <a:lnTo>
                    <a:pt x="25991" y="224790"/>
                  </a:lnTo>
                  <a:lnTo>
                    <a:pt x="25991" y="225552"/>
                  </a:lnTo>
                  <a:lnTo>
                    <a:pt x="30563" y="227076"/>
                  </a:lnTo>
                  <a:lnTo>
                    <a:pt x="35897" y="227076"/>
                  </a:lnTo>
                  <a:lnTo>
                    <a:pt x="40469" y="229362"/>
                  </a:lnTo>
                  <a:lnTo>
                    <a:pt x="46791" y="232421"/>
                  </a:lnTo>
                  <a:lnTo>
                    <a:pt x="52185" y="236124"/>
                  </a:lnTo>
                  <a:lnTo>
                    <a:pt x="66508" y="274534"/>
                  </a:lnTo>
                  <a:lnTo>
                    <a:pt x="66377" y="284226"/>
                  </a:lnTo>
                  <a:lnTo>
                    <a:pt x="65710" y="301704"/>
                  </a:lnTo>
                  <a:lnTo>
                    <a:pt x="63900" y="318897"/>
                  </a:lnTo>
                  <a:lnTo>
                    <a:pt x="61233" y="336089"/>
                  </a:lnTo>
                  <a:lnTo>
                    <a:pt x="57995" y="353568"/>
                  </a:lnTo>
                  <a:lnTo>
                    <a:pt x="56447" y="364426"/>
                  </a:lnTo>
                  <a:lnTo>
                    <a:pt x="55328" y="375285"/>
                  </a:lnTo>
                  <a:lnTo>
                    <a:pt x="54780" y="386143"/>
                  </a:lnTo>
                  <a:lnTo>
                    <a:pt x="54947" y="397002"/>
                  </a:lnTo>
                  <a:lnTo>
                    <a:pt x="84248" y="423267"/>
                  </a:lnTo>
                  <a:lnTo>
                    <a:pt x="96762" y="424243"/>
                  </a:lnTo>
                  <a:lnTo>
                    <a:pt x="109132" y="422648"/>
                  </a:lnTo>
                  <a:lnTo>
                    <a:pt x="119717" y="418338"/>
                  </a:lnTo>
                  <a:lnTo>
                    <a:pt x="122765" y="416052"/>
                  </a:lnTo>
                  <a:lnTo>
                    <a:pt x="125051" y="413766"/>
                  </a:lnTo>
                  <a:lnTo>
                    <a:pt x="127337" y="41148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8" name="Google Shape;3648;p3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08094" y="3545560"/>
              <a:ext cx="93014" cy="1379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9" name="Google Shape;3649;p36"/>
            <p:cNvSpPr/>
            <p:nvPr/>
          </p:nvSpPr>
          <p:spPr>
            <a:xfrm>
              <a:off x="4168140" y="3624071"/>
              <a:ext cx="6350" cy="59690"/>
            </a:xfrm>
            <a:custGeom>
              <a:rect b="b" l="l" r="r" t="t"/>
              <a:pathLst>
                <a:path extrusionOk="0" h="59689" w="6350">
                  <a:moveTo>
                    <a:pt x="0" y="0"/>
                  </a:moveTo>
                  <a:lnTo>
                    <a:pt x="154" y="7881"/>
                  </a:lnTo>
                  <a:lnTo>
                    <a:pt x="666" y="15621"/>
                  </a:lnTo>
                  <a:lnTo>
                    <a:pt x="1607" y="23360"/>
                  </a:lnTo>
                  <a:lnTo>
                    <a:pt x="3048" y="31242"/>
                  </a:lnTo>
                  <a:lnTo>
                    <a:pt x="4167" y="38433"/>
                  </a:lnTo>
                  <a:lnTo>
                    <a:pt x="5143" y="45339"/>
                  </a:lnTo>
                  <a:lnTo>
                    <a:pt x="5834" y="52244"/>
                  </a:lnTo>
                  <a:lnTo>
                    <a:pt x="6096" y="5943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4269485" y="3607308"/>
              <a:ext cx="27305" cy="62865"/>
            </a:xfrm>
            <a:custGeom>
              <a:rect b="b" l="l" r="r" t="t"/>
              <a:pathLst>
                <a:path extrusionOk="0" h="62864" w="27304">
                  <a:moveTo>
                    <a:pt x="0" y="0"/>
                  </a:moveTo>
                  <a:lnTo>
                    <a:pt x="27241" y="27051"/>
                  </a:lnTo>
                  <a:lnTo>
                    <a:pt x="26312" y="34075"/>
                  </a:lnTo>
                  <a:lnTo>
                    <a:pt x="6858" y="62484"/>
                  </a:lnTo>
                  <a:lnTo>
                    <a:pt x="6096" y="62484"/>
                  </a:lnTo>
                  <a:lnTo>
                    <a:pt x="5334" y="6248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4434840" y="3582161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4601717" y="3558540"/>
              <a:ext cx="5080" cy="1905"/>
            </a:xfrm>
            <a:custGeom>
              <a:rect b="b" l="l" r="r" t="t"/>
              <a:pathLst>
                <a:path extrusionOk="0" h="1904" w="5079">
                  <a:moveTo>
                    <a:pt x="0" y="1524"/>
                  </a:moveTo>
                  <a:lnTo>
                    <a:pt x="1523" y="762"/>
                  </a:lnTo>
                  <a:lnTo>
                    <a:pt x="3047" y="0"/>
                  </a:lnTo>
                  <a:lnTo>
                    <a:pt x="4572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4731258" y="3552444"/>
              <a:ext cx="24130" cy="22860"/>
            </a:xfrm>
            <a:custGeom>
              <a:rect b="b" l="l" r="r" t="t"/>
              <a:pathLst>
                <a:path extrusionOk="0" h="22860" w="24129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3622" y="17525"/>
                  </a:lnTo>
                  <a:lnTo>
                    <a:pt x="23622" y="11429"/>
                  </a:lnTo>
                  <a:lnTo>
                    <a:pt x="23622" y="4571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5066538" y="3584447"/>
              <a:ext cx="18415" cy="44450"/>
            </a:xfrm>
            <a:custGeom>
              <a:rect b="b" l="l" r="r" t="t"/>
              <a:pathLst>
                <a:path extrusionOk="0" h="44450" w="18414">
                  <a:moveTo>
                    <a:pt x="17525" y="0"/>
                  </a:moveTo>
                  <a:lnTo>
                    <a:pt x="3809" y="40386"/>
                  </a:lnTo>
                  <a:lnTo>
                    <a:pt x="3047" y="41148"/>
                  </a:lnTo>
                  <a:lnTo>
                    <a:pt x="0" y="4419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55" name="Google Shape;3655;p36"/>
            <p:cNvGrpSpPr/>
            <p:nvPr/>
          </p:nvGrpSpPr>
          <p:grpSpPr>
            <a:xfrm>
              <a:off x="5205958" y="3332737"/>
              <a:ext cx="367151" cy="351155"/>
              <a:chOff x="5205958" y="3332737"/>
              <a:chExt cx="367151" cy="351155"/>
            </a:xfrm>
          </p:grpSpPr>
          <p:pic>
            <p:nvPicPr>
              <p:cNvPr id="3656" name="Google Shape;3656;p36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5205958" y="3438118"/>
                <a:ext cx="189026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7" name="Google Shape;3657;p36"/>
              <p:cNvSpPr/>
              <p:nvPr/>
            </p:nvSpPr>
            <p:spPr>
              <a:xfrm>
                <a:off x="5411819" y="3332737"/>
                <a:ext cx="161290" cy="351155"/>
              </a:xfrm>
              <a:custGeom>
                <a:rect b="b" l="l" r="r" t="t"/>
                <a:pathLst>
                  <a:path extrusionOk="0" h="351154" w="161289">
                    <a:moveTo>
                      <a:pt x="2190" y="23872"/>
                    </a:moveTo>
                    <a:lnTo>
                      <a:pt x="773" y="17311"/>
                    </a:lnTo>
                    <a:lnTo>
                      <a:pt x="0" y="10822"/>
                    </a:lnTo>
                    <a:lnTo>
                      <a:pt x="1654" y="5333"/>
                    </a:lnTo>
                    <a:lnTo>
                      <a:pt x="7524" y="1774"/>
                    </a:lnTo>
                    <a:lnTo>
                      <a:pt x="16561" y="0"/>
                    </a:lnTo>
                    <a:lnTo>
                      <a:pt x="26098" y="154"/>
                    </a:lnTo>
                    <a:lnTo>
                      <a:pt x="73247" y="24824"/>
                    </a:lnTo>
                    <a:lnTo>
                      <a:pt x="97809" y="72056"/>
                    </a:lnTo>
                    <a:lnTo>
                      <a:pt x="107346" y="124456"/>
                    </a:lnTo>
                    <a:lnTo>
                      <a:pt x="109597" y="138267"/>
                    </a:lnTo>
                    <a:lnTo>
                      <a:pt x="121062" y="178558"/>
                    </a:lnTo>
                    <a:lnTo>
                      <a:pt x="130968" y="190750"/>
                    </a:lnTo>
                    <a:lnTo>
                      <a:pt x="140874" y="190750"/>
                    </a:lnTo>
                    <a:lnTo>
                      <a:pt x="147732" y="191512"/>
                    </a:lnTo>
                    <a:lnTo>
                      <a:pt x="152304" y="186940"/>
                    </a:lnTo>
                    <a:lnTo>
                      <a:pt x="156876" y="180844"/>
                    </a:lnTo>
                    <a:lnTo>
                      <a:pt x="158400" y="178558"/>
                    </a:lnTo>
                    <a:lnTo>
                      <a:pt x="159162" y="175510"/>
                    </a:lnTo>
                    <a:lnTo>
                      <a:pt x="160686" y="173224"/>
                    </a:lnTo>
                    <a:lnTo>
                      <a:pt x="154840" y="192559"/>
                    </a:lnTo>
                    <a:lnTo>
                      <a:pt x="151638" y="211895"/>
                    </a:lnTo>
                    <a:lnTo>
                      <a:pt x="150292" y="231517"/>
                    </a:lnTo>
                    <a:lnTo>
                      <a:pt x="150018" y="251710"/>
                    </a:lnTo>
                    <a:lnTo>
                      <a:pt x="150030" y="267009"/>
                    </a:lnTo>
                    <a:lnTo>
                      <a:pt x="150114" y="282094"/>
                    </a:lnTo>
                    <a:lnTo>
                      <a:pt x="150340" y="297037"/>
                    </a:lnTo>
                    <a:lnTo>
                      <a:pt x="150780" y="311908"/>
                    </a:lnTo>
                    <a:lnTo>
                      <a:pt x="150947" y="321540"/>
                    </a:lnTo>
                    <a:lnTo>
                      <a:pt x="118681" y="350579"/>
                    </a:lnTo>
                    <a:lnTo>
                      <a:pt x="106906" y="350365"/>
                    </a:lnTo>
                    <a:lnTo>
                      <a:pt x="95916" y="350008"/>
                    </a:lnTo>
                    <a:lnTo>
                      <a:pt x="82915" y="349817"/>
                    </a:lnTo>
                    <a:lnTo>
                      <a:pt x="69627" y="348484"/>
                    </a:lnTo>
                    <a:lnTo>
                      <a:pt x="56911" y="344864"/>
                    </a:lnTo>
                    <a:lnTo>
                      <a:pt x="45624" y="337816"/>
                    </a:lnTo>
                    <a:lnTo>
                      <a:pt x="44100" y="334768"/>
                    </a:lnTo>
                    <a:lnTo>
                      <a:pt x="41814" y="332482"/>
                    </a:lnTo>
                    <a:lnTo>
                      <a:pt x="39528" y="3294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658" name="Google Shape;3658;p3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956528" y="3418332"/>
              <a:ext cx="141757" cy="150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9" name="Google Shape;3659;p3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217501" y="3397637"/>
              <a:ext cx="113219" cy="1296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60" name="Google Shape;3660;p3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24979" y="3201898"/>
              <a:ext cx="255499" cy="32237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61" name="Google Shape;3661;p36"/>
            <p:cNvGrpSpPr/>
            <p:nvPr/>
          </p:nvGrpSpPr>
          <p:grpSpPr>
            <a:xfrm>
              <a:off x="4096486" y="3970756"/>
              <a:ext cx="151410" cy="159118"/>
              <a:chOff x="4096486" y="3970756"/>
              <a:chExt cx="151410" cy="159118"/>
            </a:xfrm>
          </p:grpSpPr>
          <p:pic>
            <p:nvPicPr>
              <p:cNvPr id="3662" name="Google Shape;3662;p36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4096486" y="3970756"/>
                <a:ext cx="95300" cy="1591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63" name="Google Shape;3663;p36"/>
              <p:cNvSpPr/>
              <p:nvPr/>
            </p:nvSpPr>
            <p:spPr>
              <a:xfrm>
                <a:off x="4246626" y="4059935"/>
                <a:ext cx="1270" cy="63500"/>
              </a:xfrm>
              <a:custGeom>
                <a:rect b="b" l="l" r="r" t="t"/>
                <a:pathLst>
                  <a:path extrusionOk="0" h="63500" w="1270">
                    <a:moveTo>
                      <a:pt x="762" y="0"/>
                    </a:moveTo>
                    <a:lnTo>
                      <a:pt x="321" y="10727"/>
                    </a:lnTo>
                    <a:lnTo>
                      <a:pt x="95" y="21240"/>
                    </a:lnTo>
                    <a:lnTo>
                      <a:pt x="11" y="31611"/>
                    </a:lnTo>
                    <a:lnTo>
                      <a:pt x="0" y="41910"/>
                    </a:lnTo>
                    <a:lnTo>
                      <a:pt x="0" y="48768"/>
                    </a:lnTo>
                    <a:lnTo>
                      <a:pt x="0" y="55626"/>
                    </a:lnTo>
                    <a:lnTo>
                      <a:pt x="0" y="6324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64" name="Google Shape;3664;p36"/>
            <p:cNvSpPr/>
            <p:nvPr/>
          </p:nvSpPr>
          <p:spPr>
            <a:xfrm>
              <a:off x="4348734" y="4065270"/>
              <a:ext cx="38100" cy="74295"/>
            </a:xfrm>
            <a:custGeom>
              <a:rect b="b" l="l" r="r" t="t"/>
              <a:pathLst>
                <a:path extrusionOk="0" h="74295" w="38100">
                  <a:moveTo>
                    <a:pt x="21336" y="0"/>
                  </a:moveTo>
                  <a:lnTo>
                    <a:pt x="28670" y="8096"/>
                  </a:lnTo>
                  <a:lnTo>
                    <a:pt x="33718" y="14477"/>
                  </a:lnTo>
                  <a:lnTo>
                    <a:pt x="36766" y="21431"/>
                  </a:lnTo>
                  <a:lnTo>
                    <a:pt x="38100" y="31241"/>
                  </a:lnTo>
                  <a:lnTo>
                    <a:pt x="37373" y="40064"/>
                  </a:lnTo>
                  <a:lnTo>
                    <a:pt x="7155" y="72318"/>
                  </a:lnTo>
                  <a:lnTo>
                    <a:pt x="0" y="7391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4575809" y="4031741"/>
              <a:ext cx="12700" cy="1270"/>
            </a:xfrm>
            <a:custGeom>
              <a:rect b="b" l="l" r="r" t="t"/>
              <a:pathLst>
                <a:path extrusionOk="0" h="1270" w="12700">
                  <a:moveTo>
                    <a:pt x="0" y="0"/>
                  </a:moveTo>
                  <a:lnTo>
                    <a:pt x="3810" y="0"/>
                  </a:lnTo>
                  <a:lnTo>
                    <a:pt x="8382" y="761"/>
                  </a:lnTo>
                  <a:lnTo>
                    <a:pt x="12192" y="761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4719828" y="4025646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4863846" y="4005071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4978146" y="3989832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5219700" y="3964685"/>
              <a:ext cx="13970" cy="57150"/>
            </a:xfrm>
            <a:custGeom>
              <a:rect b="b" l="l" r="r" t="t"/>
              <a:pathLst>
                <a:path extrusionOk="0" h="57150" w="13970">
                  <a:moveTo>
                    <a:pt x="4572" y="0"/>
                  </a:moveTo>
                  <a:lnTo>
                    <a:pt x="9001" y="7203"/>
                  </a:lnTo>
                  <a:lnTo>
                    <a:pt x="12001" y="13620"/>
                  </a:lnTo>
                  <a:lnTo>
                    <a:pt x="13573" y="20466"/>
                  </a:lnTo>
                  <a:lnTo>
                    <a:pt x="13716" y="28956"/>
                  </a:lnTo>
                  <a:lnTo>
                    <a:pt x="12918" y="35456"/>
                  </a:lnTo>
                  <a:lnTo>
                    <a:pt x="10763" y="42100"/>
                  </a:lnTo>
                  <a:lnTo>
                    <a:pt x="7608" y="48458"/>
                  </a:lnTo>
                  <a:lnTo>
                    <a:pt x="3810" y="54102"/>
                  </a:lnTo>
                  <a:lnTo>
                    <a:pt x="1524" y="55626"/>
                  </a:lnTo>
                  <a:lnTo>
                    <a:pt x="1524" y="56388"/>
                  </a:lnTo>
                  <a:lnTo>
                    <a:pt x="0" y="5715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70" name="Google Shape;3670;p36"/>
            <p:cNvGrpSpPr/>
            <p:nvPr/>
          </p:nvGrpSpPr>
          <p:grpSpPr>
            <a:xfrm>
              <a:off x="5301970" y="3856456"/>
              <a:ext cx="210934" cy="160070"/>
              <a:chOff x="5301970" y="3856456"/>
              <a:chExt cx="210934" cy="160070"/>
            </a:xfrm>
          </p:grpSpPr>
          <p:pic>
            <p:nvPicPr>
              <p:cNvPr id="3671" name="Google Shape;3671;p36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5301970" y="3856456"/>
                <a:ext cx="96824" cy="1417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72" name="Google Shape;3672;p36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5434939" y="3928846"/>
                <a:ext cx="77965" cy="876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673" name="Google Shape;3673;p36"/>
            <p:cNvGrpSpPr/>
            <p:nvPr/>
          </p:nvGrpSpPr>
          <p:grpSpPr>
            <a:xfrm>
              <a:off x="6100546" y="3841978"/>
              <a:ext cx="150902" cy="157022"/>
              <a:chOff x="6100546" y="3841978"/>
              <a:chExt cx="150902" cy="157022"/>
            </a:xfrm>
          </p:grpSpPr>
          <p:pic>
            <p:nvPicPr>
              <p:cNvPr id="3674" name="Google Shape;3674;p36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6100546" y="3841978"/>
                <a:ext cx="96824" cy="1570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5" name="Google Shape;3675;p36"/>
              <p:cNvSpPr/>
              <p:nvPr/>
            </p:nvSpPr>
            <p:spPr>
              <a:xfrm>
                <a:off x="6241827" y="3945636"/>
                <a:ext cx="2540" cy="47625"/>
              </a:xfrm>
              <a:custGeom>
                <a:rect b="b" l="l" r="r" t="t"/>
                <a:pathLst>
                  <a:path extrusionOk="0" h="47625" w="2539">
                    <a:moveTo>
                      <a:pt x="476" y="0"/>
                    </a:moveTo>
                    <a:lnTo>
                      <a:pt x="273" y="10965"/>
                    </a:lnTo>
                    <a:lnTo>
                      <a:pt x="0" y="22002"/>
                    </a:lnTo>
                    <a:lnTo>
                      <a:pt x="154" y="32896"/>
                    </a:lnTo>
                    <a:lnTo>
                      <a:pt x="1238" y="43434"/>
                    </a:lnTo>
                    <a:lnTo>
                      <a:pt x="2000" y="45720"/>
                    </a:lnTo>
                    <a:lnTo>
                      <a:pt x="2000" y="4724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6" name="Google Shape;3676;p36"/>
              <p:cNvSpPr/>
              <p:nvPr/>
            </p:nvSpPr>
            <p:spPr>
              <a:xfrm>
                <a:off x="6228588" y="3845052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4571"/>
                    </a:moveTo>
                    <a:lnTo>
                      <a:pt x="0" y="17525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7525"/>
                    </a:lnTo>
                    <a:lnTo>
                      <a:pt x="22860" y="11429"/>
                    </a:lnTo>
                    <a:lnTo>
                      <a:pt x="22860" y="4571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677" name="Google Shape;3677;p36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6391535" y="3803366"/>
              <a:ext cx="92348" cy="1323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78" name="Google Shape;3678;p36"/>
            <p:cNvGrpSpPr/>
            <p:nvPr/>
          </p:nvGrpSpPr>
          <p:grpSpPr>
            <a:xfrm>
              <a:off x="6585965" y="3735323"/>
              <a:ext cx="248031" cy="279400"/>
              <a:chOff x="6585965" y="3735323"/>
              <a:chExt cx="248031" cy="279400"/>
            </a:xfrm>
          </p:grpSpPr>
          <p:sp>
            <p:nvSpPr>
              <p:cNvPr id="3679" name="Google Shape;3679;p36"/>
              <p:cNvSpPr/>
              <p:nvPr/>
            </p:nvSpPr>
            <p:spPr>
              <a:xfrm>
                <a:off x="6585965" y="3735323"/>
                <a:ext cx="85090" cy="279400"/>
              </a:xfrm>
              <a:custGeom>
                <a:rect b="b" l="l" r="r" t="t"/>
                <a:pathLst>
                  <a:path extrusionOk="0" h="279400" w="85090">
                    <a:moveTo>
                      <a:pt x="56388" y="15239"/>
                    </a:moveTo>
                    <a:lnTo>
                      <a:pt x="49422" y="9429"/>
                    </a:lnTo>
                    <a:lnTo>
                      <a:pt x="43529" y="4762"/>
                    </a:lnTo>
                    <a:lnTo>
                      <a:pt x="37207" y="1523"/>
                    </a:lnTo>
                    <a:lnTo>
                      <a:pt x="28956" y="0"/>
                    </a:lnTo>
                    <a:lnTo>
                      <a:pt x="19050" y="0"/>
                    </a:lnTo>
                    <a:lnTo>
                      <a:pt x="333" y="37599"/>
                    </a:lnTo>
                    <a:lnTo>
                      <a:pt x="0" y="46481"/>
                    </a:lnTo>
                    <a:lnTo>
                      <a:pt x="809" y="54423"/>
                    </a:lnTo>
                    <a:lnTo>
                      <a:pt x="19335" y="86582"/>
                    </a:lnTo>
                    <a:lnTo>
                      <a:pt x="23633" y="92571"/>
                    </a:lnTo>
                    <a:lnTo>
                      <a:pt x="27432" y="99059"/>
                    </a:lnTo>
                    <a:lnTo>
                      <a:pt x="29741" y="105477"/>
                    </a:lnTo>
                    <a:lnTo>
                      <a:pt x="31051" y="112109"/>
                    </a:lnTo>
                    <a:lnTo>
                      <a:pt x="31503" y="118883"/>
                    </a:lnTo>
                    <a:lnTo>
                      <a:pt x="31242" y="125729"/>
                    </a:lnTo>
                    <a:lnTo>
                      <a:pt x="9906" y="161543"/>
                    </a:lnTo>
                    <a:lnTo>
                      <a:pt x="6858" y="165353"/>
                    </a:lnTo>
                    <a:lnTo>
                      <a:pt x="12192" y="166877"/>
                    </a:lnTo>
                    <a:lnTo>
                      <a:pt x="18288" y="168401"/>
                    </a:lnTo>
                    <a:lnTo>
                      <a:pt x="23622" y="171449"/>
                    </a:lnTo>
                    <a:lnTo>
                      <a:pt x="39528" y="201167"/>
                    </a:lnTo>
                    <a:lnTo>
                      <a:pt x="39064" y="209597"/>
                    </a:lnTo>
                    <a:lnTo>
                      <a:pt x="38100" y="217169"/>
                    </a:lnTo>
                    <a:lnTo>
                      <a:pt x="35730" y="230231"/>
                    </a:lnTo>
                    <a:lnTo>
                      <a:pt x="32289" y="243935"/>
                    </a:lnTo>
                    <a:lnTo>
                      <a:pt x="29848" y="257782"/>
                    </a:lnTo>
                    <a:lnTo>
                      <a:pt x="30480" y="271271"/>
                    </a:lnTo>
                    <a:lnTo>
                      <a:pt x="32766" y="278891"/>
                    </a:lnTo>
                    <a:lnTo>
                      <a:pt x="44958" y="277367"/>
                    </a:lnTo>
                    <a:lnTo>
                      <a:pt x="50292" y="277367"/>
                    </a:lnTo>
                    <a:lnTo>
                      <a:pt x="60579" y="275486"/>
                    </a:lnTo>
                    <a:lnTo>
                      <a:pt x="69151" y="271462"/>
                    </a:lnTo>
                    <a:lnTo>
                      <a:pt x="76866" y="266009"/>
                    </a:lnTo>
                    <a:lnTo>
                      <a:pt x="84582" y="25984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680" name="Google Shape;3680;p36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695311" y="3806164"/>
                <a:ext cx="80179" cy="95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81" name="Google Shape;3681;p36"/>
              <p:cNvSpPr/>
              <p:nvPr/>
            </p:nvSpPr>
            <p:spPr>
              <a:xfrm>
                <a:off x="6809231" y="3886961"/>
                <a:ext cx="24765" cy="51435"/>
              </a:xfrm>
              <a:custGeom>
                <a:rect b="b" l="l" r="r" t="t"/>
                <a:pathLst>
                  <a:path extrusionOk="0" h="51435" w="24765">
                    <a:moveTo>
                      <a:pt x="24383" y="0"/>
                    </a:moveTo>
                    <a:lnTo>
                      <a:pt x="20490" y="8584"/>
                    </a:lnTo>
                    <a:lnTo>
                      <a:pt x="16668" y="17240"/>
                    </a:lnTo>
                    <a:lnTo>
                      <a:pt x="12703" y="26038"/>
                    </a:lnTo>
                    <a:lnTo>
                      <a:pt x="8381" y="35052"/>
                    </a:lnTo>
                    <a:lnTo>
                      <a:pt x="6095" y="40386"/>
                    </a:lnTo>
                    <a:lnTo>
                      <a:pt x="3047" y="45720"/>
                    </a:lnTo>
                    <a:lnTo>
                      <a:pt x="0" y="5105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82" name="Google Shape;3682;p36"/>
            <p:cNvGrpSpPr/>
            <p:nvPr/>
          </p:nvGrpSpPr>
          <p:grpSpPr>
            <a:xfrm>
              <a:off x="6925817" y="3638942"/>
              <a:ext cx="160528" cy="287020"/>
              <a:chOff x="6925817" y="3638942"/>
              <a:chExt cx="160528" cy="287020"/>
            </a:xfrm>
          </p:grpSpPr>
          <p:sp>
            <p:nvSpPr>
              <p:cNvPr id="3683" name="Google Shape;3683;p36"/>
              <p:cNvSpPr/>
              <p:nvPr/>
            </p:nvSpPr>
            <p:spPr>
              <a:xfrm>
                <a:off x="6925817" y="3761993"/>
                <a:ext cx="5080" cy="82550"/>
              </a:xfrm>
              <a:custGeom>
                <a:rect b="b" l="l" r="r" t="t"/>
                <a:pathLst>
                  <a:path extrusionOk="0" h="82550" w="5079">
                    <a:moveTo>
                      <a:pt x="0" y="0"/>
                    </a:moveTo>
                    <a:lnTo>
                      <a:pt x="1250" y="13596"/>
                    </a:lnTo>
                    <a:lnTo>
                      <a:pt x="2571" y="27051"/>
                    </a:lnTo>
                    <a:lnTo>
                      <a:pt x="3750" y="40505"/>
                    </a:lnTo>
                    <a:lnTo>
                      <a:pt x="4572" y="54102"/>
                    </a:lnTo>
                    <a:lnTo>
                      <a:pt x="4560" y="61079"/>
                    </a:lnTo>
                    <a:lnTo>
                      <a:pt x="4476" y="68199"/>
                    </a:lnTo>
                    <a:lnTo>
                      <a:pt x="4250" y="75318"/>
                    </a:lnTo>
                    <a:lnTo>
                      <a:pt x="3810" y="8229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4" name="Google Shape;3684;p36"/>
              <p:cNvSpPr/>
              <p:nvPr/>
            </p:nvSpPr>
            <p:spPr>
              <a:xfrm>
                <a:off x="6951725" y="3638942"/>
                <a:ext cx="134620" cy="287020"/>
              </a:xfrm>
              <a:custGeom>
                <a:rect b="b" l="l" r="r" t="t"/>
                <a:pathLst>
                  <a:path extrusionOk="0" h="287020" w="134620">
                    <a:moveTo>
                      <a:pt x="0" y="11037"/>
                    </a:moveTo>
                    <a:lnTo>
                      <a:pt x="7822" y="5643"/>
                    </a:lnTo>
                    <a:lnTo>
                      <a:pt x="15716" y="1607"/>
                    </a:lnTo>
                    <a:lnTo>
                      <a:pt x="24324" y="0"/>
                    </a:lnTo>
                    <a:lnTo>
                      <a:pt x="34290" y="1893"/>
                    </a:lnTo>
                    <a:lnTo>
                      <a:pt x="71794" y="42398"/>
                    </a:lnTo>
                    <a:lnTo>
                      <a:pt x="81629" y="90666"/>
                    </a:lnTo>
                    <a:lnTo>
                      <a:pt x="81688" y="106096"/>
                    </a:lnTo>
                    <a:lnTo>
                      <a:pt x="81534" y="121527"/>
                    </a:lnTo>
                    <a:lnTo>
                      <a:pt x="81212" y="130897"/>
                    </a:lnTo>
                    <a:lnTo>
                      <a:pt x="80676" y="140481"/>
                    </a:lnTo>
                    <a:lnTo>
                      <a:pt x="80569" y="149923"/>
                    </a:lnTo>
                    <a:lnTo>
                      <a:pt x="81534" y="158865"/>
                    </a:lnTo>
                    <a:lnTo>
                      <a:pt x="83058" y="164961"/>
                    </a:lnTo>
                    <a:lnTo>
                      <a:pt x="89154" y="168009"/>
                    </a:lnTo>
                    <a:lnTo>
                      <a:pt x="94488" y="168009"/>
                    </a:lnTo>
                    <a:lnTo>
                      <a:pt x="100976" y="168473"/>
                    </a:lnTo>
                    <a:lnTo>
                      <a:pt x="134112" y="152007"/>
                    </a:lnTo>
                    <a:lnTo>
                      <a:pt x="129540" y="157341"/>
                    </a:lnTo>
                    <a:lnTo>
                      <a:pt x="115395" y="196834"/>
                    </a:lnTo>
                    <a:lnTo>
                      <a:pt x="114966" y="216586"/>
                    </a:lnTo>
                    <a:lnTo>
                      <a:pt x="114871" y="226302"/>
                    </a:lnTo>
                    <a:lnTo>
                      <a:pt x="115062" y="236017"/>
                    </a:lnTo>
                    <a:lnTo>
                      <a:pt x="115824" y="245733"/>
                    </a:lnTo>
                    <a:lnTo>
                      <a:pt x="116586" y="252591"/>
                    </a:lnTo>
                    <a:lnTo>
                      <a:pt x="118110" y="261735"/>
                    </a:lnTo>
                    <a:lnTo>
                      <a:pt x="117348" y="268593"/>
                    </a:lnTo>
                    <a:lnTo>
                      <a:pt x="115824" y="276213"/>
                    </a:lnTo>
                    <a:lnTo>
                      <a:pt x="106680" y="278499"/>
                    </a:lnTo>
                    <a:lnTo>
                      <a:pt x="100584" y="280023"/>
                    </a:lnTo>
                    <a:lnTo>
                      <a:pt x="55828" y="286392"/>
                    </a:lnTo>
                    <a:lnTo>
                      <a:pt x="45815" y="286595"/>
                    </a:lnTo>
                    <a:lnTo>
                      <a:pt x="35944" y="285797"/>
                    </a:lnTo>
                    <a:lnTo>
                      <a:pt x="27432" y="283071"/>
                    </a:lnTo>
                    <a:lnTo>
                      <a:pt x="25146" y="281547"/>
                    </a:lnTo>
                    <a:lnTo>
                      <a:pt x="23622" y="280023"/>
                    </a:lnTo>
                    <a:lnTo>
                      <a:pt x="21336" y="2784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85" name="Google Shape;3685;p36"/>
            <p:cNvSpPr/>
            <p:nvPr/>
          </p:nvSpPr>
          <p:spPr>
            <a:xfrm>
              <a:off x="7281671" y="3573779"/>
              <a:ext cx="92075" cy="426084"/>
            </a:xfrm>
            <a:custGeom>
              <a:rect b="b" l="l" r="r" t="t"/>
              <a:pathLst>
                <a:path extrusionOk="0" h="426085" w="92075">
                  <a:moveTo>
                    <a:pt x="90677" y="0"/>
                  </a:moveTo>
                  <a:lnTo>
                    <a:pt x="91559" y="25812"/>
                  </a:lnTo>
                  <a:lnTo>
                    <a:pt x="90868" y="51053"/>
                  </a:lnTo>
                  <a:lnTo>
                    <a:pt x="88749" y="76295"/>
                  </a:lnTo>
                  <a:lnTo>
                    <a:pt x="78938" y="140946"/>
                  </a:lnTo>
                  <a:lnTo>
                    <a:pt x="71246" y="179641"/>
                  </a:lnTo>
                  <a:lnTo>
                    <a:pt x="62412" y="218051"/>
                  </a:lnTo>
                  <a:lnTo>
                    <a:pt x="52577" y="256032"/>
                  </a:lnTo>
                  <a:lnTo>
                    <a:pt x="34956" y="316992"/>
                  </a:lnTo>
                  <a:lnTo>
                    <a:pt x="16763" y="377952"/>
                  </a:lnTo>
                  <a:lnTo>
                    <a:pt x="13465" y="389953"/>
                  </a:lnTo>
                  <a:lnTo>
                    <a:pt x="10382" y="401954"/>
                  </a:lnTo>
                  <a:lnTo>
                    <a:pt x="7441" y="413956"/>
                  </a:lnTo>
                  <a:lnTo>
                    <a:pt x="4571" y="425958"/>
                  </a:lnTo>
                  <a:lnTo>
                    <a:pt x="3643" y="423910"/>
                  </a:lnTo>
                  <a:lnTo>
                    <a:pt x="2285" y="417004"/>
                  </a:lnTo>
                  <a:lnTo>
                    <a:pt x="928" y="409241"/>
                  </a:lnTo>
                  <a:lnTo>
                    <a:pt x="0" y="40462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6" name="Google Shape;3686;p36"/>
            <p:cNvGrpSpPr/>
            <p:nvPr/>
          </p:nvGrpSpPr>
          <p:grpSpPr>
            <a:xfrm>
              <a:off x="7548346" y="3699509"/>
              <a:ext cx="155473" cy="176809"/>
              <a:chOff x="7548346" y="3699509"/>
              <a:chExt cx="155473" cy="176809"/>
            </a:xfrm>
          </p:grpSpPr>
          <p:pic>
            <p:nvPicPr>
              <p:cNvPr id="3687" name="Google Shape;3687;p36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7548346" y="3721534"/>
                <a:ext cx="90728" cy="1547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88" name="Google Shape;3688;p36"/>
              <p:cNvSpPr/>
              <p:nvPr/>
            </p:nvSpPr>
            <p:spPr>
              <a:xfrm>
                <a:off x="7682483" y="3811523"/>
                <a:ext cx="12700" cy="54610"/>
              </a:xfrm>
              <a:custGeom>
                <a:rect b="b" l="l" r="r" t="t"/>
                <a:pathLst>
                  <a:path extrusionOk="0" h="54610" w="12700">
                    <a:moveTo>
                      <a:pt x="0" y="0"/>
                    </a:moveTo>
                    <a:lnTo>
                      <a:pt x="5334" y="39624"/>
                    </a:lnTo>
                    <a:lnTo>
                      <a:pt x="6096" y="48006"/>
                    </a:lnTo>
                    <a:lnTo>
                      <a:pt x="11430" y="54102"/>
                    </a:lnTo>
                    <a:lnTo>
                      <a:pt x="12192" y="5410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9" name="Google Shape;3689;p36"/>
              <p:cNvSpPr/>
              <p:nvPr/>
            </p:nvSpPr>
            <p:spPr>
              <a:xfrm>
                <a:off x="7680959" y="3699509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690" name="Google Shape;3690;p3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803212" y="3684911"/>
              <a:ext cx="93419" cy="1383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1" name="Google Shape;3691;p36"/>
            <p:cNvSpPr/>
            <p:nvPr/>
          </p:nvSpPr>
          <p:spPr>
            <a:xfrm>
              <a:off x="7991486" y="3594854"/>
              <a:ext cx="65405" cy="315595"/>
            </a:xfrm>
            <a:custGeom>
              <a:rect b="b" l="l" r="r" t="t"/>
              <a:pathLst>
                <a:path extrusionOk="0" h="315595" w="65404">
                  <a:moveTo>
                    <a:pt x="40755" y="4071"/>
                  </a:moveTo>
                  <a:lnTo>
                    <a:pt x="34194" y="2428"/>
                  </a:lnTo>
                  <a:lnTo>
                    <a:pt x="26562" y="642"/>
                  </a:lnTo>
                  <a:lnTo>
                    <a:pt x="18788" y="0"/>
                  </a:lnTo>
                  <a:lnTo>
                    <a:pt x="11799" y="1785"/>
                  </a:lnTo>
                  <a:lnTo>
                    <a:pt x="0" y="35492"/>
                  </a:lnTo>
                  <a:lnTo>
                    <a:pt x="273" y="43981"/>
                  </a:lnTo>
                  <a:lnTo>
                    <a:pt x="21705" y="82557"/>
                  </a:lnTo>
                  <a:lnTo>
                    <a:pt x="26229" y="87296"/>
                  </a:lnTo>
                  <a:lnTo>
                    <a:pt x="30468" y="92463"/>
                  </a:lnTo>
                  <a:lnTo>
                    <a:pt x="34135" y="98202"/>
                  </a:lnTo>
                  <a:lnTo>
                    <a:pt x="36945" y="104655"/>
                  </a:lnTo>
                  <a:lnTo>
                    <a:pt x="39993" y="111513"/>
                  </a:lnTo>
                  <a:lnTo>
                    <a:pt x="40755" y="120657"/>
                  </a:lnTo>
                  <a:lnTo>
                    <a:pt x="39993" y="128277"/>
                  </a:lnTo>
                  <a:lnTo>
                    <a:pt x="37945" y="136457"/>
                  </a:lnTo>
                  <a:lnTo>
                    <a:pt x="17228" y="168759"/>
                  </a:lnTo>
                  <a:lnTo>
                    <a:pt x="12977" y="174390"/>
                  </a:lnTo>
                  <a:lnTo>
                    <a:pt x="9513" y="180093"/>
                  </a:lnTo>
                  <a:lnTo>
                    <a:pt x="8751" y="180855"/>
                  </a:lnTo>
                  <a:lnTo>
                    <a:pt x="8751" y="181617"/>
                  </a:lnTo>
                  <a:lnTo>
                    <a:pt x="8751" y="182379"/>
                  </a:lnTo>
                  <a:lnTo>
                    <a:pt x="17133" y="182379"/>
                  </a:lnTo>
                  <a:lnTo>
                    <a:pt x="25515" y="182379"/>
                  </a:lnTo>
                  <a:lnTo>
                    <a:pt x="33897" y="183903"/>
                  </a:lnTo>
                  <a:lnTo>
                    <a:pt x="39993" y="184665"/>
                  </a:lnTo>
                  <a:lnTo>
                    <a:pt x="46089" y="186951"/>
                  </a:lnTo>
                  <a:lnTo>
                    <a:pt x="48375" y="193047"/>
                  </a:lnTo>
                  <a:lnTo>
                    <a:pt x="49863" y="199012"/>
                  </a:lnTo>
                  <a:lnTo>
                    <a:pt x="49994" y="205906"/>
                  </a:lnTo>
                  <a:lnTo>
                    <a:pt x="49125" y="212657"/>
                  </a:lnTo>
                  <a:lnTo>
                    <a:pt x="47613" y="218193"/>
                  </a:lnTo>
                  <a:lnTo>
                    <a:pt x="44136" y="230076"/>
                  </a:lnTo>
                  <a:lnTo>
                    <a:pt x="39802" y="241815"/>
                  </a:lnTo>
                  <a:lnTo>
                    <a:pt x="35182" y="253555"/>
                  </a:lnTo>
                  <a:lnTo>
                    <a:pt x="30849" y="265437"/>
                  </a:lnTo>
                  <a:lnTo>
                    <a:pt x="28158" y="275046"/>
                  </a:lnTo>
                  <a:lnTo>
                    <a:pt x="25896" y="284583"/>
                  </a:lnTo>
                  <a:lnTo>
                    <a:pt x="24205" y="294262"/>
                  </a:lnTo>
                  <a:lnTo>
                    <a:pt x="23229" y="304299"/>
                  </a:lnTo>
                  <a:lnTo>
                    <a:pt x="23229" y="310395"/>
                  </a:lnTo>
                  <a:lnTo>
                    <a:pt x="23229" y="314205"/>
                  </a:lnTo>
                  <a:lnTo>
                    <a:pt x="30087" y="314967"/>
                  </a:lnTo>
                  <a:lnTo>
                    <a:pt x="37468" y="315170"/>
                  </a:lnTo>
                  <a:lnTo>
                    <a:pt x="43993" y="313729"/>
                  </a:lnTo>
                  <a:lnTo>
                    <a:pt x="50232" y="311003"/>
                  </a:lnTo>
                  <a:lnTo>
                    <a:pt x="56757" y="307347"/>
                  </a:lnTo>
                  <a:lnTo>
                    <a:pt x="59805" y="305061"/>
                  </a:lnTo>
                  <a:lnTo>
                    <a:pt x="62091" y="302775"/>
                  </a:lnTo>
                  <a:lnTo>
                    <a:pt x="65139" y="300489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92" name="Google Shape;3692;p36"/>
            <p:cNvGrpSpPr/>
            <p:nvPr/>
          </p:nvGrpSpPr>
          <p:grpSpPr>
            <a:xfrm>
              <a:off x="8124418" y="3502913"/>
              <a:ext cx="519456" cy="341630"/>
              <a:chOff x="8124418" y="3502913"/>
              <a:chExt cx="519456" cy="341630"/>
            </a:xfrm>
          </p:grpSpPr>
          <p:pic>
            <p:nvPicPr>
              <p:cNvPr id="3693" name="Google Shape;3693;p36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8124418" y="3650716"/>
                <a:ext cx="92252" cy="1097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94" name="Google Shape;3694;p36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8241766" y="3639286"/>
                <a:ext cx="89288" cy="1715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5" name="Google Shape;3695;p36"/>
              <p:cNvSpPr/>
              <p:nvPr/>
            </p:nvSpPr>
            <p:spPr>
              <a:xfrm>
                <a:off x="8373618" y="3643121"/>
                <a:ext cx="50800" cy="7620"/>
              </a:xfrm>
              <a:custGeom>
                <a:rect b="b" l="l" r="r" t="t"/>
                <a:pathLst>
                  <a:path extrusionOk="0" h="7620" w="50800">
                    <a:moveTo>
                      <a:pt x="0" y="7620"/>
                    </a:moveTo>
                    <a:lnTo>
                      <a:pt x="39624" y="3810"/>
                    </a:lnTo>
                    <a:lnTo>
                      <a:pt x="47244" y="1524"/>
                    </a:lnTo>
                    <a:lnTo>
                      <a:pt x="5029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6" name="Google Shape;3696;p36"/>
              <p:cNvSpPr/>
              <p:nvPr/>
            </p:nvSpPr>
            <p:spPr>
              <a:xfrm>
                <a:off x="8485632" y="3595115"/>
                <a:ext cx="6350" cy="94615"/>
              </a:xfrm>
              <a:custGeom>
                <a:rect b="b" l="l" r="r" t="t"/>
                <a:pathLst>
                  <a:path extrusionOk="0" h="94614" w="6350">
                    <a:moveTo>
                      <a:pt x="0" y="0"/>
                    </a:moveTo>
                    <a:lnTo>
                      <a:pt x="583" y="9263"/>
                    </a:lnTo>
                    <a:lnTo>
                      <a:pt x="1238" y="18669"/>
                    </a:lnTo>
                    <a:lnTo>
                      <a:pt x="2035" y="28074"/>
                    </a:lnTo>
                    <a:lnTo>
                      <a:pt x="3048" y="37338"/>
                    </a:lnTo>
                    <a:lnTo>
                      <a:pt x="3607" y="47172"/>
                    </a:lnTo>
                    <a:lnTo>
                      <a:pt x="4095" y="57150"/>
                    </a:lnTo>
                    <a:lnTo>
                      <a:pt x="4441" y="67127"/>
                    </a:lnTo>
                    <a:lnTo>
                      <a:pt x="4572" y="76962"/>
                    </a:lnTo>
                    <a:lnTo>
                      <a:pt x="5334" y="83820"/>
                    </a:lnTo>
                    <a:lnTo>
                      <a:pt x="4572" y="88392"/>
                    </a:lnTo>
                    <a:lnTo>
                      <a:pt x="6096" y="9448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7" name="Google Shape;3697;p36"/>
              <p:cNvSpPr/>
              <p:nvPr/>
            </p:nvSpPr>
            <p:spPr>
              <a:xfrm>
                <a:off x="8501634" y="3502913"/>
                <a:ext cx="142240" cy="341630"/>
              </a:xfrm>
              <a:custGeom>
                <a:rect b="b" l="l" r="r" t="t"/>
                <a:pathLst>
                  <a:path extrusionOk="0" h="341629" w="142240">
                    <a:moveTo>
                      <a:pt x="44957" y="0"/>
                    </a:moveTo>
                    <a:lnTo>
                      <a:pt x="82295" y="30479"/>
                    </a:lnTo>
                    <a:lnTo>
                      <a:pt x="97297" y="69163"/>
                    </a:lnTo>
                    <a:lnTo>
                      <a:pt x="99059" y="83057"/>
                    </a:lnTo>
                    <a:lnTo>
                      <a:pt x="98940" y="99024"/>
                    </a:lnTo>
                    <a:lnTo>
                      <a:pt x="97535" y="114204"/>
                    </a:lnTo>
                    <a:lnTo>
                      <a:pt x="94988" y="129242"/>
                    </a:lnTo>
                    <a:lnTo>
                      <a:pt x="91439" y="144780"/>
                    </a:lnTo>
                    <a:lnTo>
                      <a:pt x="88642" y="156674"/>
                    </a:lnTo>
                    <a:lnTo>
                      <a:pt x="86201" y="168497"/>
                    </a:lnTo>
                    <a:lnTo>
                      <a:pt x="84474" y="180463"/>
                    </a:lnTo>
                    <a:lnTo>
                      <a:pt x="83819" y="192786"/>
                    </a:lnTo>
                    <a:lnTo>
                      <a:pt x="84581" y="203454"/>
                    </a:lnTo>
                    <a:lnTo>
                      <a:pt x="86867" y="208026"/>
                    </a:lnTo>
                    <a:lnTo>
                      <a:pt x="97535" y="209550"/>
                    </a:lnTo>
                    <a:lnTo>
                      <a:pt x="104167" y="210145"/>
                    </a:lnTo>
                    <a:lnTo>
                      <a:pt x="111156" y="209740"/>
                    </a:lnTo>
                    <a:lnTo>
                      <a:pt x="140969" y="196595"/>
                    </a:lnTo>
                    <a:lnTo>
                      <a:pt x="140969" y="195833"/>
                    </a:lnTo>
                    <a:lnTo>
                      <a:pt x="140969" y="195071"/>
                    </a:lnTo>
                    <a:lnTo>
                      <a:pt x="141731" y="195071"/>
                    </a:lnTo>
                    <a:lnTo>
                      <a:pt x="134873" y="198881"/>
                    </a:lnTo>
                    <a:lnTo>
                      <a:pt x="131063" y="201929"/>
                    </a:lnTo>
                    <a:lnTo>
                      <a:pt x="113418" y="249197"/>
                    </a:lnTo>
                    <a:lnTo>
                      <a:pt x="109346" y="283464"/>
                    </a:lnTo>
                    <a:lnTo>
                      <a:pt x="108465" y="293751"/>
                    </a:lnTo>
                    <a:lnTo>
                      <a:pt x="92452" y="334291"/>
                    </a:lnTo>
                    <a:lnTo>
                      <a:pt x="54101" y="341566"/>
                    </a:lnTo>
                    <a:lnTo>
                      <a:pt x="44124" y="341471"/>
                    </a:lnTo>
                    <a:lnTo>
                      <a:pt x="34289" y="341376"/>
                    </a:lnTo>
                    <a:lnTo>
                      <a:pt x="25181" y="341209"/>
                    </a:lnTo>
                    <a:lnTo>
                      <a:pt x="16859" y="340614"/>
                    </a:lnTo>
                    <a:lnTo>
                      <a:pt x="8679" y="339447"/>
                    </a:lnTo>
                    <a:lnTo>
                      <a:pt x="0" y="33756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98" name="Google Shape;3698;p36"/>
          <p:cNvGrpSpPr/>
          <p:nvPr/>
        </p:nvGrpSpPr>
        <p:grpSpPr>
          <a:xfrm>
            <a:off x="1202949" y="5095331"/>
            <a:ext cx="7573526" cy="2055988"/>
            <a:chOff x="3724975" y="4704052"/>
            <a:chExt cx="6286967" cy="1424459"/>
          </a:xfrm>
        </p:grpSpPr>
        <p:grpSp>
          <p:nvGrpSpPr>
            <p:cNvPr id="3699" name="Google Shape;3699;p36"/>
            <p:cNvGrpSpPr/>
            <p:nvPr/>
          </p:nvGrpSpPr>
          <p:grpSpPr>
            <a:xfrm>
              <a:off x="4235170" y="5714403"/>
              <a:ext cx="691668" cy="319621"/>
              <a:chOff x="4235170" y="5714403"/>
              <a:chExt cx="691668" cy="319621"/>
            </a:xfrm>
          </p:grpSpPr>
          <p:pic>
            <p:nvPicPr>
              <p:cNvPr id="3700" name="Google Shape;3700;p36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4235170" y="5762980"/>
                <a:ext cx="408959" cy="1988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01" name="Google Shape;3701;p36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4669510" y="5714403"/>
                <a:ext cx="125018" cy="1667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2" name="Google Shape;3702;p36"/>
              <p:cNvSpPr/>
              <p:nvPr/>
            </p:nvSpPr>
            <p:spPr>
              <a:xfrm>
                <a:off x="4345685" y="5945124"/>
                <a:ext cx="467995" cy="88900"/>
              </a:xfrm>
              <a:custGeom>
                <a:rect b="b" l="l" r="r" t="t"/>
                <a:pathLst>
                  <a:path extrusionOk="0" h="88900" w="467995">
                    <a:moveTo>
                      <a:pt x="0" y="88392"/>
                    </a:moveTo>
                    <a:lnTo>
                      <a:pt x="54483" y="85248"/>
                    </a:lnTo>
                    <a:lnTo>
                      <a:pt x="108966" y="79248"/>
                    </a:lnTo>
                    <a:lnTo>
                      <a:pt x="145101" y="74926"/>
                    </a:lnTo>
                    <a:lnTo>
                      <a:pt x="181451" y="70961"/>
                    </a:lnTo>
                    <a:lnTo>
                      <a:pt x="254508" y="63246"/>
                    </a:lnTo>
                    <a:lnTo>
                      <a:pt x="316896" y="54959"/>
                    </a:lnTo>
                    <a:lnTo>
                      <a:pt x="378714" y="42672"/>
                    </a:lnTo>
                    <a:lnTo>
                      <a:pt x="416528" y="32194"/>
                    </a:lnTo>
                    <a:lnTo>
                      <a:pt x="452628" y="16002"/>
                    </a:lnTo>
                    <a:lnTo>
                      <a:pt x="461009" y="8382"/>
                    </a:lnTo>
                    <a:lnTo>
                      <a:pt x="464058" y="6096"/>
                    </a:lnTo>
                    <a:lnTo>
                      <a:pt x="467868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3" name="Google Shape;3703;p36"/>
              <p:cNvSpPr/>
              <p:nvPr/>
            </p:nvSpPr>
            <p:spPr>
              <a:xfrm>
                <a:off x="4864608" y="5791199"/>
                <a:ext cx="62230" cy="172720"/>
              </a:xfrm>
              <a:custGeom>
                <a:rect b="b" l="l" r="r" t="t"/>
                <a:pathLst>
                  <a:path extrusionOk="0" h="172720" w="62229">
                    <a:moveTo>
                      <a:pt x="22860" y="4572"/>
                    </a:moveTo>
                    <a:lnTo>
                      <a:pt x="17526" y="0"/>
                    </a:lnTo>
                    <a:lnTo>
                      <a:pt x="5334" y="0"/>
                    </a:lnTo>
                    <a:lnTo>
                      <a:pt x="0" y="4572"/>
                    </a:lnTo>
                    <a:lnTo>
                      <a:pt x="0" y="17526"/>
                    </a:lnTo>
                    <a:lnTo>
                      <a:pt x="5334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4572"/>
                    </a:lnTo>
                    <a:close/>
                  </a:path>
                  <a:path extrusionOk="0" h="172720" w="62229">
                    <a:moveTo>
                      <a:pt x="61722" y="154686"/>
                    </a:moveTo>
                    <a:lnTo>
                      <a:pt x="56388" y="149352"/>
                    </a:lnTo>
                    <a:lnTo>
                      <a:pt x="43434" y="149352"/>
                    </a:lnTo>
                    <a:lnTo>
                      <a:pt x="38862" y="154686"/>
                    </a:lnTo>
                    <a:lnTo>
                      <a:pt x="38862" y="167640"/>
                    </a:lnTo>
                    <a:lnTo>
                      <a:pt x="43434" y="172212"/>
                    </a:lnTo>
                    <a:lnTo>
                      <a:pt x="56388" y="172212"/>
                    </a:lnTo>
                    <a:lnTo>
                      <a:pt x="61722" y="167640"/>
                    </a:lnTo>
                    <a:lnTo>
                      <a:pt x="61722" y="160782"/>
                    </a:lnTo>
                    <a:lnTo>
                      <a:pt x="61722" y="154686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04" name="Google Shape;3704;p36"/>
            <p:cNvSpPr/>
            <p:nvPr/>
          </p:nvSpPr>
          <p:spPr>
            <a:xfrm>
              <a:off x="5839205" y="5642609"/>
              <a:ext cx="368300" cy="284480"/>
            </a:xfrm>
            <a:custGeom>
              <a:rect b="b" l="l" r="r" t="t"/>
              <a:pathLst>
                <a:path extrusionOk="0" h="284479" w="368300">
                  <a:moveTo>
                    <a:pt x="308610" y="0"/>
                  </a:moveTo>
                  <a:lnTo>
                    <a:pt x="263080" y="7893"/>
                  </a:lnTo>
                  <a:lnTo>
                    <a:pt x="225361" y="19014"/>
                  </a:lnTo>
                  <a:lnTo>
                    <a:pt x="184665" y="32706"/>
                  </a:lnTo>
                  <a:lnTo>
                    <a:pt x="140708" y="48398"/>
                  </a:lnTo>
                  <a:lnTo>
                    <a:pt x="118872" y="56387"/>
                  </a:lnTo>
                  <a:lnTo>
                    <a:pt x="110085" y="59185"/>
                  </a:lnTo>
                  <a:lnTo>
                    <a:pt x="100584" y="62198"/>
                  </a:lnTo>
                  <a:lnTo>
                    <a:pt x="91654" y="65924"/>
                  </a:lnTo>
                  <a:lnTo>
                    <a:pt x="84582" y="70865"/>
                  </a:lnTo>
                  <a:lnTo>
                    <a:pt x="90666" y="75783"/>
                  </a:lnTo>
                  <a:lnTo>
                    <a:pt x="137922" y="88570"/>
                  </a:lnTo>
                  <a:lnTo>
                    <a:pt x="179070" y="96357"/>
                  </a:lnTo>
                  <a:lnTo>
                    <a:pt x="199644" y="99821"/>
                  </a:lnTo>
                  <a:lnTo>
                    <a:pt x="217479" y="103012"/>
                  </a:lnTo>
                  <a:lnTo>
                    <a:pt x="235458" y="105917"/>
                  </a:lnTo>
                  <a:lnTo>
                    <a:pt x="253436" y="108823"/>
                  </a:lnTo>
                  <a:lnTo>
                    <a:pt x="271272" y="112013"/>
                  </a:lnTo>
                  <a:lnTo>
                    <a:pt x="277510" y="113097"/>
                  </a:lnTo>
                  <a:lnTo>
                    <a:pt x="286321" y="114395"/>
                  </a:lnTo>
                  <a:lnTo>
                    <a:pt x="294846" y="116407"/>
                  </a:lnTo>
                  <a:lnTo>
                    <a:pt x="300228" y="119633"/>
                  </a:lnTo>
                  <a:lnTo>
                    <a:pt x="300228" y="120395"/>
                  </a:lnTo>
                  <a:lnTo>
                    <a:pt x="300228" y="121157"/>
                  </a:lnTo>
                  <a:lnTo>
                    <a:pt x="300228" y="122681"/>
                  </a:lnTo>
                  <a:lnTo>
                    <a:pt x="293834" y="129575"/>
                  </a:lnTo>
                  <a:lnTo>
                    <a:pt x="246495" y="157531"/>
                  </a:lnTo>
                  <a:lnTo>
                    <a:pt x="202751" y="181225"/>
                  </a:lnTo>
                  <a:lnTo>
                    <a:pt x="153150" y="206371"/>
                  </a:lnTo>
                  <a:lnTo>
                    <a:pt x="97976" y="232969"/>
                  </a:lnTo>
                  <a:lnTo>
                    <a:pt x="52185" y="253674"/>
                  </a:lnTo>
                  <a:lnTo>
                    <a:pt x="33051" y="261937"/>
                  </a:lnTo>
                  <a:lnTo>
                    <a:pt x="14918" y="271629"/>
                  </a:lnTo>
                  <a:lnTo>
                    <a:pt x="0" y="283463"/>
                  </a:lnTo>
                  <a:lnTo>
                    <a:pt x="11358" y="283999"/>
                  </a:lnTo>
                  <a:lnTo>
                    <a:pt x="23431" y="284321"/>
                  </a:lnTo>
                  <a:lnTo>
                    <a:pt x="35790" y="284214"/>
                  </a:lnTo>
                  <a:lnTo>
                    <a:pt x="86868" y="279142"/>
                  </a:lnTo>
                  <a:lnTo>
                    <a:pt x="125730" y="273462"/>
                  </a:lnTo>
                  <a:lnTo>
                    <a:pt x="164592" y="267069"/>
                  </a:lnTo>
                  <a:lnTo>
                    <a:pt x="203454" y="260603"/>
                  </a:lnTo>
                  <a:lnTo>
                    <a:pt x="230766" y="256603"/>
                  </a:lnTo>
                  <a:lnTo>
                    <a:pt x="257937" y="252602"/>
                  </a:lnTo>
                  <a:lnTo>
                    <a:pt x="285107" y="248602"/>
                  </a:lnTo>
                  <a:lnTo>
                    <a:pt x="312420" y="244601"/>
                  </a:lnTo>
                  <a:lnTo>
                    <a:pt x="325112" y="242899"/>
                  </a:lnTo>
                  <a:lnTo>
                    <a:pt x="337947" y="241268"/>
                  </a:lnTo>
                  <a:lnTo>
                    <a:pt x="350781" y="239779"/>
                  </a:lnTo>
                  <a:lnTo>
                    <a:pt x="363474" y="238505"/>
                  </a:lnTo>
                  <a:lnTo>
                    <a:pt x="365760" y="237743"/>
                  </a:lnTo>
                  <a:lnTo>
                    <a:pt x="366522" y="237743"/>
                  </a:lnTo>
                  <a:lnTo>
                    <a:pt x="368046" y="237743"/>
                  </a:lnTo>
                  <a:lnTo>
                    <a:pt x="359711" y="238017"/>
                  </a:lnTo>
                  <a:lnTo>
                    <a:pt x="351663" y="238791"/>
                  </a:lnTo>
                  <a:lnTo>
                    <a:pt x="343614" y="239994"/>
                  </a:lnTo>
                  <a:lnTo>
                    <a:pt x="335280" y="241553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5" name="Google Shape;3705;p36"/>
            <p:cNvGrpSpPr/>
            <p:nvPr/>
          </p:nvGrpSpPr>
          <p:grpSpPr>
            <a:xfrm>
              <a:off x="5868161" y="6002273"/>
              <a:ext cx="166624" cy="126238"/>
              <a:chOff x="5868161" y="6002273"/>
              <a:chExt cx="166624" cy="126238"/>
            </a:xfrm>
          </p:grpSpPr>
          <p:sp>
            <p:nvSpPr>
              <p:cNvPr id="3706" name="Google Shape;3706;p36"/>
              <p:cNvSpPr/>
              <p:nvPr/>
            </p:nvSpPr>
            <p:spPr>
              <a:xfrm>
                <a:off x="5897879" y="6066281"/>
                <a:ext cx="7620" cy="62230"/>
              </a:xfrm>
              <a:custGeom>
                <a:rect b="b" l="l" r="r" t="t"/>
                <a:pathLst>
                  <a:path extrusionOk="0" h="62229" w="7620">
                    <a:moveTo>
                      <a:pt x="0" y="0"/>
                    </a:moveTo>
                    <a:lnTo>
                      <a:pt x="440" y="9834"/>
                    </a:lnTo>
                    <a:lnTo>
                      <a:pt x="666" y="19811"/>
                    </a:lnTo>
                    <a:lnTo>
                      <a:pt x="750" y="29789"/>
                    </a:lnTo>
                    <a:lnTo>
                      <a:pt x="762" y="39623"/>
                    </a:lnTo>
                    <a:lnTo>
                      <a:pt x="1524" y="41909"/>
                    </a:lnTo>
                    <a:lnTo>
                      <a:pt x="762" y="56387"/>
                    </a:lnTo>
                    <a:lnTo>
                      <a:pt x="3048" y="57911"/>
                    </a:lnTo>
                    <a:lnTo>
                      <a:pt x="7620" y="61721"/>
                    </a:lnTo>
                    <a:lnTo>
                      <a:pt x="3048" y="57149"/>
                    </a:lnTo>
                    <a:lnTo>
                      <a:pt x="6096" y="57911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7" name="Google Shape;3707;p36"/>
              <p:cNvSpPr/>
              <p:nvPr/>
            </p:nvSpPr>
            <p:spPr>
              <a:xfrm>
                <a:off x="5868161" y="6002273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5334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8" name="Google Shape;3708;p36"/>
              <p:cNvSpPr/>
              <p:nvPr/>
            </p:nvSpPr>
            <p:spPr>
              <a:xfrm>
                <a:off x="5963411" y="6046565"/>
                <a:ext cx="43180" cy="2540"/>
              </a:xfrm>
              <a:custGeom>
                <a:rect b="b" l="l" r="r" t="t"/>
                <a:pathLst>
                  <a:path extrusionOk="0" h="2539" w="43179">
                    <a:moveTo>
                      <a:pt x="0" y="666"/>
                    </a:moveTo>
                    <a:lnTo>
                      <a:pt x="10739" y="369"/>
                    </a:lnTo>
                    <a:lnTo>
                      <a:pt x="21907" y="0"/>
                    </a:lnTo>
                    <a:lnTo>
                      <a:pt x="32789" y="345"/>
                    </a:lnTo>
                    <a:lnTo>
                      <a:pt x="42672" y="219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9" name="Google Shape;3709;p36"/>
              <p:cNvSpPr/>
              <p:nvPr/>
            </p:nvSpPr>
            <p:spPr>
              <a:xfrm>
                <a:off x="5980175" y="6082283"/>
                <a:ext cx="54610" cy="15240"/>
              </a:xfrm>
              <a:custGeom>
                <a:rect b="b" l="l" r="r" t="t"/>
                <a:pathLst>
                  <a:path extrusionOk="0" h="15239" w="54610">
                    <a:moveTo>
                      <a:pt x="0" y="14478"/>
                    </a:moveTo>
                    <a:lnTo>
                      <a:pt x="45720" y="4572"/>
                    </a:lnTo>
                    <a:lnTo>
                      <a:pt x="48768" y="3048"/>
                    </a:lnTo>
                    <a:lnTo>
                      <a:pt x="51816" y="1524"/>
                    </a:lnTo>
                    <a:lnTo>
                      <a:pt x="5410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0" name="Google Shape;3710;p36"/>
            <p:cNvSpPr/>
            <p:nvPr/>
          </p:nvSpPr>
          <p:spPr>
            <a:xfrm>
              <a:off x="6107429" y="6025896"/>
              <a:ext cx="9525" cy="79375"/>
            </a:xfrm>
            <a:custGeom>
              <a:rect b="b" l="l" r="r" t="t"/>
              <a:pathLst>
                <a:path extrusionOk="0" h="79375" w="9525">
                  <a:moveTo>
                    <a:pt x="0" y="0"/>
                  </a:moveTo>
                  <a:lnTo>
                    <a:pt x="6465" y="44969"/>
                  </a:lnTo>
                  <a:lnTo>
                    <a:pt x="7715" y="54197"/>
                  </a:lnTo>
                  <a:lnTo>
                    <a:pt x="8536" y="63567"/>
                  </a:lnTo>
                  <a:lnTo>
                    <a:pt x="9144" y="73152"/>
                  </a:lnTo>
                  <a:lnTo>
                    <a:pt x="9144" y="74676"/>
                  </a:lnTo>
                  <a:lnTo>
                    <a:pt x="9144" y="76962"/>
                  </a:lnTo>
                  <a:lnTo>
                    <a:pt x="9144" y="79248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11" name="Google Shape;3711;p36"/>
            <p:cNvGrpSpPr/>
            <p:nvPr/>
          </p:nvGrpSpPr>
          <p:grpSpPr>
            <a:xfrm>
              <a:off x="5921502" y="5535929"/>
              <a:ext cx="46990" cy="68580"/>
              <a:chOff x="5921502" y="5535929"/>
              <a:chExt cx="46990" cy="68580"/>
            </a:xfrm>
          </p:grpSpPr>
          <p:sp>
            <p:nvSpPr>
              <p:cNvPr id="3712" name="Google Shape;3712;p36"/>
              <p:cNvSpPr/>
              <p:nvPr/>
            </p:nvSpPr>
            <p:spPr>
              <a:xfrm>
                <a:off x="5921502" y="5547359"/>
                <a:ext cx="2540" cy="57150"/>
              </a:xfrm>
              <a:custGeom>
                <a:rect b="b" l="l" r="r" t="t"/>
                <a:pathLst>
                  <a:path extrusionOk="0" h="57150" w="2539">
                    <a:moveTo>
                      <a:pt x="762" y="0"/>
                    </a:moveTo>
                    <a:lnTo>
                      <a:pt x="762" y="9132"/>
                    </a:lnTo>
                    <a:lnTo>
                      <a:pt x="762" y="18192"/>
                    </a:lnTo>
                    <a:lnTo>
                      <a:pt x="762" y="27110"/>
                    </a:lnTo>
                    <a:lnTo>
                      <a:pt x="762" y="35814"/>
                    </a:lnTo>
                    <a:lnTo>
                      <a:pt x="762" y="42672"/>
                    </a:lnTo>
                    <a:lnTo>
                      <a:pt x="0" y="49530"/>
                    </a:lnTo>
                    <a:lnTo>
                      <a:pt x="1524" y="56388"/>
                    </a:lnTo>
                    <a:lnTo>
                      <a:pt x="2286" y="5715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3" name="Google Shape;3713;p36"/>
              <p:cNvSpPr/>
              <p:nvPr/>
            </p:nvSpPr>
            <p:spPr>
              <a:xfrm>
                <a:off x="5921502" y="5535929"/>
                <a:ext cx="46990" cy="59055"/>
              </a:xfrm>
              <a:custGeom>
                <a:rect b="b" l="l" r="r" t="t"/>
                <a:pathLst>
                  <a:path extrusionOk="0" h="59054" w="46989">
                    <a:moveTo>
                      <a:pt x="3048" y="58674"/>
                    </a:moveTo>
                    <a:lnTo>
                      <a:pt x="1928" y="49196"/>
                    </a:lnTo>
                    <a:lnTo>
                      <a:pt x="952" y="40005"/>
                    </a:lnTo>
                    <a:lnTo>
                      <a:pt x="261" y="30813"/>
                    </a:lnTo>
                    <a:lnTo>
                      <a:pt x="0" y="21336"/>
                    </a:lnTo>
                    <a:lnTo>
                      <a:pt x="892" y="13513"/>
                    </a:lnTo>
                    <a:lnTo>
                      <a:pt x="3714" y="7334"/>
                    </a:lnTo>
                    <a:lnTo>
                      <a:pt x="8679" y="3012"/>
                    </a:lnTo>
                    <a:lnTo>
                      <a:pt x="16002" y="762"/>
                    </a:lnTo>
                    <a:lnTo>
                      <a:pt x="25146" y="0"/>
                    </a:lnTo>
                    <a:lnTo>
                      <a:pt x="32766" y="762"/>
                    </a:lnTo>
                    <a:lnTo>
                      <a:pt x="39624" y="6858"/>
                    </a:lnTo>
                    <a:lnTo>
                      <a:pt x="44017" y="13084"/>
                    </a:lnTo>
                    <a:lnTo>
                      <a:pt x="46196" y="20097"/>
                    </a:lnTo>
                    <a:lnTo>
                      <a:pt x="46803" y="27539"/>
                    </a:lnTo>
                    <a:lnTo>
                      <a:pt x="46482" y="35052"/>
                    </a:lnTo>
                    <a:lnTo>
                      <a:pt x="45720" y="42672"/>
                    </a:lnTo>
                    <a:lnTo>
                      <a:pt x="44958" y="45720"/>
                    </a:lnTo>
                    <a:lnTo>
                      <a:pt x="41910" y="4953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4" name="Google Shape;3714;p36"/>
            <p:cNvGrpSpPr/>
            <p:nvPr/>
          </p:nvGrpSpPr>
          <p:grpSpPr>
            <a:xfrm>
              <a:off x="6180556" y="5502402"/>
              <a:ext cx="599719" cy="452755"/>
              <a:chOff x="6180556" y="5502402"/>
              <a:chExt cx="599719" cy="452755"/>
            </a:xfrm>
          </p:grpSpPr>
          <p:pic>
            <p:nvPicPr>
              <p:cNvPr id="3715" name="Google Shape;3715;p36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6180556" y="5650966"/>
                <a:ext cx="91490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6" name="Google Shape;3716;p36"/>
              <p:cNvSpPr/>
              <p:nvPr/>
            </p:nvSpPr>
            <p:spPr>
              <a:xfrm>
                <a:off x="6284713" y="5502402"/>
                <a:ext cx="126364" cy="452755"/>
              </a:xfrm>
              <a:custGeom>
                <a:rect b="b" l="l" r="r" t="t"/>
                <a:pathLst>
                  <a:path extrusionOk="0" h="452754" w="126364">
                    <a:moveTo>
                      <a:pt x="56649" y="0"/>
                    </a:moveTo>
                    <a:lnTo>
                      <a:pt x="30932" y="43076"/>
                    </a:lnTo>
                    <a:lnTo>
                      <a:pt x="18109" y="86927"/>
                    </a:lnTo>
                    <a:lnTo>
                      <a:pt x="7512" y="139719"/>
                    </a:lnTo>
                    <a:lnTo>
                      <a:pt x="1666" y="195048"/>
                    </a:lnTo>
                    <a:lnTo>
                      <a:pt x="0" y="253769"/>
                    </a:lnTo>
                    <a:lnTo>
                      <a:pt x="1023" y="282702"/>
                    </a:lnTo>
                    <a:lnTo>
                      <a:pt x="7977" y="330136"/>
                    </a:lnTo>
                    <a:lnTo>
                      <a:pt x="22359" y="376428"/>
                    </a:lnTo>
                    <a:lnTo>
                      <a:pt x="46255" y="417040"/>
                    </a:lnTo>
                    <a:lnTo>
                      <a:pt x="85272" y="444638"/>
                    </a:lnTo>
                    <a:lnTo>
                      <a:pt x="116621" y="452235"/>
                    </a:lnTo>
                    <a:lnTo>
                      <a:pt x="122943" y="451104"/>
                    </a:lnTo>
                    <a:lnTo>
                      <a:pt x="124467" y="450342"/>
                    </a:lnTo>
                    <a:lnTo>
                      <a:pt x="125229" y="449580"/>
                    </a:lnTo>
                    <a:lnTo>
                      <a:pt x="125991" y="448056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17" name="Google Shape;3717;p36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6310096" y="5631357"/>
                <a:ext cx="133400" cy="1926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18" name="Google Shape;3718;p36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6464020" y="5619724"/>
                <a:ext cx="212077" cy="21255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9" name="Google Shape;3719;p36"/>
              <p:cNvSpPr/>
              <p:nvPr/>
            </p:nvSpPr>
            <p:spPr>
              <a:xfrm>
                <a:off x="6688835" y="5562600"/>
                <a:ext cx="91440" cy="248920"/>
              </a:xfrm>
              <a:custGeom>
                <a:rect b="b" l="l" r="r" t="t"/>
                <a:pathLst>
                  <a:path extrusionOk="0" h="248920" w="91440">
                    <a:moveTo>
                      <a:pt x="0" y="0"/>
                    </a:moveTo>
                    <a:lnTo>
                      <a:pt x="33968" y="22288"/>
                    </a:lnTo>
                    <a:lnTo>
                      <a:pt x="64770" y="56578"/>
                    </a:lnTo>
                    <a:lnTo>
                      <a:pt x="85867" y="101810"/>
                    </a:lnTo>
                    <a:lnTo>
                      <a:pt x="91440" y="151638"/>
                    </a:lnTo>
                    <a:lnTo>
                      <a:pt x="90320" y="167925"/>
                    </a:lnTo>
                    <a:lnTo>
                      <a:pt x="74676" y="213360"/>
                    </a:lnTo>
                    <a:lnTo>
                      <a:pt x="46482" y="246126"/>
                    </a:lnTo>
                    <a:lnTo>
                      <a:pt x="41910" y="247650"/>
                    </a:lnTo>
                    <a:lnTo>
                      <a:pt x="39624" y="248412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720" name="Google Shape;3720;p36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6963130" y="5584672"/>
              <a:ext cx="115874" cy="1966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1" name="Google Shape;3721;p36"/>
            <p:cNvGrpSpPr/>
            <p:nvPr/>
          </p:nvGrpSpPr>
          <p:grpSpPr>
            <a:xfrm>
              <a:off x="7184658" y="5608294"/>
              <a:ext cx="142353" cy="161963"/>
              <a:chOff x="7184658" y="5608294"/>
              <a:chExt cx="142353" cy="161963"/>
            </a:xfrm>
          </p:grpSpPr>
          <p:pic>
            <p:nvPicPr>
              <p:cNvPr id="3722" name="Google Shape;3722;p36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7184658" y="5608294"/>
                <a:ext cx="68273" cy="1619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23" name="Google Shape;3723;p36"/>
              <p:cNvSpPr/>
              <p:nvPr/>
            </p:nvSpPr>
            <p:spPr>
              <a:xfrm>
                <a:off x="7306818" y="5709665"/>
                <a:ext cx="5715" cy="43815"/>
              </a:xfrm>
              <a:custGeom>
                <a:rect b="b" l="l" r="r" t="t"/>
                <a:pathLst>
                  <a:path extrusionOk="0" h="43814" w="5715">
                    <a:moveTo>
                      <a:pt x="761" y="0"/>
                    </a:moveTo>
                    <a:lnTo>
                      <a:pt x="4571" y="35813"/>
                    </a:lnTo>
                    <a:lnTo>
                      <a:pt x="5333" y="39623"/>
                    </a:lnTo>
                    <a:lnTo>
                      <a:pt x="1523" y="43433"/>
                    </a:lnTo>
                    <a:lnTo>
                      <a:pt x="761" y="43433"/>
                    </a:lnTo>
                    <a:lnTo>
                      <a:pt x="0" y="4343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4" name="Google Shape;3724;p36"/>
              <p:cNvSpPr/>
              <p:nvPr/>
            </p:nvSpPr>
            <p:spPr>
              <a:xfrm>
                <a:off x="7313676" y="5634227"/>
                <a:ext cx="13335" cy="1270"/>
              </a:xfrm>
              <a:custGeom>
                <a:rect b="b" l="l" r="r" t="t"/>
                <a:pathLst>
                  <a:path extrusionOk="0" h="1270" w="13334">
                    <a:moveTo>
                      <a:pt x="12953" y="762"/>
                    </a:moveTo>
                    <a:lnTo>
                      <a:pt x="8381" y="762"/>
                    </a:lnTo>
                    <a:lnTo>
                      <a:pt x="4571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25" name="Google Shape;3725;p36"/>
            <p:cNvSpPr/>
            <p:nvPr/>
          </p:nvSpPr>
          <p:spPr>
            <a:xfrm>
              <a:off x="7410450" y="5432297"/>
              <a:ext cx="134620" cy="398780"/>
            </a:xfrm>
            <a:custGeom>
              <a:rect b="b" l="l" r="r" t="t"/>
              <a:pathLst>
                <a:path extrusionOk="0" h="398779" w="134620">
                  <a:moveTo>
                    <a:pt x="0" y="0"/>
                  </a:moveTo>
                  <a:lnTo>
                    <a:pt x="34290" y="21050"/>
                  </a:lnTo>
                  <a:lnTo>
                    <a:pt x="66294" y="44957"/>
                  </a:lnTo>
                  <a:lnTo>
                    <a:pt x="94964" y="74866"/>
                  </a:lnTo>
                  <a:lnTo>
                    <a:pt x="117348" y="110489"/>
                  </a:lnTo>
                  <a:lnTo>
                    <a:pt x="130587" y="153161"/>
                  </a:lnTo>
                  <a:lnTo>
                    <a:pt x="134112" y="198119"/>
                  </a:lnTo>
                  <a:lnTo>
                    <a:pt x="133826" y="220849"/>
                  </a:lnTo>
                  <a:lnTo>
                    <a:pt x="128111" y="265735"/>
                  </a:lnTo>
                  <a:lnTo>
                    <a:pt x="116990" y="306978"/>
                  </a:lnTo>
                  <a:lnTo>
                    <a:pt x="102750" y="344293"/>
                  </a:lnTo>
                  <a:lnTo>
                    <a:pt x="94488" y="361950"/>
                  </a:lnTo>
                  <a:lnTo>
                    <a:pt x="90523" y="370641"/>
                  </a:lnTo>
                  <a:lnTo>
                    <a:pt x="69342" y="398526"/>
                  </a:lnTo>
                  <a:lnTo>
                    <a:pt x="67818" y="397764"/>
                  </a:lnTo>
                  <a:lnTo>
                    <a:pt x="63246" y="393954"/>
                  </a:lnTo>
                  <a:lnTo>
                    <a:pt x="61722" y="392430"/>
                  </a:lnTo>
                  <a:lnTo>
                    <a:pt x="60198" y="38862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26" name="Google Shape;3726;p36"/>
            <p:cNvGrpSpPr/>
            <p:nvPr/>
          </p:nvGrpSpPr>
          <p:grpSpPr>
            <a:xfrm>
              <a:off x="3724975" y="4867261"/>
              <a:ext cx="586928" cy="331102"/>
              <a:chOff x="3724975" y="4867261"/>
              <a:chExt cx="586928" cy="331102"/>
            </a:xfrm>
          </p:grpSpPr>
          <p:pic>
            <p:nvPicPr>
              <p:cNvPr id="3727" name="Google Shape;3727;p36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3724975" y="4867261"/>
                <a:ext cx="265167" cy="2426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28" name="Google Shape;3728;p36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4023810" y="4890490"/>
                <a:ext cx="151974" cy="17302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29" name="Google Shape;3729;p36"/>
              <p:cNvSpPr/>
              <p:nvPr/>
            </p:nvSpPr>
            <p:spPr>
              <a:xfrm>
                <a:off x="3816095" y="5118353"/>
                <a:ext cx="388620" cy="80010"/>
              </a:xfrm>
              <a:custGeom>
                <a:rect b="b" l="l" r="r" t="t"/>
                <a:pathLst>
                  <a:path extrusionOk="0" h="80010" w="388620">
                    <a:moveTo>
                      <a:pt x="11429" y="73151"/>
                    </a:moveTo>
                    <a:lnTo>
                      <a:pt x="3809" y="76199"/>
                    </a:lnTo>
                    <a:lnTo>
                      <a:pt x="0" y="73913"/>
                    </a:lnTo>
                    <a:lnTo>
                      <a:pt x="0" y="79247"/>
                    </a:lnTo>
                    <a:lnTo>
                      <a:pt x="13037" y="79974"/>
                    </a:lnTo>
                    <a:lnTo>
                      <a:pt x="26003" y="79914"/>
                    </a:lnTo>
                    <a:lnTo>
                      <a:pt x="39112" y="79140"/>
                    </a:lnTo>
                    <a:lnTo>
                      <a:pt x="52577" y="77723"/>
                    </a:lnTo>
                    <a:lnTo>
                      <a:pt x="83879" y="72520"/>
                    </a:lnTo>
                    <a:lnTo>
                      <a:pt x="114966" y="66389"/>
                    </a:lnTo>
                    <a:lnTo>
                      <a:pt x="145911" y="59828"/>
                    </a:lnTo>
                    <a:lnTo>
                      <a:pt x="176783" y="53339"/>
                    </a:lnTo>
                    <a:lnTo>
                      <a:pt x="236886" y="42100"/>
                    </a:lnTo>
                    <a:lnTo>
                      <a:pt x="296417" y="32003"/>
                    </a:lnTo>
                    <a:lnTo>
                      <a:pt x="333374" y="26574"/>
                    </a:lnTo>
                    <a:lnTo>
                      <a:pt x="351924" y="23752"/>
                    </a:lnTo>
                    <a:lnTo>
                      <a:pt x="370331" y="20573"/>
                    </a:lnTo>
                    <a:lnTo>
                      <a:pt x="377189" y="19049"/>
                    </a:lnTo>
                    <a:lnTo>
                      <a:pt x="382523" y="17525"/>
                    </a:lnTo>
                    <a:lnTo>
                      <a:pt x="388619" y="14477"/>
                    </a:lnTo>
                    <a:lnTo>
                      <a:pt x="386333" y="9905"/>
                    </a:lnTo>
                    <a:lnTo>
                      <a:pt x="384047" y="4571"/>
                    </a:lnTo>
                    <a:lnTo>
                      <a:pt x="382523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0" name="Google Shape;3730;p36"/>
              <p:cNvSpPr/>
              <p:nvPr/>
            </p:nvSpPr>
            <p:spPr>
              <a:xfrm>
                <a:off x="4269485" y="4961381"/>
                <a:ext cx="1905" cy="22225"/>
              </a:xfrm>
              <a:custGeom>
                <a:rect b="b" l="l" r="r" t="t"/>
                <a:pathLst>
                  <a:path extrusionOk="0" h="22225" w="1904">
                    <a:moveTo>
                      <a:pt x="0" y="0"/>
                    </a:moveTo>
                    <a:lnTo>
                      <a:pt x="762" y="12192"/>
                    </a:lnTo>
                    <a:lnTo>
                      <a:pt x="762" y="14478"/>
                    </a:lnTo>
                    <a:lnTo>
                      <a:pt x="1524" y="2209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1" name="Google Shape;3731;p36"/>
              <p:cNvSpPr/>
              <p:nvPr/>
            </p:nvSpPr>
            <p:spPr>
              <a:xfrm>
                <a:off x="4287773" y="5083301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4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5334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732" name="Google Shape;3732;p36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949164" y="4910802"/>
              <a:ext cx="200456" cy="2510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3" name="Google Shape;3733;p36"/>
            <p:cNvSpPr/>
            <p:nvPr/>
          </p:nvSpPr>
          <p:spPr>
            <a:xfrm>
              <a:off x="5291328" y="4953761"/>
              <a:ext cx="1270" cy="8890"/>
            </a:xfrm>
            <a:custGeom>
              <a:rect b="b" l="l" r="r" t="t"/>
              <a:pathLst>
                <a:path extrusionOk="0" h="8889" w="1270">
                  <a:moveTo>
                    <a:pt x="762" y="0"/>
                  </a:moveTo>
                  <a:lnTo>
                    <a:pt x="762" y="3048"/>
                  </a:lnTo>
                  <a:lnTo>
                    <a:pt x="762" y="6096"/>
                  </a:lnTo>
                  <a:lnTo>
                    <a:pt x="0" y="8382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5310378" y="5069585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35" name="Google Shape;3735;p36"/>
            <p:cNvGrpSpPr/>
            <p:nvPr/>
          </p:nvGrpSpPr>
          <p:grpSpPr>
            <a:xfrm>
              <a:off x="5591530" y="4707610"/>
              <a:ext cx="201219" cy="363525"/>
              <a:chOff x="5591530" y="4707610"/>
              <a:chExt cx="201219" cy="363525"/>
            </a:xfrm>
          </p:grpSpPr>
          <p:pic>
            <p:nvPicPr>
              <p:cNvPr id="3736" name="Google Shape;3736;p36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5591530" y="4885740"/>
                <a:ext cx="168452" cy="18539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37" name="Google Shape;3737;p36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5690650" y="4707610"/>
                <a:ext cx="102099" cy="1579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38" name="Google Shape;3738;p36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904712" y="4866106"/>
              <a:ext cx="244652" cy="12044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39" name="Google Shape;3739;p36"/>
            <p:cNvGrpSpPr/>
            <p:nvPr/>
          </p:nvGrpSpPr>
          <p:grpSpPr>
            <a:xfrm>
              <a:off x="6352936" y="4749069"/>
              <a:ext cx="271511" cy="344170"/>
              <a:chOff x="6352936" y="4749069"/>
              <a:chExt cx="271511" cy="344170"/>
            </a:xfrm>
          </p:grpSpPr>
          <p:sp>
            <p:nvSpPr>
              <p:cNvPr id="3740" name="Google Shape;3740;p36"/>
              <p:cNvSpPr/>
              <p:nvPr/>
            </p:nvSpPr>
            <p:spPr>
              <a:xfrm>
                <a:off x="6352936" y="4749069"/>
                <a:ext cx="111125" cy="344170"/>
              </a:xfrm>
              <a:custGeom>
                <a:rect b="b" l="l" r="r" t="t"/>
                <a:pathLst>
                  <a:path extrusionOk="0" h="344170" w="111125">
                    <a:moveTo>
                      <a:pt x="111109" y="34766"/>
                    </a:moveTo>
                    <a:lnTo>
                      <a:pt x="73497" y="9798"/>
                    </a:lnTo>
                    <a:lnTo>
                      <a:pt x="29075" y="0"/>
                    </a:lnTo>
                    <a:lnTo>
                      <a:pt x="19669" y="1238"/>
                    </a:lnTo>
                    <a:lnTo>
                      <a:pt x="0" y="38111"/>
                    </a:lnTo>
                    <a:lnTo>
                      <a:pt x="1381" y="51435"/>
                    </a:lnTo>
                    <a:lnTo>
                      <a:pt x="14692" y="89868"/>
                    </a:lnTo>
                    <a:lnTo>
                      <a:pt x="37195" y="125444"/>
                    </a:lnTo>
                    <a:lnTo>
                      <a:pt x="43541" y="132480"/>
                    </a:lnTo>
                    <a:lnTo>
                      <a:pt x="50244" y="140017"/>
                    </a:lnTo>
                    <a:lnTo>
                      <a:pt x="55947" y="148268"/>
                    </a:lnTo>
                    <a:lnTo>
                      <a:pt x="59293" y="157448"/>
                    </a:lnTo>
                    <a:lnTo>
                      <a:pt x="58864" y="164794"/>
                    </a:lnTo>
                    <a:lnTo>
                      <a:pt x="30241" y="194405"/>
                    </a:lnTo>
                    <a:lnTo>
                      <a:pt x="12049" y="208502"/>
                    </a:lnTo>
                    <a:lnTo>
                      <a:pt x="5953" y="213836"/>
                    </a:lnTo>
                    <a:lnTo>
                      <a:pt x="5953" y="216884"/>
                    </a:lnTo>
                    <a:lnTo>
                      <a:pt x="6715" y="222218"/>
                    </a:lnTo>
                    <a:lnTo>
                      <a:pt x="13573" y="225266"/>
                    </a:lnTo>
                    <a:lnTo>
                      <a:pt x="16621" y="229076"/>
                    </a:lnTo>
                    <a:lnTo>
                      <a:pt x="34968" y="265997"/>
                    </a:lnTo>
                    <a:lnTo>
                      <a:pt x="34909" y="272510"/>
                    </a:lnTo>
                    <a:lnTo>
                      <a:pt x="34968" y="280380"/>
                    </a:lnTo>
                    <a:lnTo>
                      <a:pt x="34242" y="288036"/>
                    </a:lnTo>
                    <a:lnTo>
                      <a:pt x="33087" y="295548"/>
                    </a:lnTo>
                    <a:lnTo>
                      <a:pt x="31861" y="302990"/>
                    </a:lnTo>
                    <a:lnTo>
                      <a:pt x="30872" y="309514"/>
                    </a:lnTo>
                    <a:lnTo>
                      <a:pt x="30241" y="316325"/>
                    </a:lnTo>
                    <a:lnTo>
                      <a:pt x="30039" y="323135"/>
                    </a:lnTo>
                    <a:lnTo>
                      <a:pt x="30337" y="329660"/>
                    </a:lnTo>
                    <a:lnTo>
                      <a:pt x="31099" y="337280"/>
                    </a:lnTo>
                    <a:lnTo>
                      <a:pt x="36433" y="342614"/>
                    </a:lnTo>
                    <a:lnTo>
                      <a:pt x="44053" y="344138"/>
                    </a:lnTo>
                    <a:lnTo>
                      <a:pt x="51065" y="344102"/>
                    </a:lnTo>
                    <a:lnTo>
                      <a:pt x="56721" y="342138"/>
                    </a:lnTo>
                    <a:lnTo>
                      <a:pt x="61948" y="338887"/>
                    </a:lnTo>
                    <a:lnTo>
                      <a:pt x="67675" y="334994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41" name="Google Shape;3741;p36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6497548" y="4869154"/>
                <a:ext cx="72440" cy="8606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2" name="Google Shape;3742;p36"/>
              <p:cNvSpPr/>
              <p:nvPr/>
            </p:nvSpPr>
            <p:spPr>
              <a:xfrm>
                <a:off x="6607302" y="4949189"/>
                <a:ext cx="17145" cy="52705"/>
              </a:xfrm>
              <a:custGeom>
                <a:rect b="b" l="l" r="r" t="t"/>
                <a:pathLst>
                  <a:path extrusionOk="0" h="52704" w="17145">
                    <a:moveTo>
                      <a:pt x="16764" y="0"/>
                    </a:moveTo>
                    <a:lnTo>
                      <a:pt x="5334" y="37338"/>
                    </a:lnTo>
                    <a:lnTo>
                      <a:pt x="3048" y="41910"/>
                    </a:lnTo>
                    <a:lnTo>
                      <a:pt x="1524" y="47244"/>
                    </a:lnTo>
                    <a:lnTo>
                      <a:pt x="0" y="5257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3" name="Google Shape;3743;p36"/>
            <p:cNvGrpSpPr/>
            <p:nvPr/>
          </p:nvGrpSpPr>
          <p:grpSpPr>
            <a:xfrm>
              <a:off x="6726936" y="4704052"/>
              <a:ext cx="152908" cy="373380"/>
              <a:chOff x="6726936" y="4704052"/>
              <a:chExt cx="152908" cy="373380"/>
            </a:xfrm>
          </p:grpSpPr>
          <p:sp>
            <p:nvSpPr>
              <p:cNvPr id="3744" name="Google Shape;3744;p36"/>
              <p:cNvSpPr/>
              <p:nvPr/>
            </p:nvSpPr>
            <p:spPr>
              <a:xfrm>
                <a:off x="6726936" y="4815840"/>
                <a:ext cx="14604" cy="102235"/>
              </a:xfrm>
              <a:custGeom>
                <a:rect b="b" l="l" r="r" t="t"/>
                <a:pathLst>
                  <a:path extrusionOk="0" h="102235" w="14604">
                    <a:moveTo>
                      <a:pt x="0" y="0"/>
                    </a:moveTo>
                    <a:lnTo>
                      <a:pt x="2619" y="9834"/>
                    </a:lnTo>
                    <a:lnTo>
                      <a:pt x="4953" y="19812"/>
                    </a:lnTo>
                    <a:lnTo>
                      <a:pt x="7286" y="29789"/>
                    </a:lnTo>
                    <a:lnTo>
                      <a:pt x="9906" y="39624"/>
                    </a:lnTo>
                    <a:lnTo>
                      <a:pt x="12108" y="50256"/>
                    </a:lnTo>
                    <a:lnTo>
                      <a:pt x="13239" y="60674"/>
                    </a:lnTo>
                    <a:lnTo>
                      <a:pt x="13656" y="71235"/>
                    </a:lnTo>
                    <a:lnTo>
                      <a:pt x="13716" y="82296"/>
                    </a:lnTo>
                    <a:lnTo>
                      <a:pt x="14478" y="90678"/>
                    </a:lnTo>
                    <a:lnTo>
                      <a:pt x="14478" y="94488"/>
                    </a:lnTo>
                    <a:lnTo>
                      <a:pt x="11430" y="102108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5" name="Google Shape;3745;p36"/>
              <p:cNvSpPr/>
              <p:nvPr/>
            </p:nvSpPr>
            <p:spPr>
              <a:xfrm>
                <a:off x="6741414" y="4704052"/>
                <a:ext cx="138430" cy="373380"/>
              </a:xfrm>
              <a:custGeom>
                <a:rect b="b" l="l" r="r" t="t"/>
                <a:pathLst>
                  <a:path extrusionOk="0" h="373379" w="138429">
                    <a:moveTo>
                      <a:pt x="17525" y="7393"/>
                    </a:moveTo>
                    <a:lnTo>
                      <a:pt x="27455" y="2928"/>
                    </a:lnTo>
                    <a:lnTo>
                      <a:pt x="36385" y="250"/>
                    </a:lnTo>
                    <a:lnTo>
                      <a:pt x="45600" y="0"/>
                    </a:lnTo>
                    <a:lnTo>
                      <a:pt x="56387" y="2821"/>
                    </a:lnTo>
                    <a:lnTo>
                      <a:pt x="90677" y="34825"/>
                    </a:lnTo>
                    <a:lnTo>
                      <a:pt x="102679" y="76509"/>
                    </a:lnTo>
                    <a:lnTo>
                      <a:pt x="103631" y="91213"/>
                    </a:lnTo>
                    <a:lnTo>
                      <a:pt x="103227" y="106525"/>
                    </a:lnTo>
                    <a:lnTo>
                      <a:pt x="102107" y="121693"/>
                    </a:lnTo>
                    <a:lnTo>
                      <a:pt x="100417" y="136862"/>
                    </a:lnTo>
                    <a:lnTo>
                      <a:pt x="98297" y="152173"/>
                    </a:lnTo>
                    <a:lnTo>
                      <a:pt x="96893" y="160781"/>
                    </a:lnTo>
                    <a:lnTo>
                      <a:pt x="95630" y="170747"/>
                    </a:lnTo>
                    <a:lnTo>
                      <a:pt x="120395" y="199417"/>
                    </a:lnTo>
                    <a:lnTo>
                      <a:pt x="124968" y="199417"/>
                    </a:lnTo>
                    <a:lnTo>
                      <a:pt x="131826" y="200179"/>
                    </a:lnTo>
                    <a:lnTo>
                      <a:pt x="135636" y="197131"/>
                    </a:lnTo>
                    <a:lnTo>
                      <a:pt x="137160" y="195607"/>
                    </a:lnTo>
                    <a:lnTo>
                      <a:pt x="137160" y="194845"/>
                    </a:lnTo>
                    <a:lnTo>
                      <a:pt x="137922" y="194083"/>
                    </a:lnTo>
                    <a:lnTo>
                      <a:pt x="110775" y="232755"/>
                    </a:lnTo>
                    <a:lnTo>
                      <a:pt x="100488" y="275998"/>
                    </a:lnTo>
                    <a:lnTo>
                      <a:pt x="99024" y="308002"/>
                    </a:lnTo>
                    <a:lnTo>
                      <a:pt x="98774" y="318289"/>
                    </a:lnTo>
                    <a:lnTo>
                      <a:pt x="90773" y="357723"/>
                    </a:lnTo>
                    <a:lnTo>
                      <a:pt x="68580" y="371629"/>
                    </a:lnTo>
                    <a:lnTo>
                      <a:pt x="60543" y="372594"/>
                    </a:lnTo>
                    <a:lnTo>
                      <a:pt x="51720" y="373058"/>
                    </a:lnTo>
                    <a:lnTo>
                      <a:pt x="42755" y="372808"/>
                    </a:lnTo>
                    <a:lnTo>
                      <a:pt x="34290" y="371629"/>
                    </a:lnTo>
                    <a:lnTo>
                      <a:pt x="24324" y="368522"/>
                    </a:lnTo>
                    <a:lnTo>
                      <a:pt x="15716" y="363914"/>
                    </a:lnTo>
                    <a:lnTo>
                      <a:pt x="7822" y="358020"/>
                    </a:lnTo>
                    <a:lnTo>
                      <a:pt x="0" y="351055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6" name="Google Shape;3746;p36"/>
            <p:cNvGrpSpPr/>
            <p:nvPr/>
          </p:nvGrpSpPr>
          <p:grpSpPr>
            <a:xfrm>
              <a:off x="8928328" y="5161025"/>
              <a:ext cx="384860" cy="274955"/>
              <a:chOff x="8928328" y="5161025"/>
              <a:chExt cx="384860" cy="274955"/>
            </a:xfrm>
          </p:grpSpPr>
          <p:pic>
            <p:nvPicPr>
              <p:cNvPr id="3747" name="Google Shape;3747;p36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8928328" y="5232628"/>
                <a:ext cx="99110" cy="1516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48" name="Google Shape;3748;p36"/>
              <p:cNvSpPr/>
              <p:nvPr/>
            </p:nvSpPr>
            <p:spPr>
              <a:xfrm>
                <a:off x="9077515" y="5161025"/>
                <a:ext cx="54610" cy="274955"/>
              </a:xfrm>
              <a:custGeom>
                <a:rect b="b" l="l" r="r" t="t"/>
                <a:pathLst>
                  <a:path extrusionOk="0" h="274954" w="54609">
                    <a:moveTo>
                      <a:pt x="53530" y="0"/>
                    </a:moveTo>
                    <a:lnTo>
                      <a:pt x="26205" y="27003"/>
                    </a:lnTo>
                    <a:lnTo>
                      <a:pt x="7715" y="81724"/>
                    </a:lnTo>
                    <a:lnTo>
                      <a:pt x="1714" y="124206"/>
                    </a:lnTo>
                    <a:lnTo>
                      <a:pt x="0" y="170973"/>
                    </a:lnTo>
                    <a:lnTo>
                      <a:pt x="1071" y="194393"/>
                    </a:lnTo>
                    <a:lnTo>
                      <a:pt x="10858" y="243649"/>
                    </a:lnTo>
                    <a:lnTo>
                      <a:pt x="38576" y="274510"/>
                    </a:lnTo>
                    <a:lnTo>
                      <a:pt x="46112" y="274843"/>
                    </a:lnTo>
                    <a:lnTo>
                      <a:pt x="54292" y="27432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49" name="Google Shape;3749;p36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9163786" y="5163286"/>
                <a:ext cx="149402" cy="2240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50" name="Google Shape;3750;p36"/>
            <p:cNvGrpSpPr/>
            <p:nvPr/>
          </p:nvGrpSpPr>
          <p:grpSpPr>
            <a:xfrm>
              <a:off x="9376410" y="5107876"/>
              <a:ext cx="110744" cy="404495"/>
              <a:chOff x="9376410" y="5107876"/>
              <a:chExt cx="110744" cy="404495"/>
            </a:xfrm>
          </p:grpSpPr>
          <p:sp>
            <p:nvSpPr>
              <p:cNvPr id="3751" name="Google Shape;3751;p36"/>
              <p:cNvSpPr/>
              <p:nvPr/>
            </p:nvSpPr>
            <p:spPr>
              <a:xfrm>
                <a:off x="9376410" y="5258942"/>
                <a:ext cx="38100" cy="5080"/>
              </a:xfrm>
              <a:custGeom>
                <a:rect b="b" l="l" r="r" t="t"/>
                <a:pathLst>
                  <a:path extrusionOk="0" h="5079" w="38100">
                    <a:moveTo>
                      <a:pt x="0" y="381"/>
                    </a:moveTo>
                    <a:lnTo>
                      <a:pt x="8024" y="190"/>
                    </a:lnTo>
                    <a:lnTo>
                      <a:pt x="16763" y="0"/>
                    </a:lnTo>
                    <a:lnTo>
                      <a:pt x="25503" y="381"/>
                    </a:lnTo>
                    <a:lnTo>
                      <a:pt x="33528" y="1905"/>
                    </a:lnTo>
                    <a:lnTo>
                      <a:pt x="36576" y="2667"/>
                    </a:lnTo>
                    <a:lnTo>
                      <a:pt x="38100" y="2667"/>
                    </a:lnTo>
                    <a:lnTo>
                      <a:pt x="38100" y="4953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2" name="Google Shape;3752;p36"/>
              <p:cNvSpPr/>
              <p:nvPr/>
            </p:nvSpPr>
            <p:spPr>
              <a:xfrm>
                <a:off x="9380982" y="5305043"/>
                <a:ext cx="27940" cy="13970"/>
              </a:xfrm>
              <a:custGeom>
                <a:rect b="b" l="l" r="r" t="t"/>
                <a:pathLst>
                  <a:path extrusionOk="0" h="13970" w="27940">
                    <a:moveTo>
                      <a:pt x="0" y="13716"/>
                    </a:moveTo>
                    <a:lnTo>
                      <a:pt x="6858" y="10394"/>
                    </a:lnTo>
                    <a:lnTo>
                      <a:pt x="13716" y="7143"/>
                    </a:lnTo>
                    <a:lnTo>
                      <a:pt x="20574" y="3750"/>
                    </a:lnTo>
                    <a:lnTo>
                      <a:pt x="27432" y="0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3" name="Google Shape;3753;p36"/>
              <p:cNvSpPr/>
              <p:nvPr/>
            </p:nvSpPr>
            <p:spPr>
              <a:xfrm>
                <a:off x="9438894" y="5107876"/>
                <a:ext cx="48260" cy="404495"/>
              </a:xfrm>
              <a:custGeom>
                <a:rect b="b" l="l" r="r" t="t"/>
                <a:pathLst>
                  <a:path extrusionOk="0" h="404495" w="48259">
                    <a:moveTo>
                      <a:pt x="48005" y="5143"/>
                    </a:moveTo>
                    <a:lnTo>
                      <a:pt x="43755" y="2762"/>
                    </a:lnTo>
                    <a:lnTo>
                      <a:pt x="38576" y="381"/>
                    </a:lnTo>
                    <a:lnTo>
                      <a:pt x="33539" y="0"/>
                    </a:lnTo>
                    <a:lnTo>
                      <a:pt x="29717" y="3619"/>
                    </a:lnTo>
                    <a:lnTo>
                      <a:pt x="19585" y="50470"/>
                    </a:lnTo>
                    <a:lnTo>
                      <a:pt x="18657" y="79783"/>
                    </a:lnTo>
                    <a:lnTo>
                      <a:pt x="19049" y="94297"/>
                    </a:lnTo>
                    <a:lnTo>
                      <a:pt x="20157" y="100893"/>
                    </a:lnTo>
                    <a:lnTo>
                      <a:pt x="22193" y="107061"/>
                    </a:lnTo>
                    <a:lnTo>
                      <a:pt x="24943" y="112942"/>
                    </a:lnTo>
                    <a:lnTo>
                      <a:pt x="28193" y="118681"/>
                    </a:lnTo>
                    <a:lnTo>
                      <a:pt x="31944" y="126122"/>
                    </a:lnTo>
                    <a:lnTo>
                      <a:pt x="43052" y="165449"/>
                    </a:lnTo>
                    <a:lnTo>
                      <a:pt x="41909" y="173700"/>
                    </a:lnTo>
                    <a:lnTo>
                      <a:pt x="39623" y="181165"/>
                    </a:lnTo>
                    <a:lnTo>
                      <a:pt x="32658" y="194369"/>
                    </a:lnTo>
                    <a:lnTo>
                      <a:pt x="23907" y="206787"/>
                    </a:lnTo>
                    <a:lnTo>
                      <a:pt x="14442" y="218777"/>
                    </a:lnTo>
                    <a:lnTo>
                      <a:pt x="5333" y="230695"/>
                    </a:lnTo>
                    <a:lnTo>
                      <a:pt x="2285" y="234505"/>
                    </a:lnTo>
                    <a:lnTo>
                      <a:pt x="0" y="239077"/>
                    </a:lnTo>
                    <a:lnTo>
                      <a:pt x="1523" y="243649"/>
                    </a:lnTo>
                    <a:lnTo>
                      <a:pt x="2285" y="248983"/>
                    </a:lnTo>
                    <a:lnTo>
                      <a:pt x="9143" y="253555"/>
                    </a:lnTo>
                    <a:lnTo>
                      <a:pt x="12953" y="257365"/>
                    </a:lnTo>
                    <a:lnTo>
                      <a:pt x="19049" y="262699"/>
                    </a:lnTo>
                    <a:lnTo>
                      <a:pt x="33337" y="299977"/>
                    </a:lnTo>
                    <a:lnTo>
                      <a:pt x="33527" y="308419"/>
                    </a:lnTo>
                    <a:lnTo>
                      <a:pt x="32730" y="321313"/>
                    </a:lnTo>
                    <a:lnTo>
                      <a:pt x="30575" y="333851"/>
                    </a:lnTo>
                    <a:lnTo>
                      <a:pt x="27420" y="346245"/>
                    </a:lnTo>
                    <a:lnTo>
                      <a:pt x="23621" y="358711"/>
                    </a:lnTo>
                    <a:lnTo>
                      <a:pt x="21931" y="365700"/>
                    </a:lnTo>
                    <a:lnTo>
                      <a:pt x="20383" y="372903"/>
                    </a:lnTo>
                    <a:lnTo>
                      <a:pt x="19121" y="380249"/>
                    </a:lnTo>
                    <a:lnTo>
                      <a:pt x="18287" y="387667"/>
                    </a:lnTo>
                    <a:lnTo>
                      <a:pt x="17525" y="391477"/>
                    </a:lnTo>
                    <a:lnTo>
                      <a:pt x="16763" y="397573"/>
                    </a:lnTo>
                    <a:lnTo>
                      <a:pt x="20573" y="400621"/>
                    </a:lnTo>
                    <a:lnTo>
                      <a:pt x="23621" y="402907"/>
                    </a:lnTo>
                    <a:lnTo>
                      <a:pt x="32765" y="404431"/>
                    </a:lnTo>
                    <a:lnTo>
                      <a:pt x="36575" y="402907"/>
                    </a:lnTo>
                    <a:lnTo>
                      <a:pt x="38099" y="401383"/>
                    </a:lnTo>
                    <a:lnTo>
                      <a:pt x="39623" y="399859"/>
                    </a:lnTo>
                    <a:lnTo>
                      <a:pt x="41147" y="399097"/>
                    </a:lnTo>
                  </a:path>
                </a:pathLst>
              </a:custGeom>
              <a:noFill/>
              <a:ln cap="flat" cmpd="sng" w="22900">
                <a:solidFill>
                  <a:srgbClr val="8000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4" name="Google Shape;3754;p36"/>
            <p:cNvSpPr/>
            <p:nvPr/>
          </p:nvSpPr>
          <p:spPr>
            <a:xfrm>
              <a:off x="9630918" y="5196078"/>
              <a:ext cx="3175" cy="80010"/>
            </a:xfrm>
            <a:custGeom>
              <a:rect b="b" l="l" r="r" t="t"/>
              <a:pathLst>
                <a:path extrusionOk="0" h="80010" w="3175">
                  <a:moveTo>
                    <a:pt x="1524" y="0"/>
                  </a:moveTo>
                  <a:lnTo>
                    <a:pt x="964" y="9596"/>
                  </a:lnTo>
                  <a:lnTo>
                    <a:pt x="476" y="19050"/>
                  </a:lnTo>
                  <a:lnTo>
                    <a:pt x="130" y="28503"/>
                  </a:lnTo>
                  <a:lnTo>
                    <a:pt x="0" y="38100"/>
                  </a:lnTo>
                  <a:lnTo>
                    <a:pt x="250" y="46112"/>
                  </a:lnTo>
                  <a:lnTo>
                    <a:pt x="857" y="54197"/>
                  </a:lnTo>
                  <a:lnTo>
                    <a:pt x="1607" y="62424"/>
                  </a:lnTo>
                  <a:lnTo>
                    <a:pt x="2286" y="70866"/>
                  </a:lnTo>
                  <a:lnTo>
                    <a:pt x="3048" y="75438"/>
                  </a:lnTo>
                  <a:lnTo>
                    <a:pt x="3048" y="76962"/>
                  </a:lnTo>
                  <a:lnTo>
                    <a:pt x="3048" y="80010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55" name="Google Shape;3755;p36"/>
            <p:cNvGrpSpPr/>
            <p:nvPr/>
          </p:nvGrpSpPr>
          <p:grpSpPr>
            <a:xfrm>
              <a:off x="9780244" y="5100065"/>
              <a:ext cx="119684" cy="166903"/>
              <a:chOff x="9780244" y="5100065"/>
              <a:chExt cx="119684" cy="166903"/>
            </a:xfrm>
          </p:grpSpPr>
          <p:pic>
            <p:nvPicPr>
              <p:cNvPr id="3756" name="Google Shape;3756;p36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9780244" y="5151856"/>
                <a:ext cx="119684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57" name="Google Shape;3757;p36"/>
              <p:cNvSpPr/>
              <p:nvPr/>
            </p:nvSpPr>
            <p:spPr>
              <a:xfrm>
                <a:off x="9804654" y="510006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80008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8" name="Google Shape;3758;p36"/>
            <p:cNvGrpSpPr/>
            <p:nvPr/>
          </p:nvGrpSpPr>
          <p:grpSpPr>
            <a:xfrm>
              <a:off x="9612604" y="5347690"/>
              <a:ext cx="399338" cy="118922"/>
              <a:chOff x="9612604" y="5347690"/>
              <a:chExt cx="399338" cy="118922"/>
            </a:xfrm>
          </p:grpSpPr>
          <p:pic>
            <p:nvPicPr>
              <p:cNvPr id="3759" name="Google Shape;3759;p36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9612604" y="5375122"/>
                <a:ext cx="84632" cy="9149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60" name="Google Shape;3760;p36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9718522" y="5351526"/>
                <a:ext cx="88442" cy="111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61" name="Google Shape;3761;p36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9832822" y="5347690"/>
                <a:ext cx="179120" cy="960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62" name="Google Shape;3762;p36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9591959" y="5582386"/>
              <a:ext cx="67178" cy="1027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3" name="Google Shape;3763;p36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9765397" y="5563336"/>
              <a:ext cx="221590" cy="173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67" name="Shape 3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8" name="Google Shape;3768;p37"/>
          <p:cNvGrpSpPr/>
          <p:nvPr/>
        </p:nvGrpSpPr>
        <p:grpSpPr>
          <a:xfrm>
            <a:off x="1842257" y="1752600"/>
            <a:ext cx="7158510" cy="4572000"/>
            <a:chOff x="3951731" y="1975840"/>
            <a:chExt cx="6093712" cy="3904894"/>
          </a:xfrm>
        </p:grpSpPr>
        <p:grpSp>
          <p:nvGrpSpPr>
            <p:cNvPr id="3769" name="Google Shape;3769;p37"/>
            <p:cNvGrpSpPr/>
            <p:nvPr/>
          </p:nvGrpSpPr>
          <p:grpSpPr>
            <a:xfrm>
              <a:off x="4726660" y="2367534"/>
              <a:ext cx="234912" cy="264795"/>
              <a:chOff x="4726660" y="2367534"/>
              <a:chExt cx="234912" cy="264795"/>
            </a:xfrm>
          </p:grpSpPr>
          <p:pic>
            <p:nvPicPr>
              <p:cNvPr id="3770" name="Google Shape;3770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726660" y="2386558"/>
                <a:ext cx="99110" cy="739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71" name="Google Shape;3771;p37"/>
              <p:cNvSpPr/>
              <p:nvPr/>
            </p:nvSpPr>
            <p:spPr>
              <a:xfrm>
                <a:off x="4732019" y="2367534"/>
                <a:ext cx="114300" cy="264795"/>
              </a:xfrm>
              <a:custGeom>
                <a:rect b="b" l="l" r="r" t="t"/>
                <a:pathLst>
                  <a:path extrusionOk="0" h="264794" w="114300">
                    <a:moveTo>
                      <a:pt x="0" y="76200"/>
                    </a:moveTo>
                    <a:lnTo>
                      <a:pt x="36861" y="58947"/>
                    </a:lnTo>
                    <a:lnTo>
                      <a:pt x="74390" y="35909"/>
                    </a:lnTo>
                    <a:lnTo>
                      <a:pt x="98297" y="18287"/>
                    </a:lnTo>
                    <a:lnTo>
                      <a:pt x="105155" y="12953"/>
                    </a:lnTo>
                    <a:lnTo>
                      <a:pt x="110489" y="8381"/>
                    </a:lnTo>
                    <a:lnTo>
                      <a:pt x="114299" y="1523"/>
                    </a:lnTo>
                    <a:lnTo>
                      <a:pt x="114299" y="761"/>
                    </a:lnTo>
                    <a:lnTo>
                      <a:pt x="114299" y="0"/>
                    </a:lnTo>
                    <a:lnTo>
                      <a:pt x="105917" y="2285"/>
                    </a:lnTo>
                    <a:lnTo>
                      <a:pt x="102869" y="9905"/>
                    </a:lnTo>
                    <a:lnTo>
                      <a:pt x="98297" y="18287"/>
                    </a:lnTo>
                    <a:lnTo>
                      <a:pt x="83510" y="63615"/>
                    </a:lnTo>
                    <a:lnTo>
                      <a:pt x="75438" y="100964"/>
                    </a:lnTo>
                    <a:lnTo>
                      <a:pt x="70866" y="122682"/>
                    </a:lnTo>
                    <a:lnTo>
                      <a:pt x="66294" y="144399"/>
                    </a:lnTo>
                    <a:lnTo>
                      <a:pt x="61722" y="166115"/>
                    </a:lnTo>
                    <a:lnTo>
                      <a:pt x="58245" y="183951"/>
                    </a:lnTo>
                    <a:lnTo>
                      <a:pt x="54483" y="201930"/>
                    </a:lnTo>
                    <a:lnTo>
                      <a:pt x="43088" y="243720"/>
                    </a:lnTo>
                    <a:lnTo>
                      <a:pt x="34290" y="264414"/>
                    </a:lnTo>
                    <a:lnTo>
                      <a:pt x="33528" y="264414"/>
                    </a:lnTo>
                    <a:lnTo>
                      <a:pt x="33528" y="259842"/>
                    </a:lnTo>
                    <a:lnTo>
                      <a:pt x="33528" y="255270"/>
                    </a:lnTo>
                    <a:lnTo>
                      <a:pt x="33528" y="2514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2" name="Google Shape;3772;p37"/>
              <p:cNvSpPr/>
              <p:nvPr/>
            </p:nvSpPr>
            <p:spPr>
              <a:xfrm>
                <a:off x="4891087" y="2391918"/>
                <a:ext cx="70485" cy="232410"/>
              </a:xfrm>
              <a:custGeom>
                <a:rect b="b" l="l" r="r" t="t"/>
                <a:pathLst>
                  <a:path extrusionOk="0" h="232410" w="70485">
                    <a:moveTo>
                      <a:pt x="28384" y="0"/>
                    </a:moveTo>
                    <a:lnTo>
                      <a:pt x="12203" y="37397"/>
                    </a:lnTo>
                    <a:lnTo>
                      <a:pt x="4667" y="90773"/>
                    </a:lnTo>
                    <a:lnTo>
                      <a:pt x="1714" y="130302"/>
                    </a:lnTo>
                    <a:lnTo>
                      <a:pt x="0" y="164592"/>
                    </a:lnTo>
                    <a:lnTo>
                      <a:pt x="0" y="182165"/>
                    </a:lnTo>
                    <a:lnTo>
                      <a:pt x="13608" y="223206"/>
                    </a:lnTo>
                    <a:lnTo>
                      <a:pt x="32956" y="232029"/>
                    </a:lnTo>
                    <a:lnTo>
                      <a:pt x="40147" y="232029"/>
                    </a:lnTo>
                    <a:lnTo>
                      <a:pt x="68770" y="206502"/>
                    </a:lnTo>
                    <a:lnTo>
                      <a:pt x="69532" y="203454"/>
                    </a:lnTo>
                    <a:lnTo>
                      <a:pt x="70294" y="20116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3" name="Google Shape;3773;p37"/>
              <p:cNvSpPr/>
              <p:nvPr/>
            </p:nvSpPr>
            <p:spPr>
              <a:xfrm>
                <a:off x="4824221" y="2537460"/>
                <a:ext cx="63500" cy="7620"/>
              </a:xfrm>
              <a:custGeom>
                <a:rect b="b" l="l" r="r" t="t"/>
                <a:pathLst>
                  <a:path extrusionOk="0" h="7619" w="63500">
                    <a:moveTo>
                      <a:pt x="0" y="0"/>
                    </a:moveTo>
                    <a:lnTo>
                      <a:pt x="12692" y="5524"/>
                    </a:lnTo>
                    <a:lnTo>
                      <a:pt x="24384" y="7619"/>
                    </a:lnTo>
                    <a:lnTo>
                      <a:pt x="36647" y="6857"/>
                    </a:lnTo>
                    <a:lnTo>
                      <a:pt x="51053" y="3809"/>
                    </a:lnTo>
                    <a:lnTo>
                      <a:pt x="54864" y="2285"/>
                    </a:lnTo>
                    <a:lnTo>
                      <a:pt x="59436" y="1523"/>
                    </a:lnTo>
                    <a:lnTo>
                      <a:pt x="6324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4" name="Google Shape;3774;p37"/>
            <p:cNvGrpSpPr/>
            <p:nvPr/>
          </p:nvGrpSpPr>
          <p:grpSpPr>
            <a:xfrm>
              <a:off x="5036032" y="2627350"/>
              <a:ext cx="388670" cy="150926"/>
              <a:chOff x="5036032" y="2627350"/>
              <a:chExt cx="388670" cy="150926"/>
            </a:xfrm>
          </p:grpSpPr>
          <p:pic>
            <p:nvPicPr>
              <p:cNvPr id="3775" name="Google Shape;3775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036032" y="2627350"/>
                <a:ext cx="67868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76" name="Google Shape;3776;p3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131115" y="2641066"/>
                <a:ext cx="293587" cy="1273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777" name="Google Shape;3777;p37"/>
            <p:cNvGrpSpPr/>
            <p:nvPr/>
          </p:nvGrpSpPr>
          <p:grpSpPr>
            <a:xfrm>
              <a:off x="5634228" y="2423159"/>
              <a:ext cx="86995" cy="82422"/>
              <a:chOff x="5634228" y="2423159"/>
              <a:chExt cx="86995" cy="82422"/>
            </a:xfrm>
          </p:grpSpPr>
          <p:sp>
            <p:nvSpPr>
              <p:cNvPr id="3778" name="Google Shape;3778;p37"/>
              <p:cNvSpPr/>
              <p:nvPr/>
            </p:nvSpPr>
            <p:spPr>
              <a:xfrm>
                <a:off x="5644896" y="2423159"/>
                <a:ext cx="44450" cy="1270"/>
              </a:xfrm>
              <a:custGeom>
                <a:rect b="b" l="l" r="r" t="t"/>
                <a:pathLst>
                  <a:path extrusionOk="0" h="1269" w="44450">
                    <a:moveTo>
                      <a:pt x="0" y="762"/>
                    </a:moveTo>
                    <a:lnTo>
                      <a:pt x="11191" y="1178"/>
                    </a:lnTo>
                    <a:lnTo>
                      <a:pt x="22098" y="1238"/>
                    </a:lnTo>
                    <a:lnTo>
                      <a:pt x="33004" y="869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9" name="Google Shape;3779;p37"/>
              <p:cNvSpPr/>
              <p:nvPr/>
            </p:nvSpPr>
            <p:spPr>
              <a:xfrm>
                <a:off x="5634228" y="2479547"/>
                <a:ext cx="86995" cy="26034"/>
              </a:xfrm>
              <a:custGeom>
                <a:rect b="b" l="l" r="r" t="t"/>
                <a:pathLst>
                  <a:path extrusionOk="0" h="26035" w="86995">
                    <a:moveTo>
                      <a:pt x="0" y="25908"/>
                    </a:moveTo>
                    <a:lnTo>
                      <a:pt x="38683" y="20014"/>
                    </a:lnTo>
                    <a:lnTo>
                      <a:pt x="62757" y="10287"/>
                    </a:lnTo>
                    <a:lnTo>
                      <a:pt x="71342" y="6477"/>
                    </a:lnTo>
                    <a:lnTo>
                      <a:pt x="78926" y="3238"/>
                    </a:lnTo>
                    <a:lnTo>
                      <a:pt x="8686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80" name="Google Shape;3780;p37"/>
            <p:cNvSpPr/>
            <p:nvPr/>
          </p:nvSpPr>
          <p:spPr>
            <a:xfrm>
              <a:off x="5875020" y="2138172"/>
              <a:ext cx="94615" cy="746125"/>
            </a:xfrm>
            <a:custGeom>
              <a:rect b="b" l="l" r="r" t="t"/>
              <a:pathLst>
                <a:path extrusionOk="0" h="746125" w="94614">
                  <a:moveTo>
                    <a:pt x="84581" y="14477"/>
                  </a:moveTo>
                  <a:lnTo>
                    <a:pt x="73949" y="10298"/>
                  </a:lnTo>
                  <a:lnTo>
                    <a:pt x="63531" y="6191"/>
                  </a:lnTo>
                  <a:lnTo>
                    <a:pt x="52970" y="2797"/>
                  </a:lnTo>
                  <a:lnTo>
                    <a:pt x="41909" y="761"/>
                  </a:lnTo>
                  <a:lnTo>
                    <a:pt x="31241" y="0"/>
                  </a:lnTo>
                  <a:lnTo>
                    <a:pt x="25907" y="761"/>
                  </a:lnTo>
                  <a:lnTo>
                    <a:pt x="20573" y="9905"/>
                  </a:lnTo>
                  <a:lnTo>
                    <a:pt x="16513" y="19097"/>
                  </a:lnTo>
                  <a:lnTo>
                    <a:pt x="14382" y="29146"/>
                  </a:lnTo>
                  <a:lnTo>
                    <a:pt x="13823" y="39481"/>
                  </a:lnTo>
                  <a:lnTo>
                    <a:pt x="14477" y="49529"/>
                  </a:lnTo>
                  <a:lnTo>
                    <a:pt x="31087" y="100107"/>
                  </a:lnTo>
                  <a:lnTo>
                    <a:pt x="57626" y="152114"/>
                  </a:lnTo>
                  <a:lnTo>
                    <a:pt x="66615" y="170366"/>
                  </a:lnTo>
                  <a:lnTo>
                    <a:pt x="83153" y="218789"/>
                  </a:lnTo>
                  <a:lnTo>
                    <a:pt x="85343" y="249173"/>
                  </a:lnTo>
                  <a:lnTo>
                    <a:pt x="82367" y="262985"/>
                  </a:lnTo>
                  <a:lnTo>
                    <a:pt x="59435" y="296417"/>
                  </a:lnTo>
                  <a:lnTo>
                    <a:pt x="26967" y="328136"/>
                  </a:lnTo>
                  <a:lnTo>
                    <a:pt x="16001" y="338327"/>
                  </a:lnTo>
                  <a:lnTo>
                    <a:pt x="12001" y="341733"/>
                  </a:lnTo>
                  <a:lnTo>
                    <a:pt x="6286" y="346709"/>
                  </a:lnTo>
                  <a:lnTo>
                    <a:pt x="1428" y="352258"/>
                  </a:lnTo>
                  <a:lnTo>
                    <a:pt x="0" y="357377"/>
                  </a:lnTo>
                  <a:lnTo>
                    <a:pt x="1523" y="364235"/>
                  </a:lnTo>
                  <a:lnTo>
                    <a:pt x="9143" y="365759"/>
                  </a:lnTo>
                  <a:lnTo>
                    <a:pt x="14477" y="369569"/>
                  </a:lnTo>
                  <a:lnTo>
                    <a:pt x="47243" y="396239"/>
                  </a:lnTo>
                  <a:lnTo>
                    <a:pt x="64769" y="442721"/>
                  </a:lnTo>
                  <a:lnTo>
                    <a:pt x="64698" y="460057"/>
                  </a:lnTo>
                  <a:lnTo>
                    <a:pt x="53339" y="509777"/>
                  </a:lnTo>
                  <a:lnTo>
                    <a:pt x="38480" y="547973"/>
                  </a:lnTo>
                  <a:lnTo>
                    <a:pt x="30837" y="567106"/>
                  </a:lnTo>
                  <a:lnTo>
                    <a:pt x="14382" y="618267"/>
                  </a:lnTo>
                  <a:lnTo>
                    <a:pt x="8679" y="664309"/>
                  </a:lnTo>
                  <a:lnTo>
                    <a:pt x="8858" y="677322"/>
                  </a:lnTo>
                  <a:lnTo>
                    <a:pt x="20550" y="715601"/>
                  </a:lnTo>
                  <a:lnTo>
                    <a:pt x="53339" y="741425"/>
                  </a:lnTo>
                  <a:lnTo>
                    <a:pt x="83986" y="746033"/>
                  </a:lnTo>
                  <a:lnTo>
                    <a:pt x="94487" y="74599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81" name="Google Shape;3781;p37"/>
            <p:cNvGrpSpPr/>
            <p:nvPr/>
          </p:nvGrpSpPr>
          <p:grpSpPr>
            <a:xfrm>
              <a:off x="6201892" y="2318669"/>
              <a:ext cx="231984" cy="306445"/>
              <a:chOff x="6201892" y="2318669"/>
              <a:chExt cx="231984" cy="306445"/>
            </a:xfrm>
          </p:grpSpPr>
          <p:pic>
            <p:nvPicPr>
              <p:cNvPr id="3782" name="Google Shape;3782;p3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347363" y="2497048"/>
                <a:ext cx="86513" cy="128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83" name="Google Shape;3783;p3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201892" y="2318669"/>
                <a:ext cx="115112" cy="2043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784" name="Google Shape;3784;p37"/>
            <p:cNvSpPr/>
            <p:nvPr/>
          </p:nvSpPr>
          <p:spPr>
            <a:xfrm>
              <a:off x="6674357" y="2287523"/>
              <a:ext cx="5080" cy="15240"/>
            </a:xfrm>
            <a:custGeom>
              <a:rect b="b" l="l" r="r" t="t"/>
              <a:pathLst>
                <a:path extrusionOk="0" h="15239" w="5079">
                  <a:moveTo>
                    <a:pt x="4572" y="0"/>
                  </a:moveTo>
                  <a:lnTo>
                    <a:pt x="3048" y="5334"/>
                  </a:lnTo>
                  <a:lnTo>
                    <a:pt x="1524" y="10668"/>
                  </a:lnTo>
                  <a:lnTo>
                    <a:pt x="0" y="1524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6678930" y="2413254"/>
              <a:ext cx="22860" cy="24130"/>
            </a:xfrm>
            <a:custGeom>
              <a:rect b="b" l="l" r="r" t="t"/>
              <a:pathLst>
                <a:path extrusionOk="0" h="24130" w="22859">
                  <a:moveTo>
                    <a:pt x="0" y="5333"/>
                  </a:moveTo>
                  <a:lnTo>
                    <a:pt x="0" y="18287"/>
                  </a:lnTo>
                  <a:lnTo>
                    <a:pt x="5333" y="23621"/>
                  </a:lnTo>
                  <a:lnTo>
                    <a:pt x="18287" y="23621"/>
                  </a:lnTo>
                  <a:lnTo>
                    <a:pt x="22859" y="18287"/>
                  </a:lnTo>
                  <a:lnTo>
                    <a:pt x="22859" y="12191"/>
                  </a:lnTo>
                  <a:lnTo>
                    <a:pt x="22859" y="5333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86" name="Google Shape;3786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104862" y="2220406"/>
              <a:ext cx="208076" cy="241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7" name="Google Shape;3787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379182" y="2151862"/>
              <a:ext cx="252272" cy="2560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88" name="Google Shape;3788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692364" y="2237968"/>
              <a:ext cx="83870" cy="740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9" name="Google Shape;3789;p37"/>
            <p:cNvSpPr/>
            <p:nvPr/>
          </p:nvSpPr>
          <p:spPr>
            <a:xfrm>
              <a:off x="7949183" y="2100345"/>
              <a:ext cx="78740" cy="567690"/>
            </a:xfrm>
            <a:custGeom>
              <a:rect b="b" l="l" r="r" t="t"/>
              <a:pathLst>
                <a:path extrusionOk="0" h="567689" w="78740">
                  <a:moveTo>
                    <a:pt x="70103" y="10394"/>
                  </a:moveTo>
                  <a:lnTo>
                    <a:pt x="61317" y="5310"/>
                  </a:lnTo>
                  <a:lnTo>
                    <a:pt x="53530" y="1726"/>
                  </a:lnTo>
                  <a:lnTo>
                    <a:pt x="45458" y="0"/>
                  </a:lnTo>
                  <a:lnTo>
                    <a:pt x="35813" y="488"/>
                  </a:lnTo>
                  <a:lnTo>
                    <a:pt x="15501" y="34742"/>
                  </a:lnTo>
                  <a:lnTo>
                    <a:pt x="15049" y="47827"/>
                  </a:lnTo>
                  <a:lnTo>
                    <a:pt x="16025" y="61055"/>
                  </a:lnTo>
                  <a:lnTo>
                    <a:pt x="26765" y="101357"/>
                  </a:lnTo>
                  <a:lnTo>
                    <a:pt x="44326" y="141672"/>
                  </a:lnTo>
                  <a:lnTo>
                    <a:pt x="50196" y="154983"/>
                  </a:lnTo>
                  <a:lnTo>
                    <a:pt x="55352" y="168580"/>
                  </a:lnTo>
                  <a:lnTo>
                    <a:pt x="59435" y="182606"/>
                  </a:lnTo>
                  <a:lnTo>
                    <a:pt x="61531" y="191488"/>
                  </a:lnTo>
                  <a:lnTo>
                    <a:pt x="61912" y="199941"/>
                  </a:lnTo>
                  <a:lnTo>
                    <a:pt x="60293" y="208109"/>
                  </a:lnTo>
                  <a:lnTo>
                    <a:pt x="56387" y="216134"/>
                  </a:lnTo>
                  <a:lnTo>
                    <a:pt x="47517" y="229790"/>
                  </a:lnTo>
                  <a:lnTo>
                    <a:pt x="37433" y="242518"/>
                  </a:lnTo>
                  <a:lnTo>
                    <a:pt x="26920" y="254817"/>
                  </a:lnTo>
                  <a:lnTo>
                    <a:pt x="16763" y="267188"/>
                  </a:lnTo>
                  <a:lnTo>
                    <a:pt x="0" y="302240"/>
                  </a:lnTo>
                  <a:lnTo>
                    <a:pt x="3047" y="303002"/>
                  </a:lnTo>
                  <a:lnTo>
                    <a:pt x="9143" y="307574"/>
                  </a:lnTo>
                  <a:lnTo>
                    <a:pt x="35123" y="341887"/>
                  </a:lnTo>
                  <a:lnTo>
                    <a:pt x="39623" y="391394"/>
                  </a:lnTo>
                  <a:lnTo>
                    <a:pt x="38838" y="406467"/>
                  </a:lnTo>
                  <a:lnTo>
                    <a:pt x="36766" y="421112"/>
                  </a:lnTo>
                  <a:lnTo>
                    <a:pt x="33837" y="435756"/>
                  </a:lnTo>
                  <a:lnTo>
                    <a:pt x="30479" y="450830"/>
                  </a:lnTo>
                  <a:lnTo>
                    <a:pt x="26979" y="463081"/>
                  </a:lnTo>
                  <a:lnTo>
                    <a:pt x="23621" y="475690"/>
                  </a:lnTo>
                  <a:lnTo>
                    <a:pt x="20835" y="488442"/>
                  </a:lnTo>
                  <a:lnTo>
                    <a:pt x="19049" y="501122"/>
                  </a:lnTo>
                  <a:lnTo>
                    <a:pt x="18657" y="508908"/>
                  </a:lnTo>
                  <a:lnTo>
                    <a:pt x="18764" y="517124"/>
                  </a:lnTo>
                  <a:lnTo>
                    <a:pt x="35813" y="556748"/>
                  </a:lnTo>
                  <a:lnTo>
                    <a:pt x="67817" y="567416"/>
                  </a:lnTo>
                  <a:lnTo>
                    <a:pt x="71627" y="567416"/>
                  </a:lnTo>
                  <a:lnTo>
                    <a:pt x="74675" y="567416"/>
                  </a:lnTo>
                  <a:lnTo>
                    <a:pt x="78485" y="56741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8188452" y="2180082"/>
              <a:ext cx="3175" cy="83185"/>
            </a:xfrm>
            <a:custGeom>
              <a:rect b="b" l="l" r="r" t="t"/>
              <a:pathLst>
                <a:path extrusionOk="0" h="83185" w="3175">
                  <a:moveTo>
                    <a:pt x="3048" y="0"/>
                  </a:moveTo>
                  <a:lnTo>
                    <a:pt x="3048" y="10858"/>
                  </a:lnTo>
                  <a:lnTo>
                    <a:pt x="3048" y="21717"/>
                  </a:lnTo>
                  <a:lnTo>
                    <a:pt x="3048" y="32575"/>
                  </a:lnTo>
                  <a:lnTo>
                    <a:pt x="3048" y="43434"/>
                  </a:lnTo>
                  <a:lnTo>
                    <a:pt x="3000" y="53482"/>
                  </a:lnTo>
                  <a:lnTo>
                    <a:pt x="2667" y="63245"/>
                  </a:lnTo>
                  <a:lnTo>
                    <a:pt x="1762" y="73009"/>
                  </a:lnTo>
                  <a:lnTo>
                    <a:pt x="0" y="8305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91" name="Google Shape;3791;p37"/>
            <p:cNvGrpSpPr/>
            <p:nvPr/>
          </p:nvGrpSpPr>
          <p:grpSpPr>
            <a:xfrm>
              <a:off x="8495538" y="2107691"/>
              <a:ext cx="124650" cy="133350"/>
              <a:chOff x="8495538" y="2107691"/>
              <a:chExt cx="124650" cy="133350"/>
            </a:xfrm>
          </p:grpSpPr>
          <p:sp>
            <p:nvSpPr>
              <p:cNvPr id="3792" name="Google Shape;3792;p37"/>
              <p:cNvSpPr/>
              <p:nvPr/>
            </p:nvSpPr>
            <p:spPr>
              <a:xfrm>
                <a:off x="8514588" y="2180081"/>
                <a:ext cx="5080" cy="60960"/>
              </a:xfrm>
              <a:custGeom>
                <a:rect b="b" l="l" r="r" t="t"/>
                <a:pathLst>
                  <a:path extrusionOk="0" h="60960" w="5079">
                    <a:moveTo>
                      <a:pt x="4572" y="0"/>
                    </a:moveTo>
                    <a:lnTo>
                      <a:pt x="4548" y="10858"/>
                    </a:lnTo>
                    <a:lnTo>
                      <a:pt x="4381" y="21717"/>
                    </a:lnTo>
                    <a:lnTo>
                      <a:pt x="3929" y="32575"/>
                    </a:lnTo>
                    <a:lnTo>
                      <a:pt x="3048" y="43434"/>
                    </a:lnTo>
                    <a:lnTo>
                      <a:pt x="3048" y="49530"/>
                    </a:lnTo>
                    <a:lnTo>
                      <a:pt x="1524" y="54864"/>
                    </a:lnTo>
                    <a:lnTo>
                      <a:pt x="0" y="6096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3" name="Google Shape;3793;p37"/>
              <p:cNvSpPr/>
              <p:nvPr/>
            </p:nvSpPr>
            <p:spPr>
              <a:xfrm>
                <a:off x="8495538" y="2111501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4571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4571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4571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4" name="Google Shape;3794;p37"/>
              <p:cNvSpPr/>
              <p:nvPr/>
            </p:nvSpPr>
            <p:spPr>
              <a:xfrm>
                <a:off x="8573833" y="2107691"/>
                <a:ext cx="46355" cy="120650"/>
              </a:xfrm>
              <a:custGeom>
                <a:rect b="b" l="l" r="r" t="t"/>
                <a:pathLst>
                  <a:path extrusionOk="0" h="120650" w="46354">
                    <a:moveTo>
                      <a:pt x="5524" y="120396"/>
                    </a:moveTo>
                    <a:lnTo>
                      <a:pt x="952" y="78486"/>
                    </a:lnTo>
                    <a:lnTo>
                      <a:pt x="190" y="35052"/>
                    </a:lnTo>
                    <a:lnTo>
                      <a:pt x="23" y="28658"/>
                    </a:lnTo>
                    <a:lnTo>
                      <a:pt x="20764" y="1524"/>
                    </a:lnTo>
                    <a:lnTo>
                      <a:pt x="28384" y="0"/>
                    </a:lnTo>
                    <a:lnTo>
                      <a:pt x="37528" y="762"/>
                    </a:lnTo>
                    <a:lnTo>
                      <a:pt x="45910" y="76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5" name="Google Shape;3795;p37"/>
              <p:cNvSpPr/>
              <p:nvPr/>
            </p:nvSpPr>
            <p:spPr>
              <a:xfrm>
                <a:off x="8571738" y="2180843"/>
                <a:ext cx="45720" cy="6985"/>
              </a:xfrm>
              <a:custGeom>
                <a:rect b="b" l="l" r="r" t="t"/>
                <a:pathLst>
                  <a:path extrusionOk="0" h="6985" w="45720">
                    <a:moveTo>
                      <a:pt x="0" y="6858"/>
                    </a:moveTo>
                    <a:lnTo>
                      <a:pt x="12715" y="6643"/>
                    </a:lnTo>
                    <a:lnTo>
                      <a:pt x="23431" y="5715"/>
                    </a:lnTo>
                    <a:lnTo>
                      <a:pt x="33861" y="3643"/>
                    </a:lnTo>
                    <a:lnTo>
                      <a:pt x="4572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796" name="Google Shape;3796;p3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15183" y="1975840"/>
              <a:ext cx="230365" cy="2263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97" name="Google Shape;3797;p37"/>
            <p:cNvGrpSpPr/>
            <p:nvPr/>
          </p:nvGrpSpPr>
          <p:grpSpPr>
            <a:xfrm>
              <a:off x="9291065" y="2059660"/>
              <a:ext cx="221100" cy="152806"/>
              <a:chOff x="9291065" y="2059660"/>
              <a:chExt cx="221100" cy="152806"/>
            </a:xfrm>
          </p:grpSpPr>
          <p:sp>
            <p:nvSpPr>
              <p:cNvPr id="3798" name="Google Shape;3798;p37"/>
              <p:cNvSpPr/>
              <p:nvPr/>
            </p:nvSpPr>
            <p:spPr>
              <a:xfrm>
                <a:off x="9291065" y="2074925"/>
                <a:ext cx="78740" cy="85090"/>
              </a:xfrm>
              <a:custGeom>
                <a:rect b="b" l="l" r="r" t="t"/>
                <a:pathLst>
                  <a:path extrusionOk="0" h="85089" w="78740">
                    <a:moveTo>
                      <a:pt x="0" y="0"/>
                    </a:moveTo>
                    <a:lnTo>
                      <a:pt x="37290" y="13823"/>
                    </a:lnTo>
                    <a:lnTo>
                      <a:pt x="57471" y="17180"/>
                    </a:lnTo>
                    <a:lnTo>
                      <a:pt x="65246" y="17811"/>
                    </a:lnTo>
                    <a:lnTo>
                      <a:pt x="72592" y="19442"/>
                    </a:lnTo>
                    <a:lnTo>
                      <a:pt x="77724" y="22859"/>
                    </a:lnTo>
                    <a:lnTo>
                      <a:pt x="78390" y="27491"/>
                    </a:lnTo>
                    <a:lnTo>
                      <a:pt x="74485" y="31908"/>
                    </a:lnTo>
                    <a:lnTo>
                      <a:pt x="33706" y="57709"/>
                    </a:lnTo>
                    <a:lnTo>
                      <a:pt x="22860" y="64008"/>
                    </a:lnTo>
                    <a:lnTo>
                      <a:pt x="18776" y="66651"/>
                    </a:lnTo>
                    <a:lnTo>
                      <a:pt x="10763" y="72009"/>
                    </a:lnTo>
                    <a:lnTo>
                      <a:pt x="3464" y="77938"/>
                    </a:lnTo>
                    <a:lnTo>
                      <a:pt x="1524" y="82296"/>
                    </a:lnTo>
                    <a:lnTo>
                      <a:pt x="1524" y="84582"/>
                    </a:lnTo>
                    <a:lnTo>
                      <a:pt x="3048" y="84582"/>
                    </a:lnTo>
                    <a:lnTo>
                      <a:pt x="6096" y="8305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799" name="Google Shape;3799;p37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425009" y="2059660"/>
                <a:ext cx="87156" cy="933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00" name="Google Shape;3800;p37"/>
              <p:cNvSpPr/>
              <p:nvPr/>
            </p:nvSpPr>
            <p:spPr>
              <a:xfrm>
                <a:off x="9302495" y="2168651"/>
                <a:ext cx="82550" cy="43815"/>
              </a:xfrm>
              <a:custGeom>
                <a:rect b="b" l="l" r="r" t="t"/>
                <a:pathLst>
                  <a:path extrusionOk="0" h="43814" w="82550">
                    <a:moveTo>
                      <a:pt x="82296" y="0"/>
                    </a:moveTo>
                    <a:lnTo>
                      <a:pt x="39647" y="20359"/>
                    </a:lnTo>
                    <a:lnTo>
                      <a:pt x="17573" y="33468"/>
                    </a:lnTo>
                    <a:lnTo>
                      <a:pt x="11239" y="37242"/>
                    </a:lnTo>
                    <a:lnTo>
                      <a:pt x="5762" y="40302"/>
                    </a:lnTo>
                    <a:lnTo>
                      <a:pt x="0" y="4343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01" name="Google Shape;3801;p37"/>
            <p:cNvGrpSpPr/>
            <p:nvPr/>
          </p:nvGrpSpPr>
          <p:grpSpPr>
            <a:xfrm>
              <a:off x="8700395" y="2462021"/>
              <a:ext cx="114420" cy="231775"/>
              <a:chOff x="8700395" y="2462021"/>
              <a:chExt cx="114420" cy="231775"/>
            </a:xfrm>
          </p:grpSpPr>
          <p:pic>
            <p:nvPicPr>
              <p:cNvPr id="3802" name="Google Shape;3802;p37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8700395" y="2520670"/>
                <a:ext cx="71535" cy="1111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03" name="Google Shape;3803;p37"/>
              <p:cNvSpPr/>
              <p:nvPr/>
            </p:nvSpPr>
            <p:spPr>
              <a:xfrm>
                <a:off x="8807195" y="2462021"/>
                <a:ext cx="7620" cy="231775"/>
              </a:xfrm>
              <a:custGeom>
                <a:rect b="b" l="l" r="r" t="t"/>
                <a:pathLst>
                  <a:path extrusionOk="0" h="231775" w="7620">
                    <a:moveTo>
                      <a:pt x="3048" y="0"/>
                    </a:moveTo>
                    <a:lnTo>
                      <a:pt x="6155" y="50041"/>
                    </a:lnTo>
                    <a:lnTo>
                      <a:pt x="7036" y="98155"/>
                    </a:lnTo>
                    <a:lnTo>
                      <a:pt x="7143" y="129540"/>
                    </a:lnTo>
                    <a:lnTo>
                      <a:pt x="6536" y="160924"/>
                    </a:lnTo>
                    <a:lnTo>
                      <a:pt x="4572" y="192024"/>
                    </a:lnTo>
                    <a:lnTo>
                      <a:pt x="3429" y="201858"/>
                    </a:lnTo>
                    <a:lnTo>
                      <a:pt x="2286" y="211836"/>
                    </a:lnTo>
                    <a:lnTo>
                      <a:pt x="1143" y="221813"/>
                    </a:lnTo>
                    <a:lnTo>
                      <a:pt x="0" y="23164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04" name="Google Shape;3804;p3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871178" y="2498572"/>
              <a:ext cx="107492" cy="129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5" name="Google Shape;3805;p3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211096" y="2539720"/>
              <a:ext cx="85680" cy="107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6" name="Google Shape;3806;p3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449596" y="3570706"/>
              <a:ext cx="87121" cy="838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07" name="Google Shape;3807;p3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254220" y="4108106"/>
              <a:ext cx="141020" cy="19188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08" name="Google Shape;3808;p37"/>
            <p:cNvGrpSpPr/>
            <p:nvPr/>
          </p:nvGrpSpPr>
          <p:grpSpPr>
            <a:xfrm>
              <a:off x="4459127" y="4124705"/>
              <a:ext cx="631159" cy="227965"/>
              <a:chOff x="4459127" y="4124705"/>
              <a:chExt cx="631159" cy="227965"/>
            </a:xfrm>
          </p:grpSpPr>
          <p:pic>
            <p:nvPicPr>
              <p:cNvPr id="3809" name="Google Shape;3809;p37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4459127" y="4136360"/>
                <a:ext cx="87752" cy="14077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0" name="Google Shape;3810;p37"/>
              <p:cNvSpPr/>
              <p:nvPr/>
            </p:nvSpPr>
            <p:spPr>
              <a:xfrm>
                <a:off x="4594097" y="4124705"/>
                <a:ext cx="44450" cy="158750"/>
              </a:xfrm>
              <a:custGeom>
                <a:rect b="b" l="l" r="r" t="t"/>
                <a:pathLst>
                  <a:path extrusionOk="0" h="158750" w="44450">
                    <a:moveTo>
                      <a:pt x="0" y="26670"/>
                    </a:moveTo>
                    <a:lnTo>
                      <a:pt x="8572" y="21074"/>
                    </a:lnTo>
                    <a:lnTo>
                      <a:pt x="17145" y="15621"/>
                    </a:lnTo>
                    <a:lnTo>
                      <a:pt x="25717" y="10167"/>
                    </a:lnTo>
                    <a:lnTo>
                      <a:pt x="34290" y="4572"/>
                    </a:lnTo>
                    <a:lnTo>
                      <a:pt x="38099" y="2286"/>
                    </a:lnTo>
                    <a:lnTo>
                      <a:pt x="40386" y="762"/>
                    </a:lnTo>
                    <a:lnTo>
                      <a:pt x="44195" y="0"/>
                    </a:lnTo>
                    <a:lnTo>
                      <a:pt x="43779" y="7179"/>
                    </a:lnTo>
                    <a:lnTo>
                      <a:pt x="42576" y="14001"/>
                    </a:lnTo>
                    <a:lnTo>
                      <a:pt x="40659" y="20681"/>
                    </a:lnTo>
                    <a:lnTo>
                      <a:pt x="38100" y="27432"/>
                    </a:lnTo>
                    <a:lnTo>
                      <a:pt x="33397" y="41707"/>
                    </a:lnTo>
                    <a:lnTo>
                      <a:pt x="28479" y="55911"/>
                    </a:lnTo>
                    <a:lnTo>
                      <a:pt x="23419" y="69973"/>
                    </a:lnTo>
                    <a:lnTo>
                      <a:pt x="18288" y="83820"/>
                    </a:lnTo>
                    <a:lnTo>
                      <a:pt x="13870" y="96976"/>
                    </a:lnTo>
                    <a:lnTo>
                      <a:pt x="9810" y="110204"/>
                    </a:lnTo>
                    <a:lnTo>
                      <a:pt x="6179" y="123574"/>
                    </a:lnTo>
                    <a:lnTo>
                      <a:pt x="3048" y="137160"/>
                    </a:lnTo>
                    <a:lnTo>
                      <a:pt x="1524" y="144780"/>
                    </a:lnTo>
                    <a:lnTo>
                      <a:pt x="1524" y="150876"/>
                    </a:lnTo>
                    <a:lnTo>
                      <a:pt x="1524" y="158496"/>
                    </a:lnTo>
                    <a:lnTo>
                      <a:pt x="9144" y="156972"/>
                    </a:lnTo>
                    <a:lnTo>
                      <a:pt x="9906" y="154686"/>
                    </a:lnTo>
                    <a:lnTo>
                      <a:pt x="14478" y="14782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1" name="Google Shape;3811;p37"/>
              <p:cNvSpPr/>
              <p:nvPr/>
            </p:nvSpPr>
            <p:spPr>
              <a:xfrm>
                <a:off x="4627625" y="4217669"/>
                <a:ext cx="44450" cy="13335"/>
              </a:xfrm>
              <a:custGeom>
                <a:rect b="b" l="l" r="r" t="t"/>
                <a:pathLst>
                  <a:path extrusionOk="0" h="13335" w="44450">
                    <a:moveTo>
                      <a:pt x="0" y="12953"/>
                    </a:moveTo>
                    <a:lnTo>
                      <a:pt x="12156" y="12858"/>
                    </a:lnTo>
                    <a:lnTo>
                      <a:pt x="22383" y="10477"/>
                    </a:lnTo>
                    <a:lnTo>
                      <a:pt x="32468" y="6095"/>
                    </a:lnTo>
                    <a:lnTo>
                      <a:pt x="4419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2" name="Google Shape;3812;p37"/>
              <p:cNvSpPr/>
              <p:nvPr/>
            </p:nvSpPr>
            <p:spPr>
              <a:xfrm>
                <a:off x="4665725" y="4126229"/>
                <a:ext cx="55880" cy="156210"/>
              </a:xfrm>
              <a:custGeom>
                <a:rect b="b" l="l" r="r" t="t"/>
                <a:pathLst>
                  <a:path extrusionOk="0" h="156210" w="55879">
                    <a:moveTo>
                      <a:pt x="6858" y="0"/>
                    </a:moveTo>
                    <a:lnTo>
                      <a:pt x="3536" y="11965"/>
                    </a:lnTo>
                    <a:lnTo>
                      <a:pt x="1428" y="22574"/>
                    </a:lnTo>
                    <a:lnTo>
                      <a:pt x="321" y="33325"/>
                    </a:lnTo>
                    <a:lnTo>
                      <a:pt x="0" y="45720"/>
                    </a:lnTo>
                    <a:lnTo>
                      <a:pt x="11" y="59316"/>
                    </a:lnTo>
                    <a:lnTo>
                      <a:pt x="762" y="99822"/>
                    </a:lnTo>
                    <a:lnTo>
                      <a:pt x="6858" y="144018"/>
                    </a:lnTo>
                    <a:lnTo>
                      <a:pt x="10668" y="156210"/>
                    </a:lnTo>
                    <a:lnTo>
                      <a:pt x="19812" y="156210"/>
                    </a:lnTo>
                    <a:lnTo>
                      <a:pt x="51054" y="136398"/>
                    </a:lnTo>
                    <a:lnTo>
                      <a:pt x="53340" y="134112"/>
                    </a:lnTo>
                    <a:lnTo>
                      <a:pt x="55626" y="12877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3" name="Google Shape;3813;p37"/>
              <p:cNvSpPr/>
              <p:nvPr/>
            </p:nvSpPr>
            <p:spPr>
              <a:xfrm>
                <a:off x="4741640" y="4261865"/>
                <a:ext cx="7620" cy="90805"/>
              </a:xfrm>
              <a:custGeom>
                <a:rect b="b" l="l" r="r" t="t"/>
                <a:pathLst>
                  <a:path extrusionOk="0" h="90804" w="7620">
                    <a:moveTo>
                      <a:pt x="1047" y="0"/>
                    </a:moveTo>
                    <a:lnTo>
                      <a:pt x="202" y="9120"/>
                    </a:lnTo>
                    <a:lnTo>
                      <a:pt x="0" y="17526"/>
                    </a:lnTo>
                    <a:lnTo>
                      <a:pt x="511" y="25931"/>
                    </a:lnTo>
                    <a:lnTo>
                      <a:pt x="1809" y="35052"/>
                    </a:lnTo>
                    <a:lnTo>
                      <a:pt x="3369" y="44207"/>
                    </a:lnTo>
                    <a:lnTo>
                      <a:pt x="4571" y="53435"/>
                    </a:lnTo>
                    <a:lnTo>
                      <a:pt x="5345" y="62805"/>
                    </a:lnTo>
                    <a:lnTo>
                      <a:pt x="5619" y="72390"/>
                    </a:lnTo>
                    <a:lnTo>
                      <a:pt x="6381" y="78486"/>
                    </a:lnTo>
                    <a:lnTo>
                      <a:pt x="6381" y="84582"/>
                    </a:lnTo>
                    <a:lnTo>
                      <a:pt x="7143" y="9067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4" name="Google Shape;3814;p37"/>
              <p:cNvSpPr/>
              <p:nvPr/>
            </p:nvSpPr>
            <p:spPr>
              <a:xfrm>
                <a:off x="4764785" y="4241291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5" name="Google Shape;3815;p37"/>
              <p:cNvSpPr/>
              <p:nvPr/>
            </p:nvSpPr>
            <p:spPr>
              <a:xfrm>
                <a:off x="4781549" y="4305299"/>
                <a:ext cx="5715" cy="40005"/>
              </a:xfrm>
              <a:custGeom>
                <a:rect b="b" l="l" r="r" t="t"/>
                <a:pathLst>
                  <a:path extrusionOk="0" h="40004" w="5714">
                    <a:moveTo>
                      <a:pt x="0" y="0"/>
                    </a:moveTo>
                    <a:lnTo>
                      <a:pt x="1690" y="6988"/>
                    </a:lnTo>
                    <a:lnTo>
                      <a:pt x="3238" y="14192"/>
                    </a:lnTo>
                    <a:lnTo>
                      <a:pt x="4500" y="21538"/>
                    </a:lnTo>
                    <a:lnTo>
                      <a:pt x="5334" y="28956"/>
                    </a:lnTo>
                    <a:lnTo>
                      <a:pt x="5334" y="32004"/>
                    </a:lnTo>
                    <a:lnTo>
                      <a:pt x="5334" y="35814"/>
                    </a:lnTo>
                    <a:lnTo>
                      <a:pt x="5334" y="3962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6" name="Google Shape;3816;p37"/>
              <p:cNvSpPr/>
              <p:nvPr/>
            </p:nvSpPr>
            <p:spPr>
              <a:xfrm>
                <a:off x="4824983" y="4277105"/>
                <a:ext cx="38100" cy="57150"/>
              </a:xfrm>
              <a:custGeom>
                <a:rect b="b" l="l" r="r" t="t"/>
                <a:pathLst>
                  <a:path extrusionOk="0" h="57150" w="38100">
                    <a:moveTo>
                      <a:pt x="0" y="11429"/>
                    </a:moveTo>
                    <a:lnTo>
                      <a:pt x="2286" y="49529"/>
                    </a:lnTo>
                    <a:lnTo>
                      <a:pt x="2286" y="51053"/>
                    </a:lnTo>
                    <a:lnTo>
                      <a:pt x="2286" y="53339"/>
                    </a:lnTo>
                    <a:lnTo>
                      <a:pt x="2166" y="56780"/>
                    </a:lnTo>
                    <a:lnTo>
                      <a:pt x="1905" y="54578"/>
                    </a:lnTo>
                    <a:lnTo>
                      <a:pt x="1643" y="50232"/>
                    </a:lnTo>
                    <a:lnTo>
                      <a:pt x="1524" y="47243"/>
                    </a:lnTo>
                    <a:lnTo>
                      <a:pt x="762" y="39933"/>
                    </a:lnTo>
                    <a:lnTo>
                      <a:pt x="571" y="32765"/>
                    </a:lnTo>
                    <a:lnTo>
                      <a:pt x="666" y="25598"/>
                    </a:lnTo>
                    <a:lnTo>
                      <a:pt x="762" y="18287"/>
                    </a:lnTo>
                    <a:lnTo>
                      <a:pt x="27432" y="0"/>
                    </a:lnTo>
                    <a:lnTo>
                      <a:pt x="31242" y="5333"/>
                    </a:lnTo>
                    <a:lnTo>
                      <a:pt x="34290" y="12191"/>
                    </a:lnTo>
                    <a:lnTo>
                      <a:pt x="36802" y="19180"/>
                    </a:lnTo>
                    <a:lnTo>
                      <a:pt x="37814" y="26384"/>
                    </a:lnTo>
                    <a:lnTo>
                      <a:pt x="37826" y="33730"/>
                    </a:lnTo>
                    <a:lnTo>
                      <a:pt x="37338" y="41147"/>
                    </a:lnTo>
                    <a:lnTo>
                      <a:pt x="37338" y="43433"/>
                    </a:lnTo>
                    <a:lnTo>
                      <a:pt x="37338" y="44957"/>
                    </a:lnTo>
                    <a:lnTo>
                      <a:pt x="37338" y="4648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7" name="Google Shape;3817;p37"/>
              <p:cNvSpPr/>
              <p:nvPr/>
            </p:nvSpPr>
            <p:spPr>
              <a:xfrm>
                <a:off x="4894897" y="4264151"/>
                <a:ext cx="17780" cy="72390"/>
              </a:xfrm>
              <a:custGeom>
                <a:rect b="b" l="l" r="r" t="t"/>
                <a:pathLst>
                  <a:path extrusionOk="0" h="72389" w="17779">
                    <a:moveTo>
                      <a:pt x="952" y="0"/>
                    </a:moveTo>
                    <a:lnTo>
                      <a:pt x="119" y="10417"/>
                    </a:lnTo>
                    <a:lnTo>
                      <a:pt x="0" y="21050"/>
                    </a:lnTo>
                    <a:lnTo>
                      <a:pt x="738" y="31825"/>
                    </a:lnTo>
                    <a:lnTo>
                      <a:pt x="12382" y="72390"/>
                    </a:lnTo>
                    <a:lnTo>
                      <a:pt x="13906" y="71628"/>
                    </a:lnTo>
                    <a:lnTo>
                      <a:pt x="17716" y="7162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8" name="Google Shape;3818;p37"/>
              <p:cNvSpPr/>
              <p:nvPr/>
            </p:nvSpPr>
            <p:spPr>
              <a:xfrm>
                <a:off x="4900421" y="4262627"/>
                <a:ext cx="26670" cy="26670"/>
              </a:xfrm>
              <a:custGeom>
                <a:rect b="b" l="l" r="r" t="t"/>
                <a:pathLst>
                  <a:path extrusionOk="0" h="26670" w="26670">
                    <a:moveTo>
                      <a:pt x="0" y="25146"/>
                    </a:moveTo>
                    <a:lnTo>
                      <a:pt x="7893" y="26312"/>
                    </a:lnTo>
                    <a:lnTo>
                      <a:pt x="14573" y="26479"/>
                    </a:lnTo>
                    <a:lnTo>
                      <a:pt x="20252" y="24074"/>
                    </a:lnTo>
                    <a:lnTo>
                      <a:pt x="25146" y="17526"/>
                    </a:lnTo>
                    <a:lnTo>
                      <a:pt x="26670" y="14478"/>
                    </a:lnTo>
                    <a:lnTo>
                      <a:pt x="25907" y="7620"/>
                    </a:lnTo>
                    <a:lnTo>
                      <a:pt x="23621" y="5334"/>
                    </a:lnTo>
                    <a:lnTo>
                      <a:pt x="19811" y="2286"/>
                    </a:lnTo>
                    <a:lnTo>
                      <a:pt x="13715" y="762"/>
                    </a:lnTo>
                    <a:lnTo>
                      <a:pt x="9143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9" name="Google Shape;3819;p37"/>
              <p:cNvSpPr/>
              <p:nvPr/>
            </p:nvSpPr>
            <p:spPr>
              <a:xfrm>
                <a:off x="4959095" y="4244339"/>
                <a:ext cx="70485" cy="70485"/>
              </a:xfrm>
              <a:custGeom>
                <a:rect b="b" l="l" r="r" t="t"/>
                <a:pathLst>
                  <a:path extrusionOk="0" h="70485" w="70485">
                    <a:moveTo>
                      <a:pt x="45720" y="32003"/>
                    </a:moveTo>
                    <a:lnTo>
                      <a:pt x="42529" y="25396"/>
                    </a:lnTo>
                    <a:lnTo>
                      <a:pt x="39624" y="19145"/>
                    </a:lnTo>
                    <a:lnTo>
                      <a:pt x="36718" y="13037"/>
                    </a:lnTo>
                    <a:lnTo>
                      <a:pt x="33528" y="6857"/>
                    </a:lnTo>
                    <a:lnTo>
                      <a:pt x="32004" y="3809"/>
                    </a:lnTo>
                    <a:lnTo>
                      <a:pt x="30480" y="2285"/>
                    </a:lnTo>
                    <a:lnTo>
                      <a:pt x="28956" y="0"/>
                    </a:lnTo>
                    <a:lnTo>
                      <a:pt x="22860" y="1523"/>
                    </a:lnTo>
                    <a:lnTo>
                      <a:pt x="22098" y="2285"/>
                    </a:lnTo>
                    <a:lnTo>
                      <a:pt x="18288" y="9143"/>
                    </a:lnTo>
                    <a:lnTo>
                      <a:pt x="14001" y="16847"/>
                    </a:lnTo>
                    <a:lnTo>
                      <a:pt x="10287" y="25050"/>
                    </a:lnTo>
                    <a:lnTo>
                      <a:pt x="7143" y="33682"/>
                    </a:lnTo>
                    <a:lnTo>
                      <a:pt x="4572" y="42671"/>
                    </a:lnTo>
                    <a:lnTo>
                      <a:pt x="3810" y="47243"/>
                    </a:lnTo>
                    <a:lnTo>
                      <a:pt x="0" y="62483"/>
                    </a:lnTo>
                    <a:lnTo>
                      <a:pt x="4572" y="66293"/>
                    </a:lnTo>
                    <a:lnTo>
                      <a:pt x="9144" y="70103"/>
                    </a:lnTo>
                    <a:lnTo>
                      <a:pt x="16764" y="67817"/>
                    </a:lnTo>
                    <a:lnTo>
                      <a:pt x="20574" y="64769"/>
                    </a:lnTo>
                    <a:lnTo>
                      <a:pt x="27432" y="59435"/>
                    </a:lnTo>
                    <a:lnTo>
                      <a:pt x="31242" y="51053"/>
                    </a:lnTo>
                    <a:lnTo>
                      <a:pt x="34290" y="43433"/>
                    </a:lnTo>
                    <a:lnTo>
                      <a:pt x="35814" y="40385"/>
                    </a:lnTo>
                    <a:lnTo>
                      <a:pt x="35814" y="35051"/>
                    </a:lnTo>
                    <a:lnTo>
                      <a:pt x="38100" y="32003"/>
                    </a:lnTo>
                    <a:lnTo>
                      <a:pt x="38862" y="32003"/>
                    </a:lnTo>
                    <a:lnTo>
                      <a:pt x="41910" y="36575"/>
                    </a:lnTo>
                    <a:lnTo>
                      <a:pt x="44196" y="41909"/>
                    </a:lnTo>
                    <a:lnTo>
                      <a:pt x="47244" y="45719"/>
                    </a:lnTo>
                    <a:lnTo>
                      <a:pt x="51054" y="51815"/>
                    </a:lnTo>
                    <a:lnTo>
                      <a:pt x="56388" y="58673"/>
                    </a:lnTo>
                    <a:lnTo>
                      <a:pt x="62484" y="60959"/>
                    </a:lnTo>
                    <a:lnTo>
                      <a:pt x="67056" y="60959"/>
                    </a:lnTo>
                    <a:lnTo>
                      <a:pt x="67818" y="61721"/>
                    </a:lnTo>
                    <a:lnTo>
                      <a:pt x="70104" y="6095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0" name="Google Shape;3820;p37"/>
              <p:cNvSpPr/>
              <p:nvPr/>
            </p:nvSpPr>
            <p:spPr>
              <a:xfrm>
                <a:off x="5041391" y="4216907"/>
                <a:ext cx="48895" cy="94615"/>
              </a:xfrm>
              <a:custGeom>
                <a:rect b="b" l="l" r="r" t="t"/>
                <a:pathLst>
                  <a:path extrusionOk="0" h="94614" w="48895">
                    <a:moveTo>
                      <a:pt x="0" y="32003"/>
                    </a:moveTo>
                    <a:lnTo>
                      <a:pt x="9405" y="30087"/>
                    </a:lnTo>
                    <a:lnTo>
                      <a:pt x="16954" y="30384"/>
                    </a:lnTo>
                    <a:lnTo>
                      <a:pt x="24217" y="33397"/>
                    </a:lnTo>
                    <a:lnTo>
                      <a:pt x="48006" y="67055"/>
                    </a:lnTo>
                    <a:lnTo>
                      <a:pt x="48768" y="85343"/>
                    </a:lnTo>
                    <a:lnTo>
                      <a:pt x="44958" y="91439"/>
                    </a:lnTo>
                    <a:lnTo>
                      <a:pt x="42672" y="93725"/>
                    </a:lnTo>
                    <a:lnTo>
                      <a:pt x="41910" y="94487"/>
                    </a:lnTo>
                    <a:lnTo>
                      <a:pt x="39624" y="93725"/>
                    </a:lnTo>
                    <a:lnTo>
                      <a:pt x="35814" y="86105"/>
                    </a:lnTo>
                    <a:lnTo>
                      <a:pt x="32766" y="80009"/>
                    </a:lnTo>
                    <a:lnTo>
                      <a:pt x="32004" y="70865"/>
                    </a:lnTo>
                    <a:lnTo>
                      <a:pt x="31158" y="61936"/>
                    </a:lnTo>
                    <a:lnTo>
                      <a:pt x="30956" y="52577"/>
                    </a:lnTo>
                    <a:lnTo>
                      <a:pt x="38445" y="8572"/>
                    </a:lnTo>
                    <a:lnTo>
                      <a:pt x="4038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1" name="Google Shape;3821;p37"/>
            <p:cNvGrpSpPr/>
            <p:nvPr/>
          </p:nvGrpSpPr>
          <p:grpSpPr>
            <a:xfrm>
              <a:off x="5403316" y="4075912"/>
              <a:ext cx="241604" cy="145592"/>
              <a:chOff x="5403316" y="4075912"/>
              <a:chExt cx="241604" cy="145592"/>
            </a:xfrm>
          </p:grpSpPr>
          <p:pic>
            <p:nvPicPr>
              <p:cNvPr id="3822" name="Google Shape;3822;p37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403316" y="4075912"/>
                <a:ext cx="71678" cy="1455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23" name="Google Shape;3823;p37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5502376" y="4088866"/>
                <a:ext cx="142544" cy="1013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24" name="Google Shape;3824;p37"/>
            <p:cNvGrpSpPr/>
            <p:nvPr/>
          </p:nvGrpSpPr>
          <p:grpSpPr>
            <a:xfrm>
              <a:off x="3951731" y="4814316"/>
              <a:ext cx="82550" cy="151384"/>
              <a:chOff x="3951731" y="4814316"/>
              <a:chExt cx="82550" cy="151384"/>
            </a:xfrm>
          </p:grpSpPr>
          <p:sp>
            <p:nvSpPr>
              <p:cNvPr id="3825" name="Google Shape;3825;p37"/>
              <p:cNvSpPr/>
              <p:nvPr/>
            </p:nvSpPr>
            <p:spPr>
              <a:xfrm>
                <a:off x="3951731" y="4814316"/>
                <a:ext cx="51435" cy="8255"/>
              </a:xfrm>
              <a:custGeom>
                <a:rect b="b" l="l" r="r" t="t"/>
                <a:pathLst>
                  <a:path extrusionOk="0" h="8254" w="51435">
                    <a:moveTo>
                      <a:pt x="0" y="7619"/>
                    </a:moveTo>
                    <a:lnTo>
                      <a:pt x="8536" y="7774"/>
                    </a:lnTo>
                    <a:lnTo>
                      <a:pt x="16287" y="7143"/>
                    </a:lnTo>
                    <a:lnTo>
                      <a:pt x="23895" y="5798"/>
                    </a:lnTo>
                    <a:lnTo>
                      <a:pt x="32004" y="3809"/>
                    </a:lnTo>
                    <a:lnTo>
                      <a:pt x="38862" y="2285"/>
                    </a:lnTo>
                    <a:lnTo>
                      <a:pt x="44958" y="761"/>
                    </a:lnTo>
                    <a:lnTo>
                      <a:pt x="51053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6" name="Google Shape;3826;p37"/>
              <p:cNvSpPr/>
              <p:nvPr/>
            </p:nvSpPr>
            <p:spPr>
              <a:xfrm>
                <a:off x="3971543" y="4884420"/>
                <a:ext cx="40640" cy="2540"/>
              </a:xfrm>
              <a:custGeom>
                <a:rect b="b" l="l" r="r" t="t"/>
                <a:pathLst>
                  <a:path extrusionOk="0" h="2539" w="40639">
                    <a:moveTo>
                      <a:pt x="0" y="0"/>
                    </a:moveTo>
                    <a:lnTo>
                      <a:pt x="8215" y="1404"/>
                    </a:lnTo>
                    <a:lnTo>
                      <a:pt x="16002" y="2095"/>
                    </a:lnTo>
                    <a:lnTo>
                      <a:pt x="23788" y="1928"/>
                    </a:lnTo>
                    <a:lnTo>
                      <a:pt x="32004" y="761"/>
                    </a:lnTo>
                    <a:lnTo>
                      <a:pt x="36576" y="0"/>
                    </a:lnTo>
                    <a:lnTo>
                      <a:pt x="37338" y="0"/>
                    </a:lnTo>
                    <a:lnTo>
                      <a:pt x="4038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7" name="Google Shape;3827;p37"/>
              <p:cNvSpPr/>
              <p:nvPr/>
            </p:nvSpPr>
            <p:spPr>
              <a:xfrm>
                <a:off x="3966971" y="4949190"/>
                <a:ext cx="67310" cy="16510"/>
              </a:xfrm>
              <a:custGeom>
                <a:rect b="b" l="l" r="r" t="t"/>
                <a:pathLst>
                  <a:path extrusionOk="0" h="16510" w="67310">
                    <a:moveTo>
                      <a:pt x="0" y="15239"/>
                    </a:moveTo>
                    <a:lnTo>
                      <a:pt x="13180" y="15978"/>
                    </a:lnTo>
                    <a:lnTo>
                      <a:pt x="24288" y="14858"/>
                    </a:lnTo>
                    <a:lnTo>
                      <a:pt x="35254" y="12025"/>
                    </a:lnTo>
                    <a:lnTo>
                      <a:pt x="48006" y="7619"/>
                    </a:lnTo>
                    <a:lnTo>
                      <a:pt x="58674" y="4571"/>
                    </a:lnTo>
                    <a:lnTo>
                      <a:pt x="61722" y="3809"/>
                    </a:lnTo>
                    <a:lnTo>
                      <a:pt x="6705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8" name="Google Shape;3828;p37"/>
            <p:cNvGrpSpPr/>
            <p:nvPr/>
          </p:nvGrpSpPr>
          <p:grpSpPr>
            <a:xfrm>
              <a:off x="4636769" y="4812029"/>
              <a:ext cx="305230" cy="141808"/>
              <a:chOff x="4636769" y="4812029"/>
              <a:chExt cx="305230" cy="141808"/>
            </a:xfrm>
          </p:grpSpPr>
          <p:sp>
            <p:nvSpPr>
              <p:cNvPr id="3829" name="Google Shape;3829;p37"/>
              <p:cNvSpPr/>
              <p:nvPr/>
            </p:nvSpPr>
            <p:spPr>
              <a:xfrm>
                <a:off x="4636769" y="4878907"/>
                <a:ext cx="130810" cy="74930"/>
              </a:xfrm>
              <a:custGeom>
                <a:rect b="b" l="l" r="r" t="t"/>
                <a:pathLst>
                  <a:path extrusionOk="0" h="74929" w="130810">
                    <a:moveTo>
                      <a:pt x="0" y="3226"/>
                    </a:moveTo>
                    <a:lnTo>
                      <a:pt x="2178" y="13513"/>
                    </a:lnTo>
                    <a:lnTo>
                      <a:pt x="4286" y="23800"/>
                    </a:lnTo>
                    <a:lnTo>
                      <a:pt x="6536" y="34087"/>
                    </a:lnTo>
                    <a:lnTo>
                      <a:pt x="9144" y="44374"/>
                    </a:lnTo>
                    <a:lnTo>
                      <a:pt x="10858" y="51232"/>
                    </a:lnTo>
                    <a:lnTo>
                      <a:pt x="12573" y="58090"/>
                    </a:lnTo>
                    <a:lnTo>
                      <a:pt x="14287" y="64948"/>
                    </a:lnTo>
                    <a:lnTo>
                      <a:pt x="16002" y="71806"/>
                    </a:lnTo>
                    <a:lnTo>
                      <a:pt x="16002" y="73330"/>
                    </a:lnTo>
                    <a:lnTo>
                      <a:pt x="16764" y="74092"/>
                    </a:lnTo>
                    <a:lnTo>
                      <a:pt x="16764" y="74854"/>
                    </a:lnTo>
                    <a:lnTo>
                      <a:pt x="15240" y="69520"/>
                    </a:lnTo>
                    <a:lnTo>
                      <a:pt x="13716" y="67234"/>
                    </a:lnTo>
                    <a:lnTo>
                      <a:pt x="12192" y="61138"/>
                    </a:lnTo>
                    <a:lnTo>
                      <a:pt x="10048" y="51720"/>
                    </a:lnTo>
                    <a:lnTo>
                      <a:pt x="8763" y="40659"/>
                    </a:lnTo>
                    <a:lnTo>
                      <a:pt x="9191" y="29741"/>
                    </a:lnTo>
                    <a:lnTo>
                      <a:pt x="12192" y="20752"/>
                    </a:lnTo>
                    <a:lnTo>
                      <a:pt x="16525" y="16704"/>
                    </a:lnTo>
                    <a:lnTo>
                      <a:pt x="22860" y="14656"/>
                    </a:lnTo>
                    <a:lnTo>
                      <a:pt x="29765" y="14323"/>
                    </a:lnTo>
                    <a:lnTo>
                      <a:pt x="35814" y="15418"/>
                    </a:lnTo>
                    <a:lnTo>
                      <a:pt x="70866" y="47422"/>
                    </a:lnTo>
                    <a:lnTo>
                      <a:pt x="74676" y="60376"/>
                    </a:lnTo>
                    <a:lnTo>
                      <a:pt x="70866" y="63424"/>
                    </a:lnTo>
                    <a:lnTo>
                      <a:pt x="65532" y="67234"/>
                    </a:lnTo>
                    <a:lnTo>
                      <a:pt x="61722" y="61138"/>
                    </a:lnTo>
                    <a:lnTo>
                      <a:pt x="61722" y="57328"/>
                    </a:lnTo>
                    <a:lnTo>
                      <a:pt x="60602" y="48077"/>
                    </a:lnTo>
                    <a:lnTo>
                      <a:pt x="75914" y="6750"/>
                    </a:lnTo>
                    <a:lnTo>
                      <a:pt x="99036" y="0"/>
                    </a:lnTo>
                    <a:lnTo>
                      <a:pt x="105918" y="1607"/>
                    </a:lnTo>
                    <a:lnTo>
                      <a:pt x="129897" y="38147"/>
                    </a:lnTo>
                    <a:lnTo>
                      <a:pt x="130302" y="48946"/>
                    </a:lnTo>
                    <a:lnTo>
                      <a:pt x="130302" y="53518"/>
                    </a:lnTo>
                    <a:lnTo>
                      <a:pt x="130302" y="55042"/>
                    </a:lnTo>
                    <a:lnTo>
                      <a:pt x="130302" y="5809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0" name="Google Shape;3830;p37"/>
              <p:cNvSpPr/>
              <p:nvPr/>
            </p:nvSpPr>
            <p:spPr>
              <a:xfrm>
                <a:off x="4759451" y="4812029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1" name="Google Shape;3831;p37"/>
              <p:cNvSpPr/>
              <p:nvPr/>
            </p:nvSpPr>
            <p:spPr>
              <a:xfrm>
                <a:off x="4799837" y="4869941"/>
                <a:ext cx="10795" cy="43180"/>
              </a:xfrm>
              <a:custGeom>
                <a:rect b="b" l="l" r="r" t="t"/>
                <a:pathLst>
                  <a:path extrusionOk="0" h="43179" w="10795">
                    <a:moveTo>
                      <a:pt x="0" y="0"/>
                    </a:moveTo>
                    <a:lnTo>
                      <a:pt x="2286" y="8691"/>
                    </a:lnTo>
                    <a:lnTo>
                      <a:pt x="4572" y="17526"/>
                    </a:lnTo>
                    <a:lnTo>
                      <a:pt x="6858" y="26360"/>
                    </a:lnTo>
                    <a:lnTo>
                      <a:pt x="9144" y="35052"/>
                    </a:lnTo>
                    <a:lnTo>
                      <a:pt x="9906" y="37338"/>
                    </a:lnTo>
                    <a:lnTo>
                      <a:pt x="10668" y="39624"/>
                    </a:lnTo>
                    <a:lnTo>
                      <a:pt x="10668" y="4267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32" name="Google Shape;3832;p37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4849723" y="4824398"/>
                <a:ext cx="92276" cy="9662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33" name="Google Shape;3833;p37"/>
            <p:cNvGrpSpPr/>
            <p:nvPr/>
          </p:nvGrpSpPr>
          <p:grpSpPr>
            <a:xfrm>
              <a:off x="4550638" y="5129282"/>
              <a:ext cx="243890" cy="146068"/>
              <a:chOff x="4550638" y="5129282"/>
              <a:chExt cx="243890" cy="146068"/>
            </a:xfrm>
          </p:grpSpPr>
          <p:pic>
            <p:nvPicPr>
              <p:cNvPr id="3834" name="Google Shape;3834;p37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4550638" y="5146522"/>
                <a:ext cx="109016" cy="12882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5" name="Google Shape;3835;p37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4700847" y="5129282"/>
                <a:ext cx="93681" cy="1316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36" name="Google Shape;3836;p3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859248" y="4980406"/>
              <a:ext cx="215696" cy="2705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7" name="Google Shape;3837;p37"/>
            <p:cNvSpPr/>
            <p:nvPr/>
          </p:nvSpPr>
          <p:spPr>
            <a:xfrm>
              <a:off x="9614154" y="3941826"/>
              <a:ext cx="9525" cy="98425"/>
            </a:xfrm>
            <a:custGeom>
              <a:rect b="b" l="l" r="r" t="t"/>
              <a:pathLst>
                <a:path extrusionOk="0" h="98425" w="9525">
                  <a:moveTo>
                    <a:pt x="0" y="0"/>
                  </a:moveTo>
                  <a:lnTo>
                    <a:pt x="142" y="11441"/>
                  </a:lnTo>
                  <a:lnTo>
                    <a:pt x="571" y="22955"/>
                  </a:lnTo>
                  <a:lnTo>
                    <a:pt x="1285" y="34611"/>
                  </a:lnTo>
                  <a:lnTo>
                    <a:pt x="2286" y="46482"/>
                  </a:lnTo>
                  <a:lnTo>
                    <a:pt x="3214" y="57590"/>
                  </a:lnTo>
                  <a:lnTo>
                    <a:pt x="4000" y="69056"/>
                  </a:lnTo>
                  <a:lnTo>
                    <a:pt x="5072" y="80664"/>
                  </a:lnTo>
                  <a:lnTo>
                    <a:pt x="6858" y="92202"/>
                  </a:lnTo>
                  <a:lnTo>
                    <a:pt x="7620" y="93726"/>
                  </a:lnTo>
                  <a:lnTo>
                    <a:pt x="8382" y="96012"/>
                  </a:lnTo>
                  <a:lnTo>
                    <a:pt x="9144" y="9829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38" name="Google Shape;3838;p37"/>
            <p:cNvGrpSpPr/>
            <p:nvPr/>
          </p:nvGrpSpPr>
          <p:grpSpPr>
            <a:xfrm>
              <a:off x="9759696" y="3888460"/>
              <a:ext cx="123469" cy="133630"/>
              <a:chOff x="9759696" y="3888460"/>
              <a:chExt cx="123469" cy="133630"/>
            </a:xfrm>
          </p:grpSpPr>
          <p:sp>
            <p:nvSpPr>
              <p:cNvPr id="3839" name="Google Shape;3839;p37"/>
              <p:cNvSpPr/>
              <p:nvPr/>
            </p:nvSpPr>
            <p:spPr>
              <a:xfrm>
                <a:off x="9771126" y="3973830"/>
                <a:ext cx="3175" cy="48260"/>
              </a:xfrm>
              <a:custGeom>
                <a:rect b="b" l="l" r="r" t="t"/>
                <a:pathLst>
                  <a:path extrusionOk="0" h="48260" w="3175">
                    <a:moveTo>
                      <a:pt x="0" y="0"/>
                    </a:moveTo>
                    <a:lnTo>
                      <a:pt x="3048" y="37338"/>
                    </a:lnTo>
                    <a:lnTo>
                      <a:pt x="3048" y="41910"/>
                    </a:lnTo>
                    <a:lnTo>
                      <a:pt x="2286" y="4800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0" name="Google Shape;3840;p37"/>
              <p:cNvSpPr/>
              <p:nvPr/>
            </p:nvSpPr>
            <p:spPr>
              <a:xfrm>
                <a:off x="9759696" y="3908964"/>
                <a:ext cx="10160" cy="14604"/>
              </a:xfrm>
              <a:custGeom>
                <a:rect b="b" l="l" r="r" t="t"/>
                <a:pathLst>
                  <a:path extrusionOk="0" h="14604" w="10159">
                    <a:moveTo>
                      <a:pt x="6096" y="14573"/>
                    </a:moveTo>
                    <a:lnTo>
                      <a:pt x="1762" y="5810"/>
                    </a:lnTo>
                    <a:lnTo>
                      <a:pt x="0" y="1047"/>
                    </a:lnTo>
                    <a:lnTo>
                      <a:pt x="2238" y="0"/>
                    </a:lnTo>
                    <a:lnTo>
                      <a:pt x="9906" y="238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41" name="Google Shape;3841;p37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9810117" y="3888460"/>
                <a:ext cx="73048" cy="1113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42" name="Google Shape;3842;p37"/>
            <p:cNvGrpSpPr/>
            <p:nvPr/>
          </p:nvGrpSpPr>
          <p:grpSpPr>
            <a:xfrm>
              <a:off x="8692227" y="3872458"/>
              <a:ext cx="573813" cy="272084"/>
              <a:chOff x="8692227" y="3872458"/>
              <a:chExt cx="573813" cy="272084"/>
            </a:xfrm>
          </p:grpSpPr>
          <p:pic>
            <p:nvPicPr>
              <p:cNvPr id="3843" name="Google Shape;3843;p37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692227" y="3955541"/>
                <a:ext cx="210434" cy="1890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44" name="Google Shape;3844;p37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8923280" y="3872458"/>
                <a:ext cx="342760" cy="2233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45" name="Google Shape;3845;p37"/>
            <p:cNvGrpSpPr/>
            <p:nvPr/>
          </p:nvGrpSpPr>
          <p:grpSpPr>
            <a:xfrm>
              <a:off x="9330689" y="3796915"/>
              <a:ext cx="215646" cy="673735"/>
              <a:chOff x="9330689" y="3796915"/>
              <a:chExt cx="215646" cy="673735"/>
            </a:xfrm>
          </p:grpSpPr>
          <p:sp>
            <p:nvSpPr>
              <p:cNvPr id="3846" name="Google Shape;3846;p37"/>
              <p:cNvSpPr/>
              <p:nvPr/>
            </p:nvSpPr>
            <p:spPr>
              <a:xfrm>
                <a:off x="9330689" y="3960114"/>
                <a:ext cx="56515" cy="1905"/>
              </a:xfrm>
              <a:custGeom>
                <a:rect b="b" l="l" r="r" t="t"/>
                <a:pathLst>
                  <a:path extrusionOk="0" h="1904" w="56515">
                    <a:moveTo>
                      <a:pt x="0" y="1524"/>
                    </a:moveTo>
                    <a:lnTo>
                      <a:pt x="10608" y="1607"/>
                    </a:lnTo>
                    <a:lnTo>
                      <a:pt x="20859" y="1047"/>
                    </a:lnTo>
                    <a:lnTo>
                      <a:pt x="30968" y="345"/>
                    </a:lnTo>
                    <a:lnTo>
                      <a:pt x="41148" y="0"/>
                    </a:lnTo>
                    <a:lnTo>
                      <a:pt x="45720" y="0"/>
                    </a:lnTo>
                    <a:lnTo>
                      <a:pt x="52577" y="0"/>
                    </a:lnTo>
                    <a:lnTo>
                      <a:pt x="56388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7" name="Google Shape;3847;p37"/>
              <p:cNvSpPr/>
              <p:nvPr/>
            </p:nvSpPr>
            <p:spPr>
              <a:xfrm>
                <a:off x="9345929" y="4024884"/>
                <a:ext cx="33020" cy="8890"/>
              </a:xfrm>
              <a:custGeom>
                <a:rect b="b" l="l" r="r" t="t"/>
                <a:pathLst>
                  <a:path extrusionOk="0" h="8889" w="33020">
                    <a:moveTo>
                      <a:pt x="0" y="7620"/>
                    </a:moveTo>
                    <a:lnTo>
                      <a:pt x="7524" y="8310"/>
                    </a:lnTo>
                    <a:lnTo>
                      <a:pt x="15049" y="8572"/>
                    </a:lnTo>
                    <a:lnTo>
                      <a:pt x="22288" y="7405"/>
                    </a:lnTo>
                    <a:lnTo>
                      <a:pt x="28956" y="3810"/>
                    </a:lnTo>
                    <a:lnTo>
                      <a:pt x="30480" y="2286"/>
                    </a:lnTo>
                    <a:lnTo>
                      <a:pt x="31242" y="762"/>
                    </a:lnTo>
                    <a:lnTo>
                      <a:pt x="32766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8" name="Google Shape;3848;p37"/>
              <p:cNvSpPr/>
              <p:nvPr/>
            </p:nvSpPr>
            <p:spPr>
              <a:xfrm>
                <a:off x="9451085" y="3796915"/>
                <a:ext cx="95250" cy="673735"/>
              </a:xfrm>
              <a:custGeom>
                <a:rect b="b" l="l" r="r" t="t"/>
                <a:pathLst>
                  <a:path extrusionOk="0" h="673735" w="95250">
                    <a:moveTo>
                      <a:pt x="92964" y="45088"/>
                    </a:moveTo>
                    <a:lnTo>
                      <a:pt x="73509" y="7310"/>
                    </a:lnTo>
                    <a:lnTo>
                      <a:pt x="40135" y="0"/>
                    </a:lnTo>
                    <a:lnTo>
                      <a:pt x="33623" y="1369"/>
                    </a:lnTo>
                    <a:lnTo>
                      <a:pt x="28396" y="5167"/>
                    </a:lnTo>
                    <a:lnTo>
                      <a:pt x="24384" y="12322"/>
                    </a:lnTo>
                    <a:lnTo>
                      <a:pt x="20669" y="25979"/>
                    </a:lnTo>
                    <a:lnTo>
                      <a:pt x="19240" y="40993"/>
                    </a:lnTo>
                    <a:lnTo>
                      <a:pt x="19240" y="56149"/>
                    </a:lnTo>
                    <a:lnTo>
                      <a:pt x="26955" y="111954"/>
                    </a:lnTo>
                    <a:lnTo>
                      <a:pt x="40386" y="152530"/>
                    </a:lnTo>
                    <a:lnTo>
                      <a:pt x="62865" y="197107"/>
                    </a:lnTo>
                    <a:lnTo>
                      <a:pt x="72961" y="220039"/>
                    </a:lnTo>
                    <a:lnTo>
                      <a:pt x="78486" y="243970"/>
                    </a:lnTo>
                    <a:lnTo>
                      <a:pt x="77759" y="257472"/>
                    </a:lnTo>
                    <a:lnTo>
                      <a:pt x="73818" y="269688"/>
                    </a:lnTo>
                    <a:lnTo>
                      <a:pt x="49672" y="304049"/>
                    </a:lnTo>
                    <a:lnTo>
                      <a:pt x="28146" y="326481"/>
                    </a:lnTo>
                    <a:lnTo>
                      <a:pt x="17526" y="337696"/>
                    </a:lnTo>
                    <a:lnTo>
                      <a:pt x="0" y="368938"/>
                    </a:lnTo>
                    <a:lnTo>
                      <a:pt x="6858" y="371986"/>
                    </a:lnTo>
                    <a:lnTo>
                      <a:pt x="11430" y="375796"/>
                    </a:lnTo>
                    <a:lnTo>
                      <a:pt x="16692" y="380845"/>
                    </a:lnTo>
                    <a:lnTo>
                      <a:pt x="22098" y="385893"/>
                    </a:lnTo>
                    <a:lnTo>
                      <a:pt x="27503" y="391227"/>
                    </a:lnTo>
                    <a:lnTo>
                      <a:pt x="47244" y="432946"/>
                    </a:lnTo>
                    <a:lnTo>
                      <a:pt x="47886" y="446543"/>
                    </a:lnTo>
                    <a:lnTo>
                      <a:pt x="46672" y="459997"/>
                    </a:lnTo>
                    <a:lnTo>
                      <a:pt x="35337" y="503384"/>
                    </a:lnTo>
                    <a:lnTo>
                      <a:pt x="24098" y="535483"/>
                    </a:lnTo>
                    <a:lnTo>
                      <a:pt x="19050" y="551818"/>
                    </a:lnTo>
                    <a:lnTo>
                      <a:pt x="15013" y="565213"/>
                    </a:lnTo>
                    <a:lnTo>
                      <a:pt x="11334" y="578965"/>
                    </a:lnTo>
                    <a:lnTo>
                      <a:pt x="8655" y="592859"/>
                    </a:lnTo>
                    <a:lnTo>
                      <a:pt x="7620" y="606682"/>
                    </a:lnTo>
                    <a:lnTo>
                      <a:pt x="7727" y="617184"/>
                    </a:lnTo>
                    <a:lnTo>
                      <a:pt x="20443" y="656439"/>
                    </a:lnTo>
                    <a:lnTo>
                      <a:pt x="57328" y="672881"/>
                    </a:lnTo>
                    <a:lnTo>
                      <a:pt x="68675" y="673357"/>
                    </a:lnTo>
                    <a:lnTo>
                      <a:pt x="79593" y="671548"/>
                    </a:lnTo>
                    <a:lnTo>
                      <a:pt x="89154" y="666880"/>
                    </a:lnTo>
                    <a:lnTo>
                      <a:pt x="91440" y="664594"/>
                    </a:lnTo>
                    <a:lnTo>
                      <a:pt x="93726" y="662308"/>
                    </a:lnTo>
                    <a:lnTo>
                      <a:pt x="95250" y="66002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9" name="Google Shape;3849;p37"/>
            <p:cNvGrpSpPr/>
            <p:nvPr/>
          </p:nvGrpSpPr>
          <p:grpSpPr>
            <a:xfrm>
              <a:off x="9698710" y="4085818"/>
              <a:ext cx="290944" cy="180644"/>
              <a:chOff x="9698710" y="4085818"/>
              <a:chExt cx="290944" cy="180644"/>
            </a:xfrm>
          </p:grpSpPr>
          <p:pic>
            <p:nvPicPr>
              <p:cNvPr id="3850" name="Google Shape;3850;p37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9698710" y="4133062"/>
                <a:ext cx="90728" cy="983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1" name="Google Shape;3851;p37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9825202" y="4085818"/>
                <a:ext cx="164452" cy="1806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52" name="Google Shape;3852;p37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615652" y="4386808"/>
              <a:ext cx="64927" cy="1021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3" name="Google Shape;3853;p3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9778303" y="4361662"/>
              <a:ext cx="267140" cy="1730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4" name="Google Shape;3854;p37"/>
            <p:cNvSpPr/>
            <p:nvPr/>
          </p:nvSpPr>
          <p:spPr>
            <a:xfrm>
              <a:off x="8019288" y="5756909"/>
              <a:ext cx="1567815" cy="123825"/>
            </a:xfrm>
            <a:custGeom>
              <a:rect b="b" l="l" r="r" t="t"/>
              <a:pathLst>
                <a:path extrusionOk="0" h="123825" w="1567815">
                  <a:moveTo>
                    <a:pt x="0" y="118872"/>
                  </a:moveTo>
                  <a:lnTo>
                    <a:pt x="46256" y="120444"/>
                  </a:lnTo>
                  <a:lnTo>
                    <a:pt x="92622" y="121578"/>
                  </a:lnTo>
                  <a:lnTo>
                    <a:pt x="139025" y="122383"/>
                  </a:lnTo>
                  <a:lnTo>
                    <a:pt x="185391" y="122968"/>
                  </a:lnTo>
                  <a:lnTo>
                    <a:pt x="231647" y="123444"/>
                  </a:lnTo>
                  <a:lnTo>
                    <a:pt x="279609" y="122990"/>
                  </a:lnTo>
                  <a:lnTo>
                    <a:pt x="327491" y="121684"/>
                  </a:lnTo>
                  <a:lnTo>
                    <a:pt x="375306" y="119605"/>
                  </a:lnTo>
                  <a:lnTo>
                    <a:pt x="423067" y="116832"/>
                  </a:lnTo>
                  <a:lnTo>
                    <a:pt x="470789" y="113446"/>
                  </a:lnTo>
                  <a:lnTo>
                    <a:pt x="518484" y="109528"/>
                  </a:lnTo>
                  <a:lnTo>
                    <a:pt x="566166" y="105156"/>
                  </a:lnTo>
                  <a:lnTo>
                    <a:pt x="620334" y="99564"/>
                  </a:lnTo>
                  <a:lnTo>
                    <a:pt x="674436" y="93919"/>
                  </a:lnTo>
                  <a:lnTo>
                    <a:pt x="728498" y="88260"/>
                  </a:lnTo>
                  <a:lnTo>
                    <a:pt x="782547" y="82629"/>
                  </a:lnTo>
                  <a:lnTo>
                    <a:pt x="836609" y="77064"/>
                  </a:lnTo>
                  <a:lnTo>
                    <a:pt x="890711" y="71605"/>
                  </a:lnTo>
                  <a:lnTo>
                    <a:pt x="944880" y="66294"/>
                  </a:lnTo>
                  <a:lnTo>
                    <a:pt x="991950" y="61728"/>
                  </a:lnTo>
                  <a:lnTo>
                    <a:pt x="1039101" y="57203"/>
                  </a:lnTo>
                  <a:lnTo>
                    <a:pt x="1086318" y="52757"/>
                  </a:lnTo>
                  <a:lnTo>
                    <a:pt x="1133589" y="48432"/>
                  </a:lnTo>
                  <a:lnTo>
                    <a:pt x="1180900" y="44267"/>
                  </a:lnTo>
                  <a:lnTo>
                    <a:pt x="1228237" y="40301"/>
                  </a:lnTo>
                  <a:lnTo>
                    <a:pt x="1275588" y="36576"/>
                  </a:lnTo>
                  <a:lnTo>
                    <a:pt x="1327708" y="32631"/>
                  </a:lnTo>
                  <a:lnTo>
                    <a:pt x="1379829" y="28980"/>
                  </a:lnTo>
                  <a:lnTo>
                    <a:pt x="1431950" y="25548"/>
                  </a:lnTo>
                  <a:lnTo>
                    <a:pt x="1484071" y="22262"/>
                  </a:lnTo>
                  <a:lnTo>
                    <a:pt x="1536192" y="19050"/>
                  </a:lnTo>
                  <a:lnTo>
                    <a:pt x="1553551" y="18216"/>
                  </a:lnTo>
                  <a:lnTo>
                    <a:pt x="1565338" y="16383"/>
                  </a:lnTo>
                  <a:lnTo>
                    <a:pt x="1567695" y="11120"/>
                  </a:lnTo>
                  <a:lnTo>
                    <a:pt x="155676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55" name="Google Shape;3855;p3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5965672" y="4776190"/>
              <a:ext cx="141020" cy="179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6" name="Google Shape;3856;p37"/>
            <p:cNvSpPr/>
            <p:nvPr/>
          </p:nvSpPr>
          <p:spPr>
            <a:xfrm>
              <a:off x="6173723" y="4609719"/>
              <a:ext cx="189865" cy="520700"/>
            </a:xfrm>
            <a:custGeom>
              <a:rect b="b" l="l" r="r" t="t"/>
              <a:pathLst>
                <a:path extrusionOk="0" h="520700" w="189864">
                  <a:moveTo>
                    <a:pt x="90677" y="1143"/>
                  </a:moveTo>
                  <a:lnTo>
                    <a:pt x="50291" y="44898"/>
                  </a:lnTo>
                  <a:lnTo>
                    <a:pt x="30670" y="103834"/>
                  </a:lnTo>
                  <a:lnTo>
                    <a:pt x="14037" y="170449"/>
                  </a:lnTo>
                  <a:lnTo>
                    <a:pt x="2393" y="244744"/>
                  </a:lnTo>
                  <a:lnTo>
                    <a:pt x="0" y="282321"/>
                  </a:lnTo>
                  <a:lnTo>
                    <a:pt x="821" y="315956"/>
                  </a:lnTo>
                  <a:lnTo>
                    <a:pt x="12751" y="380368"/>
                  </a:lnTo>
                  <a:lnTo>
                    <a:pt x="41921" y="441709"/>
                  </a:lnTo>
                  <a:lnTo>
                    <a:pt x="88903" y="493406"/>
                  </a:lnTo>
                  <a:lnTo>
                    <a:pt x="136159" y="518076"/>
                  </a:lnTo>
                  <a:lnTo>
                    <a:pt x="153923" y="520541"/>
                  </a:lnTo>
                  <a:lnTo>
                    <a:pt x="171688" y="519719"/>
                  </a:lnTo>
                  <a:lnTo>
                    <a:pt x="189737" y="516255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57" name="Google Shape;3857;p37"/>
            <p:cNvGrpSpPr/>
            <p:nvPr/>
          </p:nvGrpSpPr>
          <p:grpSpPr>
            <a:xfrm>
              <a:off x="6421408" y="4677130"/>
              <a:ext cx="462525" cy="275133"/>
              <a:chOff x="6421408" y="4677130"/>
              <a:chExt cx="462525" cy="275133"/>
            </a:xfrm>
          </p:grpSpPr>
          <p:pic>
            <p:nvPicPr>
              <p:cNvPr id="3858" name="Google Shape;3858;p37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6421408" y="4753356"/>
                <a:ext cx="224781" cy="1989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9" name="Google Shape;3859;p37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6666712" y="4770094"/>
                <a:ext cx="89204" cy="1067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0" name="Google Shape;3860;p37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6798824" y="4677130"/>
                <a:ext cx="85109" cy="24665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61" name="Google Shape;3861;p37"/>
            <p:cNvGrpSpPr/>
            <p:nvPr/>
          </p:nvGrpSpPr>
          <p:grpSpPr>
            <a:xfrm>
              <a:off x="6932841" y="4566666"/>
              <a:ext cx="380708" cy="272058"/>
              <a:chOff x="6932841" y="4566666"/>
              <a:chExt cx="380708" cy="272058"/>
            </a:xfrm>
          </p:grpSpPr>
          <p:pic>
            <p:nvPicPr>
              <p:cNvPr id="3862" name="Google Shape;3862;p37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6932841" y="4591024"/>
                <a:ext cx="294754" cy="247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3" name="Google Shape;3863;p37"/>
              <p:cNvSpPr/>
              <p:nvPr/>
            </p:nvSpPr>
            <p:spPr>
              <a:xfrm>
                <a:off x="7229094" y="4566666"/>
                <a:ext cx="84455" cy="246379"/>
              </a:xfrm>
              <a:custGeom>
                <a:rect b="b" l="l" r="r" t="t"/>
                <a:pathLst>
                  <a:path extrusionOk="0" h="246379" w="84454">
                    <a:moveTo>
                      <a:pt x="0" y="0"/>
                    </a:moveTo>
                    <a:lnTo>
                      <a:pt x="34825" y="25288"/>
                    </a:lnTo>
                    <a:lnTo>
                      <a:pt x="69342" y="73818"/>
                    </a:lnTo>
                    <a:lnTo>
                      <a:pt x="82296" y="115824"/>
                    </a:lnTo>
                    <a:lnTo>
                      <a:pt x="83879" y="134183"/>
                    </a:lnTo>
                    <a:lnTo>
                      <a:pt x="82962" y="151828"/>
                    </a:lnTo>
                    <a:lnTo>
                      <a:pt x="68175" y="201846"/>
                    </a:lnTo>
                    <a:lnTo>
                      <a:pt x="42672" y="244602"/>
                    </a:lnTo>
                    <a:lnTo>
                      <a:pt x="41910" y="244602"/>
                    </a:lnTo>
                    <a:lnTo>
                      <a:pt x="41148" y="245364"/>
                    </a:lnTo>
                    <a:lnTo>
                      <a:pt x="40386" y="24612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4" name="Google Shape;3864;p37"/>
            <p:cNvGrpSpPr/>
            <p:nvPr/>
          </p:nvGrpSpPr>
          <p:grpSpPr>
            <a:xfrm>
              <a:off x="7460716" y="4596358"/>
              <a:ext cx="263131" cy="251510"/>
              <a:chOff x="7460716" y="4596358"/>
              <a:chExt cx="263131" cy="251510"/>
            </a:xfrm>
          </p:grpSpPr>
          <p:pic>
            <p:nvPicPr>
              <p:cNvPr id="3865" name="Google Shape;3865;p37"/>
              <p:cNvPicPr preferRelativeResize="0"/>
              <p:nvPr/>
            </p:nvPicPr>
            <p:blipFill rotWithShape="1">
              <a:blip r:embed="rId37">
                <a:alphaModFix/>
              </a:blip>
              <a:srcRect b="0" l="0" r="0" t="0"/>
              <a:stretch/>
            </p:blipFill>
            <p:spPr>
              <a:xfrm>
                <a:off x="7460716" y="4623790"/>
                <a:ext cx="127304" cy="2240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6" name="Google Shape;3866;p37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7629118" y="4596358"/>
                <a:ext cx="94729" cy="1618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67" name="Google Shape;3867;p37"/>
            <p:cNvSpPr/>
            <p:nvPr/>
          </p:nvSpPr>
          <p:spPr>
            <a:xfrm>
              <a:off x="7793735" y="4700778"/>
              <a:ext cx="6350" cy="64769"/>
            </a:xfrm>
            <a:custGeom>
              <a:rect b="b" l="l" r="r" t="t"/>
              <a:pathLst>
                <a:path extrusionOk="0" h="64770" w="6350">
                  <a:moveTo>
                    <a:pt x="2285" y="0"/>
                  </a:moveTo>
                  <a:lnTo>
                    <a:pt x="2274" y="10406"/>
                  </a:lnTo>
                  <a:lnTo>
                    <a:pt x="2190" y="20954"/>
                  </a:lnTo>
                  <a:lnTo>
                    <a:pt x="1964" y="31503"/>
                  </a:lnTo>
                  <a:lnTo>
                    <a:pt x="1523" y="41909"/>
                  </a:lnTo>
                  <a:lnTo>
                    <a:pt x="1523" y="45719"/>
                  </a:lnTo>
                  <a:lnTo>
                    <a:pt x="0" y="58673"/>
                  </a:lnTo>
                  <a:lnTo>
                    <a:pt x="3047" y="61721"/>
                  </a:lnTo>
                  <a:lnTo>
                    <a:pt x="6095" y="64769"/>
                  </a:lnTo>
                  <a:lnTo>
                    <a:pt x="6095" y="59435"/>
                  </a:lnTo>
                  <a:lnTo>
                    <a:pt x="6095" y="58673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68" name="Google Shape;3868;p37"/>
            <p:cNvGrpSpPr/>
            <p:nvPr/>
          </p:nvGrpSpPr>
          <p:grpSpPr>
            <a:xfrm>
              <a:off x="7785354" y="4348888"/>
              <a:ext cx="193421" cy="586740"/>
              <a:chOff x="7785354" y="4348888"/>
              <a:chExt cx="193421" cy="586740"/>
            </a:xfrm>
          </p:grpSpPr>
          <p:sp>
            <p:nvSpPr>
              <p:cNvPr id="3869" name="Google Shape;3869;p37"/>
              <p:cNvSpPr/>
              <p:nvPr/>
            </p:nvSpPr>
            <p:spPr>
              <a:xfrm>
                <a:off x="7785354" y="4620767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0" name="Google Shape;3870;p37"/>
              <p:cNvSpPr/>
              <p:nvPr/>
            </p:nvSpPr>
            <p:spPr>
              <a:xfrm>
                <a:off x="7818120" y="4348888"/>
                <a:ext cx="160655" cy="586740"/>
              </a:xfrm>
              <a:custGeom>
                <a:rect b="b" l="l" r="r" t="t"/>
                <a:pathLst>
                  <a:path extrusionOk="0" h="586739" w="160654">
                    <a:moveTo>
                      <a:pt x="0" y="1369"/>
                    </a:moveTo>
                    <a:lnTo>
                      <a:pt x="18026" y="0"/>
                    </a:lnTo>
                    <a:lnTo>
                      <a:pt x="33337" y="1273"/>
                    </a:lnTo>
                    <a:lnTo>
                      <a:pt x="47791" y="6405"/>
                    </a:lnTo>
                    <a:lnTo>
                      <a:pt x="97000" y="51280"/>
                    </a:lnTo>
                    <a:lnTo>
                      <a:pt x="122396" y="92809"/>
                    </a:lnTo>
                    <a:lnTo>
                      <a:pt x="140505" y="138338"/>
                    </a:lnTo>
                    <a:lnTo>
                      <a:pt x="152400" y="185011"/>
                    </a:lnTo>
                    <a:lnTo>
                      <a:pt x="160115" y="257020"/>
                    </a:lnTo>
                    <a:lnTo>
                      <a:pt x="160651" y="293453"/>
                    </a:lnTo>
                    <a:lnTo>
                      <a:pt x="159258" y="329029"/>
                    </a:lnTo>
                    <a:lnTo>
                      <a:pt x="154721" y="371034"/>
                    </a:lnTo>
                    <a:lnTo>
                      <a:pt x="146970" y="413039"/>
                    </a:lnTo>
                    <a:lnTo>
                      <a:pt x="136219" y="454187"/>
                    </a:lnTo>
                    <a:lnTo>
                      <a:pt x="122682" y="493621"/>
                    </a:lnTo>
                    <a:lnTo>
                      <a:pt x="100869" y="539055"/>
                    </a:lnTo>
                    <a:lnTo>
                      <a:pt x="69342" y="578203"/>
                    </a:lnTo>
                    <a:lnTo>
                      <a:pt x="64770" y="581251"/>
                    </a:lnTo>
                    <a:lnTo>
                      <a:pt x="60198" y="584299"/>
                    </a:lnTo>
                    <a:lnTo>
                      <a:pt x="55626" y="58658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1" name="Google Shape;3871;p37"/>
            <p:cNvGrpSpPr/>
            <p:nvPr/>
          </p:nvGrpSpPr>
          <p:grpSpPr>
            <a:xfrm>
              <a:off x="7064692" y="5352287"/>
              <a:ext cx="375286" cy="302539"/>
              <a:chOff x="7064692" y="5352287"/>
              <a:chExt cx="375286" cy="302539"/>
            </a:xfrm>
          </p:grpSpPr>
          <p:sp>
            <p:nvSpPr>
              <p:cNvPr id="3872" name="Google Shape;3872;p37"/>
              <p:cNvSpPr/>
              <p:nvPr/>
            </p:nvSpPr>
            <p:spPr>
              <a:xfrm>
                <a:off x="7064692" y="5352287"/>
                <a:ext cx="278765" cy="227965"/>
              </a:xfrm>
              <a:custGeom>
                <a:rect b="b" l="l" r="r" t="t"/>
                <a:pathLst>
                  <a:path extrusionOk="0" h="227964" w="278765">
                    <a:moveTo>
                      <a:pt x="571" y="0"/>
                    </a:moveTo>
                    <a:lnTo>
                      <a:pt x="285" y="25134"/>
                    </a:lnTo>
                    <a:lnTo>
                      <a:pt x="0" y="50196"/>
                    </a:lnTo>
                    <a:lnTo>
                      <a:pt x="571" y="75116"/>
                    </a:lnTo>
                    <a:lnTo>
                      <a:pt x="5203" y="117193"/>
                    </a:lnTo>
                    <a:lnTo>
                      <a:pt x="15811" y="169163"/>
                    </a:lnTo>
                    <a:lnTo>
                      <a:pt x="40195" y="208787"/>
                    </a:lnTo>
                    <a:lnTo>
                      <a:pt x="86677" y="225551"/>
                    </a:lnTo>
                    <a:lnTo>
                      <a:pt x="125539" y="227742"/>
                    </a:lnTo>
                    <a:lnTo>
                      <a:pt x="145184" y="227587"/>
                    </a:lnTo>
                    <a:lnTo>
                      <a:pt x="185666" y="226087"/>
                    </a:lnTo>
                    <a:lnTo>
                      <a:pt x="228480" y="221825"/>
                    </a:lnTo>
                    <a:lnTo>
                      <a:pt x="266509" y="215264"/>
                    </a:lnTo>
                    <a:lnTo>
                      <a:pt x="272462" y="213764"/>
                    </a:lnTo>
                    <a:lnTo>
                      <a:pt x="278701" y="21183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73" name="Google Shape;3873;p37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7330414" y="5488660"/>
                <a:ext cx="109564" cy="1661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74" name="Google Shape;3874;p37"/>
            <p:cNvGrpSpPr/>
            <p:nvPr/>
          </p:nvGrpSpPr>
          <p:grpSpPr>
            <a:xfrm>
              <a:off x="7797520" y="5505424"/>
              <a:ext cx="269251" cy="176072"/>
              <a:chOff x="7797520" y="5505424"/>
              <a:chExt cx="269251" cy="176072"/>
            </a:xfrm>
          </p:grpSpPr>
          <p:pic>
            <p:nvPicPr>
              <p:cNvPr id="3875" name="Google Shape;3875;p37"/>
              <p:cNvPicPr preferRelativeResize="0"/>
              <p:nvPr/>
            </p:nvPicPr>
            <p:blipFill rotWithShape="1">
              <a:blip r:embed="rId40">
                <a:alphaModFix/>
              </a:blip>
              <a:srcRect b="0" l="0" r="0" t="0"/>
              <a:stretch/>
            </p:blipFill>
            <p:spPr>
              <a:xfrm>
                <a:off x="7797520" y="5527522"/>
                <a:ext cx="140258" cy="1532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76" name="Google Shape;3876;p37"/>
              <p:cNvPicPr preferRelativeResize="0"/>
              <p:nvPr/>
            </p:nvPicPr>
            <p:blipFill rotWithShape="1">
              <a:blip r:embed="rId41">
                <a:alphaModFix/>
              </a:blip>
              <a:srcRect b="0" l="0" r="0" t="0"/>
              <a:stretch/>
            </p:blipFill>
            <p:spPr>
              <a:xfrm>
                <a:off x="7964398" y="5505424"/>
                <a:ext cx="102373" cy="1760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77" name="Google Shape;3877;p37"/>
            <p:cNvGrpSpPr/>
            <p:nvPr/>
          </p:nvGrpSpPr>
          <p:grpSpPr>
            <a:xfrm>
              <a:off x="8157946" y="5477421"/>
              <a:ext cx="541642" cy="182739"/>
              <a:chOff x="8157946" y="5477421"/>
              <a:chExt cx="541642" cy="182739"/>
            </a:xfrm>
          </p:grpSpPr>
          <p:pic>
            <p:nvPicPr>
              <p:cNvPr id="3878" name="Google Shape;3878;p37"/>
              <p:cNvPicPr preferRelativeResize="0"/>
              <p:nvPr/>
            </p:nvPicPr>
            <p:blipFill rotWithShape="1">
              <a:blip r:embed="rId42">
                <a:alphaModFix/>
              </a:blip>
              <a:srcRect b="0" l="0" r="0" t="0"/>
              <a:stretch/>
            </p:blipFill>
            <p:spPr>
              <a:xfrm>
                <a:off x="8157946" y="5484850"/>
                <a:ext cx="175310" cy="175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79" name="Google Shape;3879;p37"/>
              <p:cNvPicPr preferRelativeResize="0"/>
              <p:nvPr/>
            </p:nvPicPr>
            <p:blipFill rotWithShape="1">
              <a:blip r:embed="rId43">
                <a:alphaModFix/>
              </a:blip>
              <a:srcRect b="0" l="0" r="0" t="0"/>
              <a:stretch/>
            </p:blipFill>
            <p:spPr>
              <a:xfrm>
                <a:off x="8375116" y="5477421"/>
                <a:ext cx="324472" cy="1621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880" name="Google Shape;3880;p37"/>
            <p:cNvGrpSpPr/>
            <p:nvPr/>
          </p:nvGrpSpPr>
          <p:grpSpPr>
            <a:xfrm>
              <a:off x="8929852" y="5391886"/>
              <a:ext cx="636058" cy="217220"/>
              <a:chOff x="8929852" y="5391886"/>
              <a:chExt cx="636058" cy="217220"/>
            </a:xfrm>
          </p:grpSpPr>
          <p:pic>
            <p:nvPicPr>
              <p:cNvPr id="3881" name="Google Shape;3881;p37"/>
              <p:cNvPicPr preferRelativeResize="0"/>
              <p:nvPr/>
            </p:nvPicPr>
            <p:blipFill rotWithShape="1">
              <a:blip r:embed="rId44">
                <a:alphaModFix/>
              </a:blip>
              <a:srcRect b="0" l="0" r="0" t="0"/>
              <a:stretch/>
            </p:blipFill>
            <p:spPr>
              <a:xfrm>
                <a:off x="8929852" y="5406852"/>
                <a:ext cx="185978" cy="20225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82" name="Google Shape;3882;p37"/>
              <p:cNvPicPr preferRelativeResize="0"/>
              <p:nvPr/>
            </p:nvPicPr>
            <p:blipFill rotWithShape="1">
              <a:blip r:embed="rId45">
                <a:alphaModFix/>
              </a:blip>
              <a:srcRect b="0" l="0" r="0" t="0"/>
              <a:stretch/>
            </p:blipFill>
            <p:spPr>
              <a:xfrm>
                <a:off x="9147903" y="5391886"/>
                <a:ext cx="418007" cy="1870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83" name="Google Shape;3883;p37"/>
            <p:cNvSpPr/>
            <p:nvPr/>
          </p:nvSpPr>
          <p:spPr>
            <a:xfrm>
              <a:off x="6022085" y="5062728"/>
              <a:ext cx="81280" cy="19050"/>
            </a:xfrm>
            <a:custGeom>
              <a:rect b="b" l="l" r="r" t="t"/>
              <a:pathLst>
                <a:path extrusionOk="0" h="19050" w="81279">
                  <a:moveTo>
                    <a:pt x="0" y="0"/>
                  </a:moveTo>
                  <a:lnTo>
                    <a:pt x="11191" y="1762"/>
                  </a:lnTo>
                  <a:lnTo>
                    <a:pt x="22098" y="2667"/>
                  </a:lnTo>
                  <a:lnTo>
                    <a:pt x="33004" y="3000"/>
                  </a:lnTo>
                  <a:lnTo>
                    <a:pt x="44196" y="3048"/>
                  </a:lnTo>
                  <a:lnTo>
                    <a:pt x="52316" y="3048"/>
                  </a:lnTo>
                  <a:lnTo>
                    <a:pt x="60578" y="3048"/>
                  </a:lnTo>
                  <a:lnTo>
                    <a:pt x="68841" y="3048"/>
                  </a:lnTo>
                  <a:lnTo>
                    <a:pt x="76962" y="3048"/>
                  </a:lnTo>
                  <a:lnTo>
                    <a:pt x="79248" y="3048"/>
                  </a:lnTo>
                  <a:lnTo>
                    <a:pt x="80010" y="3048"/>
                  </a:lnTo>
                  <a:lnTo>
                    <a:pt x="38862" y="8382"/>
                  </a:lnTo>
                  <a:lnTo>
                    <a:pt x="21336" y="12096"/>
                  </a:lnTo>
                  <a:lnTo>
                    <a:pt x="12501" y="13846"/>
                  </a:lnTo>
                  <a:lnTo>
                    <a:pt x="3810" y="15240"/>
                  </a:lnTo>
                  <a:lnTo>
                    <a:pt x="1524" y="15240"/>
                  </a:lnTo>
                  <a:lnTo>
                    <a:pt x="762" y="15240"/>
                  </a:lnTo>
                  <a:lnTo>
                    <a:pt x="7631" y="15240"/>
                  </a:lnTo>
                  <a:lnTo>
                    <a:pt x="14573" y="15240"/>
                  </a:lnTo>
                  <a:lnTo>
                    <a:pt x="21657" y="15240"/>
                  </a:lnTo>
                  <a:lnTo>
                    <a:pt x="28956" y="15240"/>
                  </a:lnTo>
                  <a:lnTo>
                    <a:pt x="39481" y="15359"/>
                  </a:lnTo>
                  <a:lnTo>
                    <a:pt x="50292" y="15049"/>
                  </a:lnTo>
                  <a:lnTo>
                    <a:pt x="61102" y="15025"/>
                  </a:lnTo>
                  <a:lnTo>
                    <a:pt x="71628" y="16002"/>
                  </a:lnTo>
                  <a:lnTo>
                    <a:pt x="76200" y="17526"/>
                  </a:lnTo>
                  <a:lnTo>
                    <a:pt x="77724" y="18288"/>
                  </a:lnTo>
                  <a:lnTo>
                    <a:pt x="80772" y="1905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4" name="Google Shape;3884;p37"/>
            <p:cNvGrpSpPr/>
            <p:nvPr/>
          </p:nvGrpSpPr>
          <p:grpSpPr>
            <a:xfrm>
              <a:off x="4376166" y="3754373"/>
              <a:ext cx="372357" cy="166243"/>
              <a:chOff x="4376166" y="3754373"/>
              <a:chExt cx="372357" cy="166243"/>
            </a:xfrm>
          </p:grpSpPr>
          <p:sp>
            <p:nvSpPr>
              <p:cNvPr id="3885" name="Google Shape;3885;p37"/>
              <p:cNvSpPr/>
              <p:nvPr/>
            </p:nvSpPr>
            <p:spPr>
              <a:xfrm>
                <a:off x="4376166" y="3818381"/>
                <a:ext cx="177165" cy="102235"/>
              </a:xfrm>
              <a:custGeom>
                <a:rect b="b" l="l" r="r" t="t"/>
                <a:pathLst>
                  <a:path extrusionOk="0" h="102235" w="177164">
                    <a:moveTo>
                      <a:pt x="0" y="9906"/>
                    </a:moveTo>
                    <a:lnTo>
                      <a:pt x="9906" y="59436"/>
                    </a:lnTo>
                    <a:lnTo>
                      <a:pt x="12751" y="67889"/>
                    </a:lnTo>
                    <a:lnTo>
                      <a:pt x="15525" y="76200"/>
                    </a:lnTo>
                    <a:lnTo>
                      <a:pt x="18157" y="84510"/>
                    </a:lnTo>
                    <a:lnTo>
                      <a:pt x="20574" y="92964"/>
                    </a:lnTo>
                    <a:lnTo>
                      <a:pt x="21336" y="96012"/>
                    </a:lnTo>
                    <a:lnTo>
                      <a:pt x="22098" y="99060"/>
                    </a:lnTo>
                    <a:lnTo>
                      <a:pt x="22860" y="102108"/>
                    </a:lnTo>
                    <a:lnTo>
                      <a:pt x="22098" y="94488"/>
                    </a:lnTo>
                    <a:lnTo>
                      <a:pt x="19050" y="87630"/>
                    </a:lnTo>
                    <a:lnTo>
                      <a:pt x="17526" y="79248"/>
                    </a:lnTo>
                    <a:lnTo>
                      <a:pt x="16347" y="69627"/>
                    </a:lnTo>
                    <a:lnTo>
                      <a:pt x="15525" y="59436"/>
                    </a:lnTo>
                    <a:lnTo>
                      <a:pt x="15704" y="49244"/>
                    </a:lnTo>
                    <a:lnTo>
                      <a:pt x="41910" y="17526"/>
                    </a:lnTo>
                    <a:lnTo>
                      <a:pt x="51220" y="16252"/>
                    </a:lnTo>
                    <a:lnTo>
                      <a:pt x="59817" y="17049"/>
                    </a:lnTo>
                    <a:lnTo>
                      <a:pt x="94511" y="48506"/>
                    </a:lnTo>
                    <a:lnTo>
                      <a:pt x="104394" y="83058"/>
                    </a:lnTo>
                    <a:lnTo>
                      <a:pt x="104394" y="85344"/>
                    </a:lnTo>
                    <a:lnTo>
                      <a:pt x="104394" y="86868"/>
                    </a:lnTo>
                    <a:lnTo>
                      <a:pt x="90011" y="43434"/>
                    </a:lnTo>
                    <a:lnTo>
                      <a:pt x="89785" y="27408"/>
                    </a:lnTo>
                    <a:lnTo>
                      <a:pt x="92202" y="12954"/>
                    </a:lnTo>
                    <a:lnTo>
                      <a:pt x="95250" y="3048"/>
                    </a:lnTo>
                    <a:lnTo>
                      <a:pt x="102870" y="762"/>
                    </a:lnTo>
                    <a:lnTo>
                      <a:pt x="112014" y="0"/>
                    </a:lnTo>
                    <a:lnTo>
                      <a:pt x="121288" y="166"/>
                    </a:lnTo>
                    <a:lnTo>
                      <a:pt x="159258" y="28765"/>
                    </a:lnTo>
                    <a:lnTo>
                      <a:pt x="175402" y="69151"/>
                    </a:lnTo>
                    <a:lnTo>
                      <a:pt x="176022" y="76200"/>
                    </a:lnTo>
                    <a:lnTo>
                      <a:pt x="176784" y="83820"/>
                    </a:lnTo>
                    <a:lnTo>
                      <a:pt x="175260" y="84582"/>
                    </a:lnTo>
                    <a:lnTo>
                      <a:pt x="170688" y="8991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6" name="Google Shape;3886;p37"/>
              <p:cNvSpPr/>
              <p:nvPr/>
            </p:nvSpPr>
            <p:spPr>
              <a:xfrm>
                <a:off x="4552950" y="3754373"/>
                <a:ext cx="22860" cy="24130"/>
              </a:xfrm>
              <a:custGeom>
                <a:rect b="b" l="l" r="r" t="t"/>
                <a:pathLst>
                  <a:path extrusionOk="0" h="24129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3621"/>
                    </a:lnTo>
                    <a:lnTo>
                      <a:pt x="17526" y="23621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7" name="Google Shape;3887;p37"/>
              <p:cNvSpPr/>
              <p:nvPr/>
            </p:nvSpPr>
            <p:spPr>
              <a:xfrm>
                <a:off x="4594098" y="3831335"/>
                <a:ext cx="13970" cy="50800"/>
              </a:xfrm>
              <a:custGeom>
                <a:rect b="b" l="l" r="r" t="t"/>
                <a:pathLst>
                  <a:path extrusionOk="0" h="50800" w="13970">
                    <a:moveTo>
                      <a:pt x="0" y="0"/>
                    </a:moveTo>
                    <a:lnTo>
                      <a:pt x="1404" y="7405"/>
                    </a:lnTo>
                    <a:lnTo>
                      <a:pt x="3238" y="14096"/>
                    </a:lnTo>
                    <a:lnTo>
                      <a:pt x="5357" y="20788"/>
                    </a:lnTo>
                    <a:lnTo>
                      <a:pt x="7620" y="28194"/>
                    </a:lnTo>
                    <a:lnTo>
                      <a:pt x="9906" y="35052"/>
                    </a:lnTo>
                    <a:lnTo>
                      <a:pt x="11430" y="42672"/>
                    </a:lnTo>
                    <a:lnTo>
                      <a:pt x="13716" y="5029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88" name="Google Shape;3888;p37"/>
              <p:cNvPicPr preferRelativeResize="0"/>
              <p:nvPr/>
            </p:nvPicPr>
            <p:blipFill rotWithShape="1">
              <a:blip r:embed="rId46">
                <a:alphaModFix/>
              </a:blip>
              <a:srcRect b="0" l="0" r="0" t="0"/>
              <a:stretch/>
            </p:blipFill>
            <p:spPr>
              <a:xfrm>
                <a:off x="4643602" y="3774732"/>
                <a:ext cx="104921" cy="1191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89" name="Google Shape;3889;p37"/>
            <p:cNvSpPr/>
            <p:nvPr/>
          </p:nvSpPr>
          <p:spPr>
            <a:xfrm>
              <a:off x="5387340" y="3717035"/>
              <a:ext cx="283845" cy="274955"/>
            </a:xfrm>
            <a:custGeom>
              <a:rect b="b" l="l" r="r" t="t"/>
              <a:pathLst>
                <a:path extrusionOk="0" h="274954" w="283845">
                  <a:moveTo>
                    <a:pt x="249936" y="0"/>
                  </a:moveTo>
                  <a:lnTo>
                    <a:pt x="203430" y="14894"/>
                  </a:lnTo>
                  <a:lnTo>
                    <a:pt x="165937" y="31063"/>
                  </a:lnTo>
                  <a:lnTo>
                    <a:pt x="121669" y="50803"/>
                  </a:lnTo>
                  <a:lnTo>
                    <a:pt x="99822" y="60960"/>
                  </a:lnTo>
                  <a:lnTo>
                    <a:pt x="93428" y="63424"/>
                  </a:lnTo>
                  <a:lnTo>
                    <a:pt x="85820" y="66389"/>
                  </a:lnTo>
                  <a:lnTo>
                    <a:pt x="78926" y="70068"/>
                  </a:lnTo>
                  <a:lnTo>
                    <a:pt x="74676" y="74676"/>
                  </a:lnTo>
                  <a:lnTo>
                    <a:pt x="74676" y="75438"/>
                  </a:lnTo>
                  <a:lnTo>
                    <a:pt x="74676" y="76200"/>
                  </a:lnTo>
                  <a:lnTo>
                    <a:pt x="85653" y="77200"/>
                  </a:lnTo>
                  <a:lnTo>
                    <a:pt x="96774" y="77914"/>
                  </a:lnTo>
                  <a:lnTo>
                    <a:pt x="107894" y="78343"/>
                  </a:lnTo>
                  <a:lnTo>
                    <a:pt x="118872" y="78486"/>
                  </a:lnTo>
                  <a:lnTo>
                    <a:pt x="139326" y="78497"/>
                  </a:lnTo>
                  <a:lnTo>
                    <a:pt x="159639" y="78581"/>
                  </a:lnTo>
                  <a:lnTo>
                    <a:pt x="179951" y="78807"/>
                  </a:lnTo>
                  <a:lnTo>
                    <a:pt x="200406" y="79248"/>
                  </a:lnTo>
                  <a:lnTo>
                    <a:pt x="215836" y="79307"/>
                  </a:lnTo>
                  <a:lnTo>
                    <a:pt x="262128" y="83058"/>
                  </a:lnTo>
                  <a:lnTo>
                    <a:pt x="275844" y="91630"/>
                  </a:lnTo>
                  <a:lnTo>
                    <a:pt x="274320" y="97536"/>
                  </a:lnTo>
                  <a:lnTo>
                    <a:pt x="263890" y="109299"/>
                  </a:lnTo>
                  <a:lnTo>
                    <a:pt x="250888" y="119634"/>
                  </a:lnTo>
                  <a:lnTo>
                    <a:pt x="237029" y="128825"/>
                  </a:lnTo>
                  <a:lnTo>
                    <a:pt x="224028" y="137160"/>
                  </a:lnTo>
                  <a:lnTo>
                    <a:pt x="200906" y="152316"/>
                  </a:lnTo>
                  <a:lnTo>
                    <a:pt x="153519" y="181201"/>
                  </a:lnTo>
                  <a:lnTo>
                    <a:pt x="100845" y="211419"/>
                  </a:lnTo>
                  <a:lnTo>
                    <a:pt x="72009" y="227552"/>
                  </a:lnTo>
                  <a:lnTo>
                    <a:pt x="43172" y="243828"/>
                  </a:lnTo>
                  <a:lnTo>
                    <a:pt x="14478" y="260604"/>
                  </a:lnTo>
                  <a:lnTo>
                    <a:pt x="6858" y="265176"/>
                  </a:lnTo>
                  <a:lnTo>
                    <a:pt x="3048" y="266700"/>
                  </a:lnTo>
                  <a:lnTo>
                    <a:pt x="0" y="274320"/>
                  </a:lnTo>
                  <a:lnTo>
                    <a:pt x="14739" y="274796"/>
                  </a:lnTo>
                  <a:lnTo>
                    <a:pt x="29337" y="274129"/>
                  </a:lnTo>
                  <a:lnTo>
                    <a:pt x="90666" y="264723"/>
                  </a:lnTo>
                  <a:lnTo>
                    <a:pt x="154364" y="250578"/>
                  </a:lnTo>
                  <a:lnTo>
                    <a:pt x="185928" y="243078"/>
                  </a:lnTo>
                  <a:lnTo>
                    <a:pt x="203644" y="239089"/>
                  </a:lnTo>
                  <a:lnTo>
                    <a:pt x="221361" y="235172"/>
                  </a:lnTo>
                  <a:lnTo>
                    <a:pt x="239077" y="231397"/>
                  </a:lnTo>
                  <a:lnTo>
                    <a:pt x="256794" y="227838"/>
                  </a:lnTo>
                  <a:lnTo>
                    <a:pt x="263532" y="226695"/>
                  </a:lnTo>
                  <a:lnTo>
                    <a:pt x="270129" y="225552"/>
                  </a:lnTo>
                  <a:lnTo>
                    <a:pt x="276725" y="224409"/>
                  </a:lnTo>
                  <a:lnTo>
                    <a:pt x="283464" y="223265"/>
                  </a:lnTo>
                  <a:lnTo>
                    <a:pt x="277368" y="223265"/>
                  </a:lnTo>
                  <a:lnTo>
                    <a:pt x="272034" y="223265"/>
                  </a:lnTo>
                  <a:lnTo>
                    <a:pt x="265938" y="22479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890" name="Google Shape;3890;p3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5746978" y="3717010"/>
              <a:ext cx="112064" cy="1890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91" name="Google Shape;3891;p37"/>
            <p:cNvGrpSpPr/>
            <p:nvPr/>
          </p:nvGrpSpPr>
          <p:grpSpPr>
            <a:xfrm>
              <a:off x="5928312" y="3636238"/>
              <a:ext cx="522043" cy="314223"/>
              <a:chOff x="5928312" y="3636238"/>
              <a:chExt cx="522043" cy="314223"/>
            </a:xfrm>
          </p:grpSpPr>
          <p:sp>
            <p:nvSpPr>
              <p:cNvPr id="3892" name="Google Shape;3892;p37"/>
              <p:cNvSpPr/>
              <p:nvPr/>
            </p:nvSpPr>
            <p:spPr>
              <a:xfrm>
                <a:off x="5928312" y="3692651"/>
                <a:ext cx="58419" cy="257810"/>
              </a:xfrm>
              <a:custGeom>
                <a:rect b="b" l="l" r="r" t="t"/>
                <a:pathLst>
                  <a:path extrusionOk="0" h="257810" w="58420">
                    <a:moveTo>
                      <a:pt x="27479" y="0"/>
                    </a:moveTo>
                    <a:lnTo>
                      <a:pt x="5381" y="44196"/>
                    </a:lnTo>
                    <a:lnTo>
                      <a:pt x="714" y="88773"/>
                    </a:lnTo>
                    <a:lnTo>
                      <a:pt x="47" y="133350"/>
                    </a:lnTo>
                    <a:lnTo>
                      <a:pt x="0" y="155709"/>
                    </a:lnTo>
                    <a:lnTo>
                      <a:pt x="1381" y="177355"/>
                    </a:lnTo>
                    <a:lnTo>
                      <a:pt x="10715" y="220218"/>
                    </a:lnTo>
                    <a:lnTo>
                      <a:pt x="38147" y="255270"/>
                    </a:lnTo>
                    <a:lnTo>
                      <a:pt x="47291" y="257556"/>
                    </a:lnTo>
                    <a:lnTo>
                      <a:pt x="51101" y="253746"/>
                    </a:lnTo>
                    <a:lnTo>
                      <a:pt x="57959" y="24917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93" name="Google Shape;3893;p37"/>
              <p:cNvPicPr preferRelativeResize="0"/>
              <p:nvPr/>
            </p:nvPicPr>
            <p:blipFill rotWithShape="1">
              <a:blip r:embed="rId48">
                <a:alphaModFix/>
              </a:blip>
              <a:srcRect b="0" l="0" r="0" t="0"/>
              <a:stretch/>
            </p:blipFill>
            <p:spPr>
              <a:xfrm>
                <a:off x="5995390" y="3713200"/>
                <a:ext cx="108552" cy="1623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94" name="Google Shape;3894;p37"/>
              <p:cNvPicPr preferRelativeResize="0"/>
              <p:nvPr/>
            </p:nvPicPr>
            <p:blipFill rotWithShape="1">
              <a:blip r:embed="rId49">
                <a:alphaModFix/>
              </a:blip>
              <a:srcRect b="0" l="0" r="0" t="0"/>
              <a:stretch/>
            </p:blipFill>
            <p:spPr>
              <a:xfrm>
                <a:off x="6147862" y="3636238"/>
                <a:ext cx="302493" cy="2276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95" name="Google Shape;3895;p37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6563842" y="3627094"/>
              <a:ext cx="120446" cy="2355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96" name="Google Shape;3896;p37"/>
            <p:cNvGrpSpPr/>
            <p:nvPr/>
          </p:nvGrpSpPr>
          <p:grpSpPr>
            <a:xfrm>
              <a:off x="6797752" y="3517392"/>
              <a:ext cx="285418" cy="314325"/>
              <a:chOff x="6797752" y="3517392"/>
              <a:chExt cx="285418" cy="314325"/>
            </a:xfrm>
          </p:grpSpPr>
          <p:pic>
            <p:nvPicPr>
              <p:cNvPr id="3897" name="Google Shape;3897;p37"/>
              <p:cNvPicPr preferRelativeResize="0"/>
              <p:nvPr/>
            </p:nvPicPr>
            <p:blipFill rotWithShape="1">
              <a:blip r:embed="rId51">
                <a:alphaModFix/>
              </a:blip>
              <a:srcRect b="0" l="0" r="0" t="0"/>
              <a:stretch/>
            </p:blipFill>
            <p:spPr>
              <a:xfrm>
                <a:off x="6797752" y="3638524"/>
                <a:ext cx="85418" cy="1372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98" name="Google Shape;3898;p37"/>
              <p:cNvSpPr/>
              <p:nvPr/>
            </p:nvSpPr>
            <p:spPr>
              <a:xfrm>
                <a:off x="6923531" y="3738372"/>
                <a:ext cx="1905" cy="58419"/>
              </a:xfrm>
              <a:custGeom>
                <a:rect b="b" l="l" r="r" t="t"/>
                <a:pathLst>
                  <a:path extrusionOk="0" h="58420" w="1904">
                    <a:moveTo>
                      <a:pt x="0" y="0"/>
                    </a:moveTo>
                    <a:lnTo>
                      <a:pt x="559" y="6988"/>
                    </a:lnTo>
                    <a:lnTo>
                      <a:pt x="1047" y="14192"/>
                    </a:lnTo>
                    <a:lnTo>
                      <a:pt x="1393" y="21538"/>
                    </a:lnTo>
                    <a:lnTo>
                      <a:pt x="1524" y="28956"/>
                    </a:lnTo>
                    <a:lnTo>
                      <a:pt x="1833" y="36373"/>
                    </a:lnTo>
                    <a:lnTo>
                      <a:pt x="1714" y="43719"/>
                    </a:lnTo>
                    <a:lnTo>
                      <a:pt x="1309" y="50923"/>
                    </a:lnTo>
                    <a:lnTo>
                      <a:pt x="762" y="5791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9" name="Google Shape;3899;p37"/>
              <p:cNvSpPr/>
              <p:nvPr/>
            </p:nvSpPr>
            <p:spPr>
              <a:xfrm>
                <a:off x="6909815" y="3649218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0" name="Google Shape;3900;p37"/>
              <p:cNvSpPr/>
              <p:nvPr/>
            </p:nvSpPr>
            <p:spPr>
              <a:xfrm>
                <a:off x="6982205" y="3517392"/>
                <a:ext cx="100965" cy="314325"/>
              </a:xfrm>
              <a:custGeom>
                <a:rect b="b" l="l" r="r" t="t"/>
                <a:pathLst>
                  <a:path extrusionOk="0" h="314325" w="100965">
                    <a:moveTo>
                      <a:pt x="0" y="0"/>
                    </a:moveTo>
                    <a:lnTo>
                      <a:pt x="45434" y="31182"/>
                    </a:lnTo>
                    <a:lnTo>
                      <a:pt x="70615" y="64555"/>
                    </a:lnTo>
                    <a:lnTo>
                      <a:pt x="89737" y="105084"/>
                    </a:lnTo>
                    <a:lnTo>
                      <a:pt x="99452" y="147911"/>
                    </a:lnTo>
                    <a:lnTo>
                      <a:pt x="100679" y="170402"/>
                    </a:lnTo>
                    <a:lnTo>
                      <a:pt x="99762" y="193036"/>
                    </a:lnTo>
                    <a:lnTo>
                      <a:pt x="91999" y="232648"/>
                    </a:lnTo>
                    <a:lnTo>
                      <a:pt x="65532" y="281940"/>
                    </a:lnTo>
                    <a:lnTo>
                      <a:pt x="33813" y="308407"/>
                    </a:lnTo>
                    <a:lnTo>
                      <a:pt x="20574" y="31394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901" name="Google Shape;3901;p37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5556478" y="4620992"/>
              <a:ext cx="93014" cy="103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02" name="Google Shape;3902;p37"/>
            <p:cNvSpPr/>
            <p:nvPr/>
          </p:nvSpPr>
          <p:spPr>
            <a:xfrm>
              <a:off x="5463540" y="4791455"/>
              <a:ext cx="311785" cy="281940"/>
            </a:xfrm>
            <a:custGeom>
              <a:rect b="b" l="l" r="r" t="t"/>
              <a:pathLst>
                <a:path extrusionOk="0" h="281939" w="311785">
                  <a:moveTo>
                    <a:pt x="260603" y="0"/>
                  </a:moveTo>
                  <a:lnTo>
                    <a:pt x="215645" y="8382"/>
                  </a:lnTo>
                  <a:lnTo>
                    <a:pt x="166889" y="21990"/>
                  </a:lnTo>
                  <a:lnTo>
                    <a:pt x="150875" y="26670"/>
                  </a:lnTo>
                  <a:lnTo>
                    <a:pt x="104155" y="43386"/>
                  </a:lnTo>
                  <a:lnTo>
                    <a:pt x="70401" y="62936"/>
                  </a:lnTo>
                  <a:lnTo>
                    <a:pt x="67055" y="69342"/>
                  </a:lnTo>
                  <a:lnTo>
                    <a:pt x="76950" y="73878"/>
                  </a:lnTo>
                  <a:lnTo>
                    <a:pt x="134612" y="79688"/>
                  </a:lnTo>
                  <a:lnTo>
                    <a:pt x="158876" y="80105"/>
                  </a:lnTo>
                  <a:lnTo>
                    <a:pt x="183141" y="80093"/>
                  </a:lnTo>
                  <a:lnTo>
                    <a:pt x="207263" y="80010"/>
                  </a:lnTo>
                  <a:lnTo>
                    <a:pt x="229016" y="79593"/>
                  </a:lnTo>
                  <a:lnTo>
                    <a:pt x="252126" y="79533"/>
                  </a:lnTo>
                  <a:lnTo>
                    <a:pt x="275093" y="81617"/>
                  </a:lnTo>
                  <a:lnTo>
                    <a:pt x="296417" y="87630"/>
                  </a:lnTo>
                  <a:lnTo>
                    <a:pt x="303121" y="93285"/>
                  </a:lnTo>
                  <a:lnTo>
                    <a:pt x="303180" y="100298"/>
                  </a:lnTo>
                  <a:lnTo>
                    <a:pt x="299096" y="107453"/>
                  </a:lnTo>
                  <a:lnTo>
                    <a:pt x="257936" y="138303"/>
                  </a:lnTo>
                  <a:lnTo>
                    <a:pt x="220217" y="158496"/>
                  </a:lnTo>
                  <a:lnTo>
                    <a:pt x="193238" y="172652"/>
                  </a:lnTo>
                  <a:lnTo>
                    <a:pt x="166115" y="186594"/>
                  </a:lnTo>
                  <a:lnTo>
                    <a:pt x="138993" y="200394"/>
                  </a:lnTo>
                  <a:lnTo>
                    <a:pt x="112013" y="214122"/>
                  </a:lnTo>
                  <a:lnTo>
                    <a:pt x="66389" y="237077"/>
                  </a:lnTo>
                  <a:lnTo>
                    <a:pt x="21335" y="260604"/>
                  </a:lnTo>
                  <a:lnTo>
                    <a:pt x="0" y="277368"/>
                  </a:lnTo>
                  <a:lnTo>
                    <a:pt x="9489" y="280630"/>
                  </a:lnTo>
                  <a:lnTo>
                    <a:pt x="21621" y="281749"/>
                  </a:lnTo>
                  <a:lnTo>
                    <a:pt x="34182" y="281439"/>
                  </a:lnTo>
                  <a:lnTo>
                    <a:pt x="74545" y="276606"/>
                  </a:lnTo>
                  <a:lnTo>
                    <a:pt x="133147" y="263271"/>
                  </a:lnTo>
                  <a:lnTo>
                    <a:pt x="189737" y="249197"/>
                  </a:lnTo>
                  <a:lnTo>
                    <a:pt x="217169" y="242506"/>
                  </a:lnTo>
                  <a:lnTo>
                    <a:pt x="244601" y="236100"/>
                  </a:lnTo>
                  <a:lnTo>
                    <a:pt x="272033" y="230124"/>
                  </a:lnTo>
                  <a:lnTo>
                    <a:pt x="281761" y="227992"/>
                  </a:lnTo>
                  <a:lnTo>
                    <a:pt x="291560" y="226218"/>
                  </a:lnTo>
                  <a:lnTo>
                    <a:pt x="301501" y="224873"/>
                  </a:lnTo>
                  <a:lnTo>
                    <a:pt x="311657" y="224028"/>
                  </a:lnTo>
                  <a:lnTo>
                    <a:pt x="306050" y="227647"/>
                  </a:lnTo>
                  <a:lnTo>
                    <a:pt x="300513" y="230695"/>
                  </a:lnTo>
                  <a:lnTo>
                    <a:pt x="294834" y="233457"/>
                  </a:lnTo>
                  <a:lnTo>
                    <a:pt x="288797" y="23622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3" name="Google Shape;3903;p37"/>
            <p:cNvSpPr/>
            <p:nvPr/>
          </p:nvSpPr>
          <p:spPr>
            <a:xfrm>
              <a:off x="5705094" y="5144261"/>
              <a:ext cx="10160" cy="70485"/>
            </a:xfrm>
            <a:custGeom>
              <a:rect b="b" l="l" r="r" t="t"/>
              <a:pathLst>
                <a:path extrusionOk="0" h="70485" w="10160">
                  <a:moveTo>
                    <a:pt x="0" y="0"/>
                  </a:moveTo>
                  <a:lnTo>
                    <a:pt x="857" y="9917"/>
                  </a:lnTo>
                  <a:lnTo>
                    <a:pt x="2286" y="19335"/>
                  </a:lnTo>
                  <a:lnTo>
                    <a:pt x="4286" y="28610"/>
                  </a:lnTo>
                  <a:lnTo>
                    <a:pt x="6858" y="38100"/>
                  </a:lnTo>
                  <a:lnTo>
                    <a:pt x="8298" y="46422"/>
                  </a:lnTo>
                  <a:lnTo>
                    <a:pt x="9239" y="54387"/>
                  </a:lnTo>
                  <a:lnTo>
                    <a:pt x="9751" y="62210"/>
                  </a:lnTo>
                  <a:lnTo>
                    <a:pt x="9906" y="70104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04" name="Google Shape;3904;p37"/>
            <p:cNvGrpSpPr/>
            <p:nvPr/>
          </p:nvGrpSpPr>
          <p:grpSpPr>
            <a:xfrm>
              <a:off x="5503163" y="5149596"/>
              <a:ext cx="149479" cy="109093"/>
              <a:chOff x="5503163" y="5149596"/>
              <a:chExt cx="149479" cy="109093"/>
            </a:xfrm>
          </p:grpSpPr>
          <p:sp>
            <p:nvSpPr>
              <p:cNvPr id="3905" name="Google Shape;3905;p37"/>
              <p:cNvSpPr/>
              <p:nvPr/>
            </p:nvSpPr>
            <p:spPr>
              <a:xfrm>
                <a:off x="5503163" y="5149596"/>
                <a:ext cx="12700" cy="2540"/>
              </a:xfrm>
              <a:custGeom>
                <a:rect b="b" l="l" r="r" t="t"/>
                <a:pathLst>
                  <a:path extrusionOk="0" h="2539" w="12700">
                    <a:moveTo>
                      <a:pt x="0" y="0"/>
                    </a:moveTo>
                    <a:lnTo>
                      <a:pt x="3810" y="761"/>
                    </a:lnTo>
                    <a:lnTo>
                      <a:pt x="8382" y="1523"/>
                    </a:lnTo>
                    <a:lnTo>
                      <a:pt x="12192" y="228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p37"/>
              <p:cNvSpPr/>
              <p:nvPr/>
            </p:nvSpPr>
            <p:spPr>
              <a:xfrm>
                <a:off x="5575553" y="5183124"/>
                <a:ext cx="45720" cy="5080"/>
              </a:xfrm>
              <a:custGeom>
                <a:rect b="b" l="l" r="r" t="t"/>
                <a:pathLst>
                  <a:path extrusionOk="0" h="5079" w="45720">
                    <a:moveTo>
                      <a:pt x="0" y="4571"/>
                    </a:moveTo>
                    <a:lnTo>
                      <a:pt x="9013" y="3762"/>
                    </a:lnTo>
                    <a:lnTo>
                      <a:pt x="17811" y="2666"/>
                    </a:lnTo>
                    <a:lnTo>
                      <a:pt x="26467" y="1571"/>
                    </a:lnTo>
                    <a:lnTo>
                      <a:pt x="35052" y="761"/>
                    </a:lnTo>
                    <a:lnTo>
                      <a:pt x="41148" y="0"/>
                    </a:lnTo>
                    <a:lnTo>
                      <a:pt x="43434" y="761"/>
                    </a:lnTo>
                    <a:lnTo>
                      <a:pt x="45720" y="2285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7" name="Google Shape;3907;p37"/>
              <p:cNvSpPr/>
              <p:nvPr/>
            </p:nvSpPr>
            <p:spPr>
              <a:xfrm>
                <a:off x="5515355" y="5198364"/>
                <a:ext cx="15240" cy="60325"/>
              </a:xfrm>
              <a:custGeom>
                <a:rect b="b" l="l" r="r" t="t"/>
                <a:pathLst>
                  <a:path extrusionOk="0" h="60325" w="15239">
                    <a:moveTo>
                      <a:pt x="0" y="0"/>
                    </a:moveTo>
                    <a:lnTo>
                      <a:pt x="7620" y="40386"/>
                    </a:lnTo>
                    <a:lnTo>
                      <a:pt x="11430" y="46482"/>
                    </a:lnTo>
                    <a:lnTo>
                      <a:pt x="12954" y="53340"/>
                    </a:lnTo>
                    <a:lnTo>
                      <a:pt x="15240" y="60198"/>
                    </a:lnTo>
                    <a:lnTo>
                      <a:pt x="12954" y="55626"/>
                    </a:lnTo>
                    <a:lnTo>
                      <a:pt x="12192" y="5562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8" name="Google Shape;3908;p37"/>
              <p:cNvSpPr/>
              <p:nvPr/>
            </p:nvSpPr>
            <p:spPr>
              <a:xfrm>
                <a:off x="5599937" y="5205222"/>
                <a:ext cx="52705" cy="16510"/>
              </a:xfrm>
              <a:custGeom>
                <a:rect b="b" l="l" r="r" t="t"/>
                <a:pathLst>
                  <a:path extrusionOk="0" h="16510" w="52704">
                    <a:moveTo>
                      <a:pt x="0" y="16001"/>
                    </a:moveTo>
                    <a:lnTo>
                      <a:pt x="38100" y="8381"/>
                    </a:lnTo>
                    <a:lnTo>
                      <a:pt x="48006" y="3047"/>
                    </a:lnTo>
                    <a:lnTo>
                      <a:pt x="52577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 showMasterSp="0">
  <p:cSld>
    <p:spTree>
      <p:nvGrpSpPr>
        <p:cNvPr id="3912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Google Shape;3913;p38"/>
          <p:cNvSpPr/>
          <p:nvPr/>
        </p:nvSpPr>
        <p:spPr>
          <a:xfrm>
            <a:off x="5679111" y="2425629"/>
            <a:ext cx="25738" cy="27416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7525"/>
                </a:lnTo>
                <a:lnTo>
                  <a:pt x="5334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5334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38"/>
          <p:cNvSpPr/>
          <p:nvPr/>
        </p:nvSpPr>
        <p:spPr>
          <a:xfrm>
            <a:off x="5806943" y="2591039"/>
            <a:ext cx="25738" cy="27416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7525"/>
                </a:lnTo>
                <a:lnTo>
                  <a:pt x="4572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4572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38"/>
          <p:cNvSpPr/>
          <p:nvPr/>
        </p:nvSpPr>
        <p:spPr>
          <a:xfrm>
            <a:off x="5122309" y="2495083"/>
            <a:ext cx="27882" cy="26654"/>
          </a:xfrm>
          <a:custGeom>
            <a:rect b="b" l="l" r="r" t="t"/>
            <a:pathLst>
              <a:path extrusionOk="0" h="22225" w="24764">
                <a:moveTo>
                  <a:pt x="0" y="22098"/>
                </a:moveTo>
                <a:lnTo>
                  <a:pt x="7989" y="14037"/>
                </a:lnTo>
                <a:lnTo>
                  <a:pt x="13620" y="8477"/>
                </a:lnTo>
                <a:lnTo>
                  <a:pt x="18538" y="4202"/>
                </a:lnTo>
                <a:lnTo>
                  <a:pt x="24383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38"/>
          <p:cNvSpPr/>
          <p:nvPr/>
        </p:nvSpPr>
        <p:spPr>
          <a:xfrm>
            <a:off x="5293040" y="2737258"/>
            <a:ext cx="19304" cy="27416"/>
          </a:xfrm>
          <a:custGeom>
            <a:rect b="b" l="l" r="r" t="t"/>
            <a:pathLst>
              <a:path extrusionOk="0" h="22860" w="17145">
                <a:moveTo>
                  <a:pt x="16763" y="22860"/>
                </a:moveTo>
                <a:lnTo>
                  <a:pt x="8512" y="20038"/>
                </a:lnTo>
                <a:lnTo>
                  <a:pt x="5619" y="18002"/>
                </a:lnTo>
                <a:lnTo>
                  <a:pt x="4869" y="14394"/>
                </a:lnTo>
                <a:lnTo>
                  <a:pt x="3047" y="6858"/>
                </a:lnTo>
                <a:lnTo>
                  <a:pt x="2285" y="4572"/>
                </a:lnTo>
                <a:lnTo>
                  <a:pt x="761" y="2286"/>
                </a:lnTo>
                <a:lnTo>
                  <a:pt x="0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38"/>
          <p:cNvSpPr/>
          <p:nvPr/>
        </p:nvSpPr>
        <p:spPr>
          <a:xfrm>
            <a:off x="5366822" y="2869770"/>
            <a:ext cx="32173" cy="33507"/>
          </a:xfrm>
          <a:custGeom>
            <a:rect b="b" l="l" r="r" t="t"/>
            <a:pathLst>
              <a:path extrusionOk="0" h="27939" w="28575">
                <a:moveTo>
                  <a:pt x="0" y="27432"/>
                </a:moveTo>
                <a:lnTo>
                  <a:pt x="9870" y="18002"/>
                </a:lnTo>
                <a:lnTo>
                  <a:pt x="16668" y="11430"/>
                </a:lnTo>
                <a:lnTo>
                  <a:pt x="22181" y="6000"/>
                </a:lnTo>
                <a:lnTo>
                  <a:pt x="28193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8" name="Google Shape;3918;p38"/>
          <p:cNvSpPr/>
          <p:nvPr/>
        </p:nvSpPr>
        <p:spPr>
          <a:xfrm>
            <a:off x="9095411" y="2531639"/>
            <a:ext cx="15013" cy="22084"/>
          </a:xfrm>
          <a:custGeom>
            <a:rect b="b" l="l" r="r" t="t"/>
            <a:pathLst>
              <a:path extrusionOk="0" h="18414" w="13334">
                <a:moveTo>
                  <a:pt x="10668" y="0"/>
                </a:moveTo>
                <a:lnTo>
                  <a:pt x="13180" y="8751"/>
                </a:lnTo>
                <a:lnTo>
                  <a:pt x="12477" y="12858"/>
                </a:lnTo>
                <a:lnTo>
                  <a:pt x="8203" y="15109"/>
                </a:lnTo>
                <a:lnTo>
                  <a:pt x="0" y="18288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38"/>
          <p:cNvSpPr/>
          <p:nvPr/>
        </p:nvSpPr>
        <p:spPr>
          <a:xfrm>
            <a:off x="5302477" y="1970524"/>
            <a:ext cx="7149" cy="22084"/>
          </a:xfrm>
          <a:custGeom>
            <a:rect b="b" l="l" r="r" t="t"/>
            <a:pathLst>
              <a:path extrusionOk="0" h="18414" w="6350">
                <a:moveTo>
                  <a:pt x="0" y="18287"/>
                </a:moveTo>
                <a:lnTo>
                  <a:pt x="3047" y="8381"/>
                </a:lnTo>
                <a:lnTo>
                  <a:pt x="3809" y="6095"/>
                </a:lnTo>
                <a:lnTo>
                  <a:pt x="6095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0" name="Google Shape;3920;p38"/>
          <p:cNvSpPr/>
          <p:nvPr/>
        </p:nvSpPr>
        <p:spPr>
          <a:xfrm>
            <a:off x="5447467" y="2094810"/>
            <a:ext cx="1430" cy="21324"/>
          </a:xfrm>
          <a:custGeom>
            <a:rect b="b" l="l" r="r" t="t"/>
            <a:pathLst>
              <a:path extrusionOk="0" h="17780" w="1270">
                <a:moveTo>
                  <a:pt x="0" y="0"/>
                </a:moveTo>
                <a:lnTo>
                  <a:pt x="0" y="9144"/>
                </a:lnTo>
                <a:lnTo>
                  <a:pt x="762" y="11430"/>
                </a:lnTo>
                <a:lnTo>
                  <a:pt x="0" y="17526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1" name="Google Shape;3921;p38"/>
          <p:cNvSpPr/>
          <p:nvPr/>
        </p:nvSpPr>
        <p:spPr>
          <a:xfrm>
            <a:off x="5246711" y="2297689"/>
            <a:ext cx="30028" cy="38839"/>
          </a:xfrm>
          <a:custGeom>
            <a:rect b="b" l="l" r="r" t="t"/>
            <a:pathLst>
              <a:path extrusionOk="0" h="32385" w="26670">
                <a:moveTo>
                  <a:pt x="0" y="32003"/>
                </a:moveTo>
                <a:lnTo>
                  <a:pt x="6417" y="24002"/>
                </a:lnTo>
                <a:lnTo>
                  <a:pt x="13049" y="16001"/>
                </a:lnTo>
                <a:lnTo>
                  <a:pt x="19823" y="8000"/>
                </a:lnTo>
                <a:lnTo>
                  <a:pt x="26669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2" name="Google Shape;3922;p38"/>
          <p:cNvGrpSpPr/>
          <p:nvPr/>
        </p:nvGrpSpPr>
        <p:grpSpPr>
          <a:xfrm>
            <a:off x="5571010" y="2464927"/>
            <a:ext cx="49474" cy="78897"/>
            <a:chOff x="5990081" y="3043428"/>
            <a:chExt cx="43942" cy="65786"/>
          </a:xfrm>
        </p:grpSpPr>
        <p:sp>
          <p:nvSpPr>
            <p:cNvPr id="3923" name="Google Shape;3923;p38"/>
            <p:cNvSpPr/>
            <p:nvPr/>
          </p:nvSpPr>
          <p:spPr>
            <a:xfrm>
              <a:off x="6002273" y="3043428"/>
              <a:ext cx="31750" cy="5714"/>
            </a:xfrm>
            <a:custGeom>
              <a:rect b="b" l="l" r="r" t="t"/>
              <a:pathLst>
                <a:path extrusionOk="0" h="5714" w="31750">
                  <a:moveTo>
                    <a:pt x="31241" y="0"/>
                  </a:moveTo>
                  <a:lnTo>
                    <a:pt x="22395" y="3679"/>
                  </a:lnTo>
                  <a:lnTo>
                    <a:pt x="15906" y="5429"/>
                  </a:lnTo>
                  <a:lnTo>
                    <a:pt x="9274" y="5036"/>
                  </a:lnTo>
                  <a:lnTo>
                    <a:pt x="0" y="228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4" name="Google Shape;3924;p38"/>
            <p:cNvSpPr/>
            <p:nvPr/>
          </p:nvSpPr>
          <p:spPr>
            <a:xfrm>
              <a:off x="5990081" y="3099054"/>
              <a:ext cx="1904" cy="10160"/>
            </a:xfrm>
            <a:custGeom>
              <a:rect b="b" l="l" r="r" t="t"/>
              <a:pathLst>
                <a:path extrusionOk="0" h="10160" w="1904">
                  <a:moveTo>
                    <a:pt x="1524" y="0"/>
                  </a:moveTo>
                  <a:lnTo>
                    <a:pt x="762" y="6096"/>
                  </a:lnTo>
                  <a:lnTo>
                    <a:pt x="0" y="6858"/>
                  </a:lnTo>
                  <a:lnTo>
                    <a:pt x="0" y="990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5" name="Google Shape;3925;p38"/>
          <p:cNvSpPr/>
          <p:nvPr/>
        </p:nvSpPr>
        <p:spPr>
          <a:xfrm>
            <a:off x="5504950" y="1823393"/>
            <a:ext cx="16443" cy="17516"/>
          </a:xfrm>
          <a:custGeom>
            <a:rect b="b" l="l" r="r" t="t"/>
            <a:pathLst>
              <a:path extrusionOk="0" h="14605" w="14604">
                <a:moveTo>
                  <a:pt x="0" y="0"/>
                </a:moveTo>
                <a:lnTo>
                  <a:pt x="4572" y="4571"/>
                </a:lnTo>
                <a:lnTo>
                  <a:pt x="9906" y="9905"/>
                </a:lnTo>
                <a:lnTo>
                  <a:pt x="14478" y="14477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6" name="Google Shape;3926;p38"/>
          <p:cNvGrpSpPr/>
          <p:nvPr/>
        </p:nvGrpSpPr>
        <p:grpSpPr>
          <a:xfrm>
            <a:off x="5544415" y="1233035"/>
            <a:ext cx="250231" cy="3050791"/>
            <a:chOff x="5966460" y="2016252"/>
            <a:chExt cx="222250" cy="2543810"/>
          </a:xfrm>
        </p:grpSpPr>
        <p:sp>
          <p:nvSpPr>
            <p:cNvPr id="3927" name="Google Shape;3927;p38"/>
            <p:cNvSpPr/>
            <p:nvPr/>
          </p:nvSpPr>
          <p:spPr>
            <a:xfrm>
              <a:off x="6122670" y="2743962"/>
              <a:ext cx="6350" cy="24764"/>
            </a:xfrm>
            <a:custGeom>
              <a:rect b="b" l="l" r="r" t="t"/>
              <a:pathLst>
                <a:path extrusionOk="0" h="24764" w="6350">
                  <a:moveTo>
                    <a:pt x="0" y="0"/>
                  </a:moveTo>
                  <a:lnTo>
                    <a:pt x="3869" y="9274"/>
                  </a:lnTo>
                  <a:lnTo>
                    <a:pt x="5810" y="14192"/>
                  </a:lnTo>
                  <a:lnTo>
                    <a:pt x="5036" y="18109"/>
                  </a:lnTo>
                  <a:lnTo>
                    <a:pt x="762" y="2438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8" name="Google Shape;3928;p38"/>
            <p:cNvSpPr/>
            <p:nvPr/>
          </p:nvSpPr>
          <p:spPr>
            <a:xfrm>
              <a:off x="5966460" y="2016252"/>
              <a:ext cx="222250" cy="2543810"/>
            </a:xfrm>
            <a:custGeom>
              <a:rect b="b" l="l" r="r" t="t"/>
              <a:pathLst>
                <a:path extrusionOk="0" h="2543810" w="222250">
                  <a:moveTo>
                    <a:pt x="0" y="0"/>
                  </a:moveTo>
                  <a:lnTo>
                    <a:pt x="845" y="12453"/>
                  </a:lnTo>
                  <a:lnTo>
                    <a:pt x="2190" y="24764"/>
                  </a:lnTo>
                  <a:lnTo>
                    <a:pt x="3964" y="37076"/>
                  </a:lnTo>
                  <a:lnTo>
                    <a:pt x="6096" y="49530"/>
                  </a:lnTo>
                  <a:lnTo>
                    <a:pt x="9274" y="70556"/>
                  </a:lnTo>
                  <a:lnTo>
                    <a:pt x="12096" y="91440"/>
                  </a:lnTo>
                  <a:lnTo>
                    <a:pt x="14775" y="112323"/>
                  </a:lnTo>
                  <a:lnTo>
                    <a:pt x="17526" y="133350"/>
                  </a:lnTo>
                  <a:lnTo>
                    <a:pt x="20812" y="161925"/>
                  </a:lnTo>
                  <a:lnTo>
                    <a:pt x="23812" y="190500"/>
                  </a:lnTo>
                  <a:lnTo>
                    <a:pt x="26527" y="219075"/>
                  </a:lnTo>
                  <a:lnTo>
                    <a:pt x="28956" y="247650"/>
                  </a:lnTo>
                  <a:lnTo>
                    <a:pt x="31992" y="282963"/>
                  </a:lnTo>
                  <a:lnTo>
                    <a:pt x="34385" y="318135"/>
                  </a:lnTo>
                  <a:lnTo>
                    <a:pt x="36349" y="353306"/>
                  </a:lnTo>
                  <a:lnTo>
                    <a:pt x="38100" y="388620"/>
                  </a:lnTo>
                  <a:lnTo>
                    <a:pt x="40969" y="429887"/>
                  </a:lnTo>
                  <a:lnTo>
                    <a:pt x="43910" y="471297"/>
                  </a:lnTo>
                  <a:lnTo>
                    <a:pt x="46993" y="512706"/>
                  </a:lnTo>
                  <a:lnTo>
                    <a:pt x="50292" y="553974"/>
                  </a:lnTo>
                  <a:lnTo>
                    <a:pt x="54435" y="598562"/>
                  </a:lnTo>
                  <a:lnTo>
                    <a:pt x="58864" y="643223"/>
                  </a:lnTo>
                  <a:lnTo>
                    <a:pt x="63579" y="688026"/>
                  </a:lnTo>
                  <a:lnTo>
                    <a:pt x="68580" y="733044"/>
                  </a:lnTo>
                  <a:lnTo>
                    <a:pt x="73723" y="780478"/>
                  </a:lnTo>
                  <a:lnTo>
                    <a:pt x="78867" y="827913"/>
                  </a:lnTo>
                  <a:lnTo>
                    <a:pt x="84010" y="875347"/>
                  </a:lnTo>
                  <a:lnTo>
                    <a:pt x="89154" y="922782"/>
                  </a:lnTo>
                  <a:lnTo>
                    <a:pt x="94714" y="974216"/>
                  </a:lnTo>
                  <a:lnTo>
                    <a:pt x="99917" y="1025651"/>
                  </a:lnTo>
                  <a:lnTo>
                    <a:pt x="104691" y="1077086"/>
                  </a:lnTo>
                  <a:lnTo>
                    <a:pt x="108966" y="1128522"/>
                  </a:lnTo>
                  <a:lnTo>
                    <a:pt x="113128" y="1180590"/>
                  </a:lnTo>
                  <a:lnTo>
                    <a:pt x="117033" y="1232653"/>
                  </a:lnTo>
                  <a:lnTo>
                    <a:pt x="120762" y="1284703"/>
                  </a:lnTo>
                  <a:lnTo>
                    <a:pt x="124398" y="1336735"/>
                  </a:lnTo>
                  <a:lnTo>
                    <a:pt x="128021" y="1388741"/>
                  </a:lnTo>
                  <a:lnTo>
                    <a:pt x="131713" y="1440716"/>
                  </a:lnTo>
                  <a:lnTo>
                    <a:pt x="135555" y="1492653"/>
                  </a:lnTo>
                  <a:lnTo>
                    <a:pt x="139629" y="1544546"/>
                  </a:lnTo>
                  <a:lnTo>
                    <a:pt x="144018" y="1596390"/>
                  </a:lnTo>
                  <a:lnTo>
                    <a:pt x="148065" y="1643481"/>
                  </a:lnTo>
                  <a:lnTo>
                    <a:pt x="152076" y="1690573"/>
                  </a:lnTo>
                  <a:lnTo>
                    <a:pt x="156197" y="1737664"/>
                  </a:lnTo>
                  <a:lnTo>
                    <a:pt x="160574" y="1784756"/>
                  </a:lnTo>
                  <a:lnTo>
                    <a:pt x="165354" y="1831848"/>
                  </a:lnTo>
                  <a:lnTo>
                    <a:pt x="170497" y="1885688"/>
                  </a:lnTo>
                  <a:lnTo>
                    <a:pt x="175641" y="1939671"/>
                  </a:lnTo>
                  <a:lnTo>
                    <a:pt x="180784" y="1993653"/>
                  </a:lnTo>
                  <a:lnTo>
                    <a:pt x="185928" y="2047494"/>
                  </a:lnTo>
                  <a:lnTo>
                    <a:pt x="190774" y="2100535"/>
                  </a:lnTo>
                  <a:lnTo>
                    <a:pt x="195254" y="2153613"/>
                  </a:lnTo>
                  <a:lnTo>
                    <a:pt x="199369" y="2206764"/>
                  </a:lnTo>
                  <a:lnTo>
                    <a:pt x="203118" y="2260024"/>
                  </a:lnTo>
                  <a:lnTo>
                    <a:pt x="206502" y="2313432"/>
                  </a:lnTo>
                  <a:lnTo>
                    <a:pt x="209740" y="2379630"/>
                  </a:lnTo>
                  <a:lnTo>
                    <a:pt x="211836" y="2445258"/>
                  </a:lnTo>
                  <a:lnTo>
                    <a:pt x="211943" y="2461831"/>
                  </a:lnTo>
                  <a:lnTo>
                    <a:pt x="212121" y="2478405"/>
                  </a:lnTo>
                  <a:lnTo>
                    <a:pt x="212157" y="2494978"/>
                  </a:lnTo>
                  <a:lnTo>
                    <a:pt x="211836" y="2511552"/>
                  </a:lnTo>
                  <a:lnTo>
                    <a:pt x="211716" y="2518290"/>
                  </a:lnTo>
                  <a:lnTo>
                    <a:pt x="211455" y="2524886"/>
                  </a:lnTo>
                  <a:lnTo>
                    <a:pt x="211193" y="2531483"/>
                  </a:lnTo>
                  <a:lnTo>
                    <a:pt x="211074" y="2538222"/>
                  </a:lnTo>
                  <a:lnTo>
                    <a:pt x="211074" y="2540508"/>
                  </a:lnTo>
                  <a:lnTo>
                    <a:pt x="211074" y="2542794"/>
                  </a:lnTo>
                  <a:lnTo>
                    <a:pt x="211836" y="2543556"/>
                  </a:lnTo>
                  <a:lnTo>
                    <a:pt x="212598" y="2543556"/>
                  </a:lnTo>
                  <a:lnTo>
                    <a:pt x="215646" y="2540508"/>
                  </a:lnTo>
                  <a:lnTo>
                    <a:pt x="219456" y="2537460"/>
                  </a:lnTo>
                  <a:lnTo>
                    <a:pt x="220980" y="2531364"/>
                  </a:lnTo>
                  <a:lnTo>
                    <a:pt x="221742" y="2524125"/>
                  </a:lnTo>
                  <a:lnTo>
                    <a:pt x="220789" y="2518600"/>
                  </a:lnTo>
                  <a:lnTo>
                    <a:pt x="218408" y="2513361"/>
                  </a:lnTo>
                  <a:lnTo>
                    <a:pt x="214884" y="250698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9" name="Google Shape;3929;p38"/>
          <p:cNvSpPr/>
          <p:nvPr/>
        </p:nvSpPr>
        <p:spPr>
          <a:xfrm>
            <a:off x="8433085" y="2410094"/>
            <a:ext cx="25737" cy="27416"/>
          </a:xfrm>
          <a:custGeom>
            <a:rect b="b" l="l" r="r" t="t"/>
            <a:pathLst>
              <a:path extrusionOk="0" h="22860" w="22859">
                <a:moveTo>
                  <a:pt x="0" y="4571"/>
                </a:moveTo>
                <a:lnTo>
                  <a:pt x="0" y="17525"/>
                </a:lnTo>
                <a:lnTo>
                  <a:pt x="4571" y="22859"/>
                </a:lnTo>
                <a:lnTo>
                  <a:pt x="17525" y="22859"/>
                </a:lnTo>
                <a:lnTo>
                  <a:pt x="22859" y="17525"/>
                </a:lnTo>
                <a:lnTo>
                  <a:pt x="22859" y="11429"/>
                </a:lnTo>
                <a:lnTo>
                  <a:pt x="22859" y="4571"/>
                </a:lnTo>
                <a:lnTo>
                  <a:pt x="17525" y="0"/>
                </a:lnTo>
                <a:lnTo>
                  <a:pt x="4571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38"/>
          <p:cNvSpPr/>
          <p:nvPr/>
        </p:nvSpPr>
        <p:spPr>
          <a:xfrm>
            <a:off x="8626120" y="2308656"/>
            <a:ext cx="25737" cy="27416"/>
          </a:xfrm>
          <a:custGeom>
            <a:rect b="b" l="l" r="r" t="t"/>
            <a:pathLst>
              <a:path extrusionOk="0" h="22860" w="22859">
                <a:moveTo>
                  <a:pt x="0" y="4571"/>
                </a:moveTo>
                <a:lnTo>
                  <a:pt x="0" y="17525"/>
                </a:lnTo>
                <a:lnTo>
                  <a:pt x="5333" y="22859"/>
                </a:lnTo>
                <a:lnTo>
                  <a:pt x="17525" y="22859"/>
                </a:lnTo>
                <a:lnTo>
                  <a:pt x="22859" y="17525"/>
                </a:lnTo>
                <a:lnTo>
                  <a:pt x="22859" y="11429"/>
                </a:lnTo>
                <a:lnTo>
                  <a:pt x="22859" y="4571"/>
                </a:lnTo>
                <a:lnTo>
                  <a:pt x="17525" y="0"/>
                </a:lnTo>
                <a:lnTo>
                  <a:pt x="5333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38"/>
          <p:cNvSpPr/>
          <p:nvPr/>
        </p:nvSpPr>
        <p:spPr>
          <a:xfrm>
            <a:off x="8781405" y="1868172"/>
            <a:ext cx="12868" cy="7616"/>
          </a:xfrm>
          <a:custGeom>
            <a:rect b="b" l="l" r="r" t="t"/>
            <a:pathLst>
              <a:path extrusionOk="0" h="6350" w="11429">
                <a:moveTo>
                  <a:pt x="0" y="6096"/>
                </a:moveTo>
                <a:lnTo>
                  <a:pt x="3809" y="3810"/>
                </a:lnTo>
                <a:lnTo>
                  <a:pt x="7620" y="2286"/>
                </a:lnTo>
                <a:lnTo>
                  <a:pt x="11429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9019054" y="1816080"/>
            <a:ext cx="18587" cy="42647"/>
          </a:xfrm>
          <a:custGeom>
            <a:rect b="b" l="l" r="r" t="t"/>
            <a:pathLst>
              <a:path extrusionOk="0" h="35560" w="16509">
                <a:moveTo>
                  <a:pt x="16001" y="0"/>
                </a:moveTo>
                <a:lnTo>
                  <a:pt x="4571" y="5334"/>
                </a:lnTo>
                <a:lnTo>
                  <a:pt x="1523" y="3810"/>
                </a:lnTo>
                <a:lnTo>
                  <a:pt x="1523" y="13716"/>
                </a:lnTo>
                <a:lnTo>
                  <a:pt x="761" y="21336"/>
                </a:lnTo>
                <a:lnTo>
                  <a:pt x="761" y="28194"/>
                </a:lnTo>
                <a:lnTo>
                  <a:pt x="0" y="35052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38"/>
          <p:cNvSpPr/>
          <p:nvPr/>
        </p:nvSpPr>
        <p:spPr>
          <a:xfrm>
            <a:off x="8641563" y="2102122"/>
            <a:ext cx="24308" cy="3808"/>
          </a:xfrm>
          <a:custGeom>
            <a:rect b="b" l="l" r="r" t="t"/>
            <a:pathLst>
              <a:path extrusionOk="0" h="3175" w="21590">
                <a:moveTo>
                  <a:pt x="0" y="762"/>
                </a:moveTo>
                <a:lnTo>
                  <a:pt x="11430" y="2286"/>
                </a:lnTo>
                <a:lnTo>
                  <a:pt x="14478" y="3048"/>
                </a:lnTo>
                <a:lnTo>
                  <a:pt x="21336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38"/>
          <p:cNvSpPr/>
          <p:nvPr/>
        </p:nvSpPr>
        <p:spPr>
          <a:xfrm>
            <a:off x="8761673" y="2430200"/>
            <a:ext cx="10009" cy="34270"/>
          </a:xfrm>
          <a:custGeom>
            <a:rect b="b" l="l" r="r" t="t"/>
            <a:pathLst>
              <a:path extrusionOk="0" h="28575" w="8890">
                <a:moveTo>
                  <a:pt x="8381" y="28194"/>
                </a:moveTo>
                <a:lnTo>
                  <a:pt x="5143" y="18752"/>
                </a:lnTo>
                <a:lnTo>
                  <a:pt x="3047" y="12096"/>
                </a:lnTo>
                <a:lnTo>
                  <a:pt x="1523" y="6441"/>
                </a:lnTo>
                <a:lnTo>
                  <a:pt x="0" y="0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8908380" y="2025356"/>
            <a:ext cx="7863" cy="20561"/>
          </a:xfrm>
          <a:custGeom>
            <a:rect b="b" l="l" r="r" t="t"/>
            <a:pathLst>
              <a:path extrusionOk="0" h="17144" w="6984">
                <a:moveTo>
                  <a:pt x="6857" y="0"/>
                </a:moveTo>
                <a:lnTo>
                  <a:pt x="4571" y="9906"/>
                </a:lnTo>
                <a:lnTo>
                  <a:pt x="5333" y="12954"/>
                </a:lnTo>
                <a:lnTo>
                  <a:pt x="0" y="16764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38"/>
          <p:cNvSpPr/>
          <p:nvPr/>
        </p:nvSpPr>
        <p:spPr>
          <a:xfrm>
            <a:off x="9034498" y="2163350"/>
            <a:ext cx="10009" cy="38078"/>
          </a:xfrm>
          <a:custGeom>
            <a:rect b="b" l="l" r="r" t="t"/>
            <a:pathLst>
              <a:path extrusionOk="0" h="31750" w="8890">
                <a:moveTo>
                  <a:pt x="1524" y="0"/>
                </a:moveTo>
                <a:lnTo>
                  <a:pt x="3048" y="4572"/>
                </a:lnTo>
                <a:lnTo>
                  <a:pt x="8382" y="17526"/>
                </a:lnTo>
                <a:lnTo>
                  <a:pt x="6858" y="23622"/>
                </a:lnTo>
                <a:lnTo>
                  <a:pt x="4572" y="28194"/>
                </a:lnTo>
                <a:lnTo>
                  <a:pt x="3048" y="29718"/>
                </a:lnTo>
                <a:lnTo>
                  <a:pt x="0" y="31242"/>
                </a:lnTo>
              </a:path>
            </a:pathLst>
          </a:custGeom>
          <a:noFill/>
          <a:ln cap="flat" cmpd="sng" w="229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38"/>
          <p:cNvSpPr/>
          <p:nvPr/>
        </p:nvSpPr>
        <p:spPr>
          <a:xfrm>
            <a:off x="8603814" y="2681513"/>
            <a:ext cx="25737" cy="27416"/>
          </a:xfrm>
          <a:custGeom>
            <a:rect b="b" l="l" r="r" t="t"/>
            <a:pathLst>
              <a:path extrusionOk="0" h="22860" w="22859">
                <a:moveTo>
                  <a:pt x="0" y="4571"/>
                </a:moveTo>
                <a:lnTo>
                  <a:pt x="0" y="17525"/>
                </a:lnTo>
                <a:lnTo>
                  <a:pt x="4571" y="22859"/>
                </a:lnTo>
                <a:lnTo>
                  <a:pt x="17525" y="22859"/>
                </a:lnTo>
                <a:lnTo>
                  <a:pt x="22859" y="17525"/>
                </a:lnTo>
                <a:lnTo>
                  <a:pt x="22859" y="11429"/>
                </a:lnTo>
                <a:lnTo>
                  <a:pt x="22859" y="4571"/>
                </a:lnTo>
                <a:lnTo>
                  <a:pt x="17525" y="0"/>
                </a:lnTo>
                <a:lnTo>
                  <a:pt x="4571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1066848" y="4490055"/>
            <a:ext cx="8171838" cy="610768"/>
          </a:xfrm>
          <a:custGeom>
            <a:rect b="b" l="l" r="r" t="t"/>
            <a:pathLst>
              <a:path extrusionOk="0" h="509270" w="7258050">
                <a:moveTo>
                  <a:pt x="0" y="509016"/>
                </a:moveTo>
                <a:lnTo>
                  <a:pt x="53816" y="494252"/>
                </a:lnTo>
                <a:lnTo>
                  <a:pt x="108204" y="482346"/>
                </a:lnTo>
                <a:lnTo>
                  <a:pt x="154009" y="473653"/>
                </a:lnTo>
                <a:lnTo>
                  <a:pt x="199960" y="465838"/>
                </a:lnTo>
                <a:lnTo>
                  <a:pt x="246022" y="458864"/>
                </a:lnTo>
                <a:lnTo>
                  <a:pt x="292156" y="452695"/>
                </a:lnTo>
                <a:lnTo>
                  <a:pt x="338328" y="447294"/>
                </a:lnTo>
                <a:lnTo>
                  <a:pt x="386797" y="442155"/>
                </a:lnTo>
                <a:lnTo>
                  <a:pt x="435303" y="437637"/>
                </a:lnTo>
                <a:lnTo>
                  <a:pt x="483882" y="433632"/>
                </a:lnTo>
                <a:lnTo>
                  <a:pt x="532570" y="430030"/>
                </a:lnTo>
                <a:lnTo>
                  <a:pt x="581406" y="426720"/>
                </a:lnTo>
                <a:lnTo>
                  <a:pt x="630230" y="423234"/>
                </a:lnTo>
                <a:lnTo>
                  <a:pt x="679139" y="419664"/>
                </a:lnTo>
                <a:lnTo>
                  <a:pt x="728091" y="416052"/>
                </a:lnTo>
                <a:lnTo>
                  <a:pt x="777042" y="412439"/>
                </a:lnTo>
                <a:lnTo>
                  <a:pt x="825951" y="408869"/>
                </a:lnTo>
                <a:lnTo>
                  <a:pt x="874776" y="405384"/>
                </a:lnTo>
                <a:lnTo>
                  <a:pt x="923108" y="401836"/>
                </a:lnTo>
                <a:lnTo>
                  <a:pt x="971441" y="398368"/>
                </a:lnTo>
                <a:lnTo>
                  <a:pt x="1019773" y="394967"/>
                </a:lnTo>
                <a:lnTo>
                  <a:pt x="1068106" y="391619"/>
                </a:lnTo>
                <a:lnTo>
                  <a:pt x="1116438" y="388311"/>
                </a:lnTo>
                <a:lnTo>
                  <a:pt x="1164771" y="385029"/>
                </a:lnTo>
                <a:lnTo>
                  <a:pt x="1213104" y="381762"/>
                </a:lnTo>
                <a:lnTo>
                  <a:pt x="1266008" y="377792"/>
                </a:lnTo>
                <a:lnTo>
                  <a:pt x="1318913" y="373702"/>
                </a:lnTo>
                <a:lnTo>
                  <a:pt x="1371817" y="369465"/>
                </a:lnTo>
                <a:lnTo>
                  <a:pt x="1424722" y="365055"/>
                </a:lnTo>
                <a:lnTo>
                  <a:pt x="1477626" y="360445"/>
                </a:lnTo>
                <a:lnTo>
                  <a:pt x="1530531" y="355609"/>
                </a:lnTo>
                <a:lnTo>
                  <a:pt x="1583436" y="350520"/>
                </a:lnTo>
                <a:lnTo>
                  <a:pt x="1633332" y="345714"/>
                </a:lnTo>
                <a:lnTo>
                  <a:pt x="1683201" y="340839"/>
                </a:lnTo>
                <a:lnTo>
                  <a:pt x="1733049" y="335922"/>
                </a:lnTo>
                <a:lnTo>
                  <a:pt x="1782882" y="330990"/>
                </a:lnTo>
                <a:lnTo>
                  <a:pt x="1832704" y="326068"/>
                </a:lnTo>
                <a:lnTo>
                  <a:pt x="1882520" y="321183"/>
                </a:lnTo>
                <a:lnTo>
                  <a:pt x="1932337" y="316361"/>
                </a:lnTo>
                <a:lnTo>
                  <a:pt x="1982159" y="311629"/>
                </a:lnTo>
                <a:lnTo>
                  <a:pt x="2031992" y="307014"/>
                </a:lnTo>
                <a:lnTo>
                  <a:pt x="2081840" y="302542"/>
                </a:lnTo>
                <a:lnTo>
                  <a:pt x="2131709" y="298239"/>
                </a:lnTo>
                <a:lnTo>
                  <a:pt x="2181606" y="294132"/>
                </a:lnTo>
                <a:lnTo>
                  <a:pt x="2233613" y="290202"/>
                </a:lnTo>
                <a:lnTo>
                  <a:pt x="2285630" y="286416"/>
                </a:lnTo>
                <a:lnTo>
                  <a:pt x="2337665" y="282773"/>
                </a:lnTo>
                <a:lnTo>
                  <a:pt x="2389727" y="279273"/>
                </a:lnTo>
                <a:lnTo>
                  <a:pt x="2441824" y="275915"/>
                </a:lnTo>
                <a:lnTo>
                  <a:pt x="2493966" y="272700"/>
                </a:lnTo>
                <a:lnTo>
                  <a:pt x="2546161" y="269628"/>
                </a:lnTo>
                <a:lnTo>
                  <a:pt x="2598420" y="266700"/>
                </a:lnTo>
                <a:lnTo>
                  <a:pt x="2649822" y="264159"/>
                </a:lnTo>
                <a:lnTo>
                  <a:pt x="2701170" y="261663"/>
                </a:lnTo>
                <a:lnTo>
                  <a:pt x="2752483" y="259185"/>
                </a:lnTo>
                <a:lnTo>
                  <a:pt x="2803779" y="256698"/>
                </a:lnTo>
                <a:lnTo>
                  <a:pt x="2855074" y="254176"/>
                </a:lnTo>
                <a:lnTo>
                  <a:pt x="2906387" y="251590"/>
                </a:lnTo>
                <a:lnTo>
                  <a:pt x="2957735" y="248916"/>
                </a:lnTo>
                <a:lnTo>
                  <a:pt x="3009138" y="246126"/>
                </a:lnTo>
                <a:lnTo>
                  <a:pt x="3060322" y="243567"/>
                </a:lnTo>
                <a:lnTo>
                  <a:pt x="3111465" y="240926"/>
                </a:lnTo>
                <a:lnTo>
                  <a:pt x="3162572" y="238211"/>
                </a:lnTo>
                <a:lnTo>
                  <a:pt x="3213646" y="235433"/>
                </a:lnTo>
                <a:lnTo>
                  <a:pt x="3264693" y="232600"/>
                </a:lnTo>
                <a:lnTo>
                  <a:pt x="3315718" y="229721"/>
                </a:lnTo>
                <a:lnTo>
                  <a:pt x="3366724" y="226806"/>
                </a:lnTo>
                <a:lnTo>
                  <a:pt x="3417716" y="223863"/>
                </a:lnTo>
                <a:lnTo>
                  <a:pt x="3468699" y="220902"/>
                </a:lnTo>
                <a:lnTo>
                  <a:pt x="3519678" y="217932"/>
                </a:lnTo>
                <a:lnTo>
                  <a:pt x="3570574" y="215073"/>
                </a:lnTo>
                <a:lnTo>
                  <a:pt x="3621524" y="212205"/>
                </a:lnTo>
                <a:lnTo>
                  <a:pt x="3672509" y="209319"/>
                </a:lnTo>
                <a:lnTo>
                  <a:pt x="3723513" y="206406"/>
                </a:lnTo>
                <a:lnTo>
                  <a:pt x="3774516" y="203458"/>
                </a:lnTo>
                <a:lnTo>
                  <a:pt x="3825501" y="200465"/>
                </a:lnTo>
                <a:lnTo>
                  <a:pt x="3876451" y="197419"/>
                </a:lnTo>
                <a:lnTo>
                  <a:pt x="3927348" y="194310"/>
                </a:lnTo>
                <a:lnTo>
                  <a:pt x="3978345" y="191302"/>
                </a:lnTo>
                <a:lnTo>
                  <a:pt x="4029326" y="188285"/>
                </a:lnTo>
                <a:lnTo>
                  <a:pt x="4080291" y="185268"/>
                </a:lnTo>
                <a:lnTo>
                  <a:pt x="4131242" y="182260"/>
                </a:lnTo>
                <a:lnTo>
                  <a:pt x="4182179" y="179270"/>
                </a:lnTo>
                <a:lnTo>
                  <a:pt x="4233104" y="176307"/>
                </a:lnTo>
                <a:lnTo>
                  <a:pt x="4284018" y="173380"/>
                </a:lnTo>
                <a:lnTo>
                  <a:pt x="4334922" y="170497"/>
                </a:lnTo>
                <a:lnTo>
                  <a:pt x="4385817" y="167668"/>
                </a:lnTo>
                <a:lnTo>
                  <a:pt x="4436704" y="164901"/>
                </a:lnTo>
                <a:lnTo>
                  <a:pt x="4487585" y="162206"/>
                </a:lnTo>
                <a:lnTo>
                  <a:pt x="4538460" y="159591"/>
                </a:lnTo>
                <a:lnTo>
                  <a:pt x="4589330" y="157065"/>
                </a:lnTo>
                <a:lnTo>
                  <a:pt x="4640197" y="154638"/>
                </a:lnTo>
                <a:lnTo>
                  <a:pt x="4691062" y="152318"/>
                </a:lnTo>
                <a:lnTo>
                  <a:pt x="4741926" y="150114"/>
                </a:lnTo>
                <a:lnTo>
                  <a:pt x="4790536" y="148180"/>
                </a:lnTo>
                <a:lnTo>
                  <a:pt x="4839200" y="146363"/>
                </a:lnTo>
                <a:lnTo>
                  <a:pt x="4887899" y="144635"/>
                </a:lnTo>
                <a:lnTo>
                  <a:pt x="4936617" y="142970"/>
                </a:lnTo>
                <a:lnTo>
                  <a:pt x="4985334" y="141340"/>
                </a:lnTo>
                <a:lnTo>
                  <a:pt x="5034033" y="139719"/>
                </a:lnTo>
                <a:lnTo>
                  <a:pt x="5082697" y="138081"/>
                </a:lnTo>
                <a:lnTo>
                  <a:pt x="5131308" y="136398"/>
                </a:lnTo>
                <a:lnTo>
                  <a:pt x="5179315" y="134680"/>
                </a:lnTo>
                <a:lnTo>
                  <a:pt x="5227331" y="132945"/>
                </a:lnTo>
                <a:lnTo>
                  <a:pt x="5275366" y="131174"/>
                </a:lnTo>
                <a:lnTo>
                  <a:pt x="5323427" y="129349"/>
                </a:lnTo>
                <a:lnTo>
                  <a:pt x="5371524" y="127453"/>
                </a:lnTo>
                <a:lnTo>
                  <a:pt x="5419665" y="125468"/>
                </a:lnTo>
                <a:lnTo>
                  <a:pt x="5467860" y="123375"/>
                </a:lnTo>
                <a:lnTo>
                  <a:pt x="5516118" y="121158"/>
                </a:lnTo>
                <a:lnTo>
                  <a:pt x="5565013" y="118837"/>
                </a:lnTo>
                <a:lnTo>
                  <a:pt x="5613963" y="116455"/>
                </a:lnTo>
                <a:lnTo>
                  <a:pt x="5662948" y="114018"/>
                </a:lnTo>
                <a:lnTo>
                  <a:pt x="5711952" y="111537"/>
                </a:lnTo>
                <a:lnTo>
                  <a:pt x="5760955" y="109021"/>
                </a:lnTo>
                <a:lnTo>
                  <a:pt x="5809940" y="106477"/>
                </a:lnTo>
                <a:lnTo>
                  <a:pt x="5858890" y="103916"/>
                </a:lnTo>
                <a:lnTo>
                  <a:pt x="5907786" y="101346"/>
                </a:lnTo>
                <a:lnTo>
                  <a:pt x="5962039" y="98453"/>
                </a:lnTo>
                <a:lnTo>
                  <a:pt x="6016358" y="95654"/>
                </a:lnTo>
                <a:lnTo>
                  <a:pt x="6070718" y="92948"/>
                </a:lnTo>
                <a:lnTo>
                  <a:pt x="6125091" y="90335"/>
                </a:lnTo>
                <a:lnTo>
                  <a:pt x="6179451" y="87816"/>
                </a:lnTo>
                <a:lnTo>
                  <a:pt x="6233770" y="85390"/>
                </a:lnTo>
                <a:lnTo>
                  <a:pt x="6288024" y="83058"/>
                </a:lnTo>
                <a:lnTo>
                  <a:pt x="6337662" y="80860"/>
                </a:lnTo>
                <a:lnTo>
                  <a:pt x="6387301" y="78823"/>
                </a:lnTo>
                <a:lnTo>
                  <a:pt x="6436940" y="76919"/>
                </a:lnTo>
                <a:lnTo>
                  <a:pt x="6486579" y="75122"/>
                </a:lnTo>
                <a:lnTo>
                  <a:pt x="6536218" y="73405"/>
                </a:lnTo>
                <a:lnTo>
                  <a:pt x="6585857" y="71741"/>
                </a:lnTo>
                <a:lnTo>
                  <a:pt x="6635496" y="70103"/>
                </a:lnTo>
                <a:lnTo>
                  <a:pt x="6685788" y="68131"/>
                </a:lnTo>
                <a:lnTo>
                  <a:pt x="6736080" y="66011"/>
                </a:lnTo>
                <a:lnTo>
                  <a:pt x="6786372" y="63722"/>
                </a:lnTo>
                <a:lnTo>
                  <a:pt x="6836664" y="61242"/>
                </a:lnTo>
                <a:lnTo>
                  <a:pt x="6886956" y="58550"/>
                </a:lnTo>
                <a:lnTo>
                  <a:pt x="6937248" y="55625"/>
                </a:lnTo>
                <a:lnTo>
                  <a:pt x="6991659" y="52161"/>
                </a:lnTo>
                <a:lnTo>
                  <a:pt x="7046214" y="48482"/>
                </a:lnTo>
                <a:lnTo>
                  <a:pt x="7100768" y="44374"/>
                </a:lnTo>
                <a:lnTo>
                  <a:pt x="7155180" y="39623"/>
                </a:lnTo>
                <a:lnTo>
                  <a:pt x="7178730" y="37528"/>
                </a:lnTo>
                <a:lnTo>
                  <a:pt x="7202424" y="35432"/>
                </a:lnTo>
                <a:lnTo>
                  <a:pt x="7226117" y="32765"/>
                </a:lnTo>
                <a:lnTo>
                  <a:pt x="7249668" y="28955"/>
                </a:lnTo>
                <a:lnTo>
                  <a:pt x="7255002" y="27431"/>
                </a:lnTo>
                <a:lnTo>
                  <a:pt x="7256526" y="28193"/>
                </a:lnTo>
                <a:lnTo>
                  <a:pt x="7258050" y="25145"/>
                </a:lnTo>
                <a:lnTo>
                  <a:pt x="7247108" y="17466"/>
                </a:lnTo>
                <a:lnTo>
                  <a:pt x="7234523" y="11144"/>
                </a:lnTo>
                <a:lnTo>
                  <a:pt x="7221509" y="5536"/>
                </a:lnTo>
                <a:lnTo>
                  <a:pt x="7209282" y="0"/>
                </a:lnTo>
              </a:path>
            </a:pathLst>
          </a:custGeom>
          <a:noFill/>
          <a:ln cap="flat" cmpd="sng" w="229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9" name="Google Shape;3939;p38"/>
          <p:cNvSpPr/>
          <p:nvPr/>
        </p:nvSpPr>
        <p:spPr>
          <a:xfrm>
            <a:off x="3252010" y="2294033"/>
            <a:ext cx="7149" cy="19800"/>
          </a:xfrm>
          <a:custGeom>
            <a:rect b="b" l="l" r="r" t="t"/>
            <a:pathLst>
              <a:path extrusionOk="0" h="16510" w="6350">
                <a:moveTo>
                  <a:pt x="0" y="16001"/>
                </a:moveTo>
                <a:lnTo>
                  <a:pt x="3047" y="7619"/>
                </a:lnTo>
                <a:lnTo>
                  <a:pt x="4571" y="5333"/>
                </a:lnTo>
                <a:lnTo>
                  <a:pt x="6095" y="0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0" name="Google Shape;39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453" y="2002479"/>
            <a:ext cx="1288648" cy="1443969"/>
          </a:xfrm>
          <a:prstGeom prst="rect">
            <a:avLst/>
          </a:prstGeom>
          <a:noFill/>
          <a:ln>
            <a:noFill/>
          </a:ln>
        </p:spPr>
      </p:pic>
      <p:sp>
        <p:nvSpPr>
          <p:cNvPr id="3941" name="Google Shape;3941;p38"/>
          <p:cNvSpPr/>
          <p:nvPr/>
        </p:nvSpPr>
        <p:spPr>
          <a:xfrm>
            <a:off x="3440755" y="2063739"/>
            <a:ext cx="15014" cy="12945"/>
          </a:xfrm>
          <a:custGeom>
            <a:rect b="b" l="l" r="r" t="t"/>
            <a:pathLst>
              <a:path extrusionOk="0" h="10794" w="13335">
                <a:moveTo>
                  <a:pt x="0" y="0"/>
                </a:moveTo>
                <a:lnTo>
                  <a:pt x="4572" y="3809"/>
                </a:lnTo>
                <a:lnTo>
                  <a:pt x="8382" y="6857"/>
                </a:lnTo>
                <a:lnTo>
                  <a:pt x="12954" y="10667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p38"/>
          <p:cNvSpPr/>
          <p:nvPr/>
        </p:nvSpPr>
        <p:spPr>
          <a:xfrm>
            <a:off x="3393570" y="2768329"/>
            <a:ext cx="19304" cy="18276"/>
          </a:xfrm>
          <a:custGeom>
            <a:rect b="b" l="l" r="r" t="t"/>
            <a:pathLst>
              <a:path extrusionOk="0" h="15239" w="17145">
                <a:moveTo>
                  <a:pt x="0" y="15239"/>
                </a:moveTo>
                <a:lnTo>
                  <a:pt x="12191" y="9905"/>
                </a:lnTo>
                <a:lnTo>
                  <a:pt x="16002" y="9905"/>
                </a:lnTo>
                <a:lnTo>
                  <a:pt x="16763" y="0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p38"/>
          <p:cNvSpPr/>
          <p:nvPr/>
        </p:nvSpPr>
        <p:spPr>
          <a:xfrm>
            <a:off x="3371263" y="2436596"/>
            <a:ext cx="30028" cy="15993"/>
          </a:xfrm>
          <a:custGeom>
            <a:rect b="b" l="l" r="r" t="t"/>
            <a:pathLst>
              <a:path extrusionOk="0" h="13335" w="26670">
                <a:moveTo>
                  <a:pt x="0" y="12953"/>
                </a:moveTo>
                <a:lnTo>
                  <a:pt x="6953" y="10179"/>
                </a:lnTo>
                <a:lnTo>
                  <a:pt x="13334" y="7334"/>
                </a:lnTo>
                <a:lnTo>
                  <a:pt x="19716" y="4060"/>
                </a:lnTo>
                <a:lnTo>
                  <a:pt x="26670" y="0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p38"/>
          <p:cNvSpPr/>
          <p:nvPr/>
        </p:nvSpPr>
        <p:spPr>
          <a:xfrm>
            <a:off x="3709289" y="2528896"/>
            <a:ext cx="25738" cy="25131"/>
          </a:xfrm>
          <a:custGeom>
            <a:rect b="b" l="l" r="r" t="t"/>
            <a:pathLst>
              <a:path extrusionOk="0" h="20955" w="22860">
                <a:moveTo>
                  <a:pt x="22860" y="0"/>
                </a:moveTo>
                <a:lnTo>
                  <a:pt x="20574" y="4572"/>
                </a:lnTo>
                <a:lnTo>
                  <a:pt x="16764" y="16002"/>
                </a:lnTo>
                <a:lnTo>
                  <a:pt x="9906" y="19050"/>
                </a:lnTo>
                <a:lnTo>
                  <a:pt x="5334" y="19812"/>
                </a:lnTo>
                <a:lnTo>
                  <a:pt x="3048" y="20574"/>
                </a:lnTo>
                <a:lnTo>
                  <a:pt x="0" y="20574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p38"/>
          <p:cNvSpPr/>
          <p:nvPr/>
        </p:nvSpPr>
        <p:spPr>
          <a:xfrm>
            <a:off x="3579741" y="2368970"/>
            <a:ext cx="7149" cy="35792"/>
          </a:xfrm>
          <a:custGeom>
            <a:rect b="b" l="l" r="r" t="t"/>
            <a:pathLst>
              <a:path extrusionOk="0" h="29844" w="6350">
                <a:moveTo>
                  <a:pt x="6096" y="0"/>
                </a:moveTo>
                <a:lnTo>
                  <a:pt x="5036" y="8501"/>
                </a:lnTo>
                <a:lnTo>
                  <a:pt x="3905" y="15430"/>
                </a:lnTo>
                <a:lnTo>
                  <a:pt x="2345" y="22074"/>
                </a:lnTo>
                <a:lnTo>
                  <a:pt x="0" y="29718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p38"/>
          <p:cNvSpPr/>
          <p:nvPr/>
        </p:nvSpPr>
        <p:spPr>
          <a:xfrm>
            <a:off x="3632933" y="2195336"/>
            <a:ext cx="10724" cy="13708"/>
          </a:xfrm>
          <a:custGeom>
            <a:rect b="b" l="l" r="r" t="t"/>
            <a:pathLst>
              <a:path extrusionOk="0" h="11430" w="9525">
                <a:moveTo>
                  <a:pt x="0" y="0"/>
                </a:moveTo>
                <a:lnTo>
                  <a:pt x="3048" y="3809"/>
                </a:lnTo>
                <a:lnTo>
                  <a:pt x="6096" y="7619"/>
                </a:lnTo>
                <a:lnTo>
                  <a:pt x="9144" y="11429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7" name="Google Shape;3947;p38"/>
          <p:cNvSpPr/>
          <p:nvPr/>
        </p:nvSpPr>
        <p:spPr>
          <a:xfrm>
            <a:off x="3534271" y="2983089"/>
            <a:ext cx="25738" cy="27416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7525"/>
                </a:lnTo>
                <a:lnTo>
                  <a:pt x="5334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5334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8" name="Google Shape;3948;p38"/>
          <p:cNvSpPr/>
          <p:nvPr/>
        </p:nvSpPr>
        <p:spPr>
          <a:xfrm>
            <a:off x="3698994" y="2809455"/>
            <a:ext cx="29313" cy="21322"/>
          </a:xfrm>
          <a:custGeom>
            <a:rect b="b" l="l" r="r" t="t"/>
            <a:pathLst>
              <a:path extrusionOk="0" h="17779" w="26035">
                <a:moveTo>
                  <a:pt x="25908" y="17525"/>
                </a:moveTo>
                <a:lnTo>
                  <a:pt x="19180" y="12322"/>
                </a:lnTo>
                <a:lnTo>
                  <a:pt x="13239" y="7905"/>
                </a:lnTo>
                <a:lnTo>
                  <a:pt x="7155" y="3917"/>
                </a:lnTo>
                <a:lnTo>
                  <a:pt x="0" y="0"/>
                </a:lnTo>
              </a:path>
            </a:pathLst>
          </a:custGeom>
          <a:noFill/>
          <a:ln cap="flat" cmpd="sng" w="22900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p38"/>
          <p:cNvSpPr/>
          <p:nvPr/>
        </p:nvSpPr>
        <p:spPr>
          <a:xfrm>
            <a:off x="3026373" y="2517016"/>
            <a:ext cx="25738" cy="27416"/>
          </a:xfrm>
          <a:custGeom>
            <a:rect b="b" l="l" r="r" t="t"/>
            <a:pathLst>
              <a:path extrusionOk="0" h="22860" w="22860">
                <a:moveTo>
                  <a:pt x="0" y="4571"/>
                </a:moveTo>
                <a:lnTo>
                  <a:pt x="0" y="17525"/>
                </a:lnTo>
                <a:lnTo>
                  <a:pt x="5334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4571"/>
                </a:lnTo>
                <a:lnTo>
                  <a:pt x="17526" y="0"/>
                </a:lnTo>
                <a:lnTo>
                  <a:pt x="5334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0" name="Google Shape;3950;p38"/>
          <p:cNvSpPr/>
          <p:nvPr/>
        </p:nvSpPr>
        <p:spPr>
          <a:xfrm>
            <a:off x="3232278" y="2566366"/>
            <a:ext cx="25738" cy="27416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8287"/>
                </a:lnTo>
                <a:lnTo>
                  <a:pt x="5334" y="22859"/>
                </a:lnTo>
                <a:lnTo>
                  <a:pt x="17526" y="22859"/>
                </a:lnTo>
                <a:lnTo>
                  <a:pt x="22860" y="18287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5334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1" name="Google Shape;3951;p38"/>
          <p:cNvSpPr/>
          <p:nvPr/>
        </p:nvSpPr>
        <p:spPr>
          <a:xfrm>
            <a:off x="3199676" y="2793918"/>
            <a:ext cx="25738" cy="27416"/>
          </a:xfrm>
          <a:custGeom>
            <a:rect b="b" l="l" r="r" t="t"/>
            <a:pathLst>
              <a:path extrusionOk="0" h="22860" w="22860">
                <a:moveTo>
                  <a:pt x="0" y="5333"/>
                </a:moveTo>
                <a:lnTo>
                  <a:pt x="0" y="17525"/>
                </a:lnTo>
                <a:lnTo>
                  <a:pt x="4572" y="22859"/>
                </a:lnTo>
                <a:lnTo>
                  <a:pt x="17526" y="22859"/>
                </a:lnTo>
                <a:lnTo>
                  <a:pt x="22860" y="17525"/>
                </a:lnTo>
                <a:lnTo>
                  <a:pt x="22860" y="11429"/>
                </a:lnTo>
                <a:lnTo>
                  <a:pt x="22860" y="5333"/>
                </a:lnTo>
                <a:lnTo>
                  <a:pt x="17526" y="0"/>
                </a:lnTo>
                <a:lnTo>
                  <a:pt x="4572" y="0"/>
                </a:lnTo>
                <a:lnTo>
                  <a:pt x="0" y="5333"/>
                </a:lnTo>
                <a:close/>
              </a:path>
            </a:pathLst>
          </a:custGeom>
          <a:solidFill>
            <a:srgbClr val="3366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2" name="Google Shape;395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850" y="5672567"/>
            <a:ext cx="338445" cy="2477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3" name="Google Shape;3953;p38"/>
          <p:cNvGrpSpPr/>
          <p:nvPr/>
        </p:nvGrpSpPr>
        <p:grpSpPr>
          <a:xfrm>
            <a:off x="3916881" y="5677137"/>
            <a:ext cx="269409" cy="178264"/>
            <a:chOff x="4520920" y="5721832"/>
            <a:chExt cx="239283" cy="148640"/>
          </a:xfrm>
        </p:grpSpPr>
        <p:pic>
          <p:nvPicPr>
            <p:cNvPr id="3954" name="Google Shape;3954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0920" y="5721832"/>
              <a:ext cx="134924" cy="141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5" name="Google Shape;3955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76368" y="5731964"/>
              <a:ext cx="83835" cy="1385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56" name="Google Shape;3956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4595" y="5618192"/>
            <a:ext cx="316635" cy="173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57" name="Google Shape;3957;p38"/>
          <p:cNvGrpSpPr/>
          <p:nvPr/>
        </p:nvGrpSpPr>
        <p:grpSpPr>
          <a:xfrm>
            <a:off x="5422559" y="5439532"/>
            <a:ext cx="369800" cy="272392"/>
            <a:chOff x="5858230" y="5523712"/>
            <a:chExt cx="328448" cy="227126"/>
          </a:xfrm>
        </p:grpSpPr>
        <p:pic>
          <p:nvPicPr>
            <p:cNvPr id="3958" name="Google Shape;3958;p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858230" y="5523712"/>
              <a:ext cx="280466" cy="22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9" name="Google Shape;3959;p38"/>
            <p:cNvSpPr/>
            <p:nvPr/>
          </p:nvSpPr>
          <p:spPr>
            <a:xfrm>
              <a:off x="6163818" y="5638037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5333"/>
                  </a:lnTo>
                  <a:lnTo>
                    <a:pt x="17526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0" name="Google Shape;3960;p38"/>
          <p:cNvGrpSpPr/>
          <p:nvPr/>
        </p:nvGrpSpPr>
        <p:grpSpPr>
          <a:xfrm>
            <a:off x="5904747" y="5415801"/>
            <a:ext cx="1001783" cy="291676"/>
            <a:chOff x="6286499" y="5503925"/>
            <a:chExt cx="889762" cy="243205"/>
          </a:xfrm>
        </p:grpSpPr>
        <p:sp>
          <p:nvSpPr>
            <p:cNvPr id="3961" name="Google Shape;3961;p38"/>
            <p:cNvSpPr/>
            <p:nvPr/>
          </p:nvSpPr>
          <p:spPr>
            <a:xfrm>
              <a:off x="6286499" y="5589269"/>
              <a:ext cx="123189" cy="108585"/>
            </a:xfrm>
            <a:custGeom>
              <a:rect b="b" l="l" r="r" t="t"/>
              <a:pathLst>
                <a:path extrusionOk="0" h="108585" w="123189">
                  <a:moveTo>
                    <a:pt x="2286" y="30480"/>
                  </a:moveTo>
                  <a:lnTo>
                    <a:pt x="1524" y="25908"/>
                  </a:lnTo>
                  <a:lnTo>
                    <a:pt x="762" y="22098"/>
                  </a:lnTo>
                  <a:lnTo>
                    <a:pt x="0" y="18288"/>
                  </a:lnTo>
                  <a:lnTo>
                    <a:pt x="6096" y="15240"/>
                  </a:lnTo>
                  <a:lnTo>
                    <a:pt x="50732" y="33778"/>
                  </a:lnTo>
                  <a:lnTo>
                    <a:pt x="66258" y="74164"/>
                  </a:lnTo>
                  <a:lnTo>
                    <a:pt x="54102" y="108204"/>
                  </a:lnTo>
                  <a:lnTo>
                    <a:pt x="50494" y="102369"/>
                  </a:lnTo>
                  <a:lnTo>
                    <a:pt x="51816" y="61805"/>
                  </a:lnTo>
                  <a:lnTo>
                    <a:pt x="72390" y="19050"/>
                  </a:lnTo>
                  <a:lnTo>
                    <a:pt x="113538" y="0"/>
                  </a:lnTo>
                  <a:lnTo>
                    <a:pt x="116586" y="0"/>
                  </a:lnTo>
                  <a:lnTo>
                    <a:pt x="119634" y="0"/>
                  </a:lnTo>
                  <a:lnTo>
                    <a:pt x="122682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6409181" y="5564885"/>
              <a:ext cx="41910" cy="91439"/>
            </a:xfrm>
            <a:custGeom>
              <a:rect b="b" l="l" r="r" t="t"/>
              <a:pathLst>
                <a:path extrusionOk="0" h="91439" w="41910">
                  <a:moveTo>
                    <a:pt x="38862" y="38861"/>
                  </a:moveTo>
                  <a:lnTo>
                    <a:pt x="21336" y="2285"/>
                  </a:lnTo>
                  <a:lnTo>
                    <a:pt x="16002" y="0"/>
                  </a:lnTo>
                  <a:lnTo>
                    <a:pt x="12954" y="5333"/>
                  </a:lnTo>
                  <a:lnTo>
                    <a:pt x="6536" y="21740"/>
                  </a:lnTo>
                  <a:lnTo>
                    <a:pt x="2762" y="39433"/>
                  </a:lnTo>
                  <a:lnTo>
                    <a:pt x="845" y="57411"/>
                  </a:lnTo>
                  <a:lnTo>
                    <a:pt x="0" y="74675"/>
                  </a:lnTo>
                  <a:lnTo>
                    <a:pt x="0" y="83819"/>
                  </a:lnTo>
                  <a:lnTo>
                    <a:pt x="1524" y="89915"/>
                  </a:lnTo>
                  <a:lnTo>
                    <a:pt x="11430" y="90677"/>
                  </a:lnTo>
                  <a:lnTo>
                    <a:pt x="18288" y="91439"/>
                  </a:lnTo>
                  <a:lnTo>
                    <a:pt x="21336" y="90677"/>
                  </a:lnTo>
                  <a:lnTo>
                    <a:pt x="25908" y="85343"/>
                  </a:lnTo>
                  <a:lnTo>
                    <a:pt x="27432" y="83057"/>
                  </a:lnTo>
                  <a:lnTo>
                    <a:pt x="30480" y="78485"/>
                  </a:lnTo>
                  <a:lnTo>
                    <a:pt x="32766" y="76961"/>
                  </a:lnTo>
                  <a:lnTo>
                    <a:pt x="36576" y="74675"/>
                  </a:lnTo>
                  <a:lnTo>
                    <a:pt x="37338" y="76961"/>
                  </a:lnTo>
                  <a:lnTo>
                    <a:pt x="39624" y="79247"/>
                  </a:lnTo>
                  <a:lnTo>
                    <a:pt x="40386" y="80009"/>
                  </a:lnTo>
                  <a:lnTo>
                    <a:pt x="41148" y="80771"/>
                  </a:lnTo>
                  <a:lnTo>
                    <a:pt x="41910" y="8153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6400799" y="5628893"/>
              <a:ext cx="76200" cy="70485"/>
            </a:xfrm>
            <a:custGeom>
              <a:rect b="b" l="l" r="r" t="t"/>
              <a:pathLst>
                <a:path extrusionOk="0" h="70485" w="76200">
                  <a:moveTo>
                    <a:pt x="2286" y="0"/>
                  </a:moveTo>
                  <a:lnTo>
                    <a:pt x="642" y="11703"/>
                  </a:lnTo>
                  <a:lnTo>
                    <a:pt x="0" y="22193"/>
                  </a:lnTo>
                  <a:lnTo>
                    <a:pt x="1643" y="32254"/>
                  </a:lnTo>
                  <a:lnTo>
                    <a:pt x="27432" y="61531"/>
                  </a:lnTo>
                  <a:lnTo>
                    <a:pt x="55852" y="69925"/>
                  </a:lnTo>
                  <a:lnTo>
                    <a:pt x="62484" y="69341"/>
                  </a:lnTo>
                  <a:lnTo>
                    <a:pt x="70104" y="67817"/>
                  </a:lnTo>
                  <a:lnTo>
                    <a:pt x="72390" y="62483"/>
                  </a:lnTo>
                  <a:lnTo>
                    <a:pt x="76200" y="5638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6428993" y="5571743"/>
              <a:ext cx="52070" cy="52704"/>
            </a:xfrm>
            <a:custGeom>
              <a:rect b="b" l="l" r="r" t="t"/>
              <a:pathLst>
                <a:path extrusionOk="0" h="52704" w="52070">
                  <a:moveTo>
                    <a:pt x="1524" y="33527"/>
                  </a:moveTo>
                  <a:lnTo>
                    <a:pt x="1107" y="43148"/>
                  </a:lnTo>
                  <a:lnTo>
                    <a:pt x="2190" y="49339"/>
                  </a:lnTo>
                  <a:lnTo>
                    <a:pt x="6560" y="52387"/>
                  </a:lnTo>
                  <a:lnTo>
                    <a:pt x="16002" y="52577"/>
                  </a:lnTo>
                  <a:lnTo>
                    <a:pt x="24276" y="50506"/>
                  </a:lnTo>
                  <a:lnTo>
                    <a:pt x="51494" y="19109"/>
                  </a:lnTo>
                  <a:lnTo>
                    <a:pt x="49530" y="12953"/>
                  </a:lnTo>
                  <a:lnTo>
                    <a:pt x="44838" y="7179"/>
                  </a:lnTo>
                  <a:lnTo>
                    <a:pt x="38290" y="3333"/>
                  </a:lnTo>
                  <a:lnTo>
                    <a:pt x="30884" y="1059"/>
                  </a:lnTo>
                  <a:lnTo>
                    <a:pt x="23622" y="0"/>
                  </a:lnTo>
                  <a:lnTo>
                    <a:pt x="15359" y="107"/>
                  </a:lnTo>
                  <a:lnTo>
                    <a:pt x="8953" y="2000"/>
                  </a:lnTo>
                  <a:lnTo>
                    <a:pt x="4548" y="6322"/>
                  </a:lnTo>
                  <a:lnTo>
                    <a:pt x="2286" y="13715"/>
                  </a:lnTo>
                  <a:lnTo>
                    <a:pt x="0" y="24383"/>
                  </a:lnTo>
                  <a:lnTo>
                    <a:pt x="3810" y="26669"/>
                  </a:lnTo>
                  <a:lnTo>
                    <a:pt x="10668" y="3352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6501860" y="5572505"/>
              <a:ext cx="69850" cy="174625"/>
            </a:xfrm>
            <a:custGeom>
              <a:rect b="b" l="l" r="r" t="t"/>
              <a:pathLst>
                <a:path extrusionOk="0" h="174625" w="69850">
                  <a:moveTo>
                    <a:pt x="61245" y="43433"/>
                  </a:moveTo>
                  <a:lnTo>
                    <a:pt x="40671" y="9143"/>
                  </a:lnTo>
                  <a:lnTo>
                    <a:pt x="28479" y="0"/>
                  </a:lnTo>
                  <a:lnTo>
                    <a:pt x="22383" y="4571"/>
                  </a:lnTo>
                  <a:lnTo>
                    <a:pt x="2571" y="41909"/>
                  </a:lnTo>
                  <a:lnTo>
                    <a:pt x="0" y="60959"/>
                  </a:lnTo>
                  <a:lnTo>
                    <a:pt x="1607" y="70627"/>
                  </a:lnTo>
                  <a:lnTo>
                    <a:pt x="7143" y="77723"/>
                  </a:lnTo>
                  <a:lnTo>
                    <a:pt x="16633" y="80783"/>
                  </a:lnTo>
                  <a:lnTo>
                    <a:pt x="27050" y="80486"/>
                  </a:lnTo>
                  <a:lnTo>
                    <a:pt x="63996" y="60102"/>
                  </a:lnTo>
                  <a:lnTo>
                    <a:pt x="68865" y="54101"/>
                  </a:lnTo>
                  <a:lnTo>
                    <a:pt x="68865" y="53339"/>
                  </a:lnTo>
                  <a:lnTo>
                    <a:pt x="68865" y="52577"/>
                  </a:lnTo>
                  <a:lnTo>
                    <a:pt x="69627" y="51815"/>
                  </a:lnTo>
                  <a:lnTo>
                    <a:pt x="67996" y="59816"/>
                  </a:lnTo>
                  <a:lnTo>
                    <a:pt x="65722" y="67817"/>
                  </a:lnTo>
                  <a:lnTo>
                    <a:pt x="63305" y="75818"/>
                  </a:lnTo>
                  <a:lnTo>
                    <a:pt x="61245" y="83819"/>
                  </a:lnTo>
                  <a:lnTo>
                    <a:pt x="58483" y="100726"/>
                  </a:lnTo>
                  <a:lnTo>
                    <a:pt x="56864" y="117347"/>
                  </a:lnTo>
                  <a:lnTo>
                    <a:pt x="56102" y="133969"/>
                  </a:lnTo>
                  <a:lnTo>
                    <a:pt x="55911" y="150875"/>
                  </a:lnTo>
                  <a:lnTo>
                    <a:pt x="55911" y="155447"/>
                  </a:lnTo>
                  <a:lnTo>
                    <a:pt x="58197" y="169925"/>
                  </a:lnTo>
                  <a:lnTo>
                    <a:pt x="55149" y="174497"/>
                  </a:lnTo>
                  <a:lnTo>
                    <a:pt x="55149" y="173735"/>
                  </a:lnTo>
                  <a:lnTo>
                    <a:pt x="55149" y="17297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6576821" y="5587745"/>
              <a:ext cx="142875" cy="90804"/>
            </a:xfrm>
            <a:custGeom>
              <a:rect b="b" l="l" r="r" t="t"/>
              <a:pathLst>
                <a:path extrusionOk="0" h="90804" w="142875">
                  <a:moveTo>
                    <a:pt x="0" y="13716"/>
                  </a:moveTo>
                  <a:lnTo>
                    <a:pt x="9941" y="10441"/>
                  </a:lnTo>
                  <a:lnTo>
                    <a:pt x="19526" y="8096"/>
                  </a:lnTo>
                  <a:lnTo>
                    <a:pt x="29253" y="7608"/>
                  </a:lnTo>
                  <a:lnTo>
                    <a:pt x="39624" y="9906"/>
                  </a:lnTo>
                  <a:lnTo>
                    <a:pt x="71628" y="42672"/>
                  </a:lnTo>
                  <a:lnTo>
                    <a:pt x="74842" y="63460"/>
                  </a:lnTo>
                  <a:lnTo>
                    <a:pt x="73914" y="69342"/>
                  </a:lnTo>
                  <a:lnTo>
                    <a:pt x="73152" y="70104"/>
                  </a:lnTo>
                  <a:lnTo>
                    <a:pt x="72390" y="70866"/>
                  </a:lnTo>
                  <a:lnTo>
                    <a:pt x="71628" y="71628"/>
                  </a:lnTo>
                  <a:lnTo>
                    <a:pt x="67056" y="67056"/>
                  </a:lnTo>
                  <a:lnTo>
                    <a:pt x="67818" y="64008"/>
                  </a:lnTo>
                  <a:lnTo>
                    <a:pt x="67056" y="56388"/>
                  </a:lnTo>
                  <a:lnTo>
                    <a:pt x="77724" y="12954"/>
                  </a:lnTo>
                  <a:lnTo>
                    <a:pt x="91440" y="1524"/>
                  </a:lnTo>
                  <a:lnTo>
                    <a:pt x="97536" y="0"/>
                  </a:lnTo>
                  <a:lnTo>
                    <a:pt x="98298" y="6096"/>
                  </a:lnTo>
                  <a:lnTo>
                    <a:pt x="99822" y="10668"/>
                  </a:lnTo>
                  <a:lnTo>
                    <a:pt x="101798" y="21764"/>
                  </a:lnTo>
                  <a:lnTo>
                    <a:pt x="102488" y="33147"/>
                  </a:lnTo>
                  <a:lnTo>
                    <a:pt x="102608" y="44529"/>
                  </a:lnTo>
                  <a:lnTo>
                    <a:pt x="102870" y="55626"/>
                  </a:lnTo>
                  <a:lnTo>
                    <a:pt x="102465" y="63174"/>
                  </a:lnTo>
                  <a:lnTo>
                    <a:pt x="101917" y="71437"/>
                  </a:lnTo>
                  <a:lnTo>
                    <a:pt x="102227" y="79414"/>
                  </a:lnTo>
                  <a:lnTo>
                    <a:pt x="104394" y="86106"/>
                  </a:lnTo>
                  <a:lnTo>
                    <a:pt x="109477" y="89963"/>
                  </a:lnTo>
                  <a:lnTo>
                    <a:pt x="115919" y="90678"/>
                  </a:lnTo>
                  <a:lnTo>
                    <a:pt x="122503" y="89106"/>
                  </a:lnTo>
                  <a:lnTo>
                    <a:pt x="128016" y="86106"/>
                  </a:lnTo>
                  <a:lnTo>
                    <a:pt x="135636" y="78486"/>
                  </a:lnTo>
                  <a:lnTo>
                    <a:pt x="138684" y="76200"/>
                  </a:lnTo>
                  <a:lnTo>
                    <a:pt x="142494" y="7010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6671309" y="5564671"/>
              <a:ext cx="56515" cy="31750"/>
            </a:xfrm>
            <a:custGeom>
              <a:rect b="b" l="l" r="r" t="t"/>
              <a:pathLst>
                <a:path extrusionOk="0" h="31750" w="56515">
                  <a:moveTo>
                    <a:pt x="2285" y="26884"/>
                  </a:moveTo>
                  <a:lnTo>
                    <a:pt x="14608" y="30479"/>
                  </a:lnTo>
                  <a:lnTo>
                    <a:pt x="23717" y="31646"/>
                  </a:lnTo>
                  <a:lnTo>
                    <a:pt x="32396" y="29670"/>
                  </a:lnTo>
                  <a:lnTo>
                    <a:pt x="43433" y="23836"/>
                  </a:lnTo>
                  <a:lnTo>
                    <a:pt x="48005" y="21550"/>
                  </a:lnTo>
                  <a:lnTo>
                    <a:pt x="56387" y="13168"/>
                  </a:lnTo>
                  <a:lnTo>
                    <a:pt x="50291" y="7072"/>
                  </a:lnTo>
                  <a:lnTo>
                    <a:pt x="41945" y="2905"/>
                  </a:lnTo>
                  <a:lnTo>
                    <a:pt x="30956" y="595"/>
                  </a:lnTo>
                  <a:lnTo>
                    <a:pt x="19538" y="0"/>
                  </a:lnTo>
                  <a:lnTo>
                    <a:pt x="9905" y="976"/>
                  </a:lnTo>
                  <a:lnTo>
                    <a:pt x="3047" y="2500"/>
                  </a:lnTo>
                  <a:lnTo>
                    <a:pt x="0" y="5548"/>
                  </a:lnTo>
                  <a:lnTo>
                    <a:pt x="0" y="1164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6765035" y="5551931"/>
              <a:ext cx="60325" cy="107950"/>
            </a:xfrm>
            <a:custGeom>
              <a:rect b="b" l="l" r="r" t="t"/>
              <a:pathLst>
                <a:path extrusionOk="0" h="107950" w="60325">
                  <a:moveTo>
                    <a:pt x="38861" y="13716"/>
                  </a:moveTo>
                  <a:lnTo>
                    <a:pt x="32873" y="8036"/>
                  </a:lnTo>
                  <a:lnTo>
                    <a:pt x="26955" y="3143"/>
                  </a:lnTo>
                  <a:lnTo>
                    <a:pt x="20323" y="107"/>
                  </a:lnTo>
                  <a:lnTo>
                    <a:pt x="12191" y="0"/>
                  </a:lnTo>
                  <a:lnTo>
                    <a:pt x="2285" y="1524"/>
                  </a:lnTo>
                  <a:lnTo>
                    <a:pt x="761" y="10668"/>
                  </a:lnTo>
                  <a:lnTo>
                    <a:pt x="0" y="19050"/>
                  </a:lnTo>
                  <a:lnTo>
                    <a:pt x="916" y="29206"/>
                  </a:lnTo>
                  <a:lnTo>
                    <a:pt x="26669" y="58447"/>
                  </a:lnTo>
                  <a:lnTo>
                    <a:pt x="36385" y="64293"/>
                  </a:lnTo>
                  <a:lnTo>
                    <a:pt x="45815" y="70568"/>
                  </a:lnTo>
                  <a:lnTo>
                    <a:pt x="54101" y="78486"/>
                  </a:lnTo>
                  <a:lnTo>
                    <a:pt x="60197" y="85344"/>
                  </a:lnTo>
                  <a:lnTo>
                    <a:pt x="53339" y="90678"/>
                  </a:lnTo>
                  <a:lnTo>
                    <a:pt x="13715" y="106680"/>
                  </a:lnTo>
                  <a:lnTo>
                    <a:pt x="6095" y="107442"/>
                  </a:lnTo>
                  <a:lnTo>
                    <a:pt x="7619" y="106680"/>
                  </a:lnTo>
                  <a:lnTo>
                    <a:pt x="6095" y="10058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6852665" y="5536691"/>
              <a:ext cx="43815" cy="107950"/>
            </a:xfrm>
            <a:custGeom>
              <a:rect b="b" l="l" r="r" t="t"/>
              <a:pathLst>
                <a:path extrusionOk="0" h="107950" w="43815">
                  <a:moveTo>
                    <a:pt x="35814" y="14477"/>
                  </a:moveTo>
                  <a:lnTo>
                    <a:pt x="35814" y="10667"/>
                  </a:lnTo>
                  <a:lnTo>
                    <a:pt x="35814" y="6857"/>
                  </a:lnTo>
                  <a:lnTo>
                    <a:pt x="35814" y="3047"/>
                  </a:lnTo>
                  <a:lnTo>
                    <a:pt x="28956" y="761"/>
                  </a:lnTo>
                  <a:lnTo>
                    <a:pt x="762" y="25907"/>
                  </a:lnTo>
                  <a:lnTo>
                    <a:pt x="1202" y="34385"/>
                  </a:lnTo>
                  <a:lnTo>
                    <a:pt x="27051" y="63436"/>
                  </a:lnTo>
                  <a:lnTo>
                    <a:pt x="33242" y="68246"/>
                  </a:lnTo>
                  <a:lnTo>
                    <a:pt x="38862" y="73913"/>
                  </a:lnTo>
                  <a:lnTo>
                    <a:pt x="42672" y="77723"/>
                  </a:lnTo>
                  <a:lnTo>
                    <a:pt x="43434" y="86105"/>
                  </a:lnTo>
                  <a:lnTo>
                    <a:pt x="1524" y="107441"/>
                  </a:lnTo>
                  <a:lnTo>
                    <a:pt x="762" y="105917"/>
                  </a:lnTo>
                  <a:lnTo>
                    <a:pt x="0" y="9677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6934199" y="5545835"/>
              <a:ext cx="17779" cy="85725"/>
            </a:xfrm>
            <a:custGeom>
              <a:rect b="b" l="l" r="r" t="t"/>
              <a:pathLst>
                <a:path extrusionOk="0" h="85725" w="17779">
                  <a:moveTo>
                    <a:pt x="0" y="0"/>
                  </a:moveTo>
                  <a:lnTo>
                    <a:pt x="15240" y="37337"/>
                  </a:lnTo>
                  <a:lnTo>
                    <a:pt x="17490" y="73342"/>
                  </a:lnTo>
                  <a:lnTo>
                    <a:pt x="17526" y="8534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6945629" y="5503925"/>
              <a:ext cx="22859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6995552" y="5549645"/>
              <a:ext cx="48259" cy="97789"/>
            </a:xfrm>
            <a:custGeom>
              <a:rect b="b" l="l" r="r" t="t"/>
              <a:pathLst>
                <a:path extrusionOk="0" h="97789" w="48259">
                  <a:moveTo>
                    <a:pt x="7227" y="17526"/>
                  </a:moveTo>
                  <a:lnTo>
                    <a:pt x="0" y="59817"/>
                  </a:lnTo>
                  <a:lnTo>
                    <a:pt x="273" y="67818"/>
                  </a:lnTo>
                  <a:lnTo>
                    <a:pt x="1547" y="75819"/>
                  </a:lnTo>
                  <a:lnTo>
                    <a:pt x="4179" y="83820"/>
                  </a:lnTo>
                  <a:lnTo>
                    <a:pt x="7227" y="89916"/>
                  </a:lnTo>
                  <a:lnTo>
                    <a:pt x="14847" y="97536"/>
                  </a:lnTo>
                  <a:lnTo>
                    <a:pt x="23229" y="94488"/>
                  </a:lnTo>
                  <a:lnTo>
                    <a:pt x="46077" y="53911"/>
                  </a:lnTo>
                  <a:lnTo>
                    <a:pt x="47767" y="31432"/>
                  </a:lnTo>
                  <a:lnTo>
                    <a:pt x="45327" y="21336"/>
                  </a:lnTo>
                  <a:lnTo>
                    <a:pt x="41588" y="15359"/>
                  </a:lnTo>
                  <a:lnTo>
                    <a:pt x="36564" y="10668"/>
                  </a:lnTo>
                  <a:lnTo>
                    <a:pt x="30968" y="6548"/>
                  </a:lnTo>
                  <a:lnTo>
                    <a:pt x="25515" y="2286"/>
                  </a:lnTo>
                  <a:lnTo>
                    <a:pt x="24753" y="1524"/>
                  </a:lnTo>
                  <a:lnTo>
                    <a:pt x="23991" y="762"/>
                  </a:lnTo>
                  <a:lnTo>
                    <a:pt x="22467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7079741" y="5512986"/>
              <a:ext cx="96520" cy="109854"/>
            </a:xfrm>
            <a:custGeom>
              <a:rect b="b" l="l" r="r" t="t"/>
              <a:pathLst>
                <a:path extrusionOk="0" h="109854" w="96520">
                  <a:moveTo>
                    <a:pt x="0" y="41231"/>
                  </a:moveTo>
                  <a:lnTo>
                    <a:pt x="1821" y="47529"/>
                  </a:lnTo>
                  <a:lnTo>
                    <a:pt x="3714" y="53899"/>
                  </a:lnTo>
                  <a:lnTo>
                    <a:pt x="5464" y="60412"/>
                  </a:lnTo>
                  <a:lnTo>
                    <a:pt x="6858" y="67139"/>
                  </a:lnTo>
                  <a:lnTo>
                    <a:pt x="7620" y="72473"/>
                  </a:lnTo>
                  <a:lnTo>
                    <a:pt x="8382" y="78569"/>
                  </a:lnTo>
                  <a:lnTo>
                    <a:pt x="9144" y="83903"/>
                  </a:lnTo>
                  <a:lnTo>
                    <a:pt x="9144" y="86189"/>
                  </a:lnTo>
                  <a:lnTo>
                    <a:pt x="9144" y="87713"/>
                  </a:lnTo>
                  <a:lnTo>
                    <a:pt x="6858" y="83141"/>
                  </a:lnTo>
                  <a:lnTo>
                    <a:pt x="6096" y="75521"/>
                  </a:lnTo>
                  <a:lnTo>
                    <a:pt x="6096" y="67901"/>
                  </a:lnTo>
                  <a:lnTo>
                    <a:pt x="6012" y="56399"/>
                  </a:lnTo>
                  <a:lnTo>
                    <a:pt x="19514" y="16382"/>
                  </a:lnTo>
                  <a:lnTo>
                    <a:pt x="50887" y="0"/>
                  </a:lnTo>
                  <a:lnTo>
                    <a:pt x="59435" y="940"/>
                  </a:lnTo>
                  <a:lnTo>
                    <a:pt x="90773" y="30182"/>
                  </a:lnTo>
                  <a:lnTo>
                    <a:pt x="96297" y="67972"/>
                  </a:lnTo>
                  <a:lnTo>
                    <a:pt x="94869" y="78759"/>
                  </a:lnTo>
                  <a:lnTo>
                    <a:pt x="91725" y="89261"/>
                  </a:lnTo>
                  <a:lnTo>
                    <a:pt x="86868" y="99905"/>
                  </a:lnTo>
                  <a:lnTo>
                    <a:pt x="83820" y="106001"/>
                  </a:lnTo>
                  <a:lnTo>
                    <a:pt x="83820" y="107525"/>
                  </a:lnTo>
                  <a:lnTo>
                    <a:pt x="80010" y="109811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74" name="Google Shape;3974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52536" y="5344489"/>
            <a:ext cx="254904" cy="218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5" name="Google Shape;3975;p38"/>
          <p:cNvGrpSpPr/>
          <p:nvPr/>
        </p:nvGrpSpPr>
        <p:grpSpPr>
          <a:xfrm>
            <a:off x="7866859" y="5214752"/>
            <a:ext cx="711643" cy="287448"/>
            <a:chOff x="8029205" y="5336286"/>
            <a:chExt cx="632066" cy="239680"/>
          </a:xfrm>
        </p:grpSpPr>
        <p:sp>
          <p:nvSpPr>
            <p:cNvPr id="3976" name="Google Shape;3976;p38"/>
            <p:cNvSpPr/>
            <p:nvPr/>
          </p:nvSpPr>
          <p:spPr>
            <a:xfrm>
              <a:off x="8029205" y="5464206"/>
              <a:ext cx="133350" cy="111760"/>
            </a:xfrm>
            <a:custGeom>
              <a:rect b="b" l="l" r="r" t="t"/>
              <a:pathLst>
                <a:path extrusionOk="0" h="111760" w="133350">
                  <a:moveTo>
                    <a:pt x="86856" y="4667"/>
                  </a:moveTo>
                  <a:lnTo>
                    <a:pt x="73759" y="1583"/>
                  </a:lnTo>
                  <a:lnTo>
                    <a:pt x="61519" y="0"/>
                  </a:lnTo>
                  <a:lnTo>
                    <a:pt x="49565" y="1131"/>
                  </a:lnTo>
                  <a:lnTo>
                    <a:pt x="15228" y="24955"/>
                  </a:lnTo>
                  <a:lnTo>
                    <a:pt x="0" y="65008"/>
                  </a:lnTo>
                  <a:lnTo>
                    <a:pt x="654" y="78581"/>
                  </a:lnTo>
                  <a:lnTo>
                    <a:pt x="5167" y="91011"/>
                  </a:lnTo>
                  <a:lnTo>
                    <a:pt x="14466" y="101441"/>
                  </a:lnTo>
                  <a:lnTo>
                    <a:pt x="28979" y="108608"/>
                  </a:lnTo>
                  <a:lnTo>
                    <a:pt x="45993" y="111347"/>
                  </a:lnTo>
                  <a:lnTo>
                    <a:pt x="63436" y="110656"/>
                  </a:lnTo>
                  <a:lnTo>
                    <a:pt x="79236" y="107537"/>
                  </a:lnTo>
                  <a:lnTo>
                    <a:pt x="94868" y="102060"/>
                  </a:lnTo>
                  <a:lnTo>
                    <a:pt x="108858" y="94011"/>
                  </a:lnTo>
                  <a:lnTo>
                    <a:pt x="121562" y="83962"/>
                  </a:lnTo>
                  <a:lnTo>
                    <a:pt x="133338" y="7248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8138921" y="5407914"/>
              <a:ext cx="32384" cy="139064"/>
            </a:xfrm>
            <a:custGeom>
              <a:rect b="b" l="l" r="r" t="t"/>
              <a:pathLst>
                <a:path extrusionOk="0" h="139064" w="32384">
                  <a:moveTo>
                    <a:pt x="13716" y="27431"/>
                  </a:moveTo>
                  <a:lnTo>
                    <a:pt x="10394" y="20252"/>
                  </a:lnTo>
                  <a:lnTo>
                    <a:pt x="7143" y="13430"/>
                  </a:lnTo>
                  <a:lnTo>
                    <a:pt x="3750" y="6750"/>
                  </a:lnTo>
                  <a:lnTo>
                    <a:pt x="0" y="0"/>
                  </a:lnTo>
                  <a:lnTo>
                    <a:pt x="523" y="8905"/>
                  </a:lnTo>
                  <a:lnTo>
                    <a:pt x="1905" y="17525"/>
                  </a:lnTo>
                  <a:lnTo>
                    <a:pt x="3857" y="26146"/>
                  </a:lnTo>
                  <a:lnTo>
                    <a:pt x="6096" y="35051"/>
                  </a:lnTo>
                  <a:lnTo>
                    <a:pt x="9513" y="50363"/>
                  </a:lnTo>
                  <a:lnTo>
                    <a:pt x="12858" y="65531"/>
                  </a:lnTo>
                  <a:lnTo>
                    <a:pt x="16061" y="80700"/>
                  </a:lnTo>
                  <a:lnTo>
                    <a:pt x="19050" y="96011"/>
                  </a:lnTo>
                  <a:lnTo>
                    <a:pt x="21609" y="106858"/>
                  </a:lnTo>
                  <a:lnTo>
                    <a:pt x="24669" y="117633"/>
                  </a:lnTo>
                  <a:lnTo>
                    <a:pt x="28158" y="128266"/>
                  </a:lnTo>
                  <a:lnTo>
                    <a:pt x="32004" y="13868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8199286" y="5464302"/>
              <a:ext cx="78104" cy="97154"/>
            </a:xfrm>
            <a:custGeom>
              <a:rect b="b" l="l" r="r" t="t"/>
              <a:pathLst>
                <a:path extrusionOk="0" h="97154" w="78104">
                  <a:moveTo>
                    <a:pt x="47077" y="48768"/>
                  </a:moveTo>
                  <a:lnTo>
                    <a:pt x="45886" y="40445"/>
                  </a:lnTo>
                  <a:lnTo>
                    <a:pt x="44410" y="32480"/>
                  </a:lnTo>
                  <a:lnTo>
                    <a:pt x="42362" y="24657"/>
                  </a:lnTo>
                  <a:lnTo>
                    <a:pt x="39457" y="16764"/>
                  </a:lnTo>
                  <a:lnTo>
                    <a:pt x="37933" y="12192"/>
                  </a:lnTo>
                  <a:lnTo>
                    <a:pt x="35647" y="2286"/>
                  </a:lnTo>
                  <a:lnTo>
                    <a:pt x="30313" y="0"/>
                  </a:lnTo>
                  <a:lnTo>
                    <a:pt x="25145" y="1345"/>
                  </a:lnTo>
                  <a:lnTo>
                    <a:pt x="20407" y="6762"/>
                  </a:lnTo>
                  <a:lnTo>
                    <a:pt x="16811" y="13180"/>
                  </a:lnTo>
                  <a:lnTo>
                    <a:pt x="15073" y="17526"/>
                  </a:lnTo>
                  <a:lnTo>
                    <a:pt x="9810" y="29908"/>
                  </a:lnTo>
                  <a:lnTo>
                    <a:pt x="5548" y="42862"/>
                  </a:lnTo>
                  <a:lnTo>
                    <a:pt x="2428" y="56102"/>
                  </a:lnTo>
                  <a:lnTo>
                    <a:pt x="595" y="69342"/>
                  </a:lnTo>
                  <a:lnTo>
                    <a:pt x="0" y="77593"/>
                  </a:lnTo>
                  <a:lnTo>
                    <a:pt x="404" y="85629"/>
                  </a:lnTo>
                  <a:lnTo>
                    <a:pt x="3381" y="92380"/>
                  </a:lnTo>
                  <a:lnTo>
                    <a:pt x="10501" y="96774"/>
                  </a:lnTo>
                  <a:lnTo>
                    <a:pt x="19085" y="96976"/>
                  </a:lnTo>
                  <a:lnTo>
                    <a:pt x="26598" y="93821"/>
                  </a:lnTo>
                  <a:lnTo>
                    <a:pt x="49839" y="63627"/>
                  </a:lnTo>
                  <a:lnTo>
                    <a:pt x="59269" y="28956"/>
                  </a:lnTo>
                  <a:lnTo>
                    <a:pt x="60031" y="22860"/>
                  </a:lnTo>
                  <a:lnTo>
                    <a:pt x="59840" y="32111"/>
                  </a:lnTo>
                  <a:lnTo>
                    <a:pt x="59650" y="41433"/>
                  </a:lnTo>
                  <a:lnTo>
                    <a:pt x="60031" y="50613"/>
                  </a:lnTo>
                  <a:lnTo>
                    <a:pt x="61555" y="59436"/>
                  </a:lnTo>
                  <a:lnTo>
                    <a:pt x="64162" y="66782"/>
                  </a:lnTo>
                  <a:lnTo>
                    <a:pt x="67556" y="73056"/>
                  </a:lnTo>
                  <a:lnTo>
                    <a:pt x="71949" y="78616"/>
                  </a:lnTo>
                  <a:lnTo>
                    <a:pt x="77557" y="8382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8292083" y="5438394"/>
              <a:ext cx="67945" cy="107950"/>
            </a:xfrm>
            <a:custGeom>
              <a:rect b="b" l="l" r="r" t="t"/>
              <a:pathLst>
                <a:path extrusionOk="0" h="107950" w="67945">
                  <a:moveTo>
                    <a:pt x="43433" y="6095"/>
                  </a:moveTo>
                  <a:lnTo>
                    <a:pt x="33563" y="1904"/>
                  </a:lnTo>
                  <a:lnTo>
                    <a:pt x="26193" y="0"/>
                  </a:lnTo>
                  <a:lnTo>
                    <a:pt x="20395" y="2666"/>
                  </a:lnTo>
                  <a:lnTo>
                    <a:pt x="15239" y="12191"/>
                  </a:lnTo>
                  <a:lnTo>
                    <a:pt x="13180" y="20490"/>
                  </a:lnTo>
                  <a:lnTo>
                    <a:pt x="11906" y="30575"/>
                  </a:lnTo>
                  <a:lnTo>
                    <a:pt x="11918" y="40802"/>
                  </a:lnTo>
                  <a:lnTo>
                    <a:pt x="37826" y="69889"/>
                  </a:lnTo>
                  <a:lnTo>
                    <a:pt x="64007" y="80009"/>
                  </a:lnTo>
                  <a:lnTo>
                    <a:pt x="67817" y="86867"/>
                  </a:lnTo>
                  <a:lnTo>
                    <a:pt x="62555" y="92118"/>
                  </a:lnTo>
                  <a:lnTo>
                    <a:pt x="55435" y="95726"/>
                  </a:lnTo>
                  <a:lnTo>
                    <a:pt x="47458" y="98333"/>
                  </a:lnTo>
                  <a:lnTo>
                    <a:pt x="39623" y="100583"/>
                  </a:lnTo>
                  <a:lnTo>
                    <a:pt x="31337" y="103250"/>
                  </a:lnTo>
                  <a:lnTo>
                    <a:pt x="21907" y="105917"/>
                  </a:lnTo>
                  <a:lnTo>
                    <a:pt x="12191" y="107441"/>
                  </a:lnTo>
                  <a:lnTo>
                    <a:pt x="3047" y="106679"/>
                  </a:lnTo>
                  <a:lnTo>
                    <a:pt x="761" y="103631"/>
                  </a:lnTo>
                  <a:lnTo>
                    <a:pt x="0" y="102107"/>
                  </a:lnTo>
                  <a:lnTo>
                    <a:pt x="1523" y="9905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8390655" y="5452872"/>
              <a:ext cx="75565" cy="93345"/>
            </a:xfrm>
            <a:custGeom>
              <a:rect b="b" l="l" r="r" t="t"/>
              <a:pathLst>
                <a:path extrusionOk="0" h="93345" w="75565">
                  <a:moveTo>
                    <a:pt x="17252" y="0"/>
                  </a:moveTo>
                  <a:lnTo>
                    <a:pt x="10167" y="6179"/>
                  </a:lnTo>
                  <a:lnTo>
                    <a:pt x="3440" y="13430"/>
                  </a:lnTo>
                  <a:lnTo>
                    <a:pt x="0" y="21967"/>
                  </a:lnTo>
                  <a:lnTo>
                    <a:pt x="2774" y="32004"/>
                  </a:lnTo>
                  <a:lnTo>
                    <a:pt x="40874" y="50291"/>
                  </a:lnTo>
                  <a:lnTo>
                    <a:pt x="57447" y="54578"/>
                  </a:lnTo>
                  <a:lnTo>
                    <a:pt x="65734" y="57471"/>
                  </a:lnTo>
                  <a:lnTo>
                    <a:pt x="72878" y="61721"/>
                  </a:lnTo>
                  <a:lnTo>
                    <a:pt x="73640" y="62483"/>
                  </a:lnTo>
                  <a:lnTo>
                    <a:pt x="74402" y="64007"/>
                  </a:lnTo>
                  <a:lnTo>
                    <a:pt x="75164" y="64769"/>
                  </a:lnTo>
                  <a:lnTo>
                    <a:pt x="71032" y="70389"/>
                  </a:lnTo>
                  <a:lnTo>
                    <a:pt x="64972" y="74866"/>
                  </a:lnTo>
                  <a:lnTo>
                    <a:pt x="57912" y="78485"/>
                  </a:lnTo>
                  <a:lnTo>
                    <a:pt x="50780" y="81533"/>
                  </a:lnTo>
                  <a:lnTo>
                    <a:pt x="42064" y="85463"/>
                  </a:lnTo>
                  <a:lnTo>
                    <a:pt x="33063" y="88963"/>
                  </a:lnTo>
                  <a:lnTo>
                    <a:pt x="23776" y="91606"/>
                  </a:lnTo>
                  <a:lnTo>
                    <a:pt x="14204" y="92964"/>
                  </a:lnTo>
                  <a:lnTo>
                    <a:pt x="11156" y="92964"/>
                  </a:lnTo>
                  <a:lnTo>
                    <a:pt x="10394" y="92964"/>
                  </a:lnTo>
                  <a:lnTo>
                    <a:pt x="10394" y="9067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8507729" y="5456682"/>
              <a:ext cx="13334" cy="59689"/>
            </a:xfrm>
            <a:custGeom>
              <a:rect b="b" l="l" r="r" t="t"/>
              <a:pathLst>
                <a:path extrusionOk="0" h="59689" w="13334">
                  <a:moveTo>
                    <a:pt x="0" y="0"/>
                  </a:moveTo>
                  <a:lnTo>
                    <a:pt x="2024" y="9477"/>
                  </a:lnTo>
                  <a:lnTo>
                    <a:pt x="3619" y="18668"/>
                  </a:lnTo>
                  <a:lnTo>
                    <a:pt x="4929" y="27860"/>
                  </a:lnTo>
                  <a:lnTo>
                    <a:pt x="6096" y="37338"/>
                  </a:lnTo>
                  <a:lnTo>
                    <a:pt x="6858" y="42672"/>
                  </a:lnTo>
                  <a:lnTo>
                    <a:pt x="6858" y="51053"/>
                  </a:lnTo>
                  <a:lnTo>
                    <a:pt x="9144" y="57150"/>
                  </a:lnTo>
                  <a:lnTo>
                    <a:pt x="10668" y="58674"/>
                  </a:lnTo>
                  <a:lnTo>
                    <a:pt x="10668" y="59436"/>
                  </a:lnTo>
                  <a:lnTo>
                    <a:pt x="12954" y="58674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8485631" y="5368290"/>
              <a:ext cx="12700" cy="20954"/>
            </a:xfrm>
            <a:custGeom>
              <a:rect b="b" l="l" r="r" t="t"/>
              <a:pathLst>
                <a:path extrusionOk="0" h="20954" w="12700">
                  <a:moveTo>
                    <a:pt x="12192" y="20573"/>
                  </a:moveTo>
                  <a:lnTo>
                    <a:pt x="6858" y="12191"/>
                  </a:lnTo>
                  <a:lnTo>
                    <a:pt x="3810" y="6857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8570975" y="5355336"/>
              <a:ext cx="45720" cy="167639"/>
            </a:xfrm>
            <a:custGeom>
              <a:rect b="b" l="l" r="r" t="t"/>
              <a:pathLst>
                <a:path extrusionOk="0" h="167639" w="45720">
                  <a:moveTo>
                    <a:pt x="8381" y="167639"/>
                  </a:moveTo>
                  <a:lnTo>
                    <a:pt x="7941" y="156198"/>
                  </a:lnTo>
                  <a:lnTo>
                    <a:pt x="7715" y="144684"/>
                  </a:lnTo>
                  <a:lnTo>
                    <a:pt x="7631" y="133028"/>
                  </a:lnTo>
                  <a:lnTo>
                    <a:pt x="7619" y="121157"/>
                  </a:lnTo>
                  <a:lnTo>
                    <a:pt x="6798" y="104012"/>
                  </a:lnTo>
                  <a:lnTo>
                    <a:pt x="5619" y="86867"/>
                  </a:lnTo>
                  <a:lnTo>
                    <a:pt x="4298" y="69722"/>
                  </a:lnTo>
                  <a:lnTo>
                    <a:pt x="3047" y="52577"/>
                  </a:lnTo>
                  <a:lnTo>
                    <a:pt x="2047" y="41147"/>
                  </a:lnTo>
                  <a:lnTo>
                    <a:pt x="1333" y="29717"/>
                  </a:lnTo>
                  <a:lnTo>
                    <a:pt x="904" y="18287"/>
                  </a:lnTo>
                  <a:lnTo>
                    <a:pt x="761" y="6857"/>
                  </a:lnTo>
                  <a:lnTo>
                    <a:pt x="761" y="3809"/>
                  </a:lnTo>
                  <a:lnTo>
                    <a:pt x="0" y="3047"/>
                  </a:lnTo>
                  <a:lnTo>
                    <a:pt x="761" y="761"/>
                  </a:lnTo>
                  <a:lnTo>
                    <a:pt x="8381" y="0"/>
                  </a:lnTo>
                  <a:lnTo>
                    <a:pt x="15239" y="0"/>
                  </a:lnTo>
                  <a:lnTo>
                    <a:pt x="22097" y="1523"/>
                  </a:lnTo>
                  <a:lnTo>
                    <a:pt x="28253" y="3500"/>
                  </a:lnTo>
                  <a:lnTo>
                    <a:pt x="34194" y="5905"/>
                  </a:lnTo>
                  <a:lnTo>
                    <a:pt x="39993" y="8596"/>
                  </a:lnTo>
                  <a:lnTo>
                    <a:pt x="45719" y="1142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8562593" y="5431476"/>
              <a:ext cx="98425" cy="67310"/>
            </a:xfrm>
            <a:custGeom>
              <a:rect b="b" l="l" r="r" t="t"/>
              <a:pathLst>
                <a:path extrusionOk="0" h="67310" w="98425">
                  <a:moveTo>
                    <a:pt x="0" y="17585"/>
                  </a:moveTo>
                  <a:lnTo>
                    <a:pt x="13930" y="14680"/>
                  </a:lnTo>
                  <a:lnTo>
                    <a:pt x="27432" y="10918"/>
                  </a:lnTo>
                  <a:lnTo>
                    <a:pt x="40933" y="6869"/>
                  </a:lnTo>
                  <a:lnTo>
                    <a:pt x="54864" y="3107"/>
                  </a:lnTo>
                  <a:lnTo>
                    <a:pt x="61424" y="1690"/>
                  </a:lnTo>
                  <a:lnTo>
                    <a:pt x="69056" y="345"/>
                  </a:lnTo>
                  <a:lnTo>
                    <a:pt x="76831" y="0"/>
                  </a:lnTo>
                  <a:lnTo>
                    <a:pt x="83820" y="1583"/>
                  </a:lnTo>
                  <a:lnTo>
                    <a:pt x="98393" y="41588"/>
                  </a:lnTo>
                  <a:lnTo>
                    <a:pt x="98381" y="49018"/>
                  </a:lnTo>
                  <a:lnTo>
                    <a:pt x="98298" y="56447"/>
                  </a:lnTo>
                  <a:lnTo>
                    <a:pt x="98298" y="60257"/>
                  </a:lnTo>
                  <a:lnTo>
                    <a:pt x="98298" y="63305"/>
                  </a:lnTo>
                  <a:lnTo>
                    <a:pt x="98298" y="67115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8640317" y="5336286"/>
              <a:ext cx="20954" cy="28575"/>
            </a:xfrm>
            <a:custGeom>
              <a:rect b="b" l="l" r="r" t="t"/>
              <a:pathLst>
                <a:path extrusionOk="0" h="28575" w="20954">
                  <a:moveTo>
                    <a:pt x="20574" y="28193"/>
                  </a:moveTo>
                  <a:lnTo>
                    <a:pt x="15859" y="23848"/>
                  </a:lnTo>
                  <a:lnTo>
                    <a:pt x="9144" y="17430"/>
                  </a:lnTo>
                  <a:lnTo>
                    <a:pt x="3000" y="10298"/>
                  </a:lnTo>
                  <a:lnTo>
                    <a:pt x="0" y="3809"/>
                  </a:lnTo>
                  <a:lnTo>
                    <a:pt x="0" y="2285"/>
                  </a:lnTo>
                  <a:lnTo>
                    <a:pt x="0" y="1523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86" name="Google Shape;3986;p38"/>
          <p:cNvGrpSpPr/>
          <p:nvPr/>
        </p:nvGrpSpPr>
        <p:grpSpPr>
          <a:xfrm>
            <a:off x="8654362" y="5179594"/>
            <a:ext cx="665855" cy="272007"/>
            <a:chOff x="8728648" y="5306971"/>
            <a:chExt cx="591398" cy="226805"/>
          </a:xfrm>
        </p:grpSpPr>
        <p:pic>
          <p:nvPicPr>
            <p:cNvPr id="3987" name="Google Shape;3987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728648" y="5340858"/>
              <a:ext cx="477908" cy="1929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88" name="Google Shape;3988;p3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36176" y="5306971"/>
              <a:ext cx="83870" cy="143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9" name="Google Shape;3989;p38"/>
            <p:cNvSpPr/>
            <p:nvPr/>
          </p:nvSpPr>
          <p:spPr>
            <a:xfrm>
              <a:off x="9293351" y="5517642"/>
              <a:ext cx="0" cy="6985"/>
            </a:xfrm>
            <a:custGeom>
              <a:rect b="b" l="l" r="r" t="t"/>
              <a:pathLst>
                <a:path extrusionOk="0" h="6985" w="120000">
                  <a:moveTo>
                    <a:pt x="0" y="6857"/>
                  </a:moveTo>
                  <a:lnTo>
                    <a:pt x="0" y="4571"/>
                  </a:lnTo>
                  <a:lnTo>
                    <a:pt x="0" y="2285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93" name="Shape 3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" name="Google Shape;39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30882"/>
            <a:ext cx="3343680" cy="3201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5" name="Google Shape;3995;p39"/>
          <p:cNvGrpSpPr/>
          <p:nvPr/>
        </p:nvGrpSpPr>
        <p:grpSpPr>
          <a:xfrm>
            <a:off x="4536922" y="1822678"/>
            <a:ext cx="5021964" cy="3710228"/>
            <a:chOff x="4536922" y="1822678"/>
            <a:chExt cx="5021964" cy="3710228"/>
          </a:xfrm>
        </p:grpSpPr>
        <p:grpSp>
          <p:nvGrpSpPr>
            <p:cNvPr id="3996" name="Google Shape;3996;p39"/>
            <p:cNvGrpSpPr/>
            <p:nvPr/>
          </p:nvGrpSpPr>
          <p:grpSpPr>
            <a:xfrm>
              <a:off x="8332444" y="4585690"/>
              <a:ext cx="265988" cy="197551"/>
              <a:chOff x="8332444" y="4585690"/>
              <a:chExt cx="265988" cy="197551"/>
            </a:xfrm>
          </p:grpSpPr>
          <p:pic>
            <p:nvPicPr>
              <p:cNvPr id="3997" name="Google Shape;3997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332444" y="4585690"/>
                <a:ext cx="150926" cy="1975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98" name="Google Shape;3998;p3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509228" y="4641316"/>
                <a:ext cx="89204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99" name="Google Shape;3999;p39"/>
            <p:cNvGrpSpPr/>
            <p:nvPr/>
          </p:nvGrpSpPr>
          <p:grpSpPr>
            <a:xfrm>
              <a:off x="8644890" y="4585607"/>
              <a:ext cx="334448" cy="208886"/>
              <a:chOff x="8644890" y="4585607"/>
              <a:chExt cx="334448" cy="208886"/>
            </a:xfrm>
          </p:grpSpPr>
          <p:sp>
            <p:nvSpPr>
              <p:cNvPr id="4000" name="Google Shape;4000;p39"/>
              <p:cNvSpPr/>
              <p:nvPr/>
            </p:nvSpPr>
            <p:spPr>
              <a:xfrm>
                <a:off x="8644890" y="4687824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8288"/>
                    </a:lnTo>
                    <a:lnTo>
                      <a:pt x="5333" y="22860"/>
                    </a:lnTo>
                    <a:lnTo>
                      <a:pt x="17525" y="22860"/>
                    </a:lnTo>
                    <a:lnTo>
                      <a:pt x="22859" y="18288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01" name="Google Shape;4001;p3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694859" y="4585607"/>
                <a:ext cx="284479" cy="2088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02" name="Google Shape;4002;p39"/>
            <p:cNvGrpSpPr/>
            <p:nvPr/>
          </p:nvGrpSpPr>
          <p:grpSpPr>
            <a:xfrm>
              <a:off x="9275064" y="4520946"/>
              <a:ext cx="166624" cy="150368"/>
              <a:chOff x="9275064" y="4520946"/>
              <a:chExt cx="166624" cy="150368"/>
            </a:xfrm>
          </p:grpSpPr>
          <p:sp>
            <p:nvSpPr>
              <p:cNvPr id="4003" name="Google Shape;4003;p39"/>
              <p:cNvSpPr/>
              <p:nvPr/>
            </p:nvSpPr>
            <p:spPr>
              <a:xfrm>
                <a:off x="9300972" y="4577334"/>
                <a:ext cx="17780" cy="93980"/>
              </a:xfrm>
              <a:custGeom>
                <a:rect b="b" l="l" r="r" t="t"/>
                <a:pathLst>
                  <a:path extrusionOk="0" h="93979" w="17779">
                    <a:moveTo>
                      <a:pt x="0" y="0"/>
                    </a:moveTo>
                    <a:lnTo>
                      <a:pt x="7620" y="48006"/>
                    </a:lnTo>
                    <a:lnTo>
                      <a:pt x="12477" y="67437"/>
                    </a:lnTo>
                    <a:lnTo>
                      <a:pt x="14799" y="77152"/>
                    </a:lnTo>
                    <a:lnTo>
                      <a:pt x="16764" y="86868"/>
                    </a:lnTo>
                    <a:lnTo>
                      <a:pt x="16764" y="90678"/>
                    </a:lnTo>
                    <a:lnTo>
                      <a:pt x="17526" y="91440"/>
                    </a:lnTo>
                    <a:lnTo>
                      <a:pt x="17526" y="937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4" name="Google Shape;4004;p39"/>
              <p:cNvSpPr/>
              <p:nvPr/>
            </p:nvSpPr>
            <p:spPr>
              <a:xfrm>
                <a:off x="9275064" y="4520946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4572"/>
                    </a:moveTo>
                    <a:lnTo>
                      <a:pt x="0" y="17526"/>
                    </a:lnTo>
                    <a:lnTo>
                      <a:pt x="5334" y="22860"/>
                    </a:lnTo>
                    <a:lnTo>
                      <a:pt x="18288" y="22860"/>
                    </a:lnTo>
                    <a:lnTo>
                      <a:pt x="23622" y="17526"/>
                    </a:lnTo>
                    <a:lnTo>
                      <a:pt x="23622" y="11430"/>
                    </a:lnTo>
                    <a:lnTo>
                      <a:pt x="23622" y="4572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4572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5" name="Google Shape;4005;p39"/>
              <p:cNvSpPr/>
              <p:nvPr/>
            </p:nvSpPr>
            <p:spPr>
              <a:xfrm>
                <a:off x="9348978" y="4546092"/>
                <a:ext cx="92710" cy="110489"/>
              </a:xfrm>
              <a:custGeom>
                <a:rect b="b" l="l" r="r" t="t"/>
                <a:pathLst>
                  <a:path extrusionOk="0" h="110489" w="92709">
                    <a:moveTo>
                      <a:pt x="67055" y="21336"/>
                    </a:moveTo>
                    <a:lnTo>
                      <a:pt x="64222" y="15001"/>
                    </a:lnTo>
                    <a:lnTo>
                      <a:pt x="60959" y="8382"/>
                    </a:lnTo>
                    <a:lnTo>
                      <a:pt x="56554" y="2905"/>
                    </a:lnTo>
                    <a:lnTo>
                      <a:pt x="50291" y="0"/>
                    </a:lnTo>
                    <a:lnTo>
                      <a:pt x="43612" y="1726"/>
                    </a:lnTo>
                    <a:lnTo>
                      <a:pt x="30956" y="41529"/>
                    </a:lnTo>
                    <a:lnTo>
                      <a:pt x="31611" y="52197"/>
                    </a:lnTo>
                    <a:lnTo>
                      <a:pt x="65912" y="80045"/>
                    </a:lnTo>
                    <a:lnTo>
                      <a:pt x="83057" y="83820"/>
                    </a:lnTo>
                    <a:lnTo>
                      <a:pt x="87629" y="84582"/>
                    </a:lnTo>
                    <a:lnTo>
                      <a:pt x="92201" y="86868"/>
                    </a:lnTo>
                    <a:lnTo>
                      <a:pt x="88165" y="91678"/>
                    </a:lnTo>
                    <a:lnTo>
                      <a:pt x="81629" y="95059"/>
                    </a:lnTo>
                    <a:lnTo>
                      <a:pt x="34099" y="107442"/>
                    </a:lnTo>
                    <a:lnTo>
                      <a:pt x="17335" y="109466"/>
                    </a:lnTo>
                    <a:lnTo>
                      <a:pt x="0" y="11049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6" name="Google Shape;4006;p39"/>
            <p:cNvGrpSpPr/>
            <p:nvPr/>
          </p:nvGrpSpPr>
          <p:grpSpPr>
            <a:xfrm>
              <a:off x="8563330" y="4901184"/>
              <a:ext cx="691184" cy="233292"/>
              <a:chOff x="8563330" y="4901184"/>
              <a:chExt cx="691184" cy="233292"/>
            </a:xfrm>
          </p:grpSpPr>
          <p:pic>
            <p:nvPicPr>
              <p:cNvPr id="4007" name="Google Shape;4007;p3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8563330" y="4992217"/>
                <a:ext cx="87680" cy="1406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08" name="Google Shape;4008;p3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8673058" y="4959070"/>
                <a:ext cx="326663" cy="1754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9" name="Google Shape;4009;p39"/>
              <p:cNvSpPr/>
              <p:nvPr/>
            </p:nvSpPr>
            <p:spPr>
              <a:xfrm>
                <a:off x="8964930" y="4901184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7526"/>
                    </a:lnTo>
                    <a:lnTo>
                      <a:pt x="4571" y="22860"/>
                    </a:lnTo>
                    <a:lnTo>
                      <a:pt x="17525" y="22860"/>
                    </a:lnTo>
                    <a:lnTo>
                      <a:pt x="22859" y="17526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10" name="Google Shape;4010;p3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9031198" y="4917948"/>
                <a:ext cx="223316" cy="1440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11" name="Google Shape;4011;p3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06864" y="4852390"/>
              <a:ext cx="152022" cy="14635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12" name="Google Shape;4012;p39"/>
            <p:cNvGrpSpPr/>
            <p:nvPr/>
          </p:nvGrpSpPr>
          <p:grpSpPr>
            <a:xfrm>
              <a:off x="4536922" y="1822678"/>
              <a:ext cx="4927879" cy="3710228"/>
              <a:chOff x="4536922" y="1822678"/>
              <a:chExt cx="4927879" cy="3710228"/>
            </a:xfrm>
          </p:grpSpPr>
          <p:pic>
            <p:nvPicPr>
              <p:cNvPr id="4013" name="Google Shape;4013;p39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8681666" y="5367502"/>
                <a:ext cx="428068" cy="1654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14" name="Google Shape;4014;p39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9138259" y="5341594"/>
                <a:ext cx="326542" cy="1334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15" name="Google Shape;4015;p39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4536922" y="1822678"/>
                <a:ext cx="4298730" cy="36858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19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0" name="Google Shape;4020;p40"/>
          <p:cNvGrpSpPr/>
          <p:nvPr/>
        </p:nvGrpSpPr>
        <p:grpSpPr>
          <a:xfrm>
            <a:off x="2987546" y="2024608"/>
            <a:ext cx="5821960" cy="3918501"/>
            <a:chOff x="3806190" y="2024608"/>
            <a:chExt cx="5003316" cy="2639618"/>
          </a:xfrm>
        </p:grpSpPr>
        <p:pic>
          <p:nvPicPr>
            <p:cNvPr id="4021" name="Google Shape;4021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4774" y="2157958"/>
              <a:ext cx="131114" cy="1885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22" name="Google Shape;4022;p40"/>
            <p:cNvGrpSpPr/>
            <p:nvPr/>
          </p:nvGrpSpPr>
          <p:grpSpPr>
            <a:xfrm>
              <a:off x="4323587" y="2140182"/>
              <a:ext cx="254533" cy="163343"/>
              <a:chOff x="4323587" y="2140182"/>
              <a:chExt cx="254533" cy="163343"/>
            </a:xfrm>
          </p:grpSpPr>
          <p:sp>
            <p:nvSpPr>
              <p:cNvPr id="4023" name="Google Shape;4023;p40"/>
              <p:cNvSpPr/>
              <p:nvPr/>
            </p:nvSpPr>
            <p:spPr>
              <a:xfrm>
                <a:off x="4323587" y="2185415"/>
                <a:ext cx="10795" cy="118110"/>
              </a:xfrm>
              <a:custGeom>
                <a:rect b="b" l="l" r="r" t="t"/>
                <a:pathLst>
                  <a:path extrusionOk="0" h="118110" w="10795">
                    <a:moveTo>
                      <a:pt x="0" y="0"/>
                    </a:moveTo>
                    <a:lnTo>
                      <a:pt x="1262" y="10287"/>
                    </a:lnTo>
                    <a:lnTo>
                      <a:pt x="2667" y="20574"/>
                    </a:lnTo>
                    <a:lnTo>
                      <a:pt x="4071" y="30861"/>
                    </a:lnTo>
                    <a:lnTo>
                      <a:pt x="7798" y="77152"/>
                    </a:lnTo>
                    <a:lnTo>
                      <a:pt x="8382" y="89154"/>
                    </a:lnTo>
                    <a:lnTo>
                      <a:pt x="8846" y="96464"/>
                    </a:lnTo>
                    <a:lnTo>
                      <a:pt x="9239" y="103632"/>
                    </a:lnTo>
                    <a:lnTo>
                      <a:pt x="9775" y="110799"/>
                    </a:lnTo>
                    <a:lnTo>
                      <a:pt x="10668" y="11811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24" name="Google Shape;4024;p4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379188" y="2140182"/>
                <a:ext cx="198932" cy="1542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25" name="Google Shape;4025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26076" y="2113714"/>
              <a:ext cx="371906" cy="18297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26" name="Google Shape;4026;p40"/>
            <p:cNvGrpSpPr/>
            <p:nvPr/>
          </p:nvGrpSpPr>
          <p:grpSpPr>
            <a:xfrm>
              <a:off x="5280634" y="2055088"/>
              <a:ext cx="792531" cy="201980"/>
              <a:chOff x="5280634" y="2055088"/>
              <a:chExt cx="792531" cy="201980"/>
            </a:xfrm>
          </p:grpSpPr>
          <p:pic>
            <p:nvPicPr>
              <p:cNvPr id="4027" name="Google Shape;4027;p4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280634" y="2081377"/>
                <a:ext cx="86966" cy="17569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28" name="Google Shape;4028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407781" y="2062291"/>
                <a:ext cx="461358" cy="1751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29" name="Google Shape;4029;p4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5890032" y="2055088"/>
                <a:ext cx="183133" cy="1648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30" name="Google Shape;4030;p40"/>
            <p:cNvGrpSpPr/>
            <p:nvPr/>
          </p:nvGrpSpPr>
          <p:grpSpPr>
            <a:xfrm>
              <a:off x="6297167" y="2024608"/>
              <a:ext cx="870991" cy="166395"/>
              <a:chOff x="6297167" y="2024608"/>
              <a:chExt cx="870991" cy="166395"/>
            </a:xfrm>
          </p:grpSpPr>
          <p:sp>
            <p:nvSpPr>
              <p:cNvPr id="4031" name="Google Shape;4031;p40"/>
              <p:cNvSpPr/>
              <p:nvPr/>
            </p:nvSpPr>
            <p:spPr>
              <a:xfrm>
                <a:off x="6297167" y="2068829"/>
                <a:ext cx="40640" cy="116205"/>
              </a:xfrm>
              <a:custGeom>
                <a:rect b="b" l="l" r="r" t="t"/>
                <a:pathLst>
                  <a:path extrusionOk="0" h="116205" w="40639">
                    <a:moveTo>
                      <a:pt x="40386" y="0"/>
                    </a:moveTo>
                    <a:lnTo>
                      <a:pt x="29718" y="50292"/>
                    </a:lnTo>
                    <a:lnTo>
                      <a:pt x="17240" y="77247"/>
                    </a:lnTo>
                    <a:lnTo>
                      <a:pt x="10965" y="90475"/>
                    </a:lnTo>
                    <a:lnTo>
                      <a:pt x="5334" y="103632"/>
                    </a:lnTo>
                    <a:lnTo>
                      <a:pt x="2286" y="110489"/>
                    </a:lnTo>
                    <a:lnTo>
                      <a:pt x="2286" y="112014"/>
                    </a:lnTo>
                    <a:lnTo>
                      <a:pt x="0" y="11582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2" name="Google Shape;4032;p40"/>
              <p:cNvSpPr/>
              <p:nvPr/>
            </p:nvSpPr>
            <p:spPr>
              <a:xfrm>
                <a:off x="6342125" y="2058923"/>
                <a:ext cx="38100" cy="132080"/>
              </a:xfrm>
              <a:custGeom>
                <a:rect b="b" l="l" r="r" t="t"/>
                <a:pathLst>
                  <a:path extrusionOk="0" h="132080" w="38100">
                    <a:moveTo>
                      <a:pt x="0" y="0"/>
                    </a:moveTo>
                    <a:lnTo>
                      <a:pt x="18109" y="35683"/>
                    </a:lnTo>
                    <a:lnTo>
                      <a:pt x="31146" y="74771"/>
                    </a:lnTo>
                    <a:lnTo>
                      <a:pt x="37909" y="116586"/>
                    </a:lnTo>
                    <a:lnTo>
                      <a:pt x="38076" y="124277"/>
                    </a:lnTo>
                    <a:lnTo>
                      <a:pt x="38100" y="13182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3" name="Google Shape;4033;p40"/>
              <p:cNvSpPr/>
              <p:nvPr/>
            </p:nvSpPr>
            <p:spPr>
              <a:xfrm>
                <a:off x="6304787" y="2120645"/>
                <a:ext cx="102870" cy="44450"/>
              </a:xfrm>
              <a:custGeom>
                <a:rect b="b" l="l" r="r" t="t"/>
                <a:pathLst>
                  <a:path extrusionOk="0" h="44450" w="102870">
                    <a:moveTo>
                      <a:pt x="0" y="44196"/>
                    </a:moveTo>
                    <a:lnTo>
                      <a:pt x="14418" y="37719"/>
                    </a:lnTo>
                    <a:lnTo>
                      <a:pt x="29051" y="31813"/>
                    </a:lnTo>
                    <a:lnTo>
                      <a:pt x="43826" y="26193"/>
                    </a:lnTo>
                    <a:lnTo>
                      <a:pt x="58674" y="20574"/>
                    </a:lnTo>
                    <a:lnTo>
                      <a:pt x="69973" y="15859"/>
                    </a:lnTo>
                    <a:lnTo>
                      <a:pt x="81057" y="10858"/>
                    </a:lnTo>
                    <a:lnTo>
                      <a:pt x="91999" y="5572"/>
                    </a:lnTo>
                    <a:lnTo>
                      <a:pt x="10287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4" name="Google Shape;4034;p40"/>
              <p:cNvSpPr/>
              <p:nvPr/>
            </p:nvSpPr>
            <p:spPr>
              <a:xfrm>
                <a:off x="6430351" y="2056637"/>
                <a:ext cx="62230" cy="119380"/>
              </a:xfrm>
              <a:custGeom>
                <a:rect b="b" l="l" r="r" t="t"/>
                <a:pathLst>
                  <a:path extrusionOk="0" h="119380" w="62229">
                    <a:moveTo>
                      <a:pt x="3214" y="0"/>
                    </a:moveTo>
                    <a:lnTo>
                      <a:pt x="1666" y="11203"/>
                    </a:lnTo>
                    <a:lnTo>
                      <a:pt x="547" y="22193"/>
                    </a:lnTo>
                    <a:lnTo>
                      <a:pt x="0" y="33325"/>
                    </a:lnTo>
                    <a:lnTo>
                      <a:pt x="166" y="44958"/>
                    </a:lnTo>
                    <a:lnTo>
                      <a:pt x="440" y="60864"/>
                    </a:lnTo>
                    <a:lnTo>
                      <a:pt x="642" y="77343"/>
                    </a:lnTo>
                    <a:lnTo>
                      <a:pt x="1559" y="93821"/>
                    </a:lnTo>
                    <a:lnTo>
                      <a:pt x="3976" y="109728"/>
                    </a:lnTo>
                    <a:lnTo>
                      <a:pt x="6262" y="118872"/>
                    </a:lnTo>
                    <a:lnTo>
                      <a:pt x="12358" y="118872"/>
                    </a:lnTo>
                    <a:lnTo>
                      <a:pt x="20740" y="118872"/>
                    </a:lnTo>
                    <a:lnTo>
                      <a:pt x="31670" y="117693"/>
                    </a:lnTo>
                    <a:lnTo>
                      <a:pt x="41886" y="114585"/>
                    </a:lnTo>
                    <a:lnTo>
                      <a:pt x="51816" y="110192"/>
                    </a:lnTo>
                    <a:lnTo>
                      <a:pt x="61888" y="10515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5" name="Google Shape;4035;p40"/>
              <p:cNvSpPr/>
              <p:nvPr/>
            </p:nvSpPr>
            <p:spPr>
              <a:xfrm>
                <a:off x="6510230" y="2055875"/>
                <a:ext cx="88900" cy="124460"/>
              </a:xfrm>
              <a:custGeom>
                <a:rect b="b" l="l" r="r" t="t"/>
                <a:pathLst>
                  <a:path extrusionOk="0" h="124460" w="88900">
                    <a:moveTo>
                      <a:pt x="42207" y="0"/>
                    </a:moveTo>
                    <a:lnTo>
                      <a:pt x="8679" y="28194"/>
                    </a:lnTo>
                    <a:lnTo>
                      <a:pt x="0" y="64412"/>
                    </a:lnTo>
                    <a:lnTo>
                      <a:pt x="297" y="76962"/>
                    </a:lnTo>
                    <a:lnTo>
                      <a:pt x="31575" y="105453"/>
                    </a:lnTo>
                    <a:lnTo>
                      <a:pt x="40207" y="104870"/>
                    </a:lnTo>
                    <a:lnTo>
                      <a:pt x="59971" y="76628"/>
                    </a:lnTo>
                    <a:lnTo>
                      <a:pt x="58971" y="70104"/>
                    </a:lnTo>
                    <a:lnTo>
                      <a:pt x="57447" y="64008"/>
                    </a:lnTo>
                    <a:lnTo>
                      <a:pt x="52113" y="60198"/>
                    </a:lnTo>
                    <a:lnTo>
                      <a:pt x="49827" y="54864"/>
                    </a:lnTo>
                    <a:lnTo>
                      <a:pt x="49065" y="54102"/>
                    </a:lnTo>
                    <a:lnTo>
                      <a:pt x="49065" y="53340"/>
                    </a:lnTo>
                    <a:lnTo>
                      <a:pt x="49065" y="52577"/>
                    </a:lnTo>
                    <a:lnTo>
                      <a:pt x="51351" y="51816"/>
                    </a:lnTo>
                    <a:lnTo>
                      <a:pt x="56685" y="51053"/>
                    </a:lnTo>
                    <a:lnTo>
                      <a:pt x="60495" y="51053"/>
                    </a:lnTo>
                    <a:lnTo>
                      <a:pt x="67353" y="49529"/>
                    </a:lnTo>
                    <a:lnTo>
                      <a:pt x="88689" y="76961"/>
                    </a:lnTo>
                    <a:lnTo>
                      <a:pt x="88320" y="84843"/>
                    </a:lnTo>
                    <a:lnTo>
                      <a:pt x="87451" y="92582"/>
                    </a:lnTo>
                    <a:lnTo>
                      <a:pt x="86439" y="100322"/>
                    </a:lnTo>
                    <a:lnTo>
                      <a:pt x="85641" y="108204"/>
                    </a:lnTo>
                    <a:lnTo>
                      <a:pt x="84879" y="113538"/>
                    </a:lnTo>
                    <a:lnTo>
                      <a:pt x="86403" y="120396"/>
                    </a:lnTo>
                    <a:lnTo>
                      <a:pt x="87165" y="12420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40"/>
              <p:cNvSpPr/>
              <p:nvPr/>
            </p:nvSpPr>
            <p:spPr>
              <a:xfrm>
                <a:off x="6630685" y="2096261"/>
                <a:ext cx="48260" cy="67310"/>
              </a:xfrm>
              <a:custGeom>
                <a:rect b="b" l="l" r="r" t="t"/>
                <a:pathLst>
                  <a:path extrusionOk="0" h="67310" w="48259">
                    <a:moveTo>
                      <a:pt x="5572" y="5334"/>
                    </a:moveTo>
                    <a:lnTo>
                      <a:pt x="3143" y="14168"/>
                    </a:lnTo>
                    <a:lnTo>
                      <a:pt x="1000" y="23431"/>
                    </a:lnTo>
                    <a:lnTo>
                      <a:pt x="0" y="32980"/>
                    </a:lnTo>
                    <a:lnTo>
                      <a:pt x="1000" y="42672"/>
                    </a:lnTo>
                    <a:lnTo>
                      <a:pt x="27932" y="66782"/>
                    </a:lnTo>
                    <a:lnTo>
                      <a:pt x="34337" y="65817"/>
                    </a:lnTo>
                    <a:lnTo>
                      <a:pt x="39885" y="62424"/>
                    </a:lnTo>
                    <a:lnTo>
                      <a:pt x="44434" y="56388"/>
                    </a:lnTo>
                    <a:lnTo>
                      <a:pt x="47303" y="48708"/>
                    </a:lnTo>
                    <a:lnTo>
                      <a:pt x="47958" y="40100"/>
                    </a:lnTo>
                    <a:lnTo>
                      <a:pt x="46470" y="31634"/>
                    </a:lnTo>
                    <a:lnTo>
                      <a:pt x="11668" y="3048"/>
                    </a:lnTo>
                    <a:lnTo>
                      <a:pt x="10144" y="1524"/>
                    </a:lnTo>
                    <a:lnTo>
                      <a:pt x="7858" y="762"/>
                    </a:lnTo>
                    <a:lnTo>
                      <a:pt x="557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40"/>
              <p:cNvSpPr/>
              <p:nvPr/>
            </p:nvSpPr>
            <p:spPr>
              <a:xfrm>
                <a:off x="6708647" y="2084831"/>
                <a:ext cx="6350" cy="81915"/>
              </a:xfrm>
              <a:custGeom>
                <a:rect b="b" l="l" r="r" t="t"/>
                <a:pathLst>
                  <a:path extrusionOk="0" h="81914" w="6350">
                    <a:moveTo>
                      <a:pt x="3809" y="0"/>
                    </a:moveTo>
                    <a:lnTo>
                      <a:pt x="4488" y="9024"/>
                    </a:lnTo>
                    <a:lnTo>
                      <a:pt x="5238" y="17907"/>
                    </a:lnTo>
                    <a:lnTo>
                      <a:pt x="5845" y="26789"/>
                    </a:lnTo>
                    <a:lnTo>
                      <a:pt x="6095" y="35814"/>
                    </a:lnTo>
                    <a:lnTo>
                      <a:pt x="6048" y="44838"/>
                    </a:lnTo>
                    <a:lnTo>
                      <a:pt x="5714" y="53721"/>
                    </a:lnTo>
                    <a:lnTo>
                      <a:pt x="4810" y="62603"/>
                    </a:lnTo>
                    <a:lnTo>
                      <a:pt x="3047" y="71628"/>
                    </a:lnTo>
                    <a:lnTo>
                      <a:pt x="1523" y="76962"/>
                    </a:lnTo>
                    <a:lnTo>
                      <a:pt x="1523" y="78486"/>
                    </a:lnTo>
                    <a:lnTo>
                      <a:pt x="0" y="8153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8" name="Google Shape;4038;p40"/>
              <p:cNvSpPr/>
              <p:nvPr/>
            </p:nvSpPr>
            <p:spPr>
              <a:xfrm>
                <a:off x="6702551" y="2064793"/>
                <a:ext cx="98425" cy="76200"/>
              </a:xfrm>
              <a:custGeom>
                <a:rect b="b" l="l" r="r" t="t"/>
                <a:pathLst>
                  <a:path extrusionOk="0" h="76200" w="98425">
                    <a:moveTo>
                      <a:pt x="0" y="16990"/>
                    </a:moveTo>
                    <a:lnTo>
                      <a:pt x="5965" y="7298"/>
                    </a:lnTo>
                    <a:lnTo>
                      <a:pt x="11715" y="2321"/>
                    </a:lnTo>
                    <a:lnTo>
                      <a:pt x="19609" y="488"/>
                    </a:lnTo>
                    <a:lnTo>
                      <a:pt x="32003" y="226"/>
                    </a:lnTo>
                    <a:lnTo>
                      <a:pt x="40564" y="0"/>
                    </a:lnTo>
                    <a:lnTo>
                      <a:pt x="49625" y="130"/>
                    </a:lnTo>
                    <a:lnTo>
                      <a:pt x="58257" y="1833"/>
                    </a:lnTo>
                    <a:lnTo>
                      <a:pt x="65532" y="6322"/>
                    </a:lnTo>
                    <a:lnTo>
                      <a:pt x="69222" y="13084"/>
                    </a:lnTo>
                    <a:lnTo>
                      <a:pt x="68770" y="20990"/>
                    </a:lnTo>
                    <a:lnTo>
                      <a:pt x="39969" y="55518"/>
                    </a:lnTo>
                    <a:lnTo>
                      <a:pt x="32004" y="61186"/>
                    </a:lnTo>
                    <a:lnTo>
                      <a:pt x="26670" y="64996"/>
                    </a:lnTo>
                    <a:lnTo>
                      <a:pt x="28956" y="62710"/>
                    </a:lnTo>
                    <a:lnTo>
                      <a:pt x="26670" y="66520"/>
                    </a:lnTo>
                    <a:lnTo>
                      <a:pt x="33528" y="69568"/>
                    </a:lnTo>
                    <a:lnTo>
                      <a:pt x="40386" y="70330"/>
                    </a:lnTo>
                    <a:lnTo>
                      <a:pt x="48006" y="71092"/>
                    </a:lnTo>
                    <a:lnTo>
                      <a:pt x="60579" y="72663"/>
                    </a:lnTo>
                    <a:lnTo>
                      <a:pt x="73152" y="73949"/>
                    </a:lnTo>
                    <a:lnTo>
                      <a:pt x="85725" y="74949"/>
                    </a:lnTo>
                    <a:lnTo>
                      <a:pt x="98298" y="7566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40"/>
              <p:cNvSpPr/>
              <p:nvPr/>
            </p:nvSpPr>
            <p:spPr>
              <a:xfrm>
                <a:off x="6827519" y="2063495"/>
                <a:ext cx="24765" cy="76200"/>
              </a:xfrm>
              <a:custGeom>
                <a:rect b="b" l="l" r="r" t="t"/>
                <a:pathLst>
                  <a:path extrusionOk="0" h="76200" w="24765">
                    <a:moveTo>
                      <a:pt x="0" y="0"/>
                    </a:moveTo>
                    <a:lnTo>
                      <a:pt x="3405" y="9929"/>
                    </a:lnTo>
                    <a:lnTo>
                      <a:pt x="6667" y="19430"/>
                    </a:lnTo>
                    <a:lnTo>
                      <a:pt x="9644" y="28932"/>
                    </a:lnTo>
                    <a:lnTo>
                      <a:pt x="12192" y="38862"/>
                    </a:lnTo>
                    <a:lnTo>
                      <a:pt x="13692" y="46970"/>
                    </a:lnTo>
                    <a:lnTo>
                      <a:pt x="15049" y="55149"/>
                    </a:lnTo>
                    <a:lnTo>
                      <a:pt x="16692" y="63186"/>
                    </a:lnTo>
                    <a:lnTo>
                      <a:pt x="19050" y="70866"/>
                    </a:lnTo>
                    <a:lnTo>
                      <a:pt x="20574" y="74676"/>
                    </a:lnTo>
                    <a:lnTo>
                      <a:pt x="21336" y="75438"/>
                    </a:lnTo>
                    <a:lnTo>
                      <a:pt x="24384" y="7620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0" name="Google Shape;4040;p40"/>
              <p:cNvSpPr/>
              <p:nvPr/>
            </p:nvSpPr>
            <p:spPr>
              <a:xfrm>
                <a:off x="6875525" y="2049779"/>
                <a:ext cx="54610" cy="100965"/>
              </a:xfrm>
              <a:custGeom>
                <a:rect b="b" l="l" r="r" t="t"/>
                <a:pathLst>
                  <a:path extrusionOk="0" h="100964" w="54609">
                    <a:moveTo>
                      <a:pt x="0" y="12953"/>
                    </a:moveTo>
                    <a:lnTo>
                      <a:pt x="10167" y="10227"/>
                    </a:lnTo>
                    <a:lnTo>
                      <a:pt x="20193" y="7715"/>
                    </a:lnTo>
                    <a:lnTo>
                      <a:pt x="30218" y="5345"/>
                    </a:lnTo>
                    <a:lnTo>
                      <a:pt x="40386" y="3047"/>
                    </a:lnTo>
                    <a:lnTo>
                      <a:pt x="44958" y="1523"/>
                    </a:lnTo>
                    <a:lnTo>
                      <a:pt x="49530" y="761"/>
                    </a:lnTo>
                    <a:lnTo>
                      <a:pt x="54102" y="0"/>
                    </a:lnTo>
                    <a:lnTo>
                      <a:pt x="48006" y="3047"/>
                    </a:lnTo>
                    <a:lnTo>
                      <a:pt x="29718" y="43433"/>
                    </a:lnTo>
                    <a:lnTo>
                      <a:pt x="28670" y="66579"/>
                    </a:lnTo>
                    <a:lnTo>
                      <a:pt x="28967" y="78474"/>
                    </a:lnTo>
                    <a:lnTo>
                      <a:pt x="30480" y="89153"/>
                    </a:lnTo>
                    <a:lnTo>
                      <a:pt x="32004" y="96011"/>
                    </a:lnTo>
                    <a:lnTo>
                      <a:pt x="34290" y="97535"/>
                    </a:lnTo>
                    <a:lnTo>
                      <a:pt x="39624" y="10058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1" name="Google Shape;4041;p40"/>
              <p:cNvSpPr/>
              <p:nvPr/>
            </p:nvSpPr>
            <p:spPr>
              <a:xfrm>
                <a:off x="6970775" y="2042159"/>
                <a:ext cx="12700" cy="96520"/>
              </a:xfrm>
              <a:custGeom>
                <a:rect b="b" l="l" r="r" t="t"/>
                <a:pathLst>
                  <a:path extrusionOk="0" h="96519" w="12700">
                    <a:moveTo>
                      <a:pt x="0" y="0"/>
                    </a:moveTo>
                    <a:lnTo>
                      <a:pt x="8382" y="38100"/>
                    </a:lnTo>
                    <a:lnTo>
                      <a:pt x="9334" y="59055"/>
                    </a:lnTo>
                    <a:lnTo>
                      <a:pt x="9239" y="69603"/>
                    </a:lnTo>
                    <a:lnTo>
                      <a:pt x="9144" y="80010"/>
                    </a:lnTo>
                    <a:lnTo>
                      <a:pt x="9144" y="87630"/>
                    </a:lnTo>
                    <a:lnTo>
                      <a:pt x="8382" y="90678"/>
                    </a:lnTo>
                    <a:lnTo>
                      <a:pt x="12192" y="9601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2" name="Google Shape;4042;p40"/>
              <p:cNvSpPr/>
              <p:nvPr/>
            </p:nvSpPr>
            <p:spPr>
              <a:xfrm>
                <a:off x="7016495" y="2048255"/>
                <a:ext cx="7620" cy="107950"/>
              </a:xfrm>
              <a:custGeom>
                <a:rect b="b" l="l" r="r" t="t"/>
                <a:pathLst>
                  <a:path extrusionOk="0" h="107950" w="7620">
                    <a:moveTo>
                      <a:pt x="6857" y="0"/>
                    </a:moveTo>
                    <a:lnTo>
                      <a:pt x="6953" y="20002"/>
                    </a:lnTo>
                    <a:lnTo>
                      <a:pt x="7048" y="40005"/>
                    </a:lnTo>
                    <a:lnTo>
                      <a:pt x="6857" y="60007"/>
                    </a:lnTo>
                    <a:lnTo>
                      <a:pt x="6095" y="80010"/>
                    </a:lnTo>
                    <a:lnTo>
                      <a:pt x="5893" y="87725"/>
                    </a:lnTo>
                    <a:lnTo>
                      <a:pt x="5048" y="94869"/>
                    </a:lnTo>
                    <a:lnTo>
                      <a:pt x="3202" y="101441"/>
                    </a:lnTo>
                    <a:lnTo>
                      <a:pt x="0" y="10744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40"/>
              <p:cNvSpPr/>
              <p:nvPr/>
            </p:nvSpPr>
            <p:spPr>
              <a:xfrm>
                <a:off x="6983729" y="2087879"/>
                <a:ext cx="41275" cy="11430"/>
              </a:xfrm>
              <a:custGeom>
                <a:rect b="b" l="l" r="r" t="t"/>
                <a:pathLst>
                  <a:path extrusionOk="0" h="11430" w="41275">
                    <a:moveTo>
                      <a:pt x="0" y="11429"/>
                    </a:moveTo>
                    <a:lnTo>
                      <a:pt x="10287" y="8251"/>
                    </a:lnTo>
                    <a:lnTo>
                      <a:pt x="20574" y="5429"/>
                    </a:lnTo>
                    <a:lnTo>
                      <a:pt x="30861" y="2750"/>
                    </a:lnTo>
                    <a:lnTo>
                      <a:pt x="4114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44" name="Google Shape;4044;p4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059142" y="2024608"/>
                <a:ext cx="109016" cy="13644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045" name="Google Shape;4045;p40"/>
            <p:cNvSpPr/>
            <p:nvPr/>
          </p:nvSpPr>
          <p:spPr>
            <a:xfrm>
              <a:off x="4144517" y="2276094"/>
              <a:ext cx="3047365" cy="235585"/>
            </a:xfrm>
            <a:custGeom>
              <a:rect b="b" l="l" r="r" t="t"/>
              <a:pathLst>
                <a:path extrusionOk="0" h="235585" w="3047365">
                  <a:moveTo>
                    <a:pt x="0" y="230124"/>
                  </a:moveTo>
                  <a:lnTo>
                    <a:pt x="15656" y="232886"/>
                  </a:lnTo>
                  <a:lnTo>
                    <a:pt x="30956" y="234505"/>
                  </a:lnTo>
                  <a:lnTo>
                    <a:pt x="46398" y="235267"/>
                  </a:lnTo>
                  <a:lnTo>
                    <a:pt x="62484" y="235458"/>
                  </a:lnTo>
                  <a:lnTo>
                    <a:pt x="92523" y="234803"/>
                  </a:lnTo>
                  <a:lnTo>
                    <a:pt x="122205" y="233076"/>
                  </a:lnTo>
                  <a:lnTo>
                    <a:pt x="151745" y="230635"/>
                  </a:lnTo>
                  <a:lnTo>
                    <a:pt x="181356" y="227838"/>
                  </a:lnTo>
                  <a:lnTo>
                    <a:pt x="224670" y="224409"/>
                  </a:lnTo>
                  <a:lnTo>
                    <a:pt x="267843" y="220980"/>
                  </a:lnTo>
                  <a:lnTo>
                    <a:pt x="311015" y="217551"/>
                  </a:lnTo>
                  <a:lnTo>
                    <a:pt x="354330" y="214122"/>
                  </a:lnTo>
                  <a:lnTo>
                    <a:pt x="403598" y="210573"/>
                  </a:lnTo>
                  <a:lnTo>
                    <a:pt x="453009" y="206883"/>
                  </a:lnTo>
                  <a:lnTo>
                    <a:pt x="502419" y="203192"/>
                  </a:lnTo>
                  <a:lnTo>
                    <a:pt x="551688" y="199644"/>
                  </a:lnTo>
                  <a:lnTo>
                    <a:pt x="604837" y="195786"/>
                  </a:lnTo>
                  <a:lnTo>
                    <a:pt x="657987" y="192214"/>
                  </a:lnTo>
                  <a:lnTo>
                    <a:pt x="711136" y="188928"/>
                  </a:lnTo>
                  <a:lnTo>
                    <a:pt x="764286" y="185928"/>
                  </a:lnTo>
                  <a:lnTo>
                    <a:pt x="818697" y="183201"/>
                  </a:lnTo>
                  <a:lnTo>
                    <a:pt x="873252" y="180689"/>
                  </a:lnTo>
                  <a:lnTo>
                    <a:pt x="927806" y="178319"/>
                  </a:lnTo>
                  <a:lnTo>
                    <a:pt x="982218" y="176022"/>
                  </a:lnTo>
                  <a:lnTo>
                    <a:pt x="1038105" y="173736"/>
                  </a:lnTo>
                  <a:lnTo>
                    <a:pt x="1093851" y="171450"/>
                  </a:lnTo>
                  <a:lnTo>
                    <a:pt x="1149596" y="169164"/>
                  </a:lnTo>
                  <a:lnTo>
                    <a:pt x="1205484" y="166878"/>
                  </a:lnTo>
                  <a:lnTo>
                    <a:pt x="1262193" y="164449"/>
                  </a:lnTo>
                  <a:lnTo>
                    <a:pt x="1319117" y="161734"/>
                  </a:lnTo>
                  <a:lnTo>
                    <a:pt x="1376183" y="158734"/>
                  </a:lnTo>
                  <a:lnTo>
                    <a:pt x="1433322" y="155448"/>
                  </a:lnTo>
                  <a:lnTo>
                    <a:pt x="1480035" y="152899"/>
                  </a:lnTo>
                  <a:lnTo>
                    <a:pt x="1526859" y="149876"/>
                  </a:lnTo>
                  <a:lnTo>
                    <a:pt x="1573718" y="146450"/>
                  </a:lnTo>
                  <a:lnTo>
                    <a:pt x="1620542" y="142695"/>
                  </a:lnTo>
                  <a:lnTo>
                    <a:pt x="1667256" y="138684"/>
                  </a:lnTo>
                  <a:lnTo>
                    <a:pt x="1714347" y="134782"/>
                  </a:lnTo>
                  <a:lnTo>
                    <a:pt x="1761439" y="130515"/>
                  </a:lnTo>
                  <a:lnTo>
                    <a:pt x="1808530" y="126065"/>
                  </a:lnTo>
                  <a:lnTo>
                    <a:pt x="1855622" y="121615"/>
                  </a:lnTo>
                  <a:lnTo>
                    <a:pt x="1902714" y="117348"/>
                  </a:lnTo>
                  <a:lnTo>
                    <a:pt x="1958851" y="112906"/>
                  </a:lnTo>
                  <a:lnTo>
                    <a:pt x="2015204" y="108680"/>
                  </a:lnTo>
                  <a:lnTo>
                    <a:pt x="2071699" y="104596"/>
                  </a:lnTo>
                  <a:lnTo>
                    <a:pt x="2128266" y="100584"/>
                  </a:lnTo>
                  <a:lnTo>
                    <a:pt x="2180844" y="97143"/>
                  </a:lnTo>
                  <a:lnTo>
                    <a:pt x="2233422" y="93630"/>
                  </a:lnTo>
                  <a:lnTo>
                    <a:pt x="2285999" y="89975"/>
                  </a:lnTo>
                  <a:lnTo>
                    <a:pt x="2338578" y="86106"/>
                  </a:lnTo>
                  <a:lnTo>
                    <a:pt x="2389322" y="81843"/>
                  </a:lnTo>
                  <a:lnTo>
                    <a:pt x="2439923" y="77152"/>
                  </a:lnTo>
                  <a:lnTo>
                    <a:pt x="2490525" y="72175"/>
                  </a:lnTo>
                  <a:lnTo>
                    <a:pt x="2541270" y="67056"/>
                  </a:lnTo>
                  <a:lnTo>
                    <a:pt x="2588276" y="61935"/>
                  </a:lnTo>
                  <a:lnTo>
                    <a:pt x="2635136" y="56631"/>
                  </a:lnTo>
                  <a:lnTo>
                    <a:pt x="2681886" y="51145"/>
                  </a:lnTo>
                  <a:lnTo>
                    <a:pt x="2728563" y="45476"/>
                  </a:lnTo>
                  <a:lnTo>
                    <a:pt x="2775204" y="39624"/>
                  </a:lnTo>
                  <a:lnTo>
                    <a:pt x="2814066" y="34932"/>
                  </a:lnTo>
                  <a:lnTo>
                    <a:pt x="2852928" y="30099"/>
                  </a:lnTo>
                  <a:lnTo>
                    <a:pt x="2891790" y="25265"/>
                  </a:lnTo>
                  <a:lnTo>
                    <a:pt x="2930652" y="20574"/>
                  </a:lnTo>
                  <a:lnTo>
                    <a:pt x="2977896" y="13906"/>
                  </a:lnTo>
                  <a:lnTo>
                    <a:pt x="3025140" y="8382"/>
                  </a:lnTo>
                  <a:lnTo>
                    <a:pt x="3032760" y="7620"/>
                  </a:lnTo>
                  <a:lnTo>
                    <a:pt x="3040380" y="6858"/>
                  </a:lnTo>
                  <a:lnTo>
                    <a:pt x="3047238" y="5334"/>
                  </a:lnTo>
                  <a:lnTo>
                    <a:pt x="3030343" y="4929"/>
                  </a:lnTo>
                  <a:lnTo>
                    <a:pt x="3013805" y="3810"/>
                  </a:lnTo>
                  <a:lnTo>
                    <a:pt x="2997410" y="2119"/>
                  </a:lnTo>
                  <a:lnTo>
                    <a:pt x="2980944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40"/>
            <p:cNvSpPr/>
            <p:nvPr/>
          </p:nvSpPr>
          <p:spPr>
            <a:xfrm>
              <a:off x="3806190" y="3129533"/>
              <a:ext cx="37465" cy="41910"/>
            </a:xfrm>
            <a:custGeom>
              <a:rect b="b" l="l" r="r" t="t"/>
              <a:pathLst>
                <a:path extrusionOk="0" h="41910" w="37464">
                  <a:moveTo>
                    <a:pt x="2286" y="22098"/>
                  </a:moveTo>
                  <a:lnTo>
                    <a:pt x="9346" y="19573"/>
                  </a:lnTo>
                  <a:lnTo>
                    <a:pt x="14192" y="18478"/>
                  </a:lnTo>
                  <a:lnTo>
                    <a:pt x="18037" y="19954"/>
                  </a:lnTo>
                  <a:lnTo>
                    <a:pt x="22098" y="25146"/>
                  </a:lnTo>
                  <a:lnTo>
                    <a:pt x="24384" y="28194"/>
                  </a:lnTo>
                  <a:lnTo>
                    <a:pt x="25146" y="35052"/>
                  </a:lnTo>
                  <a:lnTo>
                    <a:pt x="22098" y="38100"/>
                  </a:lnTo>
                  <a:lnTo>
                    <a:pt x="19812" y="41148"/>
                  </a:lnTo>
                  <a:lnTo>
                    <a:pt x="9906" y="41910"/>
                  </a:lnTo>
                  <a:lnTo>
                    <a:pt x="6858" y="41148"/>
                  </a:lnTo>
                  <a:lnTo>
                    <a:pt x="0" y="38100"/>
                  </a:lnTo>
                  <a:lnTo>
                    <a:pt x="762" y="26670"/>
                  </a:lnTo>
                  <a:lnTo>
                    <a:pt x="1524" y="21336"/>
                  </a:lnTo>
                  <a:lnTo>
                    <a:pt x="1524" y="12192"/>
                  </a:lnTo>
                  <a:lnTo>
                    <a:pt x="7620" y="5334"/>
                  </a:lnTo>
                  <a:lnTo>
                    <a:pt x="16764" y="2286"/>
                  </a:lnTo>
                  <a:lnTo>
                    <a:pt x="19812" y="762"/>
                  </a:lnTo>
                  <a:lnTo>
                    <a:pt x="30480" y="0"/>
                  </a:lnTo>
                  <a:lnTo>
                    <a:pt x="33528" y="3048"/>
                  </a:lnTo>
                  <a:lnTo>
                    <a:pt x="37338" y="7620"/>
                  </a:lnTo>
                  <a:lnTo>
                    <a:pt x="34290" y="14478"/>
                  </a:lnTo>
                  <a:lnTo>
                    <a:pt x="32004" y="18288"/>
                  </a:lnTo>
                  <a:lnTo>
                    <a:pt x="29718" y="21336"/>
                  </a:lnTo>
                  <a:lnTo>
                    <a:pt x="23622" y="26670"/>
                  </a:lnTo>
                  <a:lnTo>
                    <a:pt x="19812" y="23622"/>
                  </a:lnTo>
                  <a:lnTo>
                    <a:pt x="17526" y="21336"/>
                  </a:lnTo>
                  <a:lnTo>
                    <a:pt x="17526" y="13716"/>
                  </a:lnTo>
                  <a:lnTo>
                    <a:pt x="18288" y="10668"/>
                  </a:lnTo>
                  <a:lnTo>
                    <a:pt x="19050" y="7620"/>
                  </a:lnTo>
                  <a:lnTo>
                    <a:pt x="18288" y="10668"/>
                  </a:lnTo>
                  <a:lnTo>
                    <a:pt x="20574" y="914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47" name="Google Shape;4047;p40"/>
            <p:cNvGrpSpPr/>
            <p:nvPr/>
          </p:nvGrpSpPr>
          <p:grpSpPr>
            <a:xfrm>
              <a:off x="4205738" y="3014208"/>
              <a:ext cx="507161" cy="228698"/>
              <a:chOff x="4205738" y="3014208"/>
              <a:chExt cx="507161" cy="228698"/>
            </a:xfrm>
          </p:grpSpPr>
          <p:pic>
            <p:nvPicPr>
              <p:cNvPr id="4048" name="Google Shape;4048;p40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205738" y="3014208"/>
                <a:ext cx="211601" cy="22869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49" name="Google Shape;4049;p40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437100" y="3063428"/>
                <a:ext cx="275799" cy="1248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50" name="Google Shape;4050;p40"/>
            <p:cNvGrpSpPr/>
            <p:nvPr/>
          </p:nvGrpSpPr>
          <p:grpSpPr>
            <a:xfrm>
              <a:off x="5293588" y="2980918"/>
              <a:ext cx="448106" cy="215696"/>
              <a:chOff x="5293588" y="2980918"/>
              <a:chExt cx="448106" cy="215696"/>
            </a:xfrm>
          </p:grpSpPr>
          <p:pic>
            <p:nvPicPr>
              <p:cNvPr id="4051" name="Google Shape;4051;p4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293588" y="2980918"/>
                <a:ext cx="109016" cy="1814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52" name="Google Shape;4052;p4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427700" y="3063976"/>
                <a:ext cx="313994" cy="1326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53" name="Google Shape;4053;p4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804128" y="3099028"/>
              <a:ext cx="73202" cy="1181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4" name="Google Shape;4054;p4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368008" y="2876619"/>
              <a:ext cx="370382" cy="20493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5" name="Google Shape;4055;p40"/>
            <p:cNvGrpSpPr/>
            <p:nvPr/>
          </p:nvGrpSpPr>
          <p:grpSpPr>
            <a:xfrm>
              <a:off x="7080478" y="2728696"/>
              <a:ext cx="154736" cy="278180"/>
              <a:chOff x="7080478" y="2728696"/>
              <a:chExt cx="154736" cy="278180"/>
            </a:xfrm>
          </p:grpSpPr>
          <p:pic>
            <p:nvPicPr>
              <p:cNvPr id="4056" name="Google Shape;4056;p4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080478" y="2858236"/>
                <a:ext cx="116636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57" name="Google Shape;4057;p40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155916" y="2728696"/>
                <a:ext cx="79298" cy="9225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58" name="Google Shape;4058;p40"/>
            <p:cNvGrpSpPr/>
            <p:nvPr/>
          </p:nvGrpSpPr>
          <p:grpSpPr>
            <a:xfrm>
              <a:off x="7450836" y="2814040"/>
              <a:ext cx="344448" cy="133400"/>
              <a:chOff x="7450836" y="2814040"/>
              <a:chExt cx="344448" cy="133400"/>
            </a:xfrm>
          </p:grpSpPr>
          <p:sp>
            <p:nvSpPr>
              <p:cNvPr id="4059" name="Google Shape;4059;p40"/>
              <p:cNvSpPr/>
              <p:nvPr/>
            </p:nvSpPr>
            <p:spPr>
              <a:xfrm>
                <a:off x="7450836" y="2887218"/>
                <a:ext cx="76200" cy="26034"/>
              </a:xfrm>
              <a:custGeom>
                <a:rect b="b" l="l" r="r" t="t"/>
                <a:pathLst>
                  <a:path extrusionOk="0" h="26035" w="76200">
                    <a:moveTo>
                      <a:pt x="0" y="25908"/>
                    </a:moveTo>
                    <a:lnTo>
                      <a:pt x="11906" y="20800"/>
                    </a:lnTo>
                    <a:lnTo>
                      <a:pt x="23812" y="15906"/>
                    </a:lnTo>
                    <a:lnTo>
                      <a:pt x="36004" y="11441"/>
                    </a:lnTo>
                    <a:lnTo>
                      <a:pt x="48767" y="7620"/>
                    </a:lnTo>
                    <a:lnTo>
                      <a:pt x="55626" y="5464"/>
                    </a:lnTo>
                    <a:lnTo>
                      <a:pt x="62484" y="3524"/>
                    </a:lnTo>
                    <a:lnTo>
                      <a:pt x="69342" y="1726"/>
                    </a:lnTo>
                    <a:lnTo>
                      <a:pt x="7620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60" name="Google Shape;4060;p40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569682" y="2814040"/>
                <a:ext cx="225602" cy="133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61" name="Google Shape;4061;p40"/>
            <p:cNvGrpSpPr/>
            <p:nvPr/>
          </p:nvGrpSpPr>
          <p:grpSpPr>
            <a:xfrm>
              <a:off x="8078651" y="2737840"/>
              <a:ext cx="621889" cy="178525"/>
              <a:chOff x="8078651" y="2737840"/>
              <a:chExt cx="621889" cy="178525"/>
            </a:xfrm>
          </p:grpSpPr>
          <p:pic>
            <p:nvPicPr>
              <p:cNvPr id="4062" name="Google Shape;4062;p40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8078651" y="2765272"/>
                <a:ext cx="224888" cy="15109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63" name="Google Shape;4063;p40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323300" y="2769082"/>
                <a:ext cx="74250" cy="1257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64" name="Google Shape;4064;p40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424646" y="2737840"/>
                <a:ext cx="275894" cy="1366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65" name="Google Shape;4065;p40"/>
            <p:cNvGrpSpPr/>
            <p:nvPr/>
          </p:nvGrpSpPr>
          <p:grpSpPr>
            <a:xfrm>
              <a:off x="4882896" y="3553205"/>
              <a:ext cx="458749" cy="275590"/>
              <a:chOff x="4882896" y="3553205"/>
              <a:chExt cx="458749" cy="275590"/>
            </a:xfrm>
          </p:grpSpPr>
          <p:sp>
            <p:nvSpPr>
              <p:cNvPr id="4066" name="Google Shape;4066;p40"/>
              <p:cNvSpPr/>
              <p:nvPr/>
            </p:nvSpPr>
            <p:spPr>
              <a:xfrm>
                <a:off x="4882896" y="3553205"/>
                <a:ext cx="103505" cy="275590"/>
              </a:xfrm>
              <a:custGeom>
                <a:rect b="b" l="l" r="r" t="t"/>
                <a:pathLst>
                  <a:path extrusionOk="0" h="275589" w="103504">
                    <a:moveTo>
                      <a:pt x="0" y="0"/>
                    </a:moveTo>
                    <a:lnTo>
                      <a:pt x="2786" y="20323"/>
                    </a:lnTo>
                    <a:lnTo>
                      <a:pt x="6286" y="40290"/>
                    </a:lnTo>
                    <a:lnTo>
                      <a:pt x="10072" y="60114"/>
                    </a:lnTo>
                    <a:lnTo>
                      <a:pt x="13716" y="80010"/>
                    </a:lnTo>
                    <a:lnTo>
                      <a:pt x="18573" y="107572"/>
                    </a:lnTo>
                    <a:lnTo>
                      <a:pt x="22860" y="135350"/>
                    </a:lnTo>
                    <a:lnTo>
                      <a:pt x="26574" y="163270"/>
                    </a:lnTo>
                    <a:lnTo>
                      <a:pt x="29718" y="191262"/>
                    </a:lnTo>
                    <a:lnTo>
                      <a:pt x="31849" y="209228"/>
                    </a:lnTo>
                    <a:lnTo>
                      <a:pt x="33623" y="227552"/>
                    </a:lnTo>
                    <a:lnTo>
                      <a:pt x="34968" y="246018"/>
                    </a:lnTo>
                    <a:lnTo>
                      <a:pt x="35814" y="264414"/>
                    </a:lnTo>
                    <a:lnTo>
                      <a:pt x="35814" y="270510"/>
                    </a:lnTo>
                    <a:lnTo>
                      <a:pt x="35814" y="272034"/>
                    </a:lnTo>
                    <a:lnTo>
                      <a:pt x="27884" y="233934"/>
                    </a:lnTo>
                    <a:lnTo>
                      <a:pt x="21526" y="173355"/>
                    </a:lnTo>
                    <a:lnTo>
                      <a:pt x="20978" y="149494"/>
                    </a:lnTo>
                    <a:lnTo>
                      <a:pt x="22860" y="126492"/>
                    </a:lnTo>
                    <a:lnTo>
                      <a:pt x="52578" y="91439"/>
                    </a:lnTo>
                    <a:lnTo>
                      <a:pt x="63055" y="90618"/>
                    </a:lnTo>
                    <a:lnTo>
                      <a:pt x="73533" y="91725"/>
                    </a:lnTo>
                    <a:lnTo>
                      <a:pt x="103131" y="125872"/>
                    </a:lnTo>
                    <a:lnTo>
                      <a:pt x="102108" y="134873"/>
                    </a:lnTo>
                    <a:lnTo>
                      <a:pt x="73914" y="173735"/>
                    </a:lnTo>
                    <a:lnTo>
                      <a:pt x="48768" y="18440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67" name="Google Shape;4067;p40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5007838" y="3635476"/>
                <a:ext cx="117398" cy="892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8" name="Google Shape;4068;p40"/>
              <p:cNvSpPr/>
              <p:nvPr/>
            </p:nvSpPr>
            <p:spPr>
              <a:xfrm>
                <a:off x="5077206" y="3582161"/>
                <a:ext cx="22860" cy="24130"/>
              </a:xfrm>
              <a:custGeom>
                <a:rect b="b" l="l" r="r" t="t"/>
                <a:pathLst>
                  <a:path extrusionOk="0" h="24129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3621"/>
                    </a:lnTo>
                    <a:lnTo>
                      <a:pt x="17526" y="23621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69" name="Google Shape;4069;p40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5148868" y="3556228"/>
                <a:ext cx="192777" cy="150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70" name="Google Shape;4070;p40"/>
            <p:cNvGrpSpPr/>
            <p:nvPr/>
          </p:nvGrpSpPr>
          <p:grpSpPr>
            <a:xfrm>
              <a:off x="5609081" y="3558540"/>
              <a:ext cx="136525" cy="142779"/>
              <a:chOff x="5609081" y="3558540"/>
              <a:chExt cx="136525" cy="142779"/>
            </a:xfrm>
          </p:grpSpPr>
          <p:sp>
            <p:nvSpPr>
              <p:cNvPr id="4071" name="Google Shape;4071;p40"/>
              <p:cNvSpPr/>
              <p:nvPr/>
            </p:nvSpPr>
            <p:spPr>
              <a:xfrm>
                <a:off x="5631179" y="3558540"/>
                <a:ext cx="5080" cy="124460"/>
              </a:xfrm>
              <a:custGeom>
                <a:rect b="b" l="l" r="r" t="t"/>
                <a:pathLst>
                  <a:path extrusionOk="0" h="124460" w="5079">
                    <a:moveTo>
                      <a:pt x="2286" y="0"/>
                    </a:moveTo>
                    <a:lnTo>
                      <a:pt x="964" y="19883"/>
                    </a:lnTo>
                    <a:lnTo>
                      <a:pt x="285" y="39624"/>
                    </a:lnTo>
                    <a:lnTo>
                      <a:pt x="35" y="59364"/>
                    </a:lnTo>
                    <a:lnTo>
                      <a:pt x="0" y="79248"/>
                    </a:lnTo>
                    <a:lnTo>
                      <a:pt x="285" y="90558"/>
                    </a:lnTo>
                    <a:lnTo>
                      <a:pt x="1143" y="101727"/>
                    </a:lnTo>
                    <a:lnTo>
                      <a:pt x="2571" y="112895"/>
                    </a:lnTo>
                    <a:lnTo>
                      <a:pt x="4572" y="124205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2" name="Google Shape;4072;p40"/>
              <p:cNvSpPr/>
              <p:nvPr/>
            </p:nvSpPr>
            <p:spPr>
              <a:xfrm>
                <a:off x="5609081" y="3621309"/>
                <a:ext cx="136525" cy="80010"/>
              </a:xfrm>
              <a:custGeom>
                <a:rect b="b" l="l" r="r" t="t"/>
                <a:pathLst>
                  <a:path extrusionOk="0" h="80010" w="136525">
                    <a:moveTo>
                      <a:pt x="0" y="27908"/>
                    </a:moveTo>
                    <a:lnTo>
                      <a:pt x="38147" y="13549"/>
                    </a:lnTo>
                    <a:lnTo>
                      <a:pt x="68103" y="9524"/>
                    </a:lnTo>
                    <a:lnTo>
                      <a:pt x="75711" y="11251"/>
                    </a:lnTo>
                    <a:lnTo>
                      <a:pt x="81534" y="16478"/>
                    </a:lnTo>
                    <a:lnTo>
                      <a:pt x="84582" y="26836"/>
                    </a:lnTo>
                    <a:lnTo>
                      <a:pt x="85344" y="38766"/>
                    </a:lnTo>
                    <a:lnTo>
                      <a:pt x="84963" y="50982"/>
                    </a:lnTo>
                    <a:lnTo>
                      <a:pt x="84582" y="62198"/>
                    </a:lnTo>
                    <a:lnTo>
                      <a:pt x="84582" y="70580"/>
                    </a:lnTo>
                    <a:lnTo>
                      <a:pt x="83820" y="79724"/>
                    </a:lnTo>
                    <a:lnTo>
                      <a:pt x="95250" y="78200"/>
                    </a:lnTo>
                    <a:lnTo>
                      <a:pt x="104620" y="74330"/>
                    </a:lnTo>
                    <a:lnTo>
                      <a:pt x="130552" y="41898"/>
                    </a:lnTo>
                    <a:lnTo>
                      <a:pt x="135909" y="20538"/>
                    </a:lnTo>
                    <a:lnTo>
                      <a:pt x="132588" y="11144"/>
                    </a:lnTo>
                    <a:lnTo>
                      <a:pt x="122836" y="3905"/>
                    </a:lnTo>
                    <a:lnTo>
                      <a:pt x="110013" y="666"/>
                    </a:lnTo>
                    <a:lnTo>
                      <a:pt x="96476" y="0"/>
                    </a:lnTo>
                    <a:lnTo>
                      <a:pt x="84582" y="476"/>
                    </a:lnTo>
                    <a:lnTo>
                      <a:pt x="75521" y="738"/>
                    </a:lnTo>
                    <a:lnTo>
                      <a:pt x="67532" y="2000"/>
                    </a:lnTo>
                    <a:lnTo>
                      <a:pt x="60257" y="4976"/>
                    </a:lnTo>
                    <a:lnTo>
                      <a:pt x="53340" y="1038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73" name="Google Shape;4073;p40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6070066" y="3510508"/>
              <a:ext cx="424484" cy="19283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74" name="Google Shape;4074;p40"/>
            <p:cNvGrpSpPr/>
            <p:nvPr/>
          </p:nvGrpSpPr>
          <p:grpSpPr>
            <a:xfrm>
              <a:off x="6815302" y="3448786"/>
              <a:ext cx="185217" cy="152450"/>
              <a:chOff x="6815302" y="3448786"/>
              <a:chExt cx="185217" cy="152450"/>
            </a:xfrm>
          </p:grpSpPr>
          <p:pic>
            <p:nvPicPr>
              <p:cNvPr id="4075" name="Google Shape;4075;p40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6815302" y="3448786"/>
                <a:ext cx="73202" cy="15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76" name="Google Shape;4076;p40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913886" y="3473873"/>
                <a:ext cx="86633" cy="10679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77" name="Google Shape;4077;p40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220686" y="3393922"/>
              <a:ext cx="233984" cy="1316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78" name="Google Shape;4078;p40"/>
            <p:cNvGrpSpPr/>
            <p:nvPr/>
          </p:nvGrpSpPr>
          <p:grpSpPr>
            <a:xfrm>
              <a:off x="7707629" y="3297935"/>
              <a:ext cx="592201" cy="177535"/>
              <a:chOff x="7707629" y="3297935"/>
              <a:chExt cx="592201" cy="177535"/>
            </a:xfrm>
          </p:grpSpPr>
          <p:sp>
            <p:nvSpPr>
              <p:cNvPr id="4079" name="Google Shape;4079;p40"/>
              <p:cNvSpPr/>
              <p:nvPr/>
            </p:nvSpPr>
            <p:spPr>
              <a:xfrm>
                <a:off x="7707629" y="3350513"/>
                <a:ext cx="22225" cy="113030"/>
              </a:xfrm>
              <a:custGeom>
                <a:rect b="b" l="l" r="r" t="t"/>
                <a:pathLst>
                  <a:path extrusionOk="0" h="113029" w="22225">
                    <a:moveTo>
                      <a:pt x="0" y="0"/>
                    </a:moveTo>
                    <a:lnTo>
                      <a:pt x="1928" y="38790"/>
                    </a:lnTo>
                    <a:lnTo>
                      <a:pt x="8191" y="77533"/>
                    </a:lnTo>
                    <a:lnTo>
                      <a:pt x="19050" y="108204"/>
                    </a:lnTo>
                    <a:lnTo>
                      <a:pt x="19050" y="109728"/>
                    </a:lnTo>
                    <a:lnTo>
                      <a:pt x="22098" y="11277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0" name="Google Shape;4080;p40"/>
              <p:cNvSpPr/>
              <p:nvPr/>
            </p:nvSpPr>
            <p:spPr>
              <a:xfrm>
                <a:off x="7711439" y="3366361"/>
                <a:ext cx="159385" cy="78740"/>
              </a:xfrm>
              <a:custGeom>
                <a:rect b="b" l="l" r="r" t="t"/>
                <a:pathLst>
                  <a:path extrusionOk="0" h="78739" w="159384">
                    <a:moveTo>
                      <a:pt x="0" y="29872"/>
                    </a:moveTo>
                    <a:lnTo>
                      <a:pt x="46481" y="9298"/>
                    </a:lnTo>
                    <a:lnTo>
                      <a:pt x="76962" y="5488"/>
                    </a:lnTo>
                    <a:lnTo>
                      <a:pt x="83058" y="5488"/>
                    </a:lnTo>
                    <a:lnTo>
                      <a:pt x="85344" y="7774"/>
                    </a:lnTo>
                    <a:lnTo>
                      <a:pt x="88392" y="13108"/>
                    </a:lnTo>
                    <a:lnTo>
                      <a:pt x="92202" y="19204"/>
                    </a:lnTo>
                    <a:lnTo>
                      <a:pt x="107442" y="58828"/>
                    </a:lnTo>
                    <a:lnTo>
                      <a:pt x="108966" y="64924"/>
                    </a:lnTo>
                    <a:lnTo>
                      <a:pt x="108966" y="70258"/>
                    </a:lnTo>
                    <a:lnTo>
                      <a:pt x="108966" y="76354"/>
                    </a:lnTo>
                    <a:lnTo>
                      <a:pt x="103632" y="77116"/>
                    </a:lnTo>
                    <a:lnTo>
                      <a:pt x="102107" y="78640"/>
                    </a:lnTo>
                    <a:lnTo>
                      <a:pt x="99060" y="72544"/>
                    </a:lnTo>
                    <a:lnTo>
                      <a:pt x="96023" y="64258"/>
                    </a:lnTo>
                    <a:lnTo>
                      <a:pt x="94773" y="54828"/>
                    </a:lnTo>
                    <a:lnTo>
                      <a:pt x="95095" y="45112"/>
                    </a:lnTo>
                    <a:lnTo>
                      <a:pt x="114026" y="9715"/>
                    </a:lnTo>
                    <a:lnTo>
                      <a:pt x="149899" y="0"/>
                    </a:lnTo>
                    <a:lnTo>
                      <a:pt x="159258" y="1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1" name="Google Shape;4081;p40"/>
              <p:cNvSpPr/>
              <p:nvPr/>
            </p:nvSpPr>
            <p:spPr>
              <a:xfrm>
                <a:off x="7882473" y="3342131"/>
                <a:ext cx="95250" cy="92075"/>
              </a:xfrm>
              <a:custGeom>
                <a:rect b="b" l="l" r="r" t="t"/>
                <a:pathLst>
                  <a:path extrusionOk="0" h="92075" w="95250">
                    <a:moveTo>
                      <a:pt x="41564" y="54101"/>
                    </a:moveTo>
                    <a:lnTo>
                      <a:pt x="41755" y="44267"/>
                    </a:lnTo>
                    <a:lnTo>
                      <a:pt x="41945" y="34289"/>
                    </a:lnTo>
                    <a:lnTo>
                      <a:pt x="41564" y="24312"/>
                    </a:lnTo>
                    <a:lnTo>
                      <a:pt x="40040" y="14477"/>
                    </a:lnTo>
                    <a:lnTo>
                      <a:pt x="38516" y="9905"/>
                    </a:lnTo>
                    <a:lnTo>
                      <a:pt x="35468" y="0"/>
                    </a:lnTo>
                    <a:lnTo>
                      <a:pt x="8036" y="32003"/>
                    </a:lnTo>
                    <a:lnTo>
                      <a:pt x="0" y="71330"/>
                    </a:lnTo>
                    <a:lnTo>
                      <a:pt x="3464" y="83057"/>
                    </a:lnTo>
                    <a:lnTo>
                      <a:pt x="8501" y="87784"/>
                    </a:lnTo>
                    <a:lnTo>
                      <a:pt x="15751" y="90582"/>
                    </a:lnTo>
                    <a:lnTo>
                      <a:pt x="23717" y="91523"/>
                    </a:lnTo>
                    <a:lnTo>
                      <a:pt x="30896" y="90677"/>
                    </a:lnTo>
                    <a:lnTo>
                      <a:pt x="50827" y="57673"/>
                    </a:lnTo>
                    <a:lnTo>
                      <a:pt x="51542" y="42910"/>
                    </a:lnTo>
                    <a:lnTo>
                      <a:pt x="51470" y="35813"/>
                    </a:lnTo>
                    <a:lnTo>
                      <a:pt x="51470" y="32765"/>
                    </a:lnTo>
                    <a:lnTo>
                      <a:pt x="51470" y="32003"/>
                    </a:lnTo>
                    <a:lnTo>
                      <a:pt x="51470" y="30479"/>
                    </a:lnTo>
                    <a:lnTo>
                      <a:pt x="51470" y="38861"/>
                    </a:lnTo>
                    <a:lnTo>
                      <a:pt x="52232" y="44195"/>
                    </a:lnTo>
                    <a:lnTo>
                      <a:pt x="56042" y="52577"/>
                    </a:lnTo>
                    <a:lnTo>
                      <a:pt x="59114" y="60186"/>
                    </a:lnTo>
                    <a:lnTo>
                      <a:pt x="62900" y="67722"/>
                    </a:lnTo>
                    <a:lnTo>
                      <a:pt x="67829" y="74545"/>
                    </a:lnTo>
                    <a:lnTo>
                      <a:pt x="74330" y="80009"/>
                    </a:lnTo>
                    <a:lnTo>
                      <a:pt x="80426" y="83819"/>
                    </a:lnTo>
                    <a:lnTo>
                      <a:pt x="87284" y="83819"/>
                    </a:lnTo>
                    <a:lnTo>
                      <a:pt x="94904" y="8458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2" name="Google Shape;4082;p40"/>
              <p:cNvSpPr/>
              <p:nvPr/>
            </p:nvSpPr>
            <p:spPr>
              <a:xfrm>
                <a:off x="7997725" y="3358133"/>
                <a:ext cx="13970" cy="55244"/>
              </a:xfrm>
              <a:custGeom>
                <a:rect b="b" l="l" r="r" t="t"/>
                <a:pathLst>
                  <a:path extrusionOk="0" h="55245" w="13970">
                    <a:moveTo>
                      <a:pt x="7846" y="19050"/>
                    </a:moveTo>
                    <a:lnTo>
                      <a:pt x="7846" y="8382"/>
                    </a:lnTo>
                    <a:lnTo>
                      <a:pt x="10894" y="4571"/>
                    </a:lnTo>
                    <a:lnTo>
                      <a:pt x="4798" y="0"/>
                    </a:lnTo>
                    <a:lnTo>
                      <a:pt x="0" y="34266"/>
                    </a:lnTo>
                    <a:lnTo>
                      <a:pt x="130" y="41529"/>
                    </a:lnTo>
                    <a:lnTo>
                      <a:pt x="1833" y="48220"/>
                    </a:lnTo>
                    <a:lnTo>
                      <a:pt x="6322" y="53340"/>
                    </a:lnTo>
                    <a:lnTo>
                      <a:pt x="10132" y="54864"/>
                    </a:lnTo>
                    <a:lnTo>
                      <a:pt x="11656" y="54864"/>
                    </a:lnTo>
                    <a:lnTo>
                      <a:pt x="13942" y="5486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3" name="Google Shape;4083;p40"/>
              <p:cNvSpPr/>
              <p:nvPr/>
            </p:nvSpPr>
            <p:spPr>
              <a:xfrm>
                <a:off x="7975853" y="3297935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4" name="Google Shape;4084;p40"/>
              <p:cNvSpPr/>
              <p:nvPr/>
            </p:nvSpPr>
            <p:spPr>
              <a:xfrm>
                <a:off x="8051732" y="3358133"/>
                <a:ext cx="53975" cy="53340"/>
              </a:xfrm>
              <a:custGeom>
                <a:rect b="b" l="l" r="r" t="t"/>
                <a:pathLst>
                  <a:path extrusionOk="0" h="53339" w="53975">
                    <a:moveTo>
                      <a:pt x="1083" y="18287"/>
                    </a:moveTo>
                    <a:lnTo>
                      <a:pt x="2655" y="25015"/>
                    </a:lnTo>
                    <a:lnTo>
                      <a:pt x="3940" y="31527"/>
                    </a:lnTo>
                    <a:lnTo>
                      <a:pt x="4941" y="37897"/>
                    </a:lnTo>
                    <a:lnTo>
                      <a:pt x="5655" y="44195"/>
                    </a:lnTo>
                    <a:lnTo>
                      <a:pt x="6417" y="47243"/>
                    </a:lnTo>
                    <a:lnTo>
                      <a:pt x="6417" y="50291"/>
                    </a:lnTo>
                    <a:lnTo>
                      <a:pt x="6417" y="53339"/>
                    </a:lnTo>
                    <a:lnTo>
                      <a:pt x="2607" y="47243"/>
                    </a:lnTo>
                    <a:lnTo>
                      <a:pt x="1083" y="42671"/>
                    </a:lnTo>
                    <a:lnTo>
                      <a:pt x="321" y="35051"/>
                    </a:lnTo>
                    <a:lnTo>
                      <a:pt x="0" y="27324"/>
                    </a:lnTo>
                    <a:lnTo>
                      <a:pt x="607" y="20097"/>
                    </a:lnTo>
                    <a:lnTo>
                      <a:pt x="2786" y="13299"/>
                    </a:lnTo>
                    <a:lnTo>
                      <a:pt x="7179" y="6857"/>
                    </a:lnTo>
                    <a:lnTo>
                      <a:pt x="11751" y="2285"/>
                    </a:lnTo>
                    <a:lnTo>
                      <a:pt x="21657" y="0"/>
                    </a:lnTo>
                    <a:lnTo>
                      <a:pt x="27753" y="3047"/>
                    </a:lnTo>
                    <a:lnTo>
                      <a:pt x="49851" y="34289"/>
                    </a:lnTo>
                    <a:lnTo>
                      <a:pt x="52137" y="40385"/>
                    </a:lnTo>
                    <a:lnTo>
                      <a:pt x="53661" y="4648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5" name="Google Shape;4085;p40"/>
              <p:cNvSpPr/>
              <p:nvPr/>
            </p:nvSpPr>
            <p:spPr>
              <a:xfrm>
                <a:off x="8144255" y="3350513"/>
                <a:ext cx="7620" cy="51435"/>
              </a:xfrm>
              <a:custGeom>
                <a:rect b="b" l="l" r="r" t="t"/>
                <a:pathLst>
                  <a:path extrusionOk="0" h="51435" w="7620">
                    <a:moveTo>
                      <a:pt x="0" y="0"/>
                    </a:moveTo>
                    <a:lnTo>
                      <a:pt x="5334" y="38100"/>
                    </a:lnTo>
                    <a:lnTo>
                      <a:pt x="6096" y="41910"/>
                    </a:lnTo>
                    <a:lnTo>
                      <a:pt x="6858" y="46482"/>
                    </a:lnTo>
                    <a:lnTo>
                      <a:pt x="7620" y="5105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6" name="Google Shape;4086;p40"/>
              <p:cNvSpPr/>
              <p:nvPr/>
            </p:nvSpPr>
            <p:spPr>
              <a:xfrm>
                <a:off x="8125967" y="3303269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7525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7" name="Google Shape;4087;p40"/>
              <p:cNvSpPr/>
              <p:nvPr/>
            </p:nvSpPr>
            <p:spPr>
              <a:xfrm>
                <a:off x="8185403" y="3352037"/>
                <a:ext cx="52069" cy="66675"/>
              </a:xfrm>
              <a:custGeom>
                <a:rect b="b" l="l" r="r" t="t"/>
                <a:pathLst>
                  <a:path extrusionOk="0" h="66675" w="52070">
                    <a:moveTo>
                      <a:pt x="3048" y="7620"/>
                    </a:moveTo>
                    <a:lnTo>
                      <a:pt x="6096" y="49530"/>
                    </a:lnTo>
                    <a:lnTo>
                      <a:pt x="7620" y="58674"/>
                    </a:lnTo>
                    <a:lnTo>
                      <a:pt x="4572" y="64008"/>
                    </a:lnTo>
                    <a:lnTo>
                      <a:pt x="3048" y="65532"/>
                    </a:lnTo>
                    <a:lnTo>
                      <a:pt x="3048" y="66294"/>
                    </a:lnTo>
                    <a:lnTo>
                      <a:pt x="1524" y="65532"/>
                    </a:lnTo>
                    <a:lnTo>
                      <a:pt x="762" y="60198"/>
                    </a:lnTo>
                    <a:lnTo>
                      <a:pt x="0" y="53340"/>
                    </a:lnTo>
                    <a:lnTo>
                      <a:pt x="0" y="47244"/>
                    </a:lnTo>
                    <a:lnTo>
                      <a:pt x="107" y="38123"/>
                    </a:lnTo>
                    <a:lnTo>
                      <a:pt x="16764" y="0"/>
                    </a:lnTo>
                    <a:lnTo>
                      <a:pt x="24384" y="762"/>
                    </a:lnTo>
                    <a:lnTo>
                      <a:pt x="32766" y="1524"/>
                    </a:lnTo>
                    <a:lnTo>
                      <a:pt x="36576" y="12192"/>
                    </a:lnTo>
                    <a:lnTo>
                      <a:pt x="39624" y="18288"/>
                    </a:lnTo>
                    <a:lnTo>
                      <a:pt x="42279" y="24324"/>
                    </a:lnTo>
                    <a:lnTo>
                      <a:pt x="44862" y="30003"/>
                    </a:lnTo>
                    <a:lnTo>
                      <a:pt x="47875" y="35540"/>
                    </a:lnTo>
                    <a:lnTo>
                      <a:pt x="51816" y="4114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8" name="Google Shape;4088;p40"/>
              <p:cNvSpPr/>
              <p:nvPr/>
            </p:nvSpPr>
            <p:spPr>
              <a:xfrm>
                <a:off x="8228075" y="3336405"/>
                <a:ext cx="71755" cy="139065"/>
              </a:xfrm>
              <a:custGeom>
                <a:rect b="b" l="l" r="r" t="t"/>
                <a:pathLst>
                  <a:path extrusionOk="0" h="139064" w="71754">
                    <a:moveTo>
                      <a:pt x="55625" y="16394"/>
                    </a:moveTo>
                    <a:lnTo>
                      <a:pt x="53209" y="10358"/>
                    </a:lnTo>
                    <a:lnTo>
                      <a:pt x="50006" y="4107"/>
                    </a:lnTo>
                    <a:lnTo>
                      <a:pt x="45231" y="0"/>
                    </a:lnTo>
                    <a:lnTo>
                      <a:pt x="38099" y="392"/>
                    </a:lnTo>
                    <a:lnTo>
                      <a:pt x="29717" y="4202"/>
                    </a:lnTo>
                    <a:lnTo>
                      <a:pt x="28193" y="15632"/>
                    </a:lnTo>
                    <a:lnTo>
                      <a:pt x="28193" y="23252"/>
                    </a:lnTo>
                    <a:lnTo>
                      <a:pt x="27431" y="33920"/>
                    </a:lnTo>
                    <a:lnTo>
                      <a:pt x="35051" y="37730"/>
                    </a:lnTo>
                    <a:lnTo>
                      <a:pt x="44957" y="39254"/>
                    </a:lnTo>
                    <a:lnTo>
                      <a:pt x="53339" y="40016"/>
                    </a:lnTo>
                    <a:lnTo>
                      <a:pt x="60197" y="40016"/>
                    </a:lnTo>
                    <a:lnTo>
                      <a:pt x="65531" y="32396"/>
                    </a:lnTo>
                    <a:lnTo>
                      <a:pt x="67817" y="29348"/>
                    </a:lnTo>
                    <a:lnTo>
                      <a:pt x="67055" y="26300"/>
                    </a:lnTo>
                    <a:lnTo>
                      <a:pt x="67055" y="23252"/>
                    </a:lnTo>
                    <a:lnTo>
                      <a:pt x="67055" y="24014"/>
                    </a:lnTo>
                    <a:lnTo>
                      <a:pt x="67055" y="24776"/>
                    </a:lnTo>
                    <a:lnTo>
                      <a:pt x="67294" y="33349"/>
                    </a:lnTo>
                    <a:lnTo>
                      <a:pt x="67817" y="41921"/>
                    </a:lnTo>
                    <a:lnTo>
                      <a:pt x="68341" y="50494"/>
                    </a:lnTo>
                    <a:lnTo>
                      <a:pt x="68579" y="59066"/>
                    </a:lnTo>
                    <a:lnTo>
                      <a:pt x="69580" y="70949"/>
                    </a:lnTo>
                    <a:lnTo>
                      <a:pt x="70294" y="82688"/>
                    </a:lnTo>
                    <a:lnTo>
                      <a:pt x="70723" y="94428"/>
                    </a:lnTo>
                    <a:lnTo>
                      <a:pt x="70865" y="106310"/>
                    </a:lnTo>
                    <a:lnTo>
                      <a:pt x="71163" y="114502"/>
                    </a:lnTo>
                    <a:lnTo>
                      <a:pt x="70961" y="123265"/>
                    </a:lnTo>
                    <a:lnTo>
                      <a:pt x="68615" y="131171"/>
                    </a:lnTo>
                    <a:lnTo>
                      <a:pt x="62483" y="136790"/>
                    </a:lnTo>
                    <a:lnTo>
                      <a:pt x="51970" y="138505"/>
                    </a:lnTo>
                    <a:lnTo>
                      <a:pt x="40671" y="137362"/>
                    </a:lnTo>
                    <a:lnTo>
                      <a:pt x="4286" y="117609"/>
                    </a:lnTo>
                    <a:lnTo>
                      <a:pt x="0" y="1131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89" name="Google Shape;4089;p40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8494750" y="3188182"/>
              <a:ext cx="314756" cy="1702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90" name="Google Shape;4090;p40"/>
            <p:cNvGrpSpPr/>
            <p:nvPr/>
          </p:nvGrpSpPr>
          <p:grpSpPr>
            <a:xfrm>
              <a:off x="4230944" y="4422622"/>
              <a:ext cx="699983" cy="241604"/>
              <a:chOff x="4230944" y="4422622"/>
              <a:chExt cx="699983" cy="241604"/>
            </a:xfrm>
          </p:grpSpPr>
          <p:pic>
            <p:nvPicPr>
              <p:cNvPr id="4091" name="Google Shape;4091;p40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4230944" y="4443196"/>
                <a:ext cx="107218" cy="2210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92" name="Google Shape;4092;p40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4364710" y="4506442"/>
                <a:ext cx="179120" cy="13131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93" name="Google Shape;4093;p40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4571974" y="4456150"/>
                <a:ext cx="144830" cy="1586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94" name="Google Shape;4094;p40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4737531" y="4422622"/>
                <a:ext cx="193396" cy="16002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95" name="Google Shape;4095;p40"/>
            <p:cNvGrpSpPr/>
            <p:nvPr/>
          </p:nvGrpSpPr>
          <p:grpSpPr>
            <a:xfrm>
              <a:off x="5388076" y="4190974"/>
              <a:ext cx="505739" cy="384962"/>
              <a:chOff x="5388076" y="4190974"/>
              <a:chExt cx="505739" cy="384962"/>
            </a:xfrm>
          </p:grpSpPr>
          <p:sp>
            <p:nvSpPr>
              <p:cNvPr id="4096" name="Google Shape;4096;p40"/>
              <p:cNvSpPr/>
              <p:nvPr/>
            </p:nvSpPr>
            <p:spPr>
              <a:xfrm>
                <a:off x="5422391" y="4340351"/>
                <a:ext cx="109855" cy="193040"/>
              </a:xfrm>
              <a:custGeom>
                <a:rect b="b" l="l" r="r" t="t"/>
                <a:pathLst>
                  <a:path extrusionOk="0" h="193039" w="109854">
                    <a:moveTo>
                      <a:pt x="0" y="762"/>
                    </a:moveTo>
                    <a:lnTo>
                      <a:pt x="1869" y="14466"/>
                    </a:lnTo>
                    <a:lnTo>
                      <a:pt x="4095" y="28098"/>
                    </a:lnTo>
                    <a:lnTo>
                      <a:pt x="6750" y="41588"/>
                    </a:lnTo>
                    <a:lnTo>
                      <a:pt x="9906" y="54864"/>
                    </a:lnTo>
                    <a:lnTo>
                      <a:pt x="12477" y="66365"/>
                    </a:lnTo>
                    <a:lnTo>
                      <a:pt x="16192" y="78867"/>
                    </a:lnTo>
                    <a:lnTo>
                      <a:pt x="21907" y="90225"/>
                    </a:lnTo>
                    <a:lnTo>
                      <a:pt x="30480" y="98298"/>
                    </a:lnTo>
                    <a:lnTo>
                      <a:pt x="41136" y="101334"/>
                    </a:lnTo>
                    <a:lnTo>
                      <a:pt x="51149" y="99155"/>
                    </a:lnTo>
                    <a:lnTo>
                      <a:pt x="86201" y="59055"/>
                    </a:lnTo>
                    <a:lnTo>
                      <a:pt x="91440" y="26670"/>
                    </a:lnTo>
                    <a:lnTo>
                      <a:pt x="90237" y="18966"/>
                    </a:lnTo>
                    <a:lnTo>
                      <a:pt x="87534" y="11334"/>
                    </a:lnTo>
                    <a:lnTo>
                      <a:pt x="82974" y="4702"/>
                    </a:lnTo>
                    <a:lnTo>
                      <a:pt x="76200" y="0"/>
                    </a:lnTo>
                    <a:lnTo>
                      <a:pt x="75438" y="0"/>
                    </a:lnTo>
                    <a:lnTo>
                      <a:pt x="74676" y="0"/>
                    </a:lnTo>
                    <a:lnTo>
                      <a:pt x="73152" y="0"/>
                    </a:lnTo>
                    <a:lnTo>
                      <a:pt x="71675" y="9382"/>
                    </a:lnTo>
                    <a:lnTo>
                      <a:pt x="71628" y="19050"/>
                    </a:lnTo>
                    <a:lnTo>
                      <a:pt x="72723" y="28717"/>
                    </a:lnTo>
                    <a:lnTo>
                      <a:pt x="86296" y="74199"/>
                    </a:lnTo>
                    <a:lnTo>
                      <a:pt x="99060" y="109728"/>
                    </a:lnTo>
                    <a:lnTo>
                      <a:pt x="103512" y="123134"/>
                    </a:lnTo>
                    <a:lnTo>
                      <a:pt x="107251" y="136969"/>
                    </a:lnTo>
                    <a:lnTo>
                      <a:pt x="109561" y="151090"/>
                    </a:lnTo>
                    <a:lnTo>
                      <a:pt x="109728" y="165354"/>
                    </a:lnTo>
                    <a:lnTo>
                      <a:pt x="107513" y="174295"/>
                    </a:lnTo>
                    <a:lnTo>
                      <a:pt x="72640" y="191416"/>
                    </a:lnTo>
                    <a:lnTo>
                      <a:pt x="58769" y="192500"/>
                    </a:lnTo>
                    <a:lnTo>
                      <a:pt x="45041" y="191440"/>
                    </a:lnTo>
                    <a:lnTo>
                      <a:pt x="33528" y="187452"/>
                    </a:lnTo>
                    <a:lnTo>
                      <a:pt x="29241" y="182606"/>
                    </a:lnTo>
                    <a:lnTo>
                      <a:pt x="28956" y="176688"/>
                    </a:lnTo>
                    <a:lnTo>
                      <a:pt x="30956" y="170628"/>
                    </a:lnTo>
                    <a:lnTo>
                      <a:pt x="33528" y="16535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7" name="Google Shape;4097;p40"/>
              <p:cNvSpPr/>
              <p:nvPr/>
            </p:nvSpPr>
            <p:spPr>
              <a:xfrm>
                <a:off x="5570981" y="4473701"/>
                <a:ext cx="21590" cy="102235"/>
              </a:xfrm>
              <a:custGeom>
                <a:rect b="b" l="l" r="r" t="t"/>
                <a:pathLst>
                  <a:path extrusionOk="0" h="102235" w="21589">
                    <a:moveTo>
                      <a:pt x="0" y="0"/>
                    </a:moveTo>
                    <a:lnTo>
                      <a:pt x="3048" y="41910"/>
                    </a:lnTo>
                    <a:lnTo>
                      <a:pt x="12192" y="83058"/>
                    </a:lnTo>
                    <a:lnTo>
                      <a:pt x="16764" y="96012"/>
                    </a:lnTo>
                    <a:lnTo>
                      <a:pt x="21336" y="10210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8" name="Google Shape;4098;p40"/>
              <p:cNvSpPr/>
              <p:nvPr/>
            </p:nvSpPr>
            <p:spPr>
              <a:xfrm>
                <a:off x="5570981" y="4518659"/>
                <a:ext cx="28575" cy="7620"/>
              </a:xfrm>
              <a:custGeom>
                <a:rect b="b" l="l" r="r" t="t"/>
                <a:pathLst>
                  <a:path extrusionOk="0" h="7620" w="28575">
                    <a:moveTo>
                      <a:pt x="0" y="7620"/>
                    </a:moveTo>
                    <a:lnTo>
                      <a:pt x="8691" y="7608"/>
                    </a:lnTo>
                    <a:lnTo>
                      <a:pt x="15240" y="6953"/>
                    </a:lnTo>
                    <a:lnTo>
                      <a:pt x="21216" y="4726"/>
                    </a:lnTo>
                    <a:lnTo>
                      <a:pt x="2819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099" name="Google Shape;4099;p40"/>
              <p:cNvPicPr preferRelativeResize="0"/>
              <p:nvPr/>
            </p:nvPicPr>
            <p:blipFill rotWithShape="1">
              <a:blip r:embed="rId33">
                <a:alphaModFix/>
              </a:blip>
              <a:srcRect b="0" l="0" r="0" t="0"/>
              <a:stretch/>
            </p:blipFill>
            <p:spPr>
              <a:xfrm>
                <a:off x="5388076" y="4190974"/>
                <a:ext cx="110540" cy="10977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00" name="Google Shape;4100;p40"/>
              <p:cNvSpPr/>
              <p:nvPr/>
            </p:nvSpPr>
            <p:spPr>
              <a:xfrm>
                <a:off x="5564885" y="4504181"/>
                <a:ext cx="70485" cy="22225"/>
              </a:xfrm>
              <a:custGeom>
                <a:rect b="b" l="l" r="r" t="t"/>
                <a:pathLst>
                  <a:path extrusionOk="0" h="22225" w="70485">
                    <a:moveTo>
                      <a:pt x="0" y="22098"/>
                    </a:moveTo>
                    <a:lnTo>
                      <a:pt x="12906" y="18407"/>
                    </a:lnTo>
                    <a:lnTo>
                      <a:pt x="25526" y="14287"/>
                    </a:lnTo>
                    <a:lnTo>
                      <a:pt x="38147" y="9882"/>
                    </a:lnTo>
                    <a:lnTo>
                      <a:pt x="51053" y="5334"/>
                    </a:lnTo>
                    <a:lnTo>
                      <a:pt x="60960" y="2286"/>
                    </a:lnTo>
                    <a:lnTo>
                      <a:pt x="64008" y="1524"/>
                    </a:lnTo>
                    <a:lnTo>
                      <a:pt x="7010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1" name="Google Shape;4101;p40"/>
              <p:cNvSpPr/>
              <p:nvPr/>
            </p:nvSpPr>
            <p:spPr>
              <a:xfrm>
                <a:off x="5660421" y="4494275"/>
                <a:ext cx="53340" cy="72390"/>
              </a:xfrm>
              <a:custGeom>
                <a:rect b="b" l="l" r="r" t="t"/>
                <a:pathLst>
                  <a:path extrusionOk="0" h="72389" w="53339">
                    <a:moveTo>
                      <a:pt x="12668" y="0"/>
                    </a:moveTo>
                    <a:lnTo>
                      <a:pt x="8858" y="0"/>
                    </a:lnTo>
                    <a:lnTo>
                      <a:pt x="5048" y="762"/>
                    </a:lnTo>
                    <a:lnTo>
                      <a:pt x="476" y="1524"/>
                    </a:lnTo>
                    <a:lnTo>
                      <a:pt x="273" y="8048"/>
                    </a:lnTo>
                    <a:lnTo>
                      <a:pt x="0" y="14859"/>
                    </a:lnTo>
                    <a:lnTo>
                      <a:pt x="154" y="21669"/>
                    </a:lnTo>
                    <a:lnTo>
                      <a:pt x="17240" y="60960"/>
                    </a:lnTo>
                    <a:lnTo>
                      <a:pt x="28670" y="72390"/>
                    </a:lnTo>
                    <a:lnTo>
                      <a:pt x="37814" y="70104"/>
                    </a:lnTo>
                    <a:lnTo>
                      <a:pt x="45434" y="68580"/>
                    </a:lnTo>
                    <a:lnTo>
                      <a:pt x="48482" y="61721"/>
                    </a:lnTo>
                    <a:lnTo>
                      <a:pt x="53054" y="548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2" name="Google Shape;4102;p40"/>
              <p:cNvSpPr/>
              <p:nvPr/>
            </p:nvSpPr>
            <p:spPr>
              <a:xfrm>
                <a:off x="5667755" y="4473701"/>
                <a:ext cx="36830" cy="33020"/>
              </a:xfrm>
              <a:custGeom>
                <a:rect b="b" l="l" r="r" t="t"/>
                <a:pathLst>
                  <a:path extrusionOk="0" h="33020" w="36829">
                    <a:moveTo>
                      <a:pt x="12191" y="32765"/>
                    </a:moveTo>
                    <a:lnTo>
                      <a:pt x="36575" y="10667"/>
                    </a:lnTo>
                    <a:lnTo>
                      <a:pt x="33527" y="6857"/>
                    </a:lnTo>
                    <a:lnTo>
                      <a:pt x="27431" y="3809"/>
                    </a:lnTo>
                    <a:lnTo>
                      <a:pt x="23621" y="2285"/>
                    </a:lnTo>
                    <a:lnTo>
                      <a:pt x="9905" y="0"/>
                    </a:lnTo>
                    <a:lnTo>
                      <a:pt x="6095" y="2285"/>
                    </a:lnTo>
                    <a:lnTo>
                      <a:pt x="0" y="6857"/>
                    </a:lnTo>
                    <a:lnTo>
                      <a:pt x="7619" y="12953"/>
                    </a:lnTo>
                    <a:lnTo>
                      <a:pt x="10667" y="1447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3" name="Google Shape;4103;p40"/>
              <p:cNvSpPr/>
              <p:nvPr/>
            </p:nvSpPr>
            <p:spPr>
              <a:xfrm>
                <a:off x="5737764" y="4450067"/>
                <a:ext cx="55244" cy="104139"/>
              </a:xfrm>
              <a:custGeom>
                <a:rect b="b" l="l" r="r" t="t"/>
                <a:pathLst>
                  <a:path extrusionOk="0" h="104139" w="55245">
                    <a:moveTo>
                      <a:pt x="33623" y="6107"/>
                    </a:moveTo>
                    <a:lnTo>
                      <a:pt x="26848" y="3500"/>
                    </a:lnTo>
                    <a:lnTo>
                      <a:pt x="18859" y="678"/>
                    </a:lnTo>
                    <a:lnTo>
                      <a:pt x="11013" y="0"/>
                    </a:lnTo>
                    <a:lnTo>
                      <a:pt x="4667" y="3821"/>
                    </a:lnTo>
                    <a:lnTo>
                      <a:pt x="1512" y="9715"/>
                    </a:lnTo>
                    <a:lnTo>
                      <a:pt x="0" y="17252"/>
                    </a:lnTo>
                    <a:lnTo>
                      <a:pt x="59" y="24931"/>
                    </a:lnTo>
                    <a:lnTo>
                      <a:pt x="28193" y="55899"/>
                    </a:lnTo>
                    <a:lnTo>
                      <a:pt x="38195" y="61733"/>
                    </a:lnTo>
                    <a:lnTo>
                      <a:pt x="45815" y="66305"/>
                    </a:lnTo>
                    <a:lnTo>
                      <a:pt x="52673" y="69353"/>
                    </a:lnTo>
                    <a:lnTo>
                      <a:pt x="53435" y="77735"/>
                    </a:lnTo>
                    <a:lnTo>
                      <a:pt x="54959" y="86879"/>
                    </a:lnTo>
                    <a:lnTo>
                      <a:pt x="16859" y="103643"/>
                    </a:lnTo>
                    <a:lnTo>
                      <a:pt x="14573" y="97547"/>
                    </a:lnTo>
                    <a:lnTo>
                      <a:pt x="15335" y="92975"/>
                    </a:lnTo>
                    <a:lnTo>
                      <a:pt x="15335" y="8687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4" name="Google Shape;4104;p40"/>
              <p:cNvSpPr/>
              <p:nvPr/>
            </p:nvSpPr>
            <p:spPr>
              <a:xfrm>
                <a:off x="5820917" y="4421885"/>
                <a:ext cx="52069" cy="128905"/>
              </a:xfrm>
              <a:custGeom>
                <a:rect b="b" l="l" r="r" t="t"/>
                <a:pathLst>
                  <a:path extrusionOk="0" h="128904" w="52070">
                    <a:moveTo>
                      <a:pt x="0" y="0"/>
                    </a:moveTo>
                    <a:lnTo>
                      <a:pt x="345" y="14859"/>
                    </a:lnTo>
                    <a:lnTo>
                      <a:pt x="476" y="29718"/>
                    </a:lnTo>
                    <a:lnTo>
                      <a:pt x="750" y="44577"/>
                    </a:lnTo>
                    <a:lnTo>
                      <a:pt x="5619" y="85248"/>
                    </a:lnTo>
                    <a:lnTo>
                      <a:pt x="22098" y="125730"/>
                    </a:lnTo>
                    <a:lnTo>
                      <a:pt x="30480" y="127254"/>
                    </a:lnTo>
                    <a:lnTo>
                      <a:pt x="37338" y="128778"/>
                    </a:lnTo>
                    <a:lnTo>
                      <a:pt x="51851" y="100488"/>
                    </a:lnTo>
                    <a:lnTo>
                      <a:pt x="51816" y="9296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5" name="Google Shape;4105;p40"/>
              <p:cNvSpPr/>
              <p:nvPr/>
            </p:nvSpPr>
            <p:spPr>
              <a:xfrm>
                <a:off x="5816345" y="4455413"/>
                <a:ext cx="77470" cy="28575"/>
              </a:xfrm>
              <a:custGeom>
                <a:rect b="b" l="l" r="r" t="t"/>
                <a:pathLst>
                  <a:path extrusionOk="0" h="28575" w="77470">
                    <a:moveTo>
                      <a:pt x="0" y="28194"/>
                    </a:moveTo>
                    <a:lnTo>
                      <a:pt x="38254" y="20693"/>
                    </a:lnTo>
                    <a:lnTo>
                      <a:pt x="70770" y="4738"/>
                    </a:lnTo>
                    <a:lnTo>
                      <a:pt x="7696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6" name="Google Shape;4106;p40"/>
            <p:cNvGrpSpPr/>
            <p:nvPr/>
          </p:nvGrpSpPr>
          <p:grpSpPr>
            <a:xfrm>
              <a:off x="6065519" y="4304537"/>
              <a:ext cx="88646" cy="74040"/>
              <a:chOff x="6065519" y="4304537"/>
              <a:chExt cx="88646" cy="74040"/>
            </a:xfrm>
          </p:grpSpPr>
          <p:sp>
            <p:nvSpPr>
              <p:cNvPr id="4107" name="Google Shape;4107;p40"/>
              <p:cNvSpPr/>
              <p:nvPr/>
            </p:nvSpPr>
            <p:spPr>
              <a:xfrm>
                <a:off x="6065519" y="4304537"/>
                <a:ext cx="63500" cy="3810"/>
              </a:xfrm>
              <a:custGeom>
                <a:rect b="b" l="l" r="r" t="t"/>
                <a:pathLst>
                  <a:path extrusionOk="0" h="3810" w="63500">
                    <a:moveTo>
                      <a:pt x="0" y="3810"/>
                    </a:moveTo>
                    <a:lnTo>
                      <a:pt x="43434" y="762"/>
                    </a:lnTo>
                    <a:lnTo>
                      <a:pt x="50292" y="0"/>
                    </a:lnTo>
                    <a:lnTo>
                      <a:pt x="57150" y="0"/>
                    </a:lnTo>
                    <a:lnTo>
                      <a:pt x="63246" y="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8" name="Google Shape;4108;p40"/>
              <p:cNvSpPr/>
              <p:nvPr/>
            </p:nvSpPr>
            <p:spPr>
              <a:xfrm>
                <a:off x="6083045" y="4363973"/>
                <a:ext cx="71120" cy="14604"/>
              </a:xfrm>
              <a:custGeom>
                <a:rect b="b" l="l" r="r" t="t"/>
                <a:pathLst>
                  <a:path extrusionOk="0" h="14604" w="71120">
                    <a:moveTo>
                      <a:pt x="0" y="14477"/>
                    </a:moveTo>
                    <a:lnTo>
                      <a:pt x="50292" y="7619"/>
                    </a:lnTo>
                    <a:lnTo>
                      <a:pt x="60960" y="3809"/>
                    </a:lnTo>
                    <a:lnTo>
                      <a:pt x="64008" y="3047"/>
                    </a:lnTo>
                    <a:lnTo>
                      <a:pt x="70866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109" name="Google Shape;4109;p40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6396202" y="4143730"/>
              <a:ext cx="175310" cy="2887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0" name="Google Shape;4110;p40"/>
            <p:cNvSpPr/>
            <p:nvPr/>
          </p:nvSpPr>
          <p:spPr>
            <a:xfrm>
              <a:off x="6629400" y="4240529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1"/>
                  </a:moveTo>
                  <a:lnTo>
                    <a:pt x="0" y="17525"/>
                  </a:lnTo>
                  <a:lnTo>
                    <a:pt x="5333" y="22859"/>
                  </a:lnTo>
                  <a:lnTo>
                    <a:pt x="18287" y="22859"/>
                  </a:lnTo>
                  <a:lnTo>
                    <a:pt x="22859" y="17525"/>
                  </a:lnTo>
                  <a:lnTo>
                    <a:pt x="22859" y="11429"/>
                  </a:lnTo>
                  <a:lnTo>
                    <a:pt x="22859" y="4571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11" name="Google Shape;4111;p40"/>
          <p:cNvGrpSpPr/>
          <p:nvPr/>
        </p:nvGrpSpPr>
        <p:grpSpPr>
          <a:xfrm>
            <a:off x="763523" y="3387090"/>
            <a:ext cx="1638046" cy="1683258"/>
            <a:chOff x="763523" y="3387090"/>
            <a:chExt cx="1638046" cy="1683258"/>
          </a:xfrm>
        </p:grpSpPr>
        <p:sp>
          <p:nvSpPr>
            <p:cNvPr id="4112" name="Google Shape;4112;p40"/>
            <p:cNvSpPr/>
            <p:nvPr/>
          </p:nvSpPr>
          <p:spPr>
            <a:xfrm>
              <a:off x="763523" y="4442459"/>
              <a:ext cx="17780" cy="11430"/>
            </a:xfrm>
            <a:custGeom>
              <a:rect b="b" l="l" r="r" t="t"/>
              <a:pathLst>
                <a:path extrusionOk="0" h="11429" w="17779">
                  <a:moveTo>
                    <a:pt x="0" y="11429"/>
                  </a:moveTo>
                  <a:lnTo>
                    <a:pt x="12192" y="8381"/>
                  </a:lnTo>
                  <a:lnTo>
                    <a:pt x="16002" y="9143"/>
                  </a:lnTo>
                  <a:lnTo>
                    <a:pt x="17525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3" name="Google Shape;4113;p40"/>
            <p:cNvSpPr/>
            <p:nvPr/>
          </p:nvSpPr>
          <p:spPr>
            <a:xfrm>
              <a:off x="1038605" y="4161282"/>
              <a:ext cx="22225" cy="6985"/>
            </a:xfrm>
            <a:custGeom>
              <a:rect b="b" l="l" r="r" t="t"/>
              <a:pathLst>
                <a:path extrusionOk="0" h="6985" w="22225">
                  <a:moveTo>
                    <a:pt x="0" y="0"/>
                  </a:moveTo>
                  <a:lnTo>
                    <a:pt x="9144" y="3047"/>
                  </a:lnTo>
                  <a:lnTo>
                    <a:pt x="13716" y="5333"/>
                  </a:lnTo>
                  <a:lnTo>
                    <a:pt x="22098" y="6857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4" name="Google Shape;4114;p40"/>
            <p:cNvSpPr/>
            <p:nvPr/>
          </p:nvSpPr>
          <p:spPr>
            <a:xfrm>
              <a:off x="1267967" y="4334255"/>
              <a:ext cx="10160" cy="31750"/>
            </a:xfrm>
            <a:custGeom>
              <a:rect b="b" l="l" r="r" t="t"/>
              <a:pathLst>
                <a:path extrusionOk="0" h="31750" w="10159">
                  <a:moveTo>
                    <a:pt x="0" y="0"/>
                  </a:moveTo>
                  <a:lnTo>
                    <a:pt x="2297" y="7881"/>
                  </a:lnTo>
                  <a:lnTo>
                    <a:pt x="4667" y="15621"/>
                  </a:lnTo>
                  <a:lnTo>
                    <a:pt x="7179" y="23360"/>
                  </a:lnTo>
                  <a:lnTo>
                    <a:pt x="9906" y="31242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5" name="Google Shape;4115;p40"/>
            <p:cNvSpPr/>
            <p:nvPr/>
          </p:nvSpPr>
          <p:spPr>
            <a:xfrm>
              <a:off x="1306067" y="4706111"/>
              <a:ext cx="10795" cy="27940"/>
            </a:xfrm>
            <a:custGeom>
              <a:rect b="b" l="l" r="r" t="t"/>
              <a:pathLst>
                <a:path extrusionOk="0" h="27939" w="10794">
                  <a:moveTo>
                    <a:pt x="0" y="0"/>
                  </a:moveTo>
                  <a:lnTo>
                    <a:pt x="2202" y="6703"/>
                  </a:lnTo>
                  <a:lnTo>
                    <a:pt x="5048" y="12477"/>
                  </a:lnTo>
                  <a:lnTo>
                    <a:pt x="8036" y="18109"/>
                  </a:lnTo>
                  <a:lnTo>
                    <a:pt x="10668" y="24383"/>
                  </a:lnTo>
                  <a:lnTo>
                    <a:pt x="10668" y="25145"/>
                  </a:lnTo>
                  <a:lnTo>
                    <a:pt x="10668" y="25907"/>
                  </a:lnTo>
                  <a:lnTo>
                    <a:pt x="10668" y="2743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6" name="Google Shape;4116;p40"/>
            <p:cNvSpPr/>
            <p:nvPr/>
          </p:nvSpPr>
          <p:spPr>
            <a:xfrm>
              <a:off x="979932" y="494080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2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4572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7" name="Google Shape;4117;p40"/>
            <p:cNvSpPr/>
            <p:nvPr/>
          </p:nvSpPr>
          <p:spPr>
            <a:xfrm>
              <a:off x="945641" y="4565903"/>
              <a:ext cx="18415" cy="6985"/>
            </a:xfrm>
            <a:custGeom>
              <a:rect b="b" l="l" r="r" t="t"/>
              <a:pathLst>
                <a:path extrusionOk="0" h="6985" w="18415">
                  <a:moveTo>
                    <a:pt x="0" y="0"/>
                  </a:moveTo>
                  <a:lnTo>
                    <a:pt x="11430" y="3810"/>
                  </a:lnTo>
                  <a:lnTo>
                    <a:pt x="13716" y="6858"/>
                  </a:lnTo>
                  <a:lnTo>
                    <a:pt x="18288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8" name="Google Shape;4118;p40"/>
            <p:cNvSpPr/>
            <p:nvPr/>
          </p:nvSpPr>
          <p:spPr>
            <a:xfrm>
              <a:off x="1468374" y="4619244"/>
              <a:ext cx="5080" cy="16510"/>
            </a:xfrm>
            <a:custGeom>
              <a:rect b="b" l="l" r="r" t="t"/>
              <a:pathLst>
                <a:path extrusionOk="0" h="16510" w="5080">
                  <a:moveTo>
                    <a:pt x="0" y="0"/>
                  </a:moveTo>
                  <a:lnTo>
                    <a:pt x="2286" y="9905"/>
                  </a:lnTo>
                  <a:lnTo>
                    <a:pt x="2286" y="10667"/>
                  </a:lnTo>
                  <a:lnTo>
                    <a:pt x="4572" y="16001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9" name="Google Shape;4119;p40"/>
            <p:cNvSpPr/>
            <p:nvPr/>
          </p:nvSpPr>
          <p:spPr>
            <a:xfrm>
              <a:off x="1194816" y="504748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2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4572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0" name="Google Shape;4120;p40"/>
            <p:cNvSpPr/>
            <p:nvPr/>
          </p:nvSpPr>
          <p:spPr>
            <a:xfrm>
              <a:off x="872489" y="4764785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4571" y="22860"/>
                  </a:lnTo>
                  <a:lnTo>
                    <a:pt x="17525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1" name="Google Shape;4121;p40"/>
            <p:cNvSpPr/>
            <p:nvPr/>
          </p:nvSpPr>
          <p:spPr>
            <a:xfrm>
              <a:off x="2195322" y="4068317"/>
              <a:ext cx="22860" cy="22860"/>
            </a:xfrm>
            <a:custGeom>
              <a:rect b="b" l="l" r="r" t="t"/>
              <a:pathLst>
                <a:path extrusionOk="0" h="22860" w="22860">
                  <a:moveTo>
                    <a:pt x="0" y="4571"/>
                  </a:moveTo>
                  <a:lnTo>
                    <a:pt x="0" y="17525"/>
                  </a:lnTo>
                  <a:lnTo>
                    <a:pt x="4572" y="22859"/>
                  </a:lnTo>
                  <a:lnTo>
                    <a:pt x="17526" y="22859"/>
                  </a:lnTo>
                  <a:lnTo>
                    <a:pt x="22860" y="17525"/>
                  </a:lnTo>
                  <a:lnTo>
                    <a:pt x="22860" y="11429"/>
                  </a:lnTo>
                  <a:lnTo>
                    <a:pt x="22860" y="4571"/>
                  </a:lnTo>
                  <a:lnTo>
                    <a:pt x="17526" y="0"/>
                  </a:lnTo>
                  <a:lnTo>
                    <a:pt x="4572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2" name="Google Shape;4122;p40"/>
            <p:cNvSpPr/>
            <p:nvPr/>
          </p:nvSpPr>
          <p:spPr>
            <a:xfrm>
              <a:off x="2377439" y="3826002"/>
              <a:ext cx="24130" cy="22860"/>
            </a:xfrm>
            <a:custGeom>
              <a:rect b="b" l="l" r="r" t="t"/>
              <a:pathLst>
                <a:path extrusionOk="0" h="22860" w="24130">
                  <a:moveTo>
                    <a:pt x="0" y="5333"/>
                  </a:moveTo>
                  <a:lnTo>
                    <a:pt x="0" y="17525"/>
                  </a:lnTo>
                  <a:lnTo>
                    <a:pt x="5334" y="22859"/>
                  </a:lnTo>
                  <a:lnTo>
                    <a:pt x="18288" y="22859"/>
                  </a:lnTo>
                  <a:lnTo>
                    <a:pt x="23622" y="17525"/>
                  </a:lnTo>
                  <a:lnTo>
                    <a:pt x="23622" y="11429"/>
                  </a:lnTo>
                  <a:lnTo>
                    <a:pt x="23622" y="5333"/>
                  </a:lnTo>
                  <a:lnTo>
                    <a:pt x="18288" y="0"/>
                  </a:lnTo>
                  <a:lnTo>
                    <a:pt x="5334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3" name="Google Shape;4123;p40"/>
            <p:cNvSpPr/>
            <p:nvPr/>
          </p:nvSpPr>
          <p:spPr>
            <a:xfrm>
              <a:off x="1315974" y="3831335"/>
              <a:ext cx="20955" cy="37465"/>
            </a:xfrm>
            <a:custGeom>
              <a:rect b="b" l="l" r="r" t="t"/>
              <a:pathLst>
                <a:path extrusionOk="0" h="37464" w="20955">
                  <a:moveTo>
                    <a:pt x="9143" y="20574"/>
                  </a:moveTo>
                  <a:lnTo>
                    <a:pt x="7619" y="16764"/>
                  </a:lnTo>
                  <a:lnTo>
                    <a:pt x="6095" y="18288"/>
                  </a:lnTo>
                  <a:lnTo>
                    <a:pt x="9905" y="17526"/>
                  </a:lnTo>
                  <a:lnTo>
                    <a:pt x="12191" y="17526"/>
                  </a:lnTo>
                  <a:lnTo>
                    <a:pt x="15239" y="17526"/>
                  </a:lnTo>
                  <a:lnTo>
                    <a:pt x="18287" y="18288"/>
                  </a:lnTo>
                  <a:lnTo>
                    <a:pt x="18287" y="19050"/>
                  </a:lnTo>
                  <a:lnTo>
                    <a:pt x="17525" y="21336"/>
                  </a:lnTo>
                  <a:lnTo>
                    <a:pt x="20573" y="20574"/>
                  </a:lnTo>
                  <a:lnTo>
                    <a:pt x="16763" y="21336"/>
                  </a:lnTo>
                  <a:lnTo>
                    <a:pt x="12953" y="21336"/>
                  </a:lnTo>
                  <a:lnTo>
                    <a:pt x="9905" y="21336"/>
                  </a:lnTo>
                  <a:lnTo>
                    <a:pt x="7619" y="19050"/>
                  </a:lnTo>
                  <a:lnTo>
                    <a:pt x="3047" y="16002"/>
                  </a:lnTo>
                  <a:lnTo>
                    <a:pt x="1523" y="10668"/>
                  </a:lnTo>
                  <a:lnTo>
                    <a:pt x="1523" y="6096"/>
                  </a:lnTo>
                  <a:lnTo>
                    <a:pt x="1523" y="2286"/>
                  </a:lnTo>
                  <a:lnTo>
                    <a:pt x="1523" y="1524"/>
                  </a:lnTo>
                  <a:lnTo>
                    <a:pt x="5333" y="762"/>
                  </a:lnTo>
                  <a:lnTo>
                    <a:pt x="9143" y="0"/>
                  </a:lnTo>
                  <a:lnTo>
                    <a:pt x="12953" y="762"/>
                  </a:lnTo>
                  <a:lnTo>
                    <a:pt x="15239" y="3048"/>
                  </a:lnTo>
                  <a:lnTo>
                    <a:pt x="19811" y="8382"/>
                  </a:lnTo>
                  <a:lnTo>
                    <a:pt x="19049" y="14478"/>
                  </a:lnTo>
                  <a:lnTo>
                    <a:pt x="19049" y="20574"/>
                  </a:lnTo>
                  <a:lnTo>
                    <a:pt x="19049" y="25146"/>
                  </a:lnTo>
                  <a:lnTo>
                    <a:pt x="19049" y="32004"/>
                  </a:lnTo>
                  <a:lnTo>
                    <a:pt x="13715" y="35052"/>
                  </a:lnTo>
                  <a:lnTo>
                    <a:pt x="10667" y="37338"/>
                  </a:lnTo>
                  <a:lnTo>
                    <a:pt x="6095" y="35052"/>
                  </a:lnTo>
                  <a:lnTo>
                    <a:pt x="4571" y="32766"/>
                  </a:lnTo>
                  <a:lnTo>
                    <a:pt x="0" y="27432"/>
                  </a:lnTo>
                  <a:lnTo>
                    <a:pt x="0" y="22098"/>
                  </a:lnTo>
                  <a:lnTo>
                    <a:pt x="0" y="15240"/>
                  </a:lnTo>
                  <a:lnTo>
                    <a:pt x="0" y="10668"/>
                  </a:lnTo>
                  <a:lnTo>
                    <a:pt x="1523" y="9906"/>
                  </a:lnTo>
                  <a:lnTo>
                    <a:pt x="6095" y="9144"/>
                  </a:lnTo>
                  <a:lnTo>
                    <a:pt x="10667" y="9144"/>
                  </a:lnTo>
                  <a:lnTo>
                    <a:pt x="14477" y="9144"/>
                  </a:lnTo>
                  <a:lnTo>
                    <a:pt x="16763" y="12192"/>
                  </a:lnTo>
                  <a:lnTo>
                    <a:pt x="19049" y="14478"/>
                  </a:lnTo>
                  <a:lnTo>
                    <a:pt x="19811" y="17526"/>
                  </a:lnTo>
                  <a:lnTo>
                    <a:pt x="19811" y="20574"/>
                  </a:lnTo>
                  <a:lnTo>
                    <a:pt x="20573" y="24384"/>
                  </a:lnTo>
                  <a:lnTo>
                    <a:pt x="19811" y="22860"/>
                  </a:lnTo>
                  <a:lnTo>
                    <a:pt x="18287" y="25146"/>
                  </a:lnTo>
                </a:path>
              </a:pathLst>
            </a:custGeom>
            <a:noFill/>
            <a:ln cap="flat" cmpd="sng" w="229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4" name="Google Shape;4124;p40"/>
            <p:cNvSpPr/>
            <p:nvPr/>
          </p:nvSpPr>
          <p:spPr>
            <a:xfrm>
              <a:off x="1207769" y="3940302"/>
              <a:ext cx="17145" cy="24765"/>
            </a:xfrm>
            <a:custGeom>
              <a:rect b="b" l="l" r="r" t="t"/>
              <a:pathLst>
                <a:path extrusionOk="0" h="24764" w="17144">
                  <a:moveTo>
                    <a:pt x="11430" y="4572"/>
                  </a:moveTo>
                  <a:lnTo>
                    <a:pt x="8382" y="1524"/>
                  </a:lnTo>
                  <a:lnTo>
                    <a:pt x="5334" y="0"/>
                  </a:lnTo>
                  <a:lnTo>
                    <a:pt x="8382" y="0"/>
                  </a:lnTo>
                  <a:lnTo>
                    <a:pt x="9906" y="2286"/>
                  </a:lnTo>
                  <a:lnTo>
                    <a:pt x="12954" y="5334"/>
                  </a:lnTo>
                  <a:lnTo>
                    <a:pt x="13716" y="9906"/>
                  </a:lnTo>
                  <a:lnTo>
                    <a:pt x="15240" y="16002"/>
                  </a:lnTo>
                  <a:lnTo>
                    <a:pt x="14478" y="21336"/>
                  </a:lnTo>
                  <a:lnTo>
                    <a:pt x="12192" y="24384"/>
                  </a:lnTo>
                  <a:lnTo>
                    <a:pt x="7620" y="22098"/>
                  </a:lnTo>
                  <a:lnTo>
                    <a:pt x="6096" y="21336"/>
                  </a:lnTo>
                  <a:lnTo>
                    <a:pt x="3810" y="16002"/>
                  </a:lnTo>
                  <a:lnTo>
                    <a:pt x="762" y="10668"/>
                  </a:lnTo>
                  <a:lnTo>
                    <a:pt x="0" y="8382"/>
                  </a:lnTo>
                  <a:lnTo>
                    <a:pt x="0" y="3048"/>
                  </a:lnTo>
                  <a:lnTo>
                    <a:pt x="0" y="2286"/>
                  </a:lnTo>
                  <a:lnTo>
                    <a:pt x="0" y="1524"/>
                  </a:lnTo>
                  <a:lnTo>
                    <a:pt x="3048" y="762"/>
                  </a:lnTo>
                  <a:lnTo>
                    <a:pt x="7620" y="0"/>
                  </a:lnTo>
                  <a:lnTo>
                    <a:pt x="10668" y="762"/>
                  </a:lnTo>
                  <a:lnTo>
                    <a:pt x="13716" y="2286"/>
                  </a:lnTo>
                  <a:lnTo>
                    <a:pt x="16002" y="7620"/>
                  </a:lnTo>
                  <a:lnTo>
                    <a:pt x="16002" y="10668"/>
                  </a:lnTo>
                  <a:lnTo>
                    <a:pt x="16764" y="15240"/>
                  </a:lnTo>
                  <a:lnTo>
                    <a:pt x="15240" y="16764"/>
                  </a:lnTo>
                  <a:lnTo>
                    <a:pt x="11430" y="16764"/>
                  </a:lnTo>
                  <a:lnTo>
                    <a:pt x="6858" y="17526"/>
                  </a:lnTo>
                  <a:lnTo>
                    <a:pt x="6096" y="13716"/>
                  </a:lnTo>
                  <a:lnTo>
                    <a:pt x="6096" y="12954"/>
                  </a:lnTo>
                  <a:lnTo>
                    <a:pt x="6096" y="12192"/>
                  </a:lnTo>
                  <a:lnTo>
                    <a:pt x="6096" y="10668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5" name="Google Shape;4125;p40"/>
            <p:cNvSpPr/>
            <p:nvPr/>
          </p:nvSpPr>
          <p:spPr>
            <a:xfrm>
              <a:off x="1831085" y="3529584"/>
              <a:ext cx="20320" cy="10795"/>
            </a:xfrm>
            <a:custGeom>
              <a:rect b="b" l="l" r="r" t="t"/>
              <a:pathLst>
                <a:path extrusionOk="0" h="10795" w="20319">
                  <a:moveTo>
                    <a:pt x="0" y="9905"/>
                  </a:moveTo>
                  <a:lnTo>
                    <a:pt x="9525" y="10286"/>
                  </a:lnTo>
                  <a:lnTo>
                    <a:pt x="13906" y="10096"/>
                  </a:lnTo>
                  <a:lnTo>
                    <a:pt x="16287" y="7334"/>
                  </a:lnTo>
                  <a:lnTo>
                    <a:pt x="19811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6" name="Google Shape;4126;p40"/>
            <p:cNvSpPr/>
            <p:nvPr/>
          </p:nvSpPr>
          <p:spPr>
            <a:xfrm>
              <a:off x="2067305" y="3387090"/>
              <a:ext cx="3175" cy="26670"/>
            </a:xfrm>
            <a:custGeom>
              <a:rect b="b" l="l" r="r" t="t"/>
              <a:pathLst>
                <a:path extrusionOk="0" h="26670" w="3175">
                  <a:moveTo>
                    <a:pt x="0" y="0"/>
                  </a:moveTo>
                  <a:lnTo>
                    <a:pt x="1440" y="6953"/>
                  </a:lnTo>
                  <a:lnTo>
                    <a:pt x="2381" y="13334"/>
                  </a:lnTo>
                  <a:lnTo>
                    <a:pt x="2893" y="19716"/>
                  </a:lnTo>
                  <a:lnTo>
                    <a:pt x="3048" y="2667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7" name="Google Shape;4127;p40"/>
            <p:cNvGrpSpPr/>
            <p:nvPr/>
          </p:nvGrpSpPr>
          <p:grpSpPr>
            <a:xfrm>
              <a:off x="2151887" y="3627881"/>
              <a:ext cx="70231" cy="86233"/>
              <a:chOff x="2151887" y="3627881"/>
              <a:chExt cx="70231" cy="86233"/>
            </a:xfrm>
          </p:grpSpPr>
          <p:sp>
            <p:nvSpPr>
              <p:cNvPr id="4128" name="Google Shape;4128;p40"/>
              <p:cNvSpPr/>
              <p:nvPr/>
            </p:nvSpPr>
            <p:spPr>
              <a:xfrm>
                <a:off x="2151887" y="3627881"/>
                <a:ext cx="13970" cy="40005"/>
              </a:xfrm>
              <a:custGeom>
                <a:rect b="b" l="l" r="r" t="t"/>
                <a:pathLst>
                  <a:path extrusionOk="0" h="40004" w="13969">
                    <a:moveTo>
                      <a:pt x="0" y="0"/>
                    </a:moveTo>
                    <a:lnTo>
                      <a:pt x="13716" y="32766"/>
                    </a:lnTo>
                    <a:lnTo>
                      <a:pt x="12192" y="35052"/>
                    </a:lnTo>
                    <a:lnTo>
                      <a:pt x="9144" y="3962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9" name="Google Shape;4129;p40"/>
              <p:cNvSpPr/>
              <p:nvPr/>
            </p:nvSpPr>
            <p:spPr>
              <a:xfrm>
                <a:off x="2203703" y="3710939"/>
                <a:ext cx="18415" cy="3175"/>
              </a:xfrm>
              <a:custGeom>
                <a:rect b="b" l="l" r="r" t="t"/>
                <a:pathLst>
                  <a:path extrusionOk="0" h="3175" w="18414">
                    <a:moveTo>
                      <a:pt x="0" y="1524"/>
                    </a:moveTo>
                    <a:lnTo>
                      <a:pt x="11430" y="1524"/>
                    </a:lnTo>
                    <a:lnTo>
                      <a:pt x="12954" y="3048"/>
                    </a:lnTo>
                    <a:lnTo>
                      <a:pt x="18288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0" name="Google Shape;4130;p40"/>
            <p:cNvSpPr/>
            <p:nvPr/>
          </p:nvSpPr>
          <p:spPr>
            <a:xfrm>
              <a:off x="1932432" y="4002023"/>
              <a:ext cx="14604" cy="3175"/>
            </a:xfrm>
            <a:custGeom>
              <a:rect b="b" l="l" r="r" t="t"/>
              <a:pathLst>
                <a:path extrusionOk="0" h="3175" w="14605">
                  <a:moveTo>
                    <a:pt x="14477" y="0"/>
                  </a:moveTo>
                  <a:lnTo>
                    <a:pt x="9905" y="762"/>
                  </a:lnTo>
                  <a:lnTo>
                    <a:pt x="4571" y="2286"/>
                  </a:lnTo>
                  <a:lnTo>
                    <a:pt x="0" y="304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1" name="Google Shape;4131;p40"/>
            <p:cNvSpPr/>
            <p:nvPr/>
          </p:nvSpPr>
          <p:spPr>
            <a:xfrm>
              <a:off x="1760220" y="3793235"/>
              <a:ext cx="29845" cy="15240"/>
            </a:xfrm>
            <a:custGeom>
              <a:rect b="b" l="l" r="r" t="t"/>
              <a:pathLst>
                <a:path extrusionOk="0" h="15239" w="29844">
                  <a:moveTo>
                    <a:pt x="0" y="15239"/>
                  </a:moveTo>
                  <a:lnTo>
                    <a:pt x="8822" y="12108"/>
                  </a:lnTo>
                  <a:lnTo>
                    <a:pt x="15716" y="9048"/>
                  </a:lnTo>
                  <a:lnTo>
                    <a:pt x="22181" y="5274"/>
                  </a:lnTo>
                  <a:lnTo>
                    <a:pt x="29718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35" name="Shape 4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6" name="Google Shape;4136;p41"/>
          <p:cNvGrpSpPr/>
          <p:nvPr/>
        </p:nvGrpSpPr>
        <p:grpSpPr>
          <a:xfrm>
            <a:off x="6643178" y="1106291"/>
            <a:ext cx="2651188" cy="2595875"/>
            <a:chOff x="8055864" y="2538387"/>
            <a:chExt cx="1698625" cy="1571206"/>
          </a:xfrm>
        </p:grpSpPr>
        <p:grpSp>
          <p:nvGrpSpPr>
            <p:cNvPr id="4137" name="Google Shape;4137;p41"/>
            <p:cNvGrpSpPr/>
            <p:nvPr/>
          </p:nvGrpSpPr>
          <p:grpSpPr>
            <a:xfrm>
              <a:off x="8055864" y="2594014"/>
              <a:ext cx="573913" cy="224496"/>
              <a:chOff x="8055864" y="2594014"/>
              <a:chExt cx="573913" cy="224496"/>
            </a:xfrm>
          </p:grpSpPr>
          <p:sp>
            <p:nvSpPr>
              <p:cNvPr id="4138" name="Google Shape;4138;p41"/>
              <p:cNvSpPr/>
              <p:nvPr/>
            </p:nvSpPr>
            <p:spPr>
              <a:xfrm>
                <a:off x="8055864" y="2602229"/>
                <a:ext cx="96520" cy="125730"/>
              </a:xfrm>
              <a:custGeom>
                <a:rect b="b" l="l" r="r" t="t"/>
                <a:pathLst>
                  <a:path extrusionOk="0" h="125730" w="96520">
                    <a:moveTo>
                      <a:pt x="0" y="0"/>
                    </a:moveTo>
                    <a:lnTo>
                      <a:pt x="13930" y="2000"/>
                    </a:lnTo>
                    <a:lnTo>
                      <a:pt x="27432" y="3428"/>
                    </a:lnTo>
                    <a:lnTo>
                      <a:pt x="40933" y="4286"/>
                    </a:lnTo>
                    <a:lnTo>
                      <a:pt x="54864" y="4571"/>
                    </a:lnTo>
                    <a:lnTo>
                      <a:pt x="65139" y="4560"/>
                    </a:lnTo>
                    <a:lnTo>
                      <a:pt x="75342" y="4476"/>
                    </a:lnTo>
                    <a:lnTo>
                      <a:pt x="85403" y="4250"/>
                    </a:lnTo>
                    <a:lnTo>
                      <a:pt x="95250" y="3809"/>
                    </a:lnTo>
                    <a:lnTo>
                      <a:pt x="96012" y="3809"/>
                    </a:lnTo>
                    <a:lnTo>
                      <a:pt x="89916" y="3809"/>
                    </a:lnTo>
                    <a:lnTo>
                      <a:pt x="82296" y="2285"/>
                    </a:lnTo>
                    <a:lnTo>
                      <a:pt x="76962" y="5333"/>
                    </a:lnTo>
                    <a:lnTo>
                      <a:pt x="69342" y="9905"/>
                    </a:lnTo>
                    <a:lnTo>
                      <a:pt x="68580" y="21335"/>
                    </a:lnTo>
                    <a:lnTo>
                      <a:pt x="67818" y="28955"/>
                    </a:lnTo>
                    <a:lnTo>
                      <a:pt x="67056" y="39242"/>
                    </a:lnTo>
                    <a:lnTo>
                      <a:pt x="66865" y="49529"/>
                    </a:lnTo>
                    <a:lnTo>
                      <a:pt x="66960" y="59816"/>
                    </a:lnTo>
                    <a:lnTo>
                      <a:pt x="67056" y="70103"/>
                    </a:lnTo>
                    <a:lnTo>
                      <a:pt x="67496" y="81331"/>
                    </a:lnTo>
                    <a:lnTo>
                      <a:pt x="68294" y="93059"/>
                    </a:lnTo>
                    <a:lnTo>
                      <a:pt x="68663" y="104929"/>
                    </a:lnTo>
                    <a:lnTo>
                      <a:pt x="67818" y="116585"/>
                    </a:lnTo>
                    <a:lnTo>
                      <a:pt x="66294" y="119633"/>
                    </a:lnTo>
                    <a:lnTo>
                      <a:pt x="65532" y="122681"/>
                    </a:lnTo>
                    <a:lnTo>
                      <a:pt x="64770" y="12572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9" name="Google Shape;4139;p41"/>
              <p:cNvSpPr/>
              <p:nvPr/>
            </p:nvSpPr>
            <p:spPr>
              <a:xfrm>
                <a:off x="8078724" y="2718815"/>
                <a:ext cx="85725" cy="24765"/>
              </a:xfrm>
              <a:custGeom>
                <a:rect b="b" l="l" r="r" t="t"/>
                <a:pathLst>
                  <a:path extrusionOk="0" h="24764" w="85725">
                    <a:moveTo>
                      <a:pt x="0" y="24384"/>
                    </a:moveTo>
                    <a:lnTo>
                      <a:pt x="14418" y="20609"/>
                    </a:lnTo>
                    <a:lnTo>
                      <a:pt x="29051" y="17049"/>
                    </a:lnTo>
                    <a:lnTo>
                      <a:pt x="43826" y="13346"/>
                    </a:lnTo>
                    <a:lnTo>
                      <a:pt x="58674" y="9144"/>
                    </a:lnTo>
                    <a:lnTo>
                      <a:pt x="67127" y="6643"/>
                    </a:lnTo>
                    <a:lnTo>
                      <a:pt x="73723" y="4572"/>
                    </a:lnTo>
                    <a:lnTo>
                      <a:pt x="79462" y="2500"/>
                    </a:lnTo>
                    <a:lnTo>
                      <a:pt x="8534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0" name="Google Shape;4140;p41"/>
              <p:cNvSpPr/>
              <p:nvPr/>
            </p:nvSpPr>
            <p:spPr>
              <a:xfrm>
                <a:off x="8203692" y="2608421"/>
                <a:ext cx="60325" cy="107950"/>
              </a:xfrm>
              <a:custGeom>
                <a:rect b="b" l="l" r="r" t="t"/>
                <a:pathLst>
                  <a:path extrusionOk="0" h="107950" w="60325">
                    <a:moveTo>
                      <a:pt x="44196" y="6000"/>
                    </a:moveTo>
                    <a:lnTo>
                      <a:pt x="36409" y="2762"/>
                    </a:lnTo>
                    <a:lnTo>
                      <a:pt x="28194" y="95"/>
                    </a:lnTo>
                    <a:lnTo>
                      <a:pt x="19978" y="0"/>
                    </a:lnTo>
                    <a:lnTo>
                      <a:pt x="12192" y="4476"/>
                    </a:lnTo>
                    <a:lnTo>
                      <a:pt x="7227" y="10834"/>
                    </a:lnTo>
                    <a:lnTo>
                      <a:pt x="4476" y="18192"/>
                    </a:lnTo>
                    <a:lnTo>
                      <a:pt x="3298" y="26122"/>
                    </a:lnTo>
                    <a:lnTo>
                      <a:pt x="3048" y="34194"/>
                    </a:lnTo>
                    <a:lnTo>
                      <a:pt x="4048" y="43553"/>
                    </a:lnTo>
                    <a:lnTo>
                      <a:pt x="33623" y="72771"/>
                    </a:lnTo>
                    <a:lnTo>
                      <a:pt x="41231" y="76235"/>
                    </a:lnTo>
                    <a:lnTo>
                      <a:pt x="48768" y="79914"/>
                    </a:lnTo>
                    <a:lnTo>
                      <a:pt x="52578" y="82200"/>
                    </a:lnTo>
                    <a:lnTo>
                      <a:pt x="60198" y="84486"/>
                    </a:lnTo>
                    <a:lnTo>
                      <a:pt x="57912" y="89820"/>
                    </a:lnTo>
                    <a:lnTo>
                      <a:pt x="16478" y="107156"/>
                    </a:lnTo>
                    <a:lnTo>
                      <a:pt x="7679" y="107608"/>
                    </a:lnTo>
                    <a:lnTo>
                      <a:pt x="1524" y="105060"/>
                    </a:lnTo>
                    <a:lnTo>
                      <a:pt x="1524" y="103536"/>
                    </a:lnTo>
                    <a:lnTo>
                      <a:pt x="762" y="102012"/>
                    </a:lnTo>
                    <a:lnTo>
                      <a:pt x="0" y="10048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1" name="Google Shape;4141;p41"/>
              <p:cNvSpPr/>
              <p:nvPr/>
            </p:nvSpPr>
            <p:spPr>
              <a:xfrm>
                <a:off x="8297549" y="2594014"/>
                <a:ext cx="57150" cy="119380"/>
              </a:xfrm>
              <a:custGeom>
                <a:rect b="b" l="l" r="r" t="t"/>
                <a:pathLst>
                  <a:path extrusionOk="0" h="119380" w="57150">
                    <a:moveTo>
                      <a:pt x="36445" y="17359"/>
                    </a:moveTo>
                    <a:lnTo>
                      <a:pt x="35028" y="10239"/>
                    </a:lnTo>
                    <a:lnTo>
                      <a:pt x="33111" y="3833"/>
                    </a:lnTo>
                    <a:lnTo>
                      <a:pt x="29051" y="0"/>
                    </a:lnTo>
                    <a:lnTo>
                      <a:pt x="21205" y="595"/>
                    </a:lnTo>
                    <a:lnTo>
                      <a:pt x="0" y="36492"/>
                    </a:lnTo>
                    <a:lnTo>
                      <a:pt x="535" y="45648"/>
                    </a:lnTo>
                    <a:lnTo>
                      <a:pt x="32682" y="78069"/>
                    </a:lnTo>
                    <a:lnTo>
                      <a:pt x="41017" y="82129"/>
                    </a:lnTo>
                    <a:lnTo>
                      <a:pt x="45589" y="84415"/>
                    </a:lnTo>
                    <a:lnTo>
                      <a:pt x="57019" y="88987"/>
                    </a:lnTo>
                    <a:lnTo>
                      <a:pt x="53971" y="95845"/>
                    </a:lnTo>
                    <a:lnTo>
                      <a:pt x="49268" y="102012"/>
                    </a:lnTo>
                    <a:lnTo>
                      <a:pt x="6405" y="118943"/>
                    </a:lnTo>
                    <a:lnTo>
                      <a:pt x="1393" y="117943"/>
                    </a:lnTo>
                    <a:lnTo>
                      <a:pt x="1393" y="116419"/>
                    </a:lnTo>
                    <a:lnTo>
                      <a:pt x="1393" y="114133"/>
                    </a:lnTo>
                    <a:lnTo>
                      <a:pt x="631" y="11260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2" name="Google Shape;4142;p41"/>
              <p:cNvSpPr/>
              <p:nvPr/>
            </p:nvSpPr>
            <p:spPr>
              <a:xfrm>
                <a:off x="8385810" y="2625851"/>
                <a:ext cx="93345" cy="62865"/>
              </a:xfrm>
              <a:custGeom>
                <a:rect b="b" l="l" r="r" t="t"/>
                <a:pathLst>
                  <a:path extrusionOk="0" h="62864" w="93345">
                    <a:moveTo>
                      <a:pt x="0" y="0"/>
                    </a:moveTo>
                    <a:lnTo>
                      <a:pt x="2178" y="8358"/>
                    </a:lnTo>
                    <a:lnTo>
                      <a:pt x="4286" y="17145"/>
                    </a:lnTo>
                    <a:lnTo>
                      <a:pt x="6536" y="25931"/>
                    </a:lnTo>
                    <a:lnTo>
                      <a:pt x="28956" y="59436"/>
                    </a:lnTo>
                    <a:lnTo>
                      <a:pt x="37338" y="62483"/>
                    </a:lnTo>
                    <a:lnTo>
                      <a:pt x="43434" y="58673"/>
                    </a:lnTo>
                    <a:lnTo>
                      <a:pt x="48768" y="52577"/>
                    </a:lnTo>
                    <a:lnTo>
                      <a:pt x="54840" y="42481"/>
                    </a:lnTo>
                    <a:lnTo>
                      <a:pt x="59055" y="31241"/>
                    </a:lnTo>
                    <a:lnTo>
                      <a:pt x="62698" y="20002"/>
                    </a:lnTo>
                    <a:lnTo>
                      <a:pt x="67056" y="9905"/>
                    </a:lnTo>
                    <a:lnTo>
                      <a:pt x="67056" y="15239"/>
                    </a:lnTo>
                    <a:lnTo>
                      <a:pt x="67818" y="21335"/>
                    </a:lnTo>
                    <a:lnTo>
                      <a:pt x="81534" y="60197"/>
                    </a:lnTo>
                    <a:lnTo>
                      <a:pt x="84582" y="61721"/>
                    </a:lnTo>
                    <a:lnTo>
                      <a:pt x="92964" y="6248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3" name="Google Shape;4143;p41"/>
              <p:cNvSpPr/>
              <p:nvPr/>
            </p:nvSpPr>
            <p:spPr>
              <a:xfrm>
                <a:off x="8516874" y="2614421"/>
                <a:ext cx="37465" cy="86360"/>
              </a:xfrm>
              <a:custGeom>
                <a:rect b="b" l="l" r="r" t="t"/>
                <a:pathLst>
                  <a:path extrusionOk="0" h="86360" w="37465">
                    <a:moveTo>
                      <a:pt x="8381" y="0"/>
                    </a:moveTo>
                    <a:lnTo>
                      <a:pt x="4822" y="11751"/>
                    </a:lnTo>
                    <a:lnTo>
                      <a:pt x="2190" y="22574"/>
                    </a:lnTo>
                    <a:lnTo>
                      <a:pt x="559" y="33539"/>
                    </a:lnTo>
                    <a:lnTo>
                      <a:pt x="0" y="45720"/>
                    </a:lnTo>
                    <a:lnTo>
                      <a:pt x="214" y="53911"/>
                    </a:lnTo>
                    <a:lnTo>
                      <a:pt x="18287" y="86106"/>
                    </a:lnTo>
                    <a:lnTo>
                      <a:pt x="25145" y="83820"/>
                    </a:lnTo>
                    <a:lnTo>
                      <a:pt x="32003" y="80772"/>
                    </a:lnTo>
                    <a:lnTo>
                      <a:pt x="34289" y="80010"/>
                    </a:lnTo>
                    <a:lnTo>
                      <a:pt x="37337" y="7543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4" name="Google Shape;4144;p41"/>
              <p:cNvSpPr/>
              <p:nvPr/>
            </p:nvSpPr>
            <p:spPr>
              <a:xfrm>
                <a:off x="8527542" y="2600527"/>
                <a:ext cx="59690" cy="41275"/>
              </a:xfrm>
              <a:custGeom>
                <a:rect b="b" l="l" r="r" t="t"/>
                <a:pathLst>
                  <a:path extrusionOk="0" h="41275" w="59690">
                    <a:moveTo>
                      <a:pt x="25146" y="37516"/>
                    </a:moveTo>
                    <a:lnTo>
                      <a:pt x="33849" y="40302"/>
                    </a:lnTo>
                    <a:lnTo>
                      <a:pt x="41052" y="40945"/>
                    </a:lnTo>
                    <a:lnTo>
                      <a:pt x="47541" y="38159"/>
                    </a:lnTo>
                    <a:lnTo>
                      <a:pt x="54102" y="30658"/>
                    </a:lnTo>
                    <a:lnTo>
                      <a:pt x="57150" y="26086"/>
                    </a:lnTo>
                    <a:lnTo>
                      <a:pt x="59436" y="14656"/>
                    </a:lnTo>
                    <a:lnTo>
                      <a:pt x="54864" y="9322"/>
                    </a:lnTo>
                    <a:lnTo>
                      <a:pt x="47434" y="3929"/>
                    </a:lnTo>
                    <a:lnTo>
                      <a:pt x="37719" y="1035"/>
                    </a:lnTo>
                    <a:lnTo>
                      <a:pt x="27432" y="0"/>
                    </a:lnTo>
                    <a:lnTo>
                      <a:pt x="18288" y="178"/>
                    </a:lnTo>
                    <a:lnTo>
                      <a:pt x="9906" y="940"/>
                    </a:lnTo>
                    <a:lnTo>
                      <a:pt x="5334" y="5512"/>
                    </a:lnTo>
                    <a:lnTo>
                      <a:pt x="0" y="1160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5" name="Google Shape;4145;p41"/>
              <p:cNvSpPr/>
              <p:nvPr/>
            </p:nvSpPr>
            <p:spPr>
              <a:xfrm>
                <a:off x="8211312" y="2779775"/>
                <a:ext cx="418465" cy="38735"/>
              </a:xfrm>
              <a:custGeom>
                <a:rect b="b" l="l" r="r" t="t"/>
                <a:pathLst>
                  <a:path extrusionOk="0" h="38735" w="418465">
                    <a:moveTo>
                      <a:pt x="0" y="38100"/>
                    </a:moveTo>
                    <a:lnTo>
                      <a:pt x="67056" y="37623"/>
                    </a:lnTo>
                    <a:lnTo>
                      <a:pt x="134112" y="34289"/>
                    </a:lnTo>
                    <a:lnTo>
                      <a:pt x="180963" y="31527"/>
                    </a:lnTo>
                    <a:lnTo>
                      <a:pt x="227742" y="28765"/>
                    </a:lnTo>
                    <a:lnTo>
                      <a:pt x="274379" y="25717"/>
                    </a:lnTo>
                    <a:lnTo>
                      <a:pt x="320802" y="22097"/>
                    </a:lnTo>
                    <a:lnTo>
                      <a:pt x="370713" y="15049"/>
                    </a:lnTo>
                    <a:lnTo>
                      <a:pt x="394311" y="8810"/>
                    </a:lnTo>
                    <a:lnTo>
                      <a:pt x="418338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6" name="Google Shape;4146;p41"/>
            <p:cNvSpPr/>
            <p:nvPr/>
          </p:nvSpPr>
          <p:spPr>
            <a:xfrm>
              <a:off x="8714231" y="2611373"/>
              <a:ext cx="13335" cy="13970"/>
            </a:xfrm>
            <a:custGeom>
              <a:rect b="b" l="l" r="r" t="t"/>
              <a:pathLst>
                <a:path extrusionOk="0" h="13969" w="13334">
                  <a:moveTo>
                    <a:pt x="12953" y="0"/>
                  </a:moveTo>
                  <a:lnTo>
                    <a:pt x="3809" y="6096"/>
                  </a:lnTo>
                  <a:lnTo>
                    <a:pt x="1523" y="6096"/>
                  </a:lnTo>
                  <a:lnTo>
                    <a:pt x="0" y="1371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7" name="Google Shape;4147;p41"/>
            <p:cNvSpPr/>
            <p:nvPr/>
          </p:nvSpPr>
          <p:spPr>
            <a:xfrm>
              <a:off x="8724900" y="2734055"/>
              <a:ext cx="9525" cy="12700"/>
            </a:xfrm>
            <a:custGeom>
              <a:rect b="b" l="l" r="r" t="t"/>
              <a:pathLst>
                <a:path extrusionOk="0" h="12700" w="9525">
                  <a:moveTo>
                    <a:pt x="9144" y="12191"/>
                  </a:moveTo>
                  <a:lnTo>
                    <a:pt x="6096" y="8381"/>
                  </a:lnTo>
                  <a:lnTo>
                    <a:pt x="3048" y="4571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48" name="Google Shape;414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6908" y="2600680"/>
              <a:ext cx="83704" cy="12479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49" name="Google Shape;4149;p41"/>
            <p:cNvGrpSpPr/>
            <p:nvPr/>
          </p:nvGrpSpPr>
          <p:grpSpPr>
            <a:xfrm>
              <a:off x="9136761" y="2538387"/>
              <a:ext cx="617728" cy="159332"/>
              <a:chOff x="9136761" y="2538387"/>
              <a:chExt cx="617728" cy="159332"/>
            </a:xfrm>
          </p:grpSpPr>
          <p:sp>
            <p:nvSpPr>
              <p:cNvPr id="4150" name="Google Shape;4150;p41"/>
              <p:cNvSpPr/>
              <p:nvPr/>
            </p:nvSpPr>
            <p:spPr>
              <a:xfrm>
                <a:off x="9136761" y="2615183"/>
                <a:ext cx="92075" cy="78105"/>
              </a:xfrm>
              <a:custGeom>
                <a:rect b="b" l="l" r="r" t="t"/>
                <a:pathLst>
                  <a:path extrusionOk="0" h="78105" w="92075">
                    <a:moveTo>
                      <a:pt x="380" y="0"/>
                    </a:moveTo>
                    <a:lnTo>
                      <a:pt x="190" y="11215"/>
                    </a:lnTo>
                    <a:lnTo>
                      <a:pt x="0" y="22860"/>
                    </a:lnTo>
                    <a:lnTo>
                      <a:pt x="380" y="34504"/>
                    </a:lnTo>
                    <a:lnTo>
                      <a:pt x="17144" y="76200"/>
                    </a:lnTo>
                    <a:lnTo>
                      <a:pt x="23931" y="77771"/>
                    </a:lnTo>
                    <a:lnTo>
                      <a:pt x="30289" y="76200"/>
                    </a:lnTo>
                    <a:lnTo>
                      <a:pt x="48791" y="33944"/>
                    </a:lnTo>
                    <a:lnTo>
                      <a:pt x="50672" y="15239"/>
                    </a:lnTo>
                    <a:lnTo>
                      <a:pt x="51434" y="8381"/>
                    </a:lnTo>
                    <a:lnTo>
                      <a:pt x="52196" y="761"/>
                    </a:lnTo>
                    <a:lnTo>
                      <a:pt x="52958" y="5333"/>
                    </a:lnTo>
                    <a:lnTo>
                      <a:pt x="52958" y="9143"/>
                    </a:lnTo>
                    <a:lnTo>
                      <a:pt x="53720" y="14477"/>
                    </a:lnTo>
                    <a:lnTo>
                      <a:pt x="59054" y="52577"/>
                    </a:lnTo>
                    <a:lnTo>
                      <a:pt x="83438" y="66293"/>
                    </a:lnTo>
                    <a:lnTo>
                      <a:pt x="86486" y="65531"/>
                    </a:lnTo>
                    <a:lnTo>
                      <a:pt x="88772" y="65531"/>
                    </a:lnTo>
                    <a:lnTo>
                      <a:pt x="91820" y="6476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1" name="Google Shape;4151;p41"/>
              <p:cNvSpPr/>
              <p:nvPr/>
            </p:nvSpPr>
            <p:spPr>
              <a:xfrm>
                <a:off x="9263991" y="2552699"/>
                <a:ext cx="15875" cy="127635"/>
              </a:xfrm>
              <a:custGeom>
                <a:rect b="b" l="l" r="r" t="t"/>
                <a:pathLst>
                  <a:path extrusionOk="0" h="127635" w="15875">
                    <a:moveTo>
                      <a:pt x="15644" y="0"/>
                    </a:moveTo>
                    <a:lnTo>
                      <a:pt x="2250" y="40290"/>
                    </a:lnTo>
                    <a:lnTo>
                      <a:pt x="0" y="67103"/>
                    </a:lnTo>
                    <a:lnTo>
                      <a:pt x="23" y="79629"/>
                    </a:lnTo>
                    <a:lnTo>
                      <a:pt x="619" y="92154"/>
                    </a:lnTo>
                    <a:lnTo>
                      <a:pt x="1928" y="104394"/>
                    </a:lnTo>
                    <a:lnTo>
                      <a:pt x="3452" y="112014"/>
                    </a:lnTo>
                    <a:lnTo>
                      <a:pt x="5738" y="119634"/>
                    </a:lnTo>
                    <a:lnTo>
                      <a:pt x="6500" y="12725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2" name="Google Shape;4152;p41"/>
              <p:cNvSpPr/>
              <p:nvPr/>
            </p:nvSpPr>
            <p:spPr>
              <a:xfrm>
                <a:off x="9236964" y="2590799"/>
                <a:ext cx="100330" cy="40640"/>
              </a:xfrm>
              <a:custGeom>
                <a:rect b="b" l="l" r="r" t="t"/>
                <a:pathLst>
                  <a:path extrusionOk="0" h="40639" w="100329">
                    <a:moveTo>
                      <a:pt x="0" y="40386"/>
                    </a:moveTo>
                    <a:lnTo>
                      <a:pt x="13846" y="33075"/>
                    </a:lnTo>
                    <a:lnTo>
                      <a:pt x="27336" y="27622"/>
                    </a:lnTo>
                    <a:lnTo>
                      <a:pt x="41255" y="23026"/>
                    </a:lnTo>
                    <a:lnTo>
                      <a:pt x="56388" y="18288"/>
                    </a:lnTo>
                    <a:lnTo>
                      <a:pt x="67567" y="14466"/>
                    </a:lnTo>
                    <a:lnTo>
                      <a:pt x="78390" y="10001"/>
                    </a:lnTo>
                    <a:lnTo>
                      <a:pt x="89070" y="5107"/>
                    </a:lnTo>
                    <a:lnTo>
                      <a:pt x="9982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3" name="Google Shape;4153;p41"/>
              <p:cNvSpPr/>
              <p:nvPr/>
            </p:nvSpPr>
            <p:spPr>
              <a:xfrm>
                <a:off x="9360408" y="2541269"/>
                <a:ext cx="11430" cy="152400"/>
              </a:xfrm>
              <a:custGeom>
                <a:rect b="b" l="l" r="r" t="t"/>
                <a:pathLst>
                  <a:path extrusionOk="0" h="152400" w="11429">
                    <a:moveTo>
                      <a:pt x="0" y="18287"/>
                    </a:moveTo>
                    <a:lnTo>
                      <a:pt x="0" y="12191"/>
                    </a:lnTo>
                    <a:lnTo>
                      <a:pt x="0" y="6095"/>
                    </a:lnTo>
                    <a:lnTo>
                      <a:pt x="0" y="0"/>
                    </a:lnTo>
                    <a:lnTo>
                      <a:pt x="440" y="7429"/>
                    </a:lnTo>
                    <a:lnTo>
                      <a:pt x="666" y="14858"/>
                    </a:lnTo>
                    <a:lnTo>
                      <a:pt x="750" y="22288"/>
                    </a:lnTo>
                    <a:lnTo>
                      <a:pt x="762" y="29717"/>
                    </a:lnTo>
                    <a:lnTo>
                      <a:pt x="1012" y="44576"/>
                    </a:lnTo>
                    <a:lnTo>
                      <a:pt x="1619" y="59435"/>
                    </a:lnTo>
                    <a:lnTo>
                      <a:pt x="2369" y="74294"/>
                    </a:lnTo>
                    <a:lnTo>
                      <a:pt x="3048" y="89153"/>
                    </a:lnTo>
                    <a:lnTo>
                      <a:pt x="6048" y="128266"/>
                    </a:lnTo>
                    <a:lnTo>
                      <a:pt x="9144" y="147065"/>
                    </a:lnTo>
                    <a:lnTo>
                      <a:pt x="9144" y="148589"/>
                    </a:lnTo>
                    <a:lnTo>
                      <a:pt x="11430" y="15239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4" name="Google Shape;4154;p41"/>
              <p:cNvSpPr/>
              <p:nvPr/>
            </p:nvSpPr>
            <p:spPr>
              <a:xfrm>
                <a:off x="9414510" y="2644901"/>
                <a:ext cx="1905" cy="48895"/>
              </a:xfrm>
              <a:custGeom>
                <a:rect b="b" l="l" r="r" t="t"/>
                <a:pathLst>
                  <a:path extrusionOk="0" h="48894" w="1904">
                    <a:moveTo>
                      <a:pt x="0" y="0"/>
                    </a:moveTo>
                    <a:lnTo>
                      <a:pt x="1524" y="36576"/>
                    </a:lnTo>
                    <a:lnTo>
                      <a:pt x="1524" y="42672"/>
                    </a:lnTo>
                    <a:lnTo>
                      <a:pt x="1524" y="48768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5" name="Google Shape;4155;p41"/>
              <p:cNvSpPr/>
              <p:nvPr/>
            </p:nvSpPr>
            <p:spPr>
              <a:xfrm>
                <a:off x="9412986" y="2566415"/>
                <a:ext cx="13970" cy="7620"/>
              </a:xfrm>
              <a:custGeom>
                <a:rect b="b" l="l" r="r" t="t"/>
                <a:pathLst>
                  <a:path extrusionOk="0" h="7619" w="13970">
                    <a:moveTo>
                      <a:pt x="13716" y="7620"/>
                    </a:moveTo>
                    <a:lnTo>
                      <a:pt x="5334" y="3048"/>
                    </a:lnTo>
                    <a:lnTo>
                      <a:pt x="5334" y="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56" name="Google Shape;4156;p4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466205" y="2538387"/>
                <a:ext cx="251606" cy="1593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57" name="Google Shape;4157;p41"/>
              <p:cNvSpPr/>
              <p:nvPr/>
            </p:nvSpPr>
            <p:spPr>
              <a:xfrm>
                <a:off x="9751314" y="2586227"/>
                <a:ext cx="3175" cy="11430"/>
              </a:xfrm>
              <a:custGeom>
                <a:rect b="b" l="l" r="r" t="t"/>
                <a:pathLst>
                  <a:path extrusionOk="0" h="11430" w="3175">
                    <a:moveTo>
                      <a:pt x="0" y="11429"/>
                    </a:moveTo>
                    <a:lnTo>
                      <a:pt x="761" y="7619"/>
                    </a:lnTo>
                    <a:lnTo>
                      <a:pt x="2285" y="3809"/>
                    </a:lnTo>
                    <a:lnTo>
                      <a:pt x="3047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58" name="Google Shape;4158;p41"/>
            <p:cNvGrpSpPr/>
            <p:nvPr/>
          </p:nvGrpSpPr>
          <p:grpSpPr>
            <a:xfrm>
              <a:off x="8181344" y="3227070"/>
              <a:ext cx="295930" cy="240538"/>
              <a:chOff x="8181344" y="3227070"/>
              <a:chExt cx="295930" cy="240538"/>
            </a:xfrm>
          </p:grpSpPr>
          <p:sp>
            <p:nvSpPr>
              <p:cNvPr id="4159" name="Google Shape;4159;p41"/>
              <p:cNvSpPr/>
              <p:nvPr/>
            </p:nvSpPr>
            <p:spPr>
              <a:xfrm>
                <a:off x="8181344" y="3230820"/>
                <a:ext cx="87630" cy="159385"/>
              </a:xfrm>
              <a:custGeom>
                <a:rect b="b" l="l" r="r" t="t"/>
                <a:pathLst>
                  <a:path extrusionOk="0" h="159385" w="87629">
                    <a:moveTo>
                      <a:pt x="250" y="39683"/>
                    </a:moveTo>
                    <a:lnTo>
                      <a:pt x="0" y="54280"/>
                    </a:lnTo>
                    <a:lnTo>
                      <a:pt x="2250" y="67877"/>
                    </a:lnTo>
                    <a:lnTo>
                      <a:pt x="6357" y="81474"/>
                    </a:lnTo>
                    <a:lnTo>
                      <a:pt x="11680" y="96071"/>
                    </a:lnTo>
                    <a:lnTo>
                      <a:pt x="16228" y="109227"/>
                    </a:lnTo>
                    <a:lnTo>
                      <a:pt x="20633" y="122455"/>
                    </a:lnTo>
                    <a:lnTo>
                      <a:pt x="24753" y="135826"/>
                    </a:lnTo>
                    <a:lnTo>
                      <a:pt x="28444" y="149411"/>
                    </a:lnTo>
                    <a:lnTo>
                      <a:pt x="29968" y="154745"/>
                    </a:lnTo>
                    <a:lnTo>
                      <a:pt x="29968" y="156269"/>
                    </a:lnTo>
                    <a:lnTo>
                      <a:pt x="31492" y="159317"/>
                    </a:lnTo>
                    <a:lnTo>
                      <a:pt x="29968" y="152459"/>
                    </a:lnTo>
                    <a:lnTo>
                      <a:pt x="29206" y="149411"/>
                    </a:lnTo>
                    <a:lnTo>
                      <a:pt x="27682" y="142553"/>
                    </a:lnTo>
                    <a:lnTo>
                      <a:pt x="19538" y="88332"/>
                    </a:lnTo>
                    <a:lnTo>
                      <a:pt x="17680" y="41874"/>
                    </a:lnTo>
                    <a:lnTo>
                      <a:pt x="19716" y="27836"/>
                    </a:lnTo>
                    <a:lnTo>
                      <a:pt x="56638" y="3107"/>
                    </a:lnTo>
                    <a:lnTo>
                      <a:pt x="63531" y="1785"/>
                    </a:lnTo>
                    <a:lnTo>
                      <a:pt x="71211" y="535"/>
                    </a:lnTo>
                    <a:lnTo>
                      <a:pt x="79033" y="0"/>
                    </a:lnTo>
                    <a:lnTo>
                      <a:pt x="86356" y="821"/>
                    </a:lnTo>
                    <a:lnTo>
                      <a:pt x="87118" y="158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0" name="Google Shape;4160;p41"/>
              <p:cNvSpPr/>
              <p:nvPr/>
            </p:nvSpPr>
            <p:spPr>
              <a:xfrm>
                <a:off x="8213598" y="3290316"/>
                <a:ext cx="121285" cy="77470"/>
              </a:xfrm>
              <a:custGeom>
                <a:rect b="b" l="l" r="r" t="t"/>
                <a:pathLst>
                  <a:path extrusionOk="0" h="77470" w="121284">
                    <a:moveTo>
                      <a:pt x="0" y="30479"/>
                    </a:moveTo>
                    <a:lnTo>
                      <a:pt x="13144" y="26467"/>
                    </a:lnTo>
                    <a:lnTo>
                      <a:pt x="26288" y="22383"/>
                    </a:lnTo>
                    <a:lnTo>
                      <a:pt x="39433" y="18157"/>
                    </a:lnTo>
                    <a:lnTo>
                      <a:pt x="52577" y="13715"/>
                    </a:lnTo>
                    <a:lnTo>
                      <a:pt x="62864" y="10977"/>
                    </a:lnTo>
                    <a:lnTo>
                      <a:pt x="73152" y="8381"/>
                    </a:lnTo>
                    <a:lnTo>
                      <a:pt x="83439" y="5786"/>
                    </a:lnTo>
                    <a:lnTo>
                      <a:pt x="93726" y="3047"/>
                    </a:lnTo>
                    <a:lnTo>
                      <a:pt x="97536" y="2285"/>
                    </a:lnTo>
                    <a:lnTo>
                      <a:pt x="102107" y="761"/>
                    </a:lnTo>
                    <a:lnTo>
                      <a:pt x="105155" y="0"/>
                    </a:lnTo>
                    <a:lnTo>
                      <a:pt x="105918" y="0"/>
                    </a:lnTo>
                    <a:lnTo>
                      <a:pt x="106680" y="0"/>
                    </a:lnTo>
                    <a:lnTo>
                      <a:pt x="107442" y="6857"/>
                    </a:lnTo>
                    <a:lnTo>
                      <a:pt x="108966" y="13715"/>
                    </a:lnTo>
                    <a:lnTo>
                      <a:pt x="110489" y="20573"/>
                    </a:lnTo>
                    <a:lnTo>
                      <a:pt x="112311" y="31551"/>
                    </a:lnTo>
                    <a:lnTo>
                      <a:pt x="114204" y="42671"/>
                    </a:lnTo>
                    <a:lnTo>
                      <a:pt x="115954" y="53792"/>
                    </a:lnTo>
                    <a:lnTo>
                      <a:pt x="117348" y="64769"/>
                    </a:lnTo>
                    <a:lnTo>
                      <a:pt x="118110" y="70865"/>
                    </a:lnTo>
                    <a:lnTo>
                      <a:pt x="118110" y="72389"/>
                    </a:lnTo>
                    <a:lnTo>
                      <a:pt x="121157" y="7696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1" name="Google Shape;4161;p41"/>
              <p:cNvSpPr/>
              <p:nvPr/>
            </p:nvSpPr>
            <p:spPr>
              <a:xfrm>
                <a:off x="8329422" y="3227070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4571" y="22859"/>
                    </a:lnTo>
                    <a:lnTo>
                      <a:pt x="17525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7525" y="0"/>
                    </a:lnTo>
                    <a:lnTo>
                      <a:pt x="4571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62" name="Google Shape;4162;p4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381974" y="3261334"/>
                <a:ext cx="95300" cy="1212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63" name="Google Shape;4163;p41"/>
              <p:cNvSpPr/>
              <p:nvPr/>
            </p:nvSpPr>
            <p:spPr>
              <a:xfrm>
                <a:off x="8255508" y="3428238"/>
                <a:ext cx="215265" cy="39370"/>
              </a:xfrm>
              <a:custGeom>
                <a:rect b="b" l="l" r="r" t="t"/>
                <a:pathLst>
                  <a:path extrusionOk="0" h="39370" w="215265">
                    <a:moveTo>
                      <a:pt x="0" y="35051"/>
                    </a:moveTo>
                    <a:lnTo>
                      <a:pt x="16894" y="38159"/>
                    </a:lnTo>
                    <a:lnTo>
                      <a:pt x="32861" y="38766"/>
                    </a:lnTo>
                    <a:lnTo>
                      <a:pt x="48970" y="37516"/>
                    </a:lnTo>
                    <a:lnTo>
                      <a:pt x="92559" y="30325"/>
                    </a:lnTo>
                    <a:lnTo>
                      <a:pt x="144518" y="19728"/>
                    </a:lnTo>
                    <a:lnTo>
                      <a:pt x="184558" y="10179"/>
                    </a:lnTo>
                    <a:lnTo>
                      <a:pt x="204966" y="3964"/>
                    </a:lnTo>
                    <a:lnTo>
                      <a:pt x="214884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4" name="Google Shape;4164;p41"/>
            <p:cNvSpPr/>
            <p:nvPr/>
          </p:nvSpPr>
          <p:spPr>
            <a:xfrm>
              <a:off x="8606790" y="3275838"/>
              <a:ext cx="5080" cy="27940"/>
            </a:xfrm>
            <a:custGeom>
              <a:rect b="b" l="l" r="r" t="t"/>
              <a:pathLst>
                <a:path extrusionOk="0" h="27939" w="5079">
                  <a:moveTo>
                    <a:pt x="4572" y="0"/>
                  </a:moveTo>
                  <a:lnTo>
                    <a:pt x="2250" y="7500"/>
                  </a:lnTo>
                  <a:lnTo>
                    <a:pt x="857" y="13715"/>
                  </a:lnTo>
                  <a:lnTo>
                    <a:pt x="178" y="19931"/>
                  </a:lnTo>
                  <a:lnTo>
                    <a:pt x="0" y="27432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5" name="Google Shape;4165;p41"/>
            <p:cNvSpPr/>
            <p:nvPr/>
          </p:nvSpPr>
          <p:spPr>
            <a:xfrm>
              <a:off x="8623554" y="3394709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1"/>
                  </a:moveTo>
                  <a:lnTo>
                    <a:pt x="0" y="17525"/>
                  </a:lnTo>
                  <a:lnTo>
                    <a:pt x="5333" y="22859"/>
                  </a:lnTo>
                  <a:lnTo>
                    <a:pt x="17525" y="22859"/>
                  </a:lnTo>
                  <a:lnTo>
                    <a:pt x="22859" y="17525"/>
                  </a:lnTo>
                  <a:lnTo>
                    <a:pt x="22859" y="11429"/>
                  </a:lnTo>
                  <a:lnTo>
                    <a:pt x="22859" y="4571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6" name="Google Shape;4166;p41"/>
            <p:cNvGrpSpPr/>
            <p:nvPr/>
          </p:nvGrpSpPr>
          <p:grpSpPr>
            <a:xfrm>
              <a:off x="8940520" y="3135604"/>
              <a:ext cx="556311" cy="181406"/>
              <a:chOff x="8940520" y="3135604"/>
              <a:chExt cx="556311" cy="181406"/>
            </a:xfrm>
          </p:grpSpPr>
          <p:pic>
            <p:nvPicPr>
              <p:cNvPr id="4167" name="Google Shape;4167;p4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8940520" y="3159226"/>
                <a:ext cx="220911" cy="1577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68" name="Google Shape;4168;p4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9186373" y="3135604"/>
                <a:ext cx="310458" cy="16439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169" name="Google Shape;4169;p4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775928" y="3576611"/>
              <a:ext cx="448106" cy="17473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70" name="Google Shape;4170;p41"/>
            <p:cNvGrpSpPr/>
            <p:nvPr/>
          </p:nvGrpSpPr>
          <p:grpSpPr>
            <a:xfrm>
              <a:off x="8852128" y="3839216"/>
              <a:ext cx="893876" cy="270377"/>
              <a:chOff x="8852128" y="3839216"/>
              <a:chExt cx="893876" cy="270377"/>
            </a:xfrm>
          </p:grpSpPr>
          <p:pic>
            <p:nvPicPr>
              <p:cNvPr id="4171" name="Google Shape;4171;p4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852128" y="3963136"/>
                <a:ext cx="166166" cy="120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72" name="Google Shape;4172;p41"/>
              <p:cNvSpPr/>
              <p:nvPr/>
            </p:nvSpPr>
            <p:spPr>
              <a:xfrm>
                <a:off x="9054084" y="3982212"/>
                <a:ext cx="13335" cy="69850"/>
              </a:xfrm>
              <a:custGeom>
                <a:rect b="b" l="l" r="r" t="t"/>
                <a:pathLst>
                  <a:path extrusionOk="0" h="69850" w="13334">
                    <a:moveTo>
                      <a:pt x="0" y="0"/>
                    </a:moveTo>
                    <a:lnTo>
                      <a:pt x="4572" y="38100"/>
                    </a:lnTo>
                    <a:lnTo>
                      <a:pt x="10358" y="61781"/>
                    </a:lnTo>
                    <a:lnTo>
                      <a:pt x="12954" y="6934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41"/>
              <p:cNvSpPr/>
              <p:nvPr/>
            </p:nvSpPr>
            <p:spPr>
              <a:xfrm>
                <a:off x="9070086" y="3945636"/>
                <a:ext cx="17145" cy="26670"/>
              </a:xfrm>
              <a:custGeom>
                <a:rect b="b" l="l" r="r" t="t"/>
                <a:pathLst>
                  <a:path extrusionOk="0" h="26670" w="17145">
                    <a:moveTo>
                      <a:pt x="0" y="0"/>
                    </a:moveTo>
                    <a:lnTo>
                      <a:pt x="1333" y="10382"/>
                    </a:lnTo>
                    <a:lnTo>
                      <a:pt x="3238" y="16192"/>
                    </a:lnTo>
                    <a:lnTo>
                      <a:pt x="7715" y="20574"/>
                    </a:lnTo>
                    <a:lnTo>
                      <a:pt x="16764" y="26669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4" name="Google Shape;4174;p41"/>
              <p:cNvSpPr/>
              <p:nvPr/>
            </p:nvSpPr>
            <p:spPr>
              <a:xfrm>
                <a:off x="9120378" y="3954018"/>
                <a:ext cx="40005" cy="155575"/>
              </a:xfrm>
              <a:custGeom>
                <a:rect b="b" l="l" r="r" t="t"/>
                <a:pathLst>
                  <a:path extrusionOk="0" h="155575" w="40004">
                    <a:moveTo>
                      <a:pt x="39624" y="22098"/>
                    </a:moveTo>
                    <a:lnTo>
                      <a:pt x="35278" y="12430"/>
                    </a:lnTo>
                    <a:lnTo>
                      <a:pt x="31146" y="5905"/>
                    </a:lnTo>
                    <a:lnTo>
                      <a:pt x="25157" y="1952"/>
                    </a:lnTo>
                    <a:lnTo>
                      <a:pt x="15240" y="0"/>
                    </a:lnTo>
                    <a:lnTo>
                      <a:pt x="7822" y="714"/>
                    </a:lnTo>
                    <a:lnTo>
                      <a:pt x="3333" y="4572"/>
                    </a:lnTo>
                    <a:lnTo>
                      <a:pt x="988" y="10715"/>
                    </a:lnTo>
                    <a:lnTo>
                      <a:pt x="0" y="18288"/>
                    </a:lnTo>
                    <a:lnTo>
                      <a:pt x="321" y="32051"/>
                    </a:lnTo>
                    <a:lnTo>
                      <a:pt x="3143" y="44958"/>
                    </a:lnTo>
                    <a:lnTo>
                      <a:pt x="7822" y="57292"/>
                    </a:lnTo>
                    <a:lnTo>
                      <a:pt x="13716" y="69342"/>
                    </a:lnTo>
                    <a:lnTo>
                      <a:pt x="21812" y="84331"/>
                    </a:lnTo>
                    <a:lnTo>
                      <a:pt x="29337" y="98964"/>
                    </a:lnTo>
                    <a:lnTo>
                      <a:pt x="35147" y="114026"/>
                    </a:lnTo>
                    <a:lnTo>
                      <a:pt x="38100" y="130302"/>
                    </a:lnTo>
                    <a:lnTo>
                      <a:pt x="37492" y="139696"/>
                    </a:lnTo>
                    <a:lnTo>
                      <a:pt x="34385" y="147161"/>
                    </a:lnTo>
                    <a:lnTo>
                      <a:pt x="28563" y="152483"/>
                    </a:lnTo>
                    <a:lnTo>
                      <a:pt x="19812" y="155448"/>
                    </a:lnTo>
                    <a:lnTo>
                      <a:pt x="10084" y="153352"/>
                    </a:lnTo>
                    <a:lnTo>
                      <a:pt x="4857" y="144970"/>
                    </a:lnTo>
                    <a:lnTo>
                      <a:pt x="2345" y="134016"/>
                    </a:lnTo>
                    <a:lnTo>
                      <a:pt x="762" y="124206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5" name="Google Shape;4175;p41"/>
              <p:cNvSpPr/>
              <p:nvPr/>
            </p:nvSpPr>
            <p:spPr>
              <a:xfrm>
                <a:off x="9184386" y="3924300"/>
                <a:ext cx="88900" cy="128905"/>
              </a:xfrm>
              <a:custGeom>
                <a:rect b="b" l="l" r="r" t="t"/>
                <a:pathLst>
                  <a:path extrusionOk="0" h="128904" w="88900">
                    <a:moveTo>
                      <a:pt x="0" y="3810"/>
                    </a:moveTo>
                    <a:lnTo>
                      <a:pt x="3810" y="3048"/>
                    </a:lnTo>
                    <a:lnTo>
                      <a:pt x="7620" y="1524"/>
                    </a:lnTo>
                    <a:lnTo>
                      <a:pt x="11430" y="0"/>
                    </a:lnTo>
                    <a:lnTo>
                      <a:pt x="13823" y="11430"/>
                    </a:lnTo>
                    <a:lnTo>
                      <a:pt x="16287" y="22860"/>
                    </a:lnTo>
                    <a:lnTo>
                      <a:pt x="18609" y="34290"/>
                    </a:lnTo>
                    <a:lnTo>
                      <a:pt x="24193" y="76485"/>
                    </a:lnTo>
                    <a:lnTo>
                      <a:pt x="26670" y="106680"/>
                    </a:lnTo>
                    <a:lnTo>
                      <a:pt x="27432" y="113538"/>
                    </a:lnTo>
                    <a:lnTo>
                      <a:pt x="28194" y="122682"/>
                    </a:lnTo>
                    <a:lnTo>
                      <a:pt x="29718" y="128778"/>
                    </a:lnTo>
                    <a:lnTo>
                      <a:pt x="31551" y="121110"/>
                    </a:lnTo>
                    <a:lnTo>
                      <a:pt x="33528" y="113157"/>
                    </a:lnTo>
                    <a:lnTo>
                      <a:pt x="35504" y="105203"/>
                    </a:lnTo>
                    <a:lnTo>
                      <a:pt x="37338" y="97536"/>
                    </a:lnTo>
                    <a:lnTo>
                      <a:pt x="40278" y="87058"/>
                    </a:lnTo>
                    <a:lnTo>
                      <a:pt x="43719" y="76581"/>
                    </a:lnTo>
                    <a:lnTo>
                      <a:pt x="48160" y="66675"/>
                    </a:lnTo>
                    <a:lnTo>
                      <a:pt x="54102" y="57912"/>
                    </a:lnTo>
                    <a:lnTo>
                      <a:pt x="59436" y="52578"/>
                    </a:lnTo>
                    <a:lnTo>
                      <a:pt x="67818" y="52578"/>
                    </a:lnTo>
                    <a:lnTo>
                      <a:pt x="88392" y="88392"/>
                    </a:lnTo>
                    <a:lnTo>
                      <a:pt x="88392" y="94488"/>
                    </a:lnTo>
                    <a:lnTo>
                      <a:pt x="88392" y="100584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6" name="Google Shape;4176;p41"/>
              <p:cNvSpPr/>
              <p:nvPr/>
            </p:nvSpPr>
            <p:spPr>
              <a:xfrm>
                <a:off x="9294114" y="3874008"/>
                <a:ext cx="78105" cy="149860"/>
              </a:xfrm>
              <a:custGeom>
                <a:rect b="b" l="l" r="r" t="t"/>
                <a:pathLst>
                  <a:path extrusionOk="0" h="149860" w="78104">
                    <a:moveTo>
                      <a:pt x="0" y="0"/>
                    </a:moveTo>
                    <a:lnTo>
                      <a:pt x="988" y="16656"/>
                    </a:lnTo>
                    <a:lnTo>
                      <a:pt x="2762" y="32670"/>
                    </a:lnTo>
                    <a:lnTo>
                      <a:pt x="5250" y="48541"/>
                    </a:lnTo>
                    <a:lnTo>
                      <a:pt x="8382" y="64769"/>
                    </a:lnTo>
                    <a:lnTo>
                      <a:pt x="10965" y="79640"/>
                    </a:lnTo>
                    <a:lnTo>
                      <a:pt x="13049" y="94583"/>
                    </a:lnTo>
                    <a:lnTo>
                      <a:pt x="14704" y="109668"/>
                    </a:lnTo>
                    <a:lnTo>
                      <a:pt x="16002" y="124968"/>
                    </a:lnTo>
                    <a:lnTo>
                      <a:pt x="16764" y="130302"/>
                    </a:lnTo>
                    <a:lnTo>
                      <a:pt x="17526" y="135636"/>
                    </a:lnTo>
                    <a:lnTo>
                      <a:pt x="17526" y="141732"/>
                    </a:lnTo>
                    <a:lnTo>
                      <a:pt x="20978" y="127611"/>
                    </a:lnTo>
                    <a:lnTo>
                      <a:pt x="39624" y="88391"/>
                    </a:lnTo>
                    <a:lnTo>
                      <a:pt x="52387" y="82676"/>
                    </a:lnTo>
                    <a:lnTo>
                      <a:pt x="59555" y="83248"/>
                    </a:lnTo>
                    <a:lnTo>
                      <a:pt x="77724" y="114299"/>
                    </a:lnTo>
                    <a:lnTo>
                      <a:pt x="76247" y="123455"/>
                    </a:lnTo>
                    <a:lnTo>
                      <a:pt x="72199" y="131540"/>
                    </a:lnTo>
                    <a:lnTo>
                      <a:pt x="66151" y="138624"/>
                    </a:lnTo>
                    <a:lnTo>
                      <a:pt x="58674" y="144780"/>
                    </a:lnTo>
                    <a:lnTo>
                      <a:pt x="51054" y="148590"/>
                    </a:lnTo>
                    <a:lnTo>
                      <a:pt x="49530" y="149352"/>
                    </a:lnTo>
                    <a:lnTo>
                      <a:pt x="44196" y="14935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7" name="Google Shape;4177;p41"/>
              <p:cNvSpPr/>
              <p:nvPr/>
            </p:nvSpPr>
            <p:spPr>
              <a:xfrm>
                <a:off x="9388602" y="3928872"/>
                <a:ext cx="42545" cy="74930"/>
              </a:xfrm>
              <a:custGeom>
                <a:rect b="b" l="l" r="r" t="t"/>
                <a:pathLst>
                  <a:path extrusionOk="0" h="74929" w="42545">
                    <a:moveTo>
                      <a:pt x="12192" y="0"/>
                    </a:moveTo>
                    <a:lnTo>
                      <a:pt x="8143" y="12346"/>
                    </a:lnTo>
                    <a:lnTo>
                      <a:pt x="4381" y="24479"/>
                    </a:lnTo>
                    <a:lnTo>
                      <a:pt x="1476" y="36754"/>
                    </a:lnTo>
                    <a:lnTo>
                      <a:pt x="0" y="49530"/>
                    </a:lnTo>
                    <a:lnTo>
                      <a:pt x="321" y="57638"/>
                    </a:lnTo>
                    <a:lnTo>
                      <a:pt x="2000" y="65246"/>
                    </a:lnTo>
                    <a:lnTo>
                      <a:pt x="6107" y="71282"/>
                    </a:lnTo>
                    <a:lnTo>
                      <a:pt x="13716" y="74676"/>
                    </a:lnTo>
                    <a:lnTo>
                      <a:pt x="22812" y="74830"/>
                    </a:lnTo>
                    <a:lnTo>
                      <a:pt x="30480" y="71342"/>
                    </a:lnTo>
                    <a:lnTo>
                      <a:pt x="36433" y="65139"/>
                    </a:lnTo>
                    <a:lnTo>
                      <a:pt x="40386" y="57150"/>
                    </a:lnTo>
                    <a:lnTo>
                      <a:pt x="42433" y="47922"/>
                    </a:lnTo>
                    <a:lnTo>
                      <a:pt x="41910" y="38766"/>
                    </a:lnTo>
                    <a:lnTo>
                      <a:pt x="39100" y="30039"/>
                    </a:lnTo>
                    <a:lnTo>
                      <a:pt x="34290" y="22097"/>
                    </a:lnTo>
                    <a:lnTo>
                      <a:pt x="31242" y="18287"/>
                    </a:lnTo>
                    <a:lnTo>
                      <a:pt x="18288" y="12954"/>
                    </a:lnTo>
                    <a:lnTo>
                      <a:pt x="16764" y="9143"/>
                    </a:lnTo>
                    <a:lnTo>
                      <a:pt x="16764" y="7619"/>
                    </a:lnTo>
                    <a:lnTo>
                      <a:pt x="17526" y="685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8" name="Google Shape;4178;p41"/>
              <p:cNvSpPr/>
              <p:nvPr/>
            </p:nvSpPr>
            <p:spPr>
              <a:xfrm>
                <a:off x="9470136" y="3922014"/>
                <a:ext cx="70485" cy="62230"/>
              </a:xfrm>
              <a:custGeom>
                <a:rect b="b" l="l" r="r" t="t"/>
                <a:pathLst>
                  <a:path extrusionOk="0" h="62229" w="70484">
                    <a:moveTo>
                      <a:pt x="0" y="0"/>
                    </a:moveTo>
                    <a:lnTo>
                      <a:pt x="1476" y="9382"/>
                    </a:lnTo>
                    <a:lnTo>
                      <a:pt x="2667" y="19050"/>
                    </a:lnTo>
                    <a:lnTo>
                      <a:pt x="3857" y="28717"/>
                    </a:lnTo>
                    <a:lnTo>
                      <a:pt x="5334" y="38100"/>
                    </a:lnTo>
                    <a:lnTo>
                      <a:pt x="6858" y="45720"/>
                    </a:lnTo>
                    <a:lnTo>
                      <a:pt x="9144" y="57150"/>
                    </a:lnTo>
                    <a:lnTo>
                      <a:pt x="17526" y="59436"/>
                    </a:lnTo>
                    <a:lnTo>
                      <a:pt x="25908" y="61722"/>
                    </a:lnTo>
                    <a:lnTo>
                      <a:pt x="31242" y="56387"/>
                    </a:lnTo>
                    <a:lnTo>
                      <a:pt x="37338" y="17525"/>
                    </a:lnTo>
                    <a:lnTo>
                      <a:pt x="37338" y="13715"/>
                    </a:lnTo>
                    <a:lnTo>
                      <a:pt x="37338" y="9143"/>
                    </a:lnTo>
                    <a:lnTo>
                      <a:pt x="37397" y="16192"/>
                    </a:lnTo>
                    <a:lnTo>
                      <a:pt x="37814" y="22669"/>
                    </a:lnTo>
                    <a:lnTo>
                      <a:pt x="63246" y="54101"/>
                    </a:lnTo>
                    <a:lnTo>
                      <a:pt x="65532" y="54101"/>
                    </a:lnTo>
                    <a:lnTo>
                      <a:pt x="67818" y="54101"/>
                    </a:lnTo>
                    <a:lnTo>
                      <a:pt x="70104" y="5410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9" name="Google Shape;4179;p41"/>
              <p:cNvSpPr/>
              <p:nvPr/>
            </p:nvSpPr>
            <p:spPr>
              <a:xfrm>
                <a:off x="9560814" y="3902202"/>
                <a:ext cx="43815" cy="59690"/>
              </a:xfrm>
              <a:custGeom>
                <a:rect b="b" l="l" r="r" t="t"/>
                <a:pathLst>
                  <a:path extrusionOk="0" h="59689" w="43815">
                    <a:moveTo>
                      <a:pt x="0" y="7620"/>
                    </a:moveTo>
                    <a:lnTo>
                      <a:pt x="41148" y="28194"/>
                    </a:lnTo>
                    <a:lnTo>
                      <a:pt x="43434" y="34290"/>
                    </a:lnTo>
                    <a:lnTo>
                      <a:pt x="43434" y="44196"/>
                    </a:lnTo>
                    <a:lnTo>
                      <a:pt x="43434" y="49530"/>
                    </a:lnTo>
                    <a:lnTo>
                      <a:pt x="42672" y="57912"/>
                    </a:lnTo>
                    <a:lnTo>
                      <a:pt x="35814" y="59436"/>
                    </a:lnTo>
                    <a:lnTo>
                      <a:pt x="32766" y="59436"/>
                    </a:lnTo>
                    <a:lnTo>
                      <a:pt x="32004" y="59436"/>
                    </a:lnTo>
                    <a:lnTo>
                      <a:pt x="29718" y="59436"/>
                    </a:lnTo>
                    <a:lnTo>
                      <a:pt x="29229" y="49970"/>
                    </a:lnTo>
                    <a:lnTo>
                      <a:pt x="29241" y="40862"/>
                    </a:lnTo>
                    <a:lnTo>
                      <a:pt x="30253" y="31896"/>
                    </a:lnTo>
                    <a:lnTo>
                      <a:pt x="32766" y="22860"/>
                    </a:lnTo>
                    <a:lnTo>
                      <a:pt x="37338" y="11430"/>
                    </a:lnTo>
                    <a:lnTo>
                      <a:pt x="38862" y="7620"/>
                    </a:lnTo>
                    <a:lnTo>
                      <a:pt x="42672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80" name="Google Shape;4180;p4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637750" y="3839216"/>
                <a:ext cx="108254" cy="1205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81" name="Google Shape;4181;p41"/>
          <p:cNvGrpSpPr/>
          <p:nvPr/>
        </p:nvGrpSpPr>
        <p:grpSpPr>
          <a:xfrm>
            <a:off x="928495" y="1308308"/>
            <a:ext cx="4357879" cy="2421000"/>
            <a:chOff x="4199739" y="2570988"/>
            <a:chExt cx="2839617" cy="1526412"/>
          </a:xfrm>
        </p:grpSpPr>
        <p:sp>
          <p:nvSpPr>
            <p:cNvPr id="4182" name="Google Shape;4182;p41"/>
            <p:cNvSpPr/>
            <p:nvPr/>
          </p:nvSpPr>
          <p:spPr>
            <a:xfrm>
              <a:off x="4199739" y="3268217"/>
              <a:ext cx="31115" cy="49530"/>
            </a:xfrm>
            <a:custGeom>
              <a:rect b="b" l="l" r="r" t="t"/>
              <a:pathLst>
                <a:path extrusionOk="0" h="49529" w="31114">
                  <a:moveTo>
                    <a:pt x="14882" y="49529"/>
                  </a:moveTo>
                  <a:lnTo>
                    <a:pt x="10679" y="43076"/>
                  </a:lnTo>
                  <a:lnTo>
                    <a:pt x="6977" y="36194"/>
                  </a:lnTo>
                  <a:lnTo>
                    <a:pt x="5131" y="28741"/>
                  </a:lnTo>
                  <a:lnTo>
                    <a:pt x="6500" y="20573"/>
                  </a:lnTo>
                  <a:lnTo>
                    <a:pt x="9548" y="14477"/>
                  </a:lnTo>
                  <a:lnTo>
                    <a:pt x="16406" y="9905"/>
                  </a:lnTo>
                  <a:lnTo>
                    <a:pt x="23264" y="9143"/>
                  </a:lnTo>
                  <a:lnTo>
                    <a:pt x="26312" y="9143"/>
                  </a:lnTo>
                  <a:lnTo>
                    <a:pt x="27074" y="9143"/>
                  </a:lnTo>
                  <a:lnTo>
                    <a:pt x="29360" y="9143"/>
                  </a:lnTo>
                  <a:lnTo>
                    <a:pt x="30884" y="15239"/>
                  </a:lnTo>
                  <a:lnTo>
                    <a:pt x="30884" y="19811"/>
                  </a:lnTo>
                  <a:lnTo>
                    <a:pt x="25550" y="23621"/>
                  </a:lnTo>
                  <a:lnTo>
                    <a:pt x="21740" y="26669"/>
                  </a:lnTo>
                  <a:lnTo>
                    <a:pt x="8786" y="31241"/>
                  </a:lnTo>
                  <a:lnTo>
                    <a:pt x="4214" y="28193"/>
                  </a:lnTo>
                  <a:lnTo>
                    <a:pt x="0" y="22288"/>
                  </a:lnTo>
                  <a:lnTo>
                    <a:pt x="1357" y="14096"/>
                  </a:lnTo>
                  <a:lnTo>
                    <a:pt x="5286" y="5905"/>
                  </a:lnTo>
                  <a:lnTo>
                    <a:pt x="8786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41"/>
            <p:cNvSpPr/>
            <p:nvPr/>
          </p:nvSpPr>
          <p:spPr>
            <a:xfrm>
              <a:off x="4866894" y="2925889"/>
              <a:ext cx="22860" cy="23495"/>
            </a:xfrm>
            <a:custGeom>
              <a:rect b="b" l="l" r="r" t="t"/>
              <a:pathLst>
                <a:path extrusionOk="0" h="23494" w="22860">
                  <a:moveTo>
                    <a:pt x="5334" y="14668"/>
                  </a:moveTo>
                  <a:lnTo>
                    <a:pt x="20824" y="1619"/>
                  </a:lnTo>
                  <a:lnTo>
                    <a:pt x="22383" y="0"/>
                  </a:lnTo>
                  <a:lnTo>
                    <a:pt x="19800" y="2666"/>
                  </a:lnTo>
                  <a:lnTo>
                    <a:pt x="22860" y="2476"/>
                  </a:lnTo>
                  <a:lnTo>
                    <a:pt x="20574" y="8572"/>
                  </a:lnTo>
                  <a:lnTo>
                    <a:pt x="17526" y="12382"/>
                  </a:lnTo>
                  <a:lnTo>
                    <a:pt x="12192" y="16954"/>
                  </a:lnTo>
                  <a:lnTo>
                    <a:pt x="6858" y="20764"/>
                  </a:lnTo>
                  <a:lnTo>
                    <a:pt x="4572" y="22288"/>
                  </a:lnTo>
                  <a:lnTo>
                    <a:pt x="0" y="2305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41"/>
            <p:cNvSpPr/>
            <p:nvPr/>
          </p:nvSpPr>
          <p:spPr>
            <a:xfrm>
              <a:off x="4224528" y="3849623"/>
              <a:ext cx="17780" cy="6350"/>
            </a:xfrm>
            <a:custGeom>
              <a:rect b="b" l="l" r="r" t="t"/>
              <a:pathLst>
                <a:path extrusionOk="0" h="6350" w="17779">
                  <a:moveTo>
                    <a:pt x="0" y="4572"/>
                  </a:moveTo>
                  <a:lnTo>
                    <a:pt x="5334" y="3048"/>
                  </a:lnTo>
                  <a:lnTo>
                    <a:pt x="17526" y="0"/>
                  </a:lnTo>
                  <a:lnTo>
                    <a:pt x="12192" y="3810"/>
                  </a:lnTo>
                  <a:lnTo>
                    <a:pt x="10668" y="4572"/>
                  </a:lnTo>
                  <a:lnTo>
                    <a:pt x="9144" y="5334"/>
                  </a:lnTo>
                  <a:lnTo>
                    <a:pt x="7620" y="609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41"/>
            <p:cNvSpPr/>
            <p:nvPr/>
          </p:nvSpPr>
          <p:spPr>
            <a:xfrm>
              <a:off x="4476750" y="3105911"/>
              <a:ext cx="24130" cy="26670"/>
            </a:xfrm>
            <a:custGeom>
              <a:rect b="b" l="l" r="r" t="t"/>
              <a:pathLst>
                <a:path extrusionOk="0" h="26669" w="24129">
                  <a:moveTo>
                    <a:pt x="1524" y="22098"/>
                  </a:moveTo>
                  <a:lnTo>
                    <a:pt x="3048" y="8382"/>
                  </a:lnTo>
                  <a:lnTo>
                    <a:pt x="0" y="8382"/>
                  </a:lnTo>
                  <a:lnTo>
                    <a:pt x="11430" y="8382"/>
                  </a:lnTo>
                  <a:lnTo>
                    <a:pt x="19050" y="8382"/>
                  </a:lnTo>
                  <a:lnTo>
                    <a:pt x="20574" y="12954"/>
                  </a:lnTo>
                  <a:lnTo>
                    <a:pt x="20574" y="19812"/>
                  </a:lnTo>
                  <a:lnTo>
                    <a:pt x="21336" y="25146"/>
                  </a:lnTo>
                  <a:lnTo>
                    <a:pt x="19050" y="25146"/>
                  </a:lnTo>
                  <a:lnTo>
                    <a:pt x="15240" y="26670"/>
                  </a:lnTo>
                  <a:lnTo>
                    <a:pt x="14478" y="26670"/>
                  </a:lnTo>
                  <a:lnTo>
                    <a:pt x="13716" y="26670"/>
                  </a:lnTo>
                  <a:lnTo>
                    <a:pt x="12954" y="26670"/>
                  </a:lnTo>
                  <a:lnTo>
                    <a:pt x="11430" y="21336"/>
                  </a:lnTo>
                  <a:lnTo>
                    <a:pt x="9906" y="18288"/>
                  </a:lnTo>
                  <a:lnTo>
                    <a:pt x="12954" y="12954"/>
                  </a:lnTo>
                  <a:lnTo>
                    <a:pt x="17526" y="6096"/>
                  </a:lnTo>
                  <a:lnTo>
                    <a:pt x="19050" y="3810"/>
                  </a:lnTo>
                  <a:lnTo>
                    <a:pt x="23622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41"/>
            <p:cNvSpPr/>
            <p:nvPr/>
          </p:nvSpPr>
          <p:spPr>
            <a:xfrm>
              <a:off x="4431029" y="2965704"/>
              <a:ext cx="26034" cy="37465"/>
            </a:xfrm>
            <a:custGeom>
              <a:rect b="b" l="l" r="r" t="t"/>
              <a:pathLst>
                <a:path extrusionOk="0" h="37464" w="26035">
                  <a:moveTo>
                    <a:pt x="1524" y="16763"/>
                  </a:moveTo>
                  <a:lnTo>
                    <a:pt x="6096" y="13715"/>
                  </a:lnTo>
                  <a:lnTo>
                    <a:pt x="6858" y="11429"/>
                  </a:lnTo>
                  <a:lnTo>
                    <a:pt x="12192" y="12953"/>
                  </a:lnTo>
                  <a:lnTo>
                    <a:pt x="16764" y="13715"/>
                  </a:lnTo>
                  <a:lnTo>
                    <a:pt x="15240" y="22097"/>
                  </a:lnTo>
                  <a:lnTo>
                    <a:pt x="15240" y="25145"/>
                  </a:lnTo>
                  <a:lnTo>
                    <a:pt x="15240" y="30479"/>
                  </a:lnTo>
                  <a:lnTo>
                    <a:pt x="15240" y="31241"/>
                  </a:lnTo>
                  <a:lnTo>
                    <a:pt x="12954" y="35813"/>
                  </a:lnTo>
                  <a:lnTo>
                    <a:pt x="9144" y="35813"/>
                  </a:lnTo>
                  <a:lnTo>
                    <a:pt x="9144" y="37337"/>
                  </a:lnTo>
                  <a:lnTo>
                    <a:pt x="6858" y="34289"/>
                  </a:lnTo>
                  <a:lnTo>
                    <a:pt x="4572" y="31241"/>
                  </a:lnTo>
                  <a:lnTo>
                    <a:pt x="3048" y="24383"/>
                  </a:lnTo>
                  <a:lnTo>
                    <a:pt x="3810" y="21335"/>
                  </a:lnTo>
                  <a:lnTo>
                    <a:pt x="4572" y="17525"/>
                  </a:lnTo>
                  <a:lnTo>
                    <a:pt x="7620" y="18287"/>
                  </a:lnTo>
                  <a:lnTo>
                    <a:pt x="10668" y="18287"/>
                  </a:lnTo>
                  <a:lnTo>
                    <a:pt x="14478" y="17525"/>
                  </a:lnTo>
                  <a:lnTo>
                    <a:pt x="17526" y="17525"/>
                  </a:lnTo>
                  <a:lnTo>
                    <a:pt x="19812" y="21335"/>
                  </a:lnTo>
                  <a:lnTo>
                    <a:pt x="21336" y="23621"/>
                  </a:lnTo>
                  <a:lnTo>
                    <a:pt x="21336" y="28193"/>
                  </a:lnTo>
                  <a:lnTo>
                    <a:pt x="20574" y="31241"/>
                  </a:lnTo>
                  <a:lnTo>
                    <a:pt x="19812" y="34289"/>
                  </a:lnTo>
                  <a:lnTo>
                    <a:pt x="13716" y="35051"/>
                  </a:lnTo>
                  <a:lnTo>
                    <a:pt x="11430" y="34289"/>
                  </a:lnTo>
                  <a:lnTo>
                    <a:pt x="6096" y="32003"/>
                  </a:lnTo>
                  <a:lnTo>
                    <a:pt x="3048" y="20573"/>
                  </a:lnTo>
                  <a:lnTo>
                    <a:pt x="2286" y="16001"/>
                  </a:lnTo>
                  <a:lnTo>
                    <a:pt x="1524" y="12191"/>
                  </a:lnTo>
                  <a:lnTo>
                    <a:pt x="0" y="3809"/>
                  </a:lnTo>
                  <a:lnTo>
                    <a:pt x="3810" y="1523"/>
                  </a:lnTo>
                  <a:lnTo>
                    <a:pt x="6858" y="0"/>
                  </a:lnTo>
                  <a:lnTo>
                    <a:pt x="16002" y="0"/>
                  </a:lnTo>
                  <a:lnTo>
                    <a:pt x="19050" y="1523"/>
                  </a:lnTo>
                  <a:lnTo>
                    <a:pt x="24384" y="3809"/>
                  </a:lnTo>
                  <a:lnTo>
                    <a:pt x="25146" y="9905"/>
                  </a:lnTo>
                  <a:lnTo>
                    <a:pt x="25146" y="15239"/>
                  </a:lnTo>
                  <a:lnTo>
                    <a:pt x="25146" y="18287"/>
                  </a:lnTo>
                  <a:lnTo>
                    <a:pt x="25908" y="24383"/>
                  </a:lnTo>
                  <a:lnTo>
                    <a:pt x="22098" y="25907"/>
                  </a:lnTo>
                  <a:lnTo>
                    <a:pt x="19050" y="27431"/>
                  </a:lnTo>
                  <a:lnTo>
                    <a:pt x="12954" y="25907"/>
                  </a:lnTo>
                  <a:lnTo>
                    <a:pt x="9906" y="25907"/>
                  </a:lnTo>
                </a:path>
              </a:pathLst>
            </a:custGeom>
            <a:noFill/>
            <a:ln cap="flat" cmpd="sng" w="229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41"/>
            <p:cNvSpPr/>
            <p:nvPr/>
          </p:nvSpPr>
          <p:spPr>
            <a:xfrm>
              <a:off x="6570726" y="2570988"/>
              <a:ext cx="30480" cy="24130"/>
            </a:xfrm>
            <a:custGeom>
              <a:rect b="b" l="l" r="r" t="t"/>
              <a:pathLst>
                <a:path extrusionOk="0" h="24130" w="30479">
                  <a:moveTo>
                    <a:pt x="0" y="7620"/>
                  </a:moveTo>
                  <a:lnTo>
                    <a:pt x="28956" y="0"/>
                  </a:lnTo>
                  <a:lnTo>
                    <a:pt x="29718" y="0"/>
                  </a:lnTo>
                  <a:lnTo>
                    <a:pt x="30480" y="762"/>
                  </a:lnTo>
                  <a:lnTo>
                    <a:pt x="30480" y="8382"/>
                  </a:lnTo>
                  <a:lnTo>
                    <a:pt x="28956" y="9906"/>
                  </a:lnTo>
                  <a:lnTo>
                    <a:pt x="22860" y="14478"/>
                  </a:lnTo>
                  <a:lnTo>
                    <a:pt x="16764" y="19812"/>
                  </a:lnTo>
                  <a:lnTo>
                    <a:pt x="11430" y="22098"/>
                  </a:lnTo>
                  <a:lnTo>
                    <a:pt x="3048" y="23622"/>
                  </a:lnTo>
                  <a:lnTo>
                    <a:pt x="3810" y="19812"/>
                  </a:lnTo>
                  <a:lnTo>
                    <a:pt x="3810" y="17526"/>
                  </a:lnTo>
                  <a:lnTo>
                    <a:pt x="7620" y="15240"/>
                  </a:lnTo>
                  <a:lnTo>
                    <a:pt x="9906" y="14478"/>
                  </a:lnTo>
                  <a:lnTo>
                    <a:pt x="13716" y="14478"/>
                  </a:lnTo>
                  <a:lnTo>
                    <a:pt x="15240" y="14478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88" name="Google Shape;4188;p41"/>
            <p:cNvGrpSpPr/>
            <p:nvPr/>
          </p:nvGrpSpPr>
          <p:grpSpPr>
            <a:xfrm>
              <a:off x="6574536" y="2686812"/>
              <a:ext cx="232918" cy="286766"/>
              <a:chOff x="6574536" y="2686812"/>
              <a:chExt cx="232918" cy="286766"/>
            </a:xfrm>
          </p:grpSpPr>
          <p:sp>
            <p:nvSpPr>
              <p:cNvPr id="4189" name="Google Shape;4189;p41"/>
              <p:cNvSpPr/>
              <p:nvPr/>
            </p:nvSpPr>
            <p:spPr>
              <a:xfrm>
                <a:off x="6574536" y="2686812"/>
                <a:ext cx="95250" cy="120650"/>
              </a:xfrm>
              <a:custGeom>
                <a:rect b="b" l="l" r="r" t="t"/>
                <a:pathLst>
                  <a:path extrusionOk="0" h="120650" w="95250">
                    <a:moveTo>
                      <a:pt x="0" y="118872"/>
                    </a:moveTo>
                    <a:lnTo>
                      <a:pt x="761" y="118110"/>
                    </a:lnTo>
                    <a:lnTo>
                      <a:pt x="0" y="120396"/>
                    </a:lnTo>
                    <a:lnTo>
                      <a:pt x="762" y="120396"/>
                    </a:lnTo>
                    <a:lnTo>
                      <a:pt x="6096" y="117348"/>
                    </a:lnTo>
                    <a:lnTo>
                      <a:pt x="11429" y="104394"/>
                    </a:lnTo>
                    <a:lnTo>
                      <a:pt x="14477" y="99822"/>
                    </a:lnTo>
                    <a:lnTo>
                      <a:pt x="36337" y="68210"/>
                    </a:lnTo>
                    <a:lnTo>
                      <a:pt x="60674" y="37719"/>
                    </a:lnTo>
                    <a:lnTo>
                      <a:pt x="69163" y="27693"/>
                    </a:lnTo>
                    <a:lnTo>
                      <a:pt x="77723" y="17526"/>
                    </a:lnTo>
                    <a:lnTo>
                      <a:pt x="81533" y="13716"/>
                    </a:lnTo>
                    <a:lnTo>
                      <a:pt x="87629" y="3810"/>
                    </a:lnTo>
                    <a:lnTo>
                      <a:pt x="92201" y="762"/>
                    </a:lnTo>
                    <a:lnTo>
                      <a:pt x="92963" y="0"/>
                    </a:lnTo>
                    <a:lnTo>
                      <a:pt x="94487" y="762"/>
                    </a:lnTo>
                    <a:lnTo>
                      <a:pt x="95249" y="762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0" name="Google Shape;4190;p41"/>
              <p:cNvSpPr/>
              <p:nvPr/>
            </p:nvSpPr>
            <p:spPr>
              <a:xfrm>
                <a:off x="6680454" y="2691384"/>
                <a:ext cx="127000" cy="69850"/>
              </a:xfrm>
              <a:custGeom>
                <a:rect b="b" l="l" r="r" t="t"/>
                <a:pathLst>
                  <a:path extrusionOk="0" h="69850" w="127000">
                    <a:moveTo>
                      <a:pt x="0" y="0"/>
                    </a:moveTo>
                    <a:lnTo>
                      <a:pt x="40386" y="28955"/>
                    </a:lnTo>
                    <a:lnTo>
                      <a:pt x="75640" y="44172"/>
                    </a:lnTo>
                    <a:lnTo>
                      <a:pt x="87630" y="48767"/>
                    </a:lnTo>
                    <a:lnTo>
                      <a:pt x="95178" y="52089"/>
                    </a:lnTo>
                    <a:lnTo>
                      <a:pt x="102870" y="55340"/>
                    </a:lnTo>
                    <a:lnTo>
                      <a:pt x="110561" y="58733"/>
                    </a:lnTo>
                    <a:lnTo>
                      <a:pt x="118110" y="62483"/>
                    </a:lnTo>
                    <a:lnTo>
                      <a:pt x="118872" y="62483"/>
                    </a:lnTo>
                    <a:lnTo>
                      <a:pt x="125730" y="65531"/>
                    </a:lnTo>
                    <a:lnTo>
                      <a:pt x="126492" y="67817"/>
                    </a:lnTo>
                    <a:lnTo>
                      <a:pt x="126492" y="69341"/>
                    </a:lnTo>
                    <a:lnTo>
                      <a:pt x="126492" y="68579"/>
                    </a:lnTo>
                    <a:lnTo>
                      <a:pt x="124968" y="69341"/>
                    </a:lnTo>
                    <a:lnTo>
                      <a:pt x="123444" y="69341"/>
                    </a:lnTo>
                    <a:lnTo>
                      <a:pt x="122682" y="69341"/>
                    </a:lnTo>
                    <a:lnTo>
                      <a:pt x="121920" y="69341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1" name="Google Shape;4191;p41"/>
              <p:cNvSpPr/>
              <p:nvPr/>
            </p:nvSpPr>
            <p:spPr>
              <a:xfrm>
                <a:off x="6574536" y="2814828"/>
                <a:ext cx="97790" cy="158750"/>
              </a:xfrm>
              <a:custGeom>
                <a:rect b="b" l="l" r="r" t="t"/>
                <a:pathLst>
                  <a:path extrusionOk="0" h="158750" w="97790">
                    <a:moveTo>
                      <a:pt x="3048" y="3048"/>
                    </a:moveTo>
                    <a:lnTo>
                      <a:pt x="762" y="3810"/>
                    </a:lnTo>
                    <a:lnTo>
                      <a:pt x="0" y="0"/>
                    </a:lnTo>
                    <a:lnTo>
                      <a:pt x="762" y="4572"/>
                    </a:lnTo>
                    <a:lnTo>
                      <a:pt x="762" y="8382"/>
                    </a:lnTo>
                    <a:lnTo>
                      <a:pt x="2286" y="12192"/>
                    </a:lnTo>
                    <a:lnTo>
                      <a:pt x="4572" y="15240"/>
                    </a:lnTo>
                    <a:lnTo>
                      <a:pt x="8382" y="22098"/>
                    </a:lnTo>
                    <a:lnTo>
                      <a:pt x="12192" y="28194"/>
                    </a:lnTo>
                    <a:lnTo>
                      <a:pt x="16002" y="35052"/>
                    </a:lnTo>
                    <a:lnTo>
                      <a:pt x="20383" y="42481"/>
                    </a:lnTo>
                    <a:lnTo>
                      <a:pt x="25336" y="49911"/>
                    </a:lnTo>
                    <a:lnTo>
                      <a:pt x="30575" y="57340"/>
                    </a:lnTo>
                    <a:lnTo>
                      <a:pt x="35814" y="64770"/>
                    </a:lnTo>
                    <a:lnTo>
                      <a:pt x="62484" y="97536"/>
                    </a:lnTo>
                    <a:lnTo>
                      <a:pt x="85344" y="131064"/>
                    </a:lnTo>
                    <a:lnTo>
                      <a:pt x="93380" y="149494"/>
                    </a:lnTo>
                    <a:lnTo>
                      <a:pt x="96012" y="155448"/>
                    </a:lnTo>
                    <a:lnTo>
                      <a:pt x="96774" y="156972"/>
                    </a:lnTo>
                    <a:lnTo>
                      <a:pt x="97536" y="158496"/>
                    </a:lnTo>
                    <a:lnTo>
                      <a:pt x="97536" y="156210"/>
                    </a:lnTo>
                    <a:lnTo>
                      <a:pt x="97536" y="155448"/>
                    </a:lnTo>
                    <a:lnTo>
                      <a:pt x="97536" y="154686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2" name="Google Shape;4192;p41"/>
              <p:cNvSpPr/>
              <p:nvPr/>
            </p:nvSpPr>
            <p:spPr>
              <a:xfrm>
                <a:off x="6687312" y="2843784"/>
                <a:ext cx="20320" cy="24765"/>
              </a:xfrm>
              <a:custGeom>
                <a:rect b="b" l="l" r="r" t="t"/>
                <a:pathLst>
                  <a:path extrusionOk="0" h="24764" w="20320">
                    <a:moveTo>
                      <a:pt x="9144" y="2286"/>
                    </a:moveTo>
                    <a:lnTo>
                      <a:pt x="15240" y="762"/>
                    </a:lnTo>
                    <a:lnTo>
                      <a:pt x="16002" y="0"/>
                    </a:lnTo>
                    <a:lnTo>
                      <a:pt x="19050" y="0"/>
                    </a:lnTo>
                    <a:lnTo>
                      <a:pt x="19050" y="5334"/>
                    </a:lnTo>
                    <a:lnTo>
                      <a:pt x="19812" y="9906"/>
                    </a:lnTo>
                    <a:lnTo>
                      <a:pt x="16764" y="15240"/>
                    </a:lnTo>
                    <a:lnTo>
                      <a:pt x="13716" y="19050"/>
                    </a:lnTo>
                    <a:lnTo>
                      <a:pt x="8382" y="23622"/>
                    </a:lnTo>
                    <a:lnTo>
                      <a:pt x="3048" y="24384"/>
                    </a:lnTo>
                    <a:lnTo>
                      <a:pt x="2286" y="24384"/>
                    </a:lnTo>
                    <a:lnTo>
                      <a:pt x="1524" y="24384"/>
                    </a:lnTo>
                    <a:lnTo>
                      <a:pt x="1524" y="22860"/>
                    </a:lnTo>
                    <a:lnTo>
                      <a:pt x="0" y="19050"/>
                    </a:lnTo>
                    <a:lnTo>
                      <a:pt x="1524" y="16002"/>
                    </a:lnTo>
                    <a:lnTo>
                      <a:pt x="2286" y="12954"/>
                    </a:lnTo>
                    <a:lnTo>
                      <a:pt x="6096" y="9906"/>
                    </a:lnTo>
                    <a:lnTo>
                      <a:pt x="9906" y="9906"/>
                    </a:lnTo>
                    <a:lnTo>
                      <a:pt x="12192" y="10668"/>
                    </a:lnTo>
                    <a:lnTo>
                      <a:pt x="10668" y="10668"/>
                    </a:lnTo>
                    <a:lnTo>
                      <a:pt x="12192" y="12192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3" name="Google Shape;4193;p41"/>
              <p:cNvSpPr/>
              <p:nvPr/>
            </p:nvSpPr>
            <p:spPr>
              <a:xfrm>
                <a:off x="6692646" y="2918460"/>
                <a:ext cx="9525" cy="13970"/>
              </a:xfrm>
              <a:custGeom>
                <a:rect b="b" l="l" r="r" t="t"/>
                <a:pathLst>
                  <a:path extrusionOk="0" h="13969" w="9525">
                    <a:moveTo>
                      <a:pt x="2285" y="762"/>
                    </a:moveTo>
                    <a:lnTo>
                      <a:pt x="3047" y="3048"/>
                    </a:lnTo>
                    <a:lnTo>
                      <a:pt x="1523" y="2286"/>
                    </a:lnTo>
                    <a:lnTo>
                      <a:pt x="4571" y="3810"/>
                    </a:lnTo>
                    <a:lnTo>
                      <a:pt x="5333" y="4572"/>
                    </a:lnTo>
                    <a:lnTo>
                      <a:pt x="7619" y="6096"/>
                    </a:lnTo>
                    <a:lnTo>
                      <a:pt x="8381" y="6858"/>
                    </a:lnTo>
                    <a:lnTo>
                      <a:pt x="9143" y="9144"/>
                    </a:lnTo>
                    <a:lnTo>
                      <a:pt x="7619" y="11430"/>
                    </a:lnTo>
                    <a:lnTo>
                      <a:pt x="6857" y="12192"/>
                    </a:lnTo>
                    <a:lnTo>
                      <a:pt x="4571" y="13716"/>
                    </a:lnTo>
                    <a:lnTo>
                      <a:pt x="3047" y="13716"/>
                    </a:lnTo>
                    <a:lnTo>
                      <a:pt x="761" y="13716"/>
                    </a:lnTo>
                    <a:lnTo>
                      <a:pt x="761" y="9906"/>
                    </a:lnTo>
                    <a:lnTo>
                      <a:pt x="0" y="6858"/>
                    </a:lnTo>
                    <a:lnTo>
                      <a:pt x="1523" y="3810"/>
                    </a:lnTo>
                    <a:lnTo>
                      <a:pt x="2285" y="2286"/>
                    </a:lnTo>
                    <a:lnTo>
                      <a:pt x="5333" y="0"/>
                    </a:lnTo>
                    <a:lnTo>
                      <a:pt x="6857" y="762"/>
                    </a:lnTo>
                    <a:lnTo>
                      <a:pt x="8381" y="1524"/>
                    </a:lnTo>
                    <a:lnTo>
                      <a:pt x="8381" y="3810"/>
                    </a:lnTo>
                    <a:lnTo>
                      <a:pt x="9143" y="5334"/>
                    </a:lnTo>
                    <a:lnTo>
                      <a:pt x="9143" y="6858"/>
                    </a:lnTo>
                    <a:lnTo>
                      <a:pt x="9143" y="7620"/>
                    </a:lnTo>
                    <a:lnTo>
                      <a:pt x="9143" y="8382"/>
                    </a:lnTo>
                    <a:lnTo>
                      <a:pt x="9143" y="6096"/>
                    </a:lnTo>
                    <a:lnTo>
                      <a:pt x="8381" y="5334"/>
                    </a:lnTo>
                    <a:lnTo>
                      <a:pt x="8381" y="3048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94" name="Google Shape;4194;p41"/>
            <p:cNvSpPr/>
            <p:nvPr/>
          </p:nvSpPr>
          <p:spPr>
            <a:xfrm>
              <a:off x="6919721" y="2807970"/>
              <a:ext cx="21590" cy="28575"/>
            </a:xfrm>
            <a:custGeom>
              <a:rect b="b" l="l" r="r" t="t"/>
              <a:pathLst>
                <a:path extrusionOk="0" h="28575" w="21590">
                  <a:moveTo>
                    <a:pt x="0" y="9144"/>
                  </a:moveTo>
                  <a:lnTo>
                    <a:pt x="8381" y="3810"/>
                  </a:lnTo>
                  <a:lnTo>
                    <a:pt x="9905" y="0"/>
                  </a:lnTo>
                  <a:lnTo>
                    <a:pt x="19049" y="762"/>
                  </a:lnTo>
                  <a:lnTo>
                    <a:pt x="19811" y="762"/>
                  </a:lnTo>
                  <a:lnTo>
                    <a:pt x="20574" y="762"/>
                  </a:lnTo>
                  <a:lnTo>
                    <a:pt x="21336" y="7620"/>
                  </a:lnTo>
                  <a:lnTo>
                    <a:pt x="21336" y="11430"/>
                  </a:lnTo>
                  <a:lnTo>
                    <a:pt x="18288" y="17526"/>
                  </a:lnTo>
                  <a:lnTo>
                    <a:pt x="15240" y="22098"/>
                  </a:lnTo>
                  <a:lnTo>
                    <a:pt x="12192" y="26670"/>
                  </a:lnTo>
                  <a:lnTo>
                    <a:pt x="6096" y="27432"/>
                  </a:lnTo>
                  <a:lnTo>
                    <a:pt x="3048" y="28194"/>
                  </a:lnTo>
                  <a:lnTo>
                    <a:pt x="4572" y="13716"/>
                  </a:lnTo>
                  <a:lnTo>
                    <a:pt x="4572" y="1295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5" name="Google Shape;4195;p41"/>
            <p:cNvSpPr/>
            <p:nvPr/>
          </p:nvSpPr>
          <p:spPr>
            <a:xfrm>
              <a:off x="6675881" y="3042666"/>
              <a:ext cx="5080" cy="21590"/>
            </a:xfrm>
            <a:custGeom>
              <a:rect b="b" l="l" r="r" t="t"/>
              <a:pathLst>
                <a:path extrusionOk="0" h="21589" w="5079">
                  <a:moveTo>
                    <a:pt x="3809" y="21336"/>
                  </a:moveTo>
                  <a:lnTo>
                    <a:pt x="3047" y="19812"/>
                  </a:lnTo>
                  <a:lnTo>
                    <a:pt x="3047" y="18288"/>
                  </a:lnTo>
                  <a:lnTo>
                    <a:pt x="3047" y="16764"/>
                  </a:lnTo>
                  <a:lnTo>
                    <a:pt x="3047" y="18288"/>
                  </a:lnTo>
                  <a:lnTo>
                    <a:pt x="4571" y="19812"/>
                  </a:lnTo>
                  <a:lnTo>
                    <a:pt x="3809" y="19812"/>
                  </a:lnTo>
                  <a:lnTo>
                    <a:pt x="761" y="19812"/>
                  </a:lnTo>
                  <a:lnTo>
                    <a:pt x="761" y="19050"/>
                  </a:lnTo>
                  <a:lnTo>
                    <a:pt x="761" y="14478"/>
                  </a:lnTo>
                  <a:lnTo>
                    <a:pt x="0" y="9144"/>
                  </a:lnTo>
                  <a:lnTo>
                    <a:pt x="0" y="5334"/>
                  </a:lnTo>
                  <a:lnTo>
                    <a:pt x="2285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96" name="Google Shape;4196;p41"/>
            <p:cNvGrpSpPr/>
            <p:nvPr/>
          </p:nvGrpSpPr>
          <p:grpSpPr>
            <a:xfrm>
              <a:off x="6679596" y="2751105"/>
              <a:ext cx="144145" cy="237459"/>
              <a:chOff x="6679596" y="2751105"/>
              <a:chExt cx="144145" cy="237459"/>
            </a:xfrm>
          </p:grpSpPr>
          <p:sp>
            <p:nvSpPr>
              <p:cNvPr id="4197" name="Google Shape;4197;p41"/>
              <p:cNvSpPr/>
              <p:nvPr/>
            </p:nvSpPr>
            <p:spPr>
              <a:xfrm>
                <a:off x="6802373" y="2751105"/>
                <a:ext cx="3810" cy="7620"/>
              </a:xfrm>
              <a:custGeom>
                <a:rect b="b" l="l" r="r" t="t"/>
                <a:pathLst>
                  <a:path extrusionOk="0" h="7619" w="3809">
                    <a:moveTo>
                      <a:pt x="761" y="7334"/>
                    </a:moveTo>
                    <a:lnTo>
                      <a:pt x="3238" y="345"/>
                    </a:lnTo>
                    <a:lnTo>
                      <a:pt x="3428" y="0"/>
                    </a:lnTo>
                    <a:lnTo>
                      <a:pt x="2476" y="2940"/>
                    </a:lnTo>
                    <a:lnTo>
                      <a:pt x="1523" y="5810"/>
                    </a:lnTo>
                    <a:lnTo>
                      <a:pt x="761" y="5810"/>
                    </a:lnTo>
                    <a:lnTo>
                      <a:pt x="0" y="6572"/>
                    </a:lnTo>
                    <a:lnTo>
                      <a:pt x="0" y="7334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8" name="Google Shape;4198;p41"/>
              <p:cNvSpPr/>
              <p:nvPr/>
            </p:nvSpPr>
            <p:spPr>
              <a:xfrm>
                <a:off x="6679596" y="2759964"/>
                <a:ext cx="144145" cy="228600"/>
              </a:xfrm>
              <a:custGeom>
                <a:rect b="b" l="l" r="r" t="t"/>
                <a:pathLst>
                  <a:path extrusionOk="0" h="228600" w="144145">
                    <a:moveTo>
                      <a:pt x="95" y="185927"/>
                    </a:moveTo>
                    <a:lnTo>
                      <a:pt x="11" y="194941"/>
                    </a:lnTo>
                    <a:lnTo>
                      <a:pt x="0" y="203739"/>
                    </a:lnTo>
                    <a:lnTo>
                      <a:pt x="416" y="212395"/>
                    </a:lnTo>
                    <a:lnTo>
                      <a:pt x="1619" y="220979"/>
                    </a:lnTo>
                    <a:lnTo>
                      <a:pt x="2381" y="223265"/>
                    </a:lnTo>
                    <a:lnTo>
                      <a:pt x="3143" y="226313"/>
                    </a:lnTo>
                    <a:lnTo>
                      <a:pt x="3905" y="227837"/>
                    </a:lnTo>
                    <a:lnTo>
                      <a:pt x="3905" y="228599"/>
                    </a:lnTo>
                    <a:lnTo>
                      <a:pt x="5429" y="226313"/>
                    </a:lnTo>
                    <a:lnTo>
                      <a:pt x="21657" y="196893"/>
                    </a:lnTo>
                    <a:lnTo>
                      <a:pt x="26003" y="188213"/>
                    </a:lnTo>
                    <a:lnTo>
                      <a:pt x="31027" y="179629"/>
                    </a:lnTo>
                    <a:lnTo>
                      <a:pt x="35909" y="170973"/>
                    </a:lnTo>
                    <a:lnTo>
                      <a:pt x="40790" y="162175"/>
                    </a:lnTo>
                    <a:lnTo>
                      <a:pt x="45815" y="153161"/>
                    </a:lnTo>
                    <a:lnTo>
                      <a:pt x="50839" y="145280"/>
                    </a:lnTo>
                    <a:lnTo>
                      <a:pt x="55721" y="137540"/>
                    </a:lnTo>
                    <a:lnTo>
                      <a:pt x="60602" y="129801"/>
                    </a:lnTo>
                    <a:lnTo>
                      <a:pt x="65627" y="121919"/>
                    </a:lnTo>
                    <a:lnTo>
                      <a:pt x="70889" y="113478"/>
                    </a:lnTo>
                    <a:lnTo>
                      <a:pt x="76295" y="105251"/>
                    </a:lnTo>
                    <a:lnTo>
                      <a:pt x="81700" y="97166"/>
                    </a:lnTo>
                    <a:lnTo>
                      <a:pt x="86963" y="89153"/>
                    </a:lnTo>
                    <a:lnTo>
                      <a:pt x="91963" y="81843"/>
                    </a:lnTo>
                    <a:lnTo>
                      <a:pt x="96678" y="74675"/>
                    </a:lnTo>
                    <a:lnTo>
                      <a:pt x="101107" y="67508"/>
                    </a:lnTo>
                    <a:lnTo>
                      <a:pt x="105251" y="60197"/>
                    </a:lnTo>
                    <a:lnTo>
                      <a:pt x="109108" y="53887"/>
                    </a:lnTo>
                    <a:lnTo>
                      <a:pt x="112680" y="47434"/>
                    </a:lnTo>
                    <a:lnTo>
                      <a:pt x="115966" y="40695"/>
                    </a:lnTo>
                    <a:lnTo>
                      <a:pt x="118967" y="33527"/>
                    </a:lnTo>
                    <a:lnTo>
                      <a:pt x="120491" y="30479"/>
                    </a:lnTo>
                    <a:lnTo>
                      <a:pt x="122777" y="27431"/>
                    </a:lnTo>
                    <a:lnTo>
                      <a:pt x="124301" y="23621"/>
                    </a:lnTo>
                    <a:lnTo>
                      <a:pt x="125063" y="20573"/>
                    </a:lnTo>
                    <a:lnTo>
                      <a:pt x="125825" y="17525"/>
                    </a:lnTo>
                    <a:lnTo>
                      <a:pt x="128111" y="14477"/>
                    </a:lnTo>
                    <a:lnTo>
                      <a:pt x="130397" y="11429"/>
                    </a:lnTo>
                    <a:lnTo>
                      <a:pt x="131921" y="8381"/>
                    </a:lnTo>
                    <a:lnTo>
                      <a:pt x="134969" y="6095"/>
                    </a:lnTo>
                    <a:lnTo>
                      <a:pt x="137255" y="4571"/>
                    </a:lnTo>
                    <a:lnTo>
                      <a:pt x="139541" y="2285"/>
                    </a:lnTo>
                    <a:lnTo>
                      <a:pt x="142589" y="761"/>
                    </a:lnTo>
                    <a:lnTo>
                      <a:pt x="143351" y="761"/>
                    </a:lnTo>
                    <a:lnTo>
                      <a:pt x="144113" y="0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99" name="Google Shape;4199;p41"/>
            <p:cNvSpPr/>
            <p:nvPr/>
          </p:nvSpPr>
          <p:spPr>
            <a:xfrm>
              <a:off x="6455664" y="2793492"/>
              <a:ext cx="13335" cy="6985"/>
            </a:xfrm>
            <a:custGeom>
              <a:rect b="b" l="l" r="r" t="t"/>
              <a:pathLst>
                <a:path extrusionOk="0" h="6985" w="13335">
                  <a:moveTo>
                    <a:pt x="0" y="6858"/>
                  </a:moveTo>
                  <a:lnTo>
                    <a:pt x="11132" y="1547"/>
                  </a:lnTo>
                  <a:lnTo>
                    <a:pt x="13049" y="381"/>
                  </a:lnTo>
                  <a:lnTo>
                    <a:pt x="11680" y="1500"/>
                  </a:lnTo>
                  <a:lnTo>
                    <a:pt x="12954" y="3048"/>
                  </a:lnTo>
                  <a:lnTo>
                    <a:pt x="12954" y="3810"/>
                  </a:lnTo>
                  <a:lnTo>
                    <a:pt x="9906" y="5334"/>
                  </a:lnTo>
                  <a:lnTo>
                    <a:pt x="8382" y="5334"/>
                  </a:lnTo>
                  <a:lnTo>
                    <a:pt x="4572" y="5334"/>
                  </a:lnTo>
                  <a:lnTo>
                    <a:pt x="1523" y="5334"/>
                  </a:lnTo>
                  <a:lnTo>
                    <a:pt x="0" y="4572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0" name="Google Shape;4200;p41"/>
            <p:cNvSpPr/>
            <p:nvPr/>
          </p:nvSpPr>
          <p:spPr>
            <a:xfrm>
              <a:off x="6301275" y="3114294"/>
              <a:ext cx="24130" cy="32384"/>
            </a:xfrm>
            <a:custGeom>
              <a:rect b="b" l="l" r="r" t="t"/>
              <a:pathLst>
                <a:path extrusionOk="0" h="32385" w="24129">
                  <a:moveTo>
                    <a:pt x="1226" y="32003"/>
                  </a:moveTo>
                  <a:lnTo>
                    <a:pt x="0" y="23443"/>
                  </a:lnTo>
                  <a:lnTo>
                    <a:pt x="559" y="18383"/>
                  </a:lnTo>
                  <a:lnTo>
                    <a:pt x="4119" y="15180"/>
                  </a:lnTo>
                  <a:lnTo>
                    <a:pt x="11894" y="12191"/>
                  </a:lnTo>
                  <a:lnTo>
                    <a:pt x="15704" y="10667"/>
                  </a:lnTo>
                  <a:lnTo>
                    <a:pt x="17990" y="10667"/>
                  </a:lnTo>
                  <a:lnTo>
                    <a:pt x="21800" y="10667"/>
                  </a:lnTo>
                  <a:lnTo>
                    <a:pt x="22562" y="12953"/>
                  </a:lnTo>
                  <a:lnTo>
                    <a:pt x="24086" y="16763"/>
                  </a:lnTo>
                  <a:lnTo>
                    <a:pt x="22562" y="19811"/>
                  </a:lnTo>
                  <a:lnTo>
                    <a:pt x="21038" y="24383"/>
                  </a:lnTo>
                  <a:lnTo>
                    <a:pt x="18752" y="23621"/>
                  </a:lnTo>
                  <a:lnTo>
                    <a:pt x="14942" y="24383"/>
                  </a:lnTo>
                  <a:lnTo>
                    <a:pt x="13418" y="21335"/>
                  </a:lnTo>
                  <a:lnTo>
                    <a:pt x="11894" y="19049"/>
                  </a:lnTo>
                  <a:lnTo>
                    <a:pt x="12656" y="13715"/>
                  </a:lnTo>
                  <a:lnTo>
                    <a:pt x="13418" y="7619"/>
                  </a:lnTo>
                  <a:lnTo>
                    <a:pt x="17228" y="4571"/>
                  </a:lnTo>
                  <a:lnTo>
                    <a:pt x="21800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1" name="Google Shape;4201;p41"/>
            <p:cNvSpPr/>
            <p:nvPr/>
          </p:nvSpPr>
          <p:spPr>
            <a:xfrm>
              <a:off x="6180582" y="2891789"/>
              <a:ext cx="17780" cy="15240"/>
            </a:xfrm>
            <a:custGeom>
              <a:rect b="b" l="l" r="r" t="t"/>
              <a:pathLst>
                <a:path extrusionOk="0" h="15239" w="17779">
                  <a:moveTo>
                    <a:pt x="3810" y="15239"/>
                  </a:moveTo>
                  <a:lnTo>
                    <a:pt x="3810" y="3047"/>
                  </a:lnTo>
                  <a:lnTo>
                    <a:pt x="762" y="761"/>
                  </a:lnTo>
                  <a:lnTo>
                    <a:pt x="13716" y="0"/>
                  </a:lnTo>
                  <a:lnTo>
                    <a:pt x="16002" y="0"/>
                  </a:lnTo>
                  <a:lnTo>
                    <a:pt x="17526" y="0"/>
                  </a:lnTo>
                  <a:lnTo>
                    <a:pt x="17526" y="4571"/>
                  </a:lnTo>
                  <a:lnTo>
                    <a:pt x="16764" y="6095"/>
                  </a:lnTo>
                  <a:lnTo>
                    <a:pt x="12954" y="9143"/>
                  </a:lnTo>
                  <a:lnTo>
                    <a:pt x="8382" y="12953"/>
                  </a:lnTo>
                  <a:lnTo>
                    <a:pt x="5334" y="13715"/>
                  </a:lnTo>
                  <a:lnTo>
                    <a:pt x="762" y="14477"/>
                  </a:lnTo>
                  <a:lnTo>
                    <a:pt x="0" y="10667"/>
                  </a:lnTo>
                  <a:lnTo>
                    <a:pt x="0" y="8381"/>
                  </a:lnTo>
                  <a:lnTo>
                    <a:pt x="2286" y="304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2" name="Google Shape;4202;p41"/>
            <p:cNvSpPr/>
            <p:nvPr/>
          </p:nvSpPr>
          <p:spPr>
            <a:xfrm>
              <a:off x="6454140" y="3456432"/>
              <a:ext cx="29209" cy="33020"/>
            </a:xfrm>
            <a:custGeom>
              <a:rect b="b" l="l" r="r" t="t"/>
              <a:pathLst>
                <a:path extrusionOk="0" h="33020" w="29210">
                  <a:moveTo>
                    <a:pt x="0" y="23622"/>
                  </a:moveTo>
                  <a:lnTo>
                    <a:pt x="25907" y="0"/>
                  </a:lnTo>
                  <a:lnTo>
                    <a:pt x="28955" y="0"/>
                  </a:lnTo>
                  <a:lnTo>
                    <a:pt x="28194" y="9906"/>
                  </a:lnTo>
                  <a:lnTo>
                    <a:pt x="1524" y="32766"/>
                  </a:lnTo>
                  <a:lnTo>
                    <a:pt x="1095" y="26027"/>
                  </a:lnTo>
                  <a:lnTo>
                    <a:pt x="952" y="19431"/>
                  </a:lnTo>
                  <a:lnTo>
                    <a:pt x="1095" y="12834"/>
                  </a:lnTo>
                  <a:lnTo>
                    <a:pt x="1523" y="609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3" name="Google Shape;4203;p41"/>
            <p:cNvSpPr/>
            <p:nvPr/>
          </p:nvSpPr>
          <p:spPr>
            <a:xfrm>
              <a:off x="5004815" y="4067555"/>
              <a:ext cx="22860" cy="29845"/>
            </a:xfrm>
            <a:custGeom>
              <a:rect b="b" l="l" r="r" t="t"/>
              <a:pathLst>
                <a:path extrusionOk="0" h="29845" w="22860">
                  <a:moveTo>
                    <a:pt x="0" y="29717"/>
                  </a:moveTo>
                  <a:lnTo>
                    <a:pt x="21335" y="1523"/>
                  </a:lnTo>
                  <a:lnTo>
                    <a:pt x="22859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4" name="Google Shape;4204;p41"/>
            <p:cNvSpPr/>
            <p:nvPr/>
          </p:nvSpPr>
          <p:spPr>
            <a:xfrm>
              <a:off x="5366765" y="3781044"/>
              <a:ext cx="20955" cy="15240"/>
            </a:xfrm>
            <a:custGeom>
              <a:rect b="b" l="l" r="r" t="t"/>
              <a:pathLst>
                <a:path extrusionOk="0" h="15239" w="20954">
                  <a:moveTo>
                    <a:pt x="6858" y="6096"/>
                  </a:moveTo>
                  <a:lnTo>
                    <a:pt x="14573" y="2571"/>
                  </a:lnTo>
                  <a:lnTo>
                    <a:pt x="17145" y="1333"/>
                  </a:lnTo>
                  <a:lnTo>
                    <a:pt x="18002" y="952"/>
                  </a:lnTo>
                  <a:lnTo>
                    <a:pt x="4572" y="13716"/>
                  </a:lnTo>
                  <a:lnTo>
                    <a:pt x="2286" y="14478"/>
                  </a:lnTo>
                  <a:lnTo>
                    <a:pt x="0" y="1524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5" name="Google Shape;4205;p41"/>
            <p:cNvSpPr/>
            <p:nvPr/>
          </p:nvSpPr>
          <p:spPr>
            <a:xfrm>
              <a:off x="4735067" y="3975353"/>
              <a:ext cx="9525" cy="28575"/>
            </a:xfrm>
            <a:custGeom>
              <a:rect b="b" l="l" r="r" t="t"/>
              <a:pathLst>
                <a:path extrusionOk="0" h="28575" w="9525">
                  <a:moveTo>
                    <a:pt x="0" y="28194"/>
                  </a:moveTo>
                  <a:lnTo>
                    <a:pt x="2285" y="21336"/>
                  </a:lnTo>
                  <a:lnTo>
                    <a:pt x="6095" y="16002"/>
                  </a:lnTo>
                  <a:lnTo>
                    <a:pt x="8381" y="9906"/>
                  </a:lnTo>
                  <a:lnTo>
                    <a:pt x="9143" y="8382"/>
                  </a:lnTo>
                  <a:lnTo>
                    <a:pt x="9143" y="6858"/>
                  </a:lnTo>
                  <a:lnTo>
                    <a:pt x="9143" y="5334"/>
                  </a:lnTo>
                  <a:lnTo>
                    <a:pt x="8381" y="3048"/>
                  </a:lnTo>
                  <a:lnTo>
                    <a:pt x="8381" y="1524"/>
                  </a:lnTo>
                  <a:lnTo>
                    <a:pt x="7619" y="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06" name="Google Shape;4206;p41"/>
            <p:cNvGrpSpPr/>
            <p:nvPr/>
          </p:nvGrpSpPr>
          <p:grpSpPr>
            <a:xfrm>
              <a:off x="4805934" y="3640073"/>
              <a:ext cx="270001" cy="235077"/>
              <a:chOff x="4805934" y="3640073"/>
              <a:chExt cx="270001" cy="235077"/>
            </a:xfrm>
          </p:grpSpPr>
          <p:sp>
            <p:nvSpPr>
              <p:cNvPr id="4207" name="Google Shape;4207;p41"/>
              <p:cNvSpPr/>
              <p:nvPr/>
            </p:nvSpPr>
            <p:spPr>
              <a:xfrm>
                <a:off x="4805934" y="3850385"/>
                <a:ext cx="254635" cy="24765"/>
              </a:xfrm>
              <a:custGeom>
                <a:rect b="b" l="l" r="r" t="t"/>
                <a:pathLst>
                  <a:path extrusionOk="0" h="24764" w="254635">
                    <a:moveTo>
                      <a:pt x="0" y="15239"/>
                    </a:moveTo>
                    <a:lnTo>
                      <a:pt x="2286" y="16001"/>
                    </a:lnTo>
                    <a:lnTo>
                      <a:pt x="2286" y="16763"/>
                    </a:lnTo>
                    <a:lnTo>
                      <a:pt x="4572" y="17525"/>
                    </a:lnTo>
                    <a:lnTo>
                      <a:pt x="58793" y="24062"/>
                    </a:lnTo>
                    <a:lnTo>
                      <a:pt x="77342" y="24479"/>
                    </a:lnTo>
                    <a:lnTo>
                      <a:pt x="95892" y="24467"/>
                    </a:lnTo>
                    <a:lnTo>
                      <a:pt x="114300" y="24383"/>
                    </a:lnTo>
                    <a:lnTo>
                      <a:pt x="126873" y="24372"/>
                    </a:lnTo>
                    <a:lnTo>
                      <a:pt x="174879" y="22895"/>
                    </a:lnTo>
                    <a:lnTo>
                      <a:pt x="211836" y="16763"/>
                    </a:lnTo>
                    <a:lnTo>
                      <a:pt x="218694" y="15239"/>
                    </a:lnTo>
                    <a:lnTo>
                      <a:pt x="224790" y="13715"/>
                    </a:lnTo>
                    <a:lnTo>
                      <a:pt x="227838" y="12191"/>
                    </a:lnTo>
                    <a:lnTo>
                      <a:pt x="230886" y="12191"/>
                    </a:lnTo>
                    <a:lnTo>
                      <a:pt x="234696" y="12191"/>
                    </a:lnTo>
                    <a:lnTo>
                      <a:pt x="240029" y="11429"/>
                    </a:lnTo>
                    <a:lnTo>
                      <a:pt x="245364" y="12191"/>
                    </a:lnTo>
                    <a:lnTo>
                      <a:pt x="250697" y="11429"/>
                    </a:lnTo>
                    <a:lnTo>
                      <a:pt x="251460" y="11429"/>
                    </a:lnTo>
                    <a:lnTo>
                      <a:pt x="252984" y="10667"/>
                    </a:lnTo>
                    <a:lnTo>
                      <a:pt x="254508" y="10667"/>
                    </a:lnTo>
                    <a:lnTo>
                      <a:pt x="254508" y="9143"/>
                    </a:lnTo>
                    <a:lnTo>
                      <a:pt x="254508" y="7619"/>
                    </a:lnTo>
                    <a:lnTo>
                      <a:pt x="254508" y="6857"/>
                    </a:lnTo>
                    <a:lnTo>
                      <a:pt x="254508" y="4571"/>
                    </a:lnTo>
                    <a:lnTo>
                      <a:pt x="253746" y="3047"/>
                    </a:lnTo>
                    <a:lnTo>
                      <a:pt x="252984" y="2285"/>
                    </a:lnTo>
                    <a:lnTo>
                      <a:pt x="249936" y="761"/>
                    </a:lnTo>
                    <a:lnTo>
                      <a:pt x="248411" y="0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8" name="Google Shape;4208;p41"/>
              <p:cNvSpPr/>
              <p:nvPr/>
            </p:nvSpPr>
            <p:spPr>
              <a:xfrm>
                <a:off x="5054346" y="3780281"/>
                <a:ext cx="9525" cy="64769"/>
              </a:xfrm>
              <a:custGeom>
                <a:rect b="b" l="l" r="r" t="t"/>
                <a:pathLst>
                  <a:path extrusionOk="0" h="64770" w="9525">
                    <a:moveTo>
                      <a:pt x="0" y="64770"/>
                    </a:moveTo>
                    <a:lnTo>
                      <a:pt x="1928" y="58590"/>
                    </a:lnTo>
                    <a:lnTo>
                      <a:pt x="4000" y="52482"/>
                    </a:lnTo>
                    <a:lnTo>
                      <a:pt x="5786" y="46231"/>
                    </a:lnTo>
                    <a:lnTo>
                      <a:pt x="6857" y="39624"/>
                    </a:lnTo>
                    <a:lnTo>
                      <a:pt x="7619" y="32766"/>
                    </a:lnTo>
                    <a:lnTo>
                      <a:pt x="8381" y="25908"/>
                    </a:lnTo>
                    <a:lnTo>
                      <a:pt x="8381" y="19050"/>
                    </a:lnTo>
                    <a:lnTo>
                      <a:pt x="8381" y="15240"/>
                    </a:lnTo>
                    <a:lnTo>
                      <a:pt x="8381" y="12192"/>
                    </a:lnTo>
                    <a:lnTo>
                      <a:pt x="9143" y="8382"/>
                    </a:lnTo>
                    <a:lnTo>
                      <a:pt x="9143" y="4572"/>
                    </a:lnTo>
                    <a:lnTo>
                      <a:pt x="7619" y="3810"/>
                    </a:lnTo>
                    <a:lnTo>
                      <a:pt x="6095" y="0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9" name="Google Shape;4209;p41"/>
              <p:cNvSpPr/>
              <p:nvPr/>
            </p:nvSpPr>
            <p:spPr>
              <a:xfrm>
                <a:off x="5046726" y="3640073"/>
                <a:ext cx="29209" cy="190500"/>
              </a:xfrm>
              <a:custGeom>
                <a:rect b="b" l="l" r="r" t="t"/>
                <a:pathLst>
                  <a:path extrusionOk="0" h="190500" w="29210">
                    <a:moveTo>
                      <a:pt x="28955" y="0"/>
                    </a:moveTo>
                    <a:lnTo>
                      <a:pt x="27431" y="3048"/>
                    </a:lnTo>
                    <a:lnTo>
                      <a:pt x="25907" y="6096"/>
                    </a:lnTo>
                    <a:lnTo>
                      <a:pt x="25145" y="9144"/>
                    </a:lnTo>
                    <a:lnTo>
                      <a:pt x="23621" y="16002"/>
                    </a:lnTo>
                    <a:lnTo>
                      <a:pt x="22097" y="22860"/>
                    </a:lnTo>
                    <a:lnTo>
                      <a:pt x="18287" y="70866"/>
                    </a:lnTo>
                    <a:lnTo>
                      <a:pt x="17275" y="84582"/>
                    </a:lnTo>
                    <a:lnTo>
                      <a:pt x="16478" y="98298"/>
                    </a:lnTo>
                    <a:lnTo>
                      <a:pt x="15823" y="112014"/>
                    </a:lnTo>
                    <a:lnTo>
                      <a:pt x="15239" y="125730"/>
                    </a:lnTo>
                    <a:lnTo>
                      <a:pt x="14096" y="135564"/>
                    </a:lnTo>
                    <a:lnTo>
                      <a:pt x="12953" y="145542"/>
                    </a:lnTo>
                    <a:lnTo>
                      <a:pt x="11810" y="155519"/>
                    </a:lnTo>
                    <a:lnTo>
                      <a:pt x="10667" y="165354"/>
                    </a:lnTo>
                    <a:lnTo>
                      <a:pt x="9905" y="172212"/>
                    </a:lnTo>
                    <a:lnTo>
                      <a:pt x="9905" y="178308"/>
                    </a:lnTo>
                    <a:lnTo>
                      <a:pt x="9143" y="184404"/>
                    </a:lnTo>
                    <a:lnTo>
                      <a:pt x="8381" y="184404"/>
                    </a:lnTo>
                    <a:lnTo>
                      <a:pt x="8381" y="188976"/>
                    </a:lnTo>
                    <a:lnTo>
                      <a:pt x="6095" y="190500"/>
                    </a:lnTo>
                    <a:lnTo>
                      <a:pt x="1523" y="187452"/>
                    </a:lnTo>
                    <a:lnTo>
                      <a:pt x="0" y="186690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10" name="Google Shape;4210;p41"/>
            <p:cNvSpPr/>
            <p:nvPr/>
          </p:nvSpPr>
          <p:spPr>
            <a:xfrm>
              <a:off x="5145785" y="3773423"/>
              <a:ext cx="14604" cy="10160"/>
            </a:xfrm>
            <a:custGeom>
              <a:rect b="b" l="l" r="r" t="t"/>
              <a:pathLst>
                <a:path extrusionOk="0" h="10160" w="14604">
                  <a:moveTo>
                    <a:pt x="13715" y="0"/>
                  </a:moveTo>
                  <a:lnTo>
                    <a:pt x="14477" y="761"/>
                  </a:lnTo>
                  <a:lnTo>
                    <a:pt x="14477" y="0"/>
                  </a:lnTo>
                  <a:lnTo>
                    <a:pt x="14477" y="1523"/>
                  </a:lnTo>
                  <a:lnTo>
                    <a:pt x="14477" y="5334"/>
                  </a:lnTo>
                  <a:lnTo>
                    <a:pt x="12953" y="8382"/>
                  </a:lnTo>
                  <a:lnTo>
                    <a:pt x="8381" y="9144"/>
                  </a:lnTo>
                  <a:lnTo>
                    <a:pt x="5333" y="9144"/>
                  </a:lnTo>
                  <a:lnTo>
                    <a:pt x="1523" y="9906"/>
                  </a:lnTo>
                  <a:lnTo>
                    <a:pt x="0" y="6858"/>
                  </a:lnTo>
                  <a:lnTo>
                    <a:pt x="0" y="6096"/>
                  </a:lnTo>
                  <a:lnTo>
                    <a:pt x="0" y="4572"/>
                  </a:lnTo>
                  <a:lnTo>
                    <a:pt x="0" y="381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1" name="Google Shape;4211;p41"/>
            <p:cNvSpPr/>
            <p:nvPr/>
          </p:nvSpPr>
          <p:spPr>
            <a:xfrm>
              <a:off x="4744973" y="3665220"/>
              <a:ext cx="43815" cy="211454"/>
            </a:xfrm>
            <a:custGeom>
              <a:rect b="b" l="l" r="r" t="t"/>
              <a:pathLst>
                <a:path extrusionOk="0" h="211454" w="43814">
                  <a:moveTo>
                    <a:pt x="3810" y="13715"/>
                  </a:moveTo>
                  <a:lnTo>
                    <a:pt x="3048" y="9905"/>
                  </a:lnTo>
                  <a:lnTo>
                    <a:pt x="1524" y="3809"/>
                  </a:lnTo>
                  <a:lnTo>
                    <a:pt x="762" y="0"/>
                  </a:lnTo>
                  <a:lnTo>
                    <a:pt x="0" y="0"/>
                  </a:lnTo>
                  <a:lnTo>
                    <a:pt x="0" y="6857"/>
                  </a:lnTo>
                  <a:lnTo>
                    <a:pt x="0" y="12191"/>
                  </a:lnTo>
                  <a:lnTo>
                    <a:pt x="1524" y="19049"/>
                  </a:lnTo>
                  <a:lnTo>
                    <a:pt x="4060" y="30360"/>
                  </a:lnTo>
                  <a:lnTo>
                    <a:pt x="6953" y="41528"/>
                  </a:lnTo>
                  <a:lnTo>
                    <a:pt x="9989" y="52697"/>
                  </a:lnTo>
                  <a:lnTo>
                    <a:pt x="12954" y="64007"/>
                  </a:lnTo>
                  <a:lnTo>
                    <a:pt x="22919" y="107513"/>
                  </a:lnTo>
                  <a:lnTo>
                    <a:pt x="30384" y="147732"/>
                  </a:lnTo>
                  <a:lnTo>
                    <a:pt x="34290" y="172973"/>
                  </a:lnTo>
                  <a:lnTo>
                    <a:pt x="35444" y="180403"/>
                  </a:lnTo>
                  <a:lnTo>
                    <a:pt x="36671" y="187832"/>
                  </a:lnTo>
                  <a:lnTo>
                    <a:pt x="38040" y="195262"/>
                  </a:lnTo>
                  <a:lnTo>
                    <a:pt x="39624" y="202691"/>
                  </a:lnTo>
                  <a:lnTo>
                    <a:pt x="40386" y="204215"/>
                  </a:lnTo>
                  <a:lnTo>
                    <a:pt x="40386" y="208787"/>
                  </a:lnTo>
                  <a:lnTo>
                    <a:pt x="41910" y="210311"/>
                  </a:lnTo>
                  <a:lnTo>
                    <a:pt x="42672" y="211073"/>
                  </a:lnTo>
                  <a:lnTo>
                    <a:pt x="42672" y="210311"/>
                  </a:lnTo>
                  <a:lnTo>
                    <a:pt x="43434" y="211073"/>
                  </a:lnTo>
                </a:path>
              </a:pathLst>
            </a:custGeom>
            <a:noFill/>
            <a:ln cap="flat" cmpd="sng" w="229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2" name="Google Shape;4212;p41"/>
            <p:cNvGrpSpPr/>
            <p:nvPr/>
          </p:nvGrpSpPr>
          <p:grpSpPr>
            <a:xfrm>
              <a:off x="4742687" y="3513581"/>
              <a:ext cx="324993" cy="187071"/>
              <a:chOff x="4742687" y="3513581"/>
              <a:chExt cx="324993" cy="187071"/>
            </a:xfrm>
          </p:grpSpPr>
          <p:sp>
            <p:nvSpPr>
              <p:cNvPr id="4213" name="Google Shape;4213;p41"/>
              <p:cNvSpPr/>
              <p:nvPr/>
            </p:nvSpPr>
            <p:spPr>
              <a:xfrm>
                <a:off x="4936235" y="3537203"/>
                <a:ext cx="131445" cy="100965"/>
              </a:xfrm>
              <a:custGeom>
                <a:rect b="b" l="l" r="r" t="t"/>
                <a:pathLst>
                  <a:path extrusionOk="0" h="100964" w="131445">
                    <a:moveTo>
                      <a:pt x="0" y="0"/>
                    </a:moveTo>
                    <a:lnTo>
                      <a:pt x="1524" y="6096"/>
                    </a:lnTo>
                    <a:lnTo>
                      <a:pt x="3810" y="8382"/>
                    </a:lnTo>
                    <a:lnTo>
                      <a:pt x="9144" y="12953"/>
                    </a:lnTo>
                    <a:lnTo>
                      <a:pt x="16144" y="19681"/>
                    </a:lnTo>
                    <a:lnTo>
                      <a:pt x="23431" y="26193"/>
                    </a:lnTo>
                    <a:lnTo>
                      <a:pt x="31003" y="32563"/>
                    </a:lnTo>
                    <a:lnTo>
                      <a:pt x="38862" y="38861"/>
                    </a:lnTo>
                    <a:lnTo>
                      <a:pt x="46422" y="45029"/>
                    </a:lnTo>
                    <a:lnTo>
                      <a:pt x="54197" y="51053"/>
                    </a:lnTo>
                    <a:lnTo>
                      <a:pt x="62114" y="57078"/>
                    </a:lnTo>
                    <a:lnTo>
                      <a:pt x="70104" y="63245"/>
                    </a:lnTo>
                    <a:lnTo>
                      <a:pt x="77521" y="67937"/>
                    </a:lnTo>
                    <a:lnTo>
                      <a:pt x="84867" y="72771"/>
                    </a:lnTo>
                    <a:lnTo>
                      <a:pt x="92071" y="77604"/>
                    </a:lnTo>
                    <a:lnTo>
                      <a:pt x="99060" y="82295"/>
                    </a:lnTo>
                    <a:lnTo>
                      <a:pt x="104786" y="85582"/>
                    </a:lnTo>
                    <a:lnTo>
                      <a:pt x="110585" y="88582"/>
                    </a:lnTo>
                    <a:lnTo>
                      <a:pt x="116526" y="91297"/>
                    </a:lnTo>
                    <a:lnTo>
                      <a:pt x="122682" y="93725"/>
                    </a:lnTo>
                    <a:lnTo>
                      <a:pt x="122682" y="94487"/>
                    </a:lnTo>
                    <a:lnTo>
                      <a:pt x="131064" y="98297"/>
                    </a:lnTo>
                    <a:lnTo>
                      <a:pt x="131064" y="99059"/>
                    </a:lnTo>
                    <a:lnTo>
                      <a:pt x="131064" y="100583"/>
                    </a:lnTo>
                    <a:lnTo>
                      <a:pt x="128778" y="98297"/>
                    </a:lnTo>
                    <a:lnTo>
                      <a:pt x="127254" y="96773"/>
                    </a:lnTo>
                    <a:lnTo>
                      <a:pt x="126492" y="95249"/>
                    </a:lnTo>
                    <a:lnTo>
                      <a:pt x="125730" y="94487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4" name="Google Shape;4214;p41"/>
              <p:cNvSpPr/>
              <p:nvPr/>
            </p:nvSpPr>
            <p:spPr>
              <a:xfrm>
                <a:off x="4876037" y="3675887"/>
                <a:ext cx="17780" cy="24765"/>
              </a:xfrm>
              <a:custGeom>
                <a:rect b="b" l="l" r="r" t="t"/>
                <a:pathLst>
                  <a:path extrusionOk="0" h="24764" w="17779">
                    <a:moveTo>
                      <a:pt x="3048" y="8382"/>
                    </a:moveTo>
                    <a:lnTo>
                      <a:pt x="6096" y="5334"/>
                    </a:lnTo>
                    <a:lnTo>
                      <a:pt x="9144" y="3048"/>
                    </a:lnTo>
                    <a:lnTo>
                      <a:pt x="12192" y="0"/>
                    </a:lnTo>
                    <a:lnTo>
                      <a:pt x="14478" y="3810"/>
                    </a:lnTo>
                    <a:lnTo>
                      <a:pt x="15240" y="6858"/>
                    </a:lnTo>
                    <a:lnTo>
                      <a:pt x="15240" y="11430"/>
                    </a:lnTo>
                    <a:lnTo>
                      <a:pt x="16002" y="16002"/>
                    </a:lnTo>
                    <a:lnTo>
                      <a:pt x="15240" y="19050"/>
                    </a:lnTo>
                    <a:lnTo>
                      <a:pt x="11430" y="22098"/>
                    </a:lnTo>
                    <a:lnTo>
                      <a:pt x="9906" y="23622"/>
                    </a:lnTo>
                    <a:lnTo>
                      <a:pt x="5334" y="24384"/>
                    </a:lnTo>
                    <a:lnTo>
                      <a:pt x="3048" y="22860"/>
                    </a:lnTo>
                    <a:lnTo>
                      <a:pt x="762" y="21336"/>
                    </a:lnTo>
                    <a:lnTo>
                      <a:pt x="0" y="8382"/>
                    </a:lnTo>
                    <a:lnTo>
                      <a:pt x="1524" y="5334"/>
                    </a:lnTo>
                    <a:lnTo>
                      <a:pt x="3048" y="1524"/>
                    </a:lnTo>
                    <a:lnTo>
                      <a:pt x="7620" y="762"/>
                    </a:lnTo>
                    <a:lnTo>
                      <a:pt x="11430" y="762"/>
                    </a:lnTo>
                    <a:lnTo>
                      <a:pt x="13716" y="762"/>
                    </a:lnTo>
                    <a:lnTo>
                      <a:pt x="14478" y="762"/>
                    </a:lnTo>
                    <a:lnTo>
                      <a:pt x="15240" y="762"/>
                    </a:lnTo>
                    <a:lnTo>
                      <a:pt x="16002" y="3810"/>
                    </a:lnTo>
                    <a:lnTo>
                      <a:pt x="17526" y="6858"/>
                    </a:lnTo>
                    <a:lnTo>
                      <a:pt x="16764" y="9906"/>
                    </a:lnTo>
                    <a:lnTo>
                      <a:pt x="16002" y="12954"/>
                    </a:lnTo>
                    <a:lnTo>
                      <a:pt x="9906" y="16002"/>
                    </a:lnTo>
                    <a:lnTo>
                      <a:pt x="7620" y="12954"/>
                    </a:lnTo>
                    <a:lnTo>
                      <a:pt x="6858" y="11430"/>
                    </a:lnTo>
                    <a:lnTo>
                      <a:pt x="6096" y="9906"/>
                    </a:lnTo>
                    <a:lnTo>
                      <a:pt x="4572" y="838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5" name="Google Shape;4215;p41"/>
              <p:cNvSpPr/>
              <p:nvPr/>
            </p:nvSpPr>
            <p:spPr>
              <a:xfrm>
                <a:off x="4742687" y="3520439"/>
                <a:ext cx="163830" cy="132080"/>
              </a:xfrm>
              <a:custGeom>
                <a:rect b="b" l="l" r="r" t="t"/>
                <a:pathLst>
                  <a:path extrusionOk="0" h="132079" w="163829">
                    <a:moveTo>
                      <a:pt x="0" y="131825"/>
                    </a:moveTo>
                    <a:lnTo>
                      <a:pt x="3810" y="131063"/>
                    </a:lnTo>
                    <a:lnTo>
                      <a:pt x="5334" y="130301"/>
                    </a:lnTo>
                    <a:lnTo>
                      <a:pt x="8381" y="127253"/>
                    </a:lnTo>
                    <a:lnTo>
                      <a:pt x="13715" y="123443"/>
                    </a:lnTo>
                    <a:lnTo>
                      <a:pt x="18287" y="118871"/>
                    </a:lnTo>
                    <a:lnTo>
                      <a:pt x="22859" y="115061"/>
                    </a:lnTo>
                    <a:lnTo>
                      <a:pt x="30170" y="108227"/>
                    </a:lnTo>
                    <a:lnTo>
                      <a:pt x="37337" y="101536"/>
                    </a:lnTo>
                    <a:lnTo>
                      <a:pt x="44505" y="95130"/>
                    </a:lnTo>
                    <a:lnTo>
                      <a:pt x="51815" y="89153"/>
                    </a:lnTo>
                    <a:lnTo>
                      <a:pt x="59828" y="82438"/>
                    </a:lnTo>
                    <a:lnTo>
                      <a:pt x="67913" y="76009"/>
                    </a:lnTo>
                    <a:lnTo>
                      <a:pt x="76140" y="69865"/>
                    </a:lnTo>
                    <a:lnTo>
                      <a:pt x="84581" y="64007"/>
                    </a:lnTo>
                    <a:lnTo>
                      <a:pt x="95416" y="56673"/>
                    </a:lnTo>
                    <a:lnTo>
                      <a:pt x="106108" y="49339"/>
                    </a:lnTo>
                    <a:lnTo>
                      <a:pt x="116514" y="41719"/>
                    </a:lnTo>
                    <a:lnTo>
                      <a:pt x="126491" y="33527"/>
                    </a:lnTo>
                    <a:lnTo>
                      <a:pt x="132087" y="28265"/>
                    </a:lnTo>
                    <a:lnTo>
                      <a:pt x="137540" y="22859"/>
                    </a:lnTo>
                    <a:lnTo>
                      <a:pt x="142994" y="17454"/>
                    </a:lnTo>
                    <a:lnTo>
                      <a:pt x="148589" y="12191"/>
                    </a:lnTo>
                    <a:lnTo>
                      <a:pt x="152399" y="9143"/>
                    </a:lnTo>
                    <a:lnTo>
                      <a:pt x="156210" y="5333"/>
                    </a:lnTo>
                    <a:lnTo>
                      <a:pt x="160019" y="2285"/>
                    </a:lnTo>
                    <a:lnTo>
                      <a:pt x="161544" y="1523"/>
                    </a:lnTo>
                    <a:lnTo>
                      <a:pt x="162305" y="761"/>
                    </a:lnTo>
                    <a:lnTo>
                      <a:pt x="163829" y="0"/>
                    </a:lnTo>
                    <a:lnTo>
                      <a:pt x="163829" y="761"/>
                    </a:lnTo>
                    <a:lnTo>
                      <a:pt x="163829" y="1523"/>
                    </a:lnTo>
                    <a:lnTo>
                      <a:pt x="163067" y="1523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6" name="Google Shape;4216;p41"/>
              <p:cNvSpPr/>
              <p:nvPr/>
            </p:nvSpPr>
            <p:spPr>
              <a:xfrm>
                <a:off x="4918709" y="3513581"/>
                <a:ext cx="34290" cy="40640"/>
              </a:xfrm>
              <a:custGeom>
                <a:rect b="b" l="l" r="r" t="t"/>
                <a:pathLst>
                  <a:path extrusionOk="0" h="40639" w="34289">
                    <a:moveTo>
                      <a:pt x="0" y="0"/>
                    </a:moveTo>
                    <a:lnTo>
                      <a:pt x="5167" y="6036"/>
                    </a:lnTo>
                    <a:lnTo>
                      <a:pt x="10477" y="11715"/>
                    </a:lnTo>
                    <a:lnTo>
                      <a:pt x="16073" y="17252"/>
                    </a:lnTo>
                    <a:lnTo>
                      <a:pt x="22098" y="22859"/>
                    </a:lnTo>
                    <a:lnTo>
                      <a:pt x="25908" y="27431"/>
                    </a:lnTo>
                    <a:lnTo>
                      <a:pt x="29718" y="31241"/>
                    </a:lnTo>
                    <a:lnTo>
                      <a:pt x="32766" y="36575"/>
                    </a:lnTo>
                    <a:lnTo>
                      <a:pt x="34290" y="38861"/>
                    </a:lnTo>
                    <a:lnTo>
                      <a:pt x="34290" y="40386"/>
                    </a:lnTo>
                  </a:path>
                </a:pathLst>
              </a:custGeom>
              <a:noFill/>
              <a:ln cap="flat" cmpd="sng" w="22900">
                <a:solidFill>
                  <a:srgbClr val="00FF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17" name="Google Shape;4217;p41"/>
            <p:cNvSpPr/>
            <p:nvPr/>
          </p:nvSpPr>
          <p:spPr>
            <a:xfrm>
              <a:off x="4954523" y="3365753"/>
              <a:ext cx="19050" cy="15240"/>
            </a:xfrm>
            <a:custGeom>
              <a:rect b="b" l="l" r="r" t="t"/>
              <a:pathLst>
                <a:path extrusionOk="0" h="15239" w="19050">
                  <a:moveTo>
                    <a:pt x="0" y="0"/>
                  </a:moveTo>
                  <a:lnTo>
                    <a:pt x="8382" y="2285"/>
                  </a:lnTo>
                  <a:lnTo>
                    <a:pt x="11430" y="2285"/>
                  </a:lnTo>
                  <a:lnTo>
                    <a:pt x="16764" y="9143"/>
                  </a:lnTo>
                  <a:lnTo>
                    <a:pt x="18288" y="11429"/>
                  </a:lnTo>
                  <a:lnTo>
                    <a:pt x="19050" y="13715"/>
                  </a:lnTo>
                  <a:lnTo>
                    <a:pt x="19050" y="14477"/>
                  </a:lnTo>
                  <a:lnTo>
                    <a:pt x="14478" y="14477"/>
                  </a:lnTo>
                  <a:lnTo>
                    <a:pt x="12954" y="15239"/>
                  </a:lnTo>
                  <a:lnTo>
                    <a:pt x="9144" y="12191"/>
                  </a:lnTo>
                  <a:lnTo>
                    <a:pt x="6858" y="8381"/>
                  </a:lnTo>
                  <a:lnTo>
                    <a:pt x="5334" y="6857"/>
                  </a:lnTo>
                  <a:lnTo>
                    <a:pt x="5334" y="3809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8" name="Google Shape;4218;p41"/>
            <p:cNvSpPr/>
            <p:nvPr/>
          </p:nvSpPr>
          <p:spPr>
            <a:xfrm>
              <a:off x="6278879" y="2599944"/>
              <a:ext cx="16510" cy="36830"/>
            </a:xfrm>
            <a:custGeom>
              <a:rect b="b" l="l" r="r" t="t"/>
              <a:pathLst>
                <a:path extrusionOk="0" h="36830" w="16510">
                  <a:moveTo>
                    <a:pt x="0" y="36575"/>
                  </a:moveTo>
                  <a:lnTo>
                    <a:pt x="10715" y="30372"/>
                  </a:lnTo>
                  <a:lnTo>
                    <a:pt x="13144" y="29241"/>
                  </a:lnTo>
                  <a:lnTo>
                    <a:pt x="12430" y="30253"/>
                  </a:lnTo>
                  <a:lnTo>
                    <a:pt x="13716" y="30479"/>
                  </a:lnTo>
                  <a:lnTo>
                    <a:pt x="12954" y="30479"/>
                  </a:lnTo>
                  <a:lnTo>
                    <a:pt x="12191" y="32003"/>
                  </a:lnTo>
                  <a:lnTo>
                    <a:pt x="9905" y="32003"/>
                  </a:lnTo>
                  <a:lnTo>
                    <a:pt x="4571" y="32003"/>
                  </a:lnTo>
                  <a:lnTo>
                    <a:pt x="6095" y="22097"/>
                  </a:lnTo>
                  <a:lnTo>
                    <a:pt x="6095" y="18287"/>
                  </a:lnTo>
                  <a:lnTo>
                    <a:pt x="6095" y="12953"/>
                  </a:lnTo>
                  <a:lnTo>
                    <a:pt x="6095" y="4571"/>
                  </a:lnTo>
                  <a:lnTo>
                    <a:pt x="11429" y="1523"/>
                  </a:lnTo>
                  <a:lnTo>
                    <a:pt x="12953" y="0"/>
                  </a:lnTo>
                  <a:lnTo>
                    <a:pt x="13715" y="0"/>
                  </a:lnTo>
                  <a:lnTo>
                    <a:pt x="15239" y="761"/>
                  </a:lnTo>
                  <a:lnTo>
                    <a:pt x="15239" y="3047"/>
                  </a:lnTo>
                  <a:lnTo>
                    <a:pt x="16001" y="6857"/>
                  </a:lnTo>
                  <a:lnTo>
                    <a:pt x="16001" y="10667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9" name="Google Shape;4219;p41"/>
            <p:cNvSpPr/>
            <p:nvPr/>
          </p:nvSpPr>
          <p:spPr>
            <a:xfrm>
              <a:off x="6916673" y="3296411"/>
              <a:ext cx="28575" cy="29845"/>
            </a:xfrm>
            <a:custGeom>
              <a:rect b="b" l="l" r="r" t="t"/>
              <a:pathLst>
                <a:path extrusionOk="0" h="29845" w="28575">
                  <a:moveTo>
                    <a:pt x="23622" y="22860"/>
                  </a:moveTo>
                  <a:lnTo>
                    <a:pt x="23622" y="14478"/>
                  </a:lnTo>
                  <a:lnTo>
                    <a:pt x="22860" y="10668"/>
                  </a:lnTo>
                  <a:lnTo>
                    <a:pt x="25908" y="4572"/>
                  </a:lnTo>
                  <a:lnTo>
                    <a:pt x="27432" y="6858"/>
                  </a:lnTo>
                  <a:lnTo>
                    <a:pt x="27432" y="0"/>
                  </a:lnTo>
                  <a:lnTo>
                    <a:pt x="28194" y="6858"/>
                  </a:lnTo>
                  <a:lnTo>
                    <a:pt x="28194" y="13716"/>
                  </a:lnTo>
                  <a:lnTo>
                    <a:pt x="25908" y="19050"/>
                  </a:lnTo>
                  <a:lnTo>
                    <a:pt x="21336" y="24384"/>
                  </a:lnTo>
                  <a:lnTo>
                    <a:pt x="16002" y="28956"/>
                  </a:lnTo>
                  <a:lnTo>
                    <a:pt x="8382" y="29718"/>
                  </a:lnTo>
                  <a:lnTo>
                    <a:pt x="4572" y="22860"/>
                  </a:lnTo>
                  <a:lnTo>
                    <a:pt x="3048" y="19812"/>
                  </a:lnTo>
                  <a:lnTo>
                    <a:pt x="1524" y="16764"/>
                  </a:lnTo>
                  <a:lnTo>
                    <a:pt x="0" y="13716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0" name="Google Shape;4220;p41"/>
            <p:cNvSpPr/>
            <p:nvPr/>
          </p:nvSpPr>
          <p:spPr>
            <a:xfrm>
              <a:off x="7008876" y="3405378"/>
              <a:ext cx="30480" cy="43180"/>
            </a:xfrm>
            <a:custGeom>
              <a:rect b="b" l="l" r="r" t="t"/>
              <a:pathLst>
                <a:path extrusionOk="0" h="43179" w="30479">
                  <a:moveTo>
                    <a:pt x="4572" y="11429"/>
                  </a:moveTo>
                  <a:lnTo>
                    <a:pt x="6858" y="20573"/>
                  </a:lnTo>
                  <a:lnTo>
                    <a:pt x="5334" y="25907"/>
                  </a:lnTo>
                  <a:lnTo>
                    <a:pt x="13716" y="28955"/>
                  </a:lnTo>
                  <a:lnTo>
                    <a:pt x="16002" y="29717"/>
                  </a:lnTo>
                  <a:lnTo>
                    <a:pt x="19812" y="28955"/>
                  </a:lnTo>
                  <a:lnTo>
                    <a:pt x="21336" y="27431"/>
                  </a:lnTo>
                  <a:lnTo>
                    <a:pt x="24384" y="25145"/>
                  </a:lnTo>
                  <a:lnTo>
                    <a:pt x="10668" y="1523"/>
                  </a:lnTo>
                  <a:lnTo>
                    <a:pt x="6096" y="0"/>
                  </a:lnTo>
                  <a:lnTo>
                    <a:pt x="3048" y="1523"/>
                  </a:lnTo>
                  <a:lnTo>
                    <a:pt x="1524" y="6857"/>
                  </a:lnTo>
                  <a:lnTo>
                    <a:pt x="0" y="12953"/>
                  </a:lnTo>
                  <a:lnTo>
                    <a:pt x="0" y="23621"/>
                  </a:lnTo>
                  <a:lnTo>
                    <a:pt x="1524" y="29717"/>
                  </a:lnTo>
                  <a:lnTo>
                    <a:pt x="2286" y="35813"/>
                  </a:lnTo>
                  <a:lnTo>
                    <a:pt x="6858" y="40385"/>
                  </a:lnTo>
                  <a:lnTo>
                    <a:pt x="12954" y="41147"/>
                  </a:lnTo>
                  <a:lnTo>
                    <a:pt x="19050" y="42671"/>
                  </a:lnTo>
                  <a:lnTo>
                    <a:pt x="22860" y="40385"/>
                  </a:lnTo>
                  <a:lnTo>
                    <a:pt x="25908" y="35051"/>
                  </a:lnTo>
                  <a:lnTo>
                    <a:pt x="28956" y="30479"/>
                  </a:lnTo>
                  <a:lnTo>
                    <a:pt x="29718" y="22097"/>
                  </a:lnTo>
                  <a:lnTo>
                    <a:pt x="28194" y="16763"/>
                  </a:lnTo>
                  <a:lnTo>
                    <a:pt x="26670" y="9905"/>
                  </a:lnTo>
                  <a:lnTo>
                    <a:pt x="22098" y="5333"/>
                  </a:lnTo>
                  <a:lnTo>
                    <a:pt x="16764" y="2285"/>
                  </a:lnTo>
                  <a:lnTo>
                    <a:pt x="12192" y="0"/>
                  </a:lnTo>
                  <a:lnTo>
                    <a:pt x="9144" y="761"/>
                  </a:lnTo>
                  <a:lnTo>
                    <a:pt x="6858" y="5333"/>
                  </a:lnTo>
                  <a:lnTo>
                    <a:pt x="4572" y="10667"/>
                  </a:lnTo>
                  <a:lnTo>
                    <a:pt x="4572" y="19811"/>
                  </a:lnTo>
                  <a:lnTo>
                    <a:pt x="5334" y="25907"/>
                  </a:lnTo>
                  <a:lnTo>
                    <a:pt x="6858" y="32765"/>
                  </a:lnTo>
                  <a:lnTo>
                    <a:pt x="12192" y="33527"/>
                  </a:lnTo>
                  <a:lnTo>
                    <a:pt x="18288" y="33527"/>
                  </a:lnTo>
                  <a:lnTo>
                    <a:pt x="24384" y="33527"/>
                  </a:lnTo>
                  <a:lnTo>
                    <a:pt x="28194" y="28955"/>
                  </a:lnTo>
                  <a:lnTo>
                    <a:pt x="28956" y="22859"/>
                  </a:lnTo>
                  <a:lnTo>
                    <a:pt x="29718" y="17525"/>
                  </a:lnTo>
                  <a:lnTo>
                    <a:pt x="30480" y="9905"/>
                  </a:lnTo>
                  <a:lnTo>
                    <a:pt x="25146" y="7619"/>
                  </a:lnTo>
                  <a:lnTo>
                    <a:pt x="19050" y="3809"/>
                  </a:lnTo>
                  <a:lnTo>
                    <a:pt x="14478" y="7619"/>
                  </a:lnTo>
                  <a:lnTo>
                    <a:pt x="9144" y="9905"/>
                  </a:lnTo>
                  <a:lnTo>
                    <a:pt x="8382" y="9905"/>
                  </a:lnTo>
                  <a:lnTo>
                    <a:pt x="7620" y="10667"/>
                  </a:lnTo>
                  <a:lnTo>
                    <a:pt x="6096" y="10667"/>
                  </a:lnTo>
                </a:path>
              </a:pathLst>
            </a:custGeom>
            <a:noFill/>
            <a:ln cap="flat" cmpd="sng" w="229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1" name="Google Shape;4221;p41"/>
            <p:cNvSpPr/>
            <p:nvPr/>
          </p:nvSpPr>
          <p:spPr>
            <a:xfrm>
              <a:off x="4583429" y="3629405"/>
              <a:ext cx="13970" cy="20955"/>
            </a:xfrm>
            <a:custGeom>
              <a:rect b="b" l="l" r="r" t="t"/>
              <a:pathLst>
                <a:path extrusionOk="0" h="20954" w="13970">
                  <a:moveTo>
                    <a:pt x="0" y="20574"/>
                  </a:moveTo>
                  <a:lnTo>
                    <a:pt x="5333" y="11430"/>
                  </a:lnTo>
                  <a:lnTo>
                    <a:pt x="7619" y="6096"/>
                  </a:lnTo>
                  <a:lnTo>
                    <a:pt x="13715" y="0"/>
                  </a:lnTo>
                  <a:lnTo>
                    <a:pt x="12191" y="5334"/>
                  </a:lnTo>
                  <a:lnTo>
                    <a:pt x="9905" y="8382"/>
                  </a:lnTo>
                  <a:lnTo>
                    <a:pt x="6857" y="13716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2" name="Google Shape;4222;p41"/>
            <p:cNvSpPr/>
            <p:nvPr/>
          </p:nvSpPr>
          <p:spPr>
            <a:xfrm>
              <a:off x="5226558" y="3362705"/>
              <a:ext cx="16510" cy="7620"/>
            </a:xfrm>
            <a:custGeom>
              <a:rect b="b" l="l" r="r" t="t"/>
              <a:pathLst>
                <a:path extrusionOk="0" h="7620" w="16510">
                  <a:moveTo>
                    <a:pt x="16001" y="0"/>
                  </a:moveTo>
                  <a:lnTo>
                    <a:pt x="8381" y="0"/>
                  </a:lnTo>
                  <a:lnTo>
                    <a:pt x="6857" y="2286"/>
                  </a:lnTo>
                  <a:lnTo>
                    <a:pt x="0" y="7620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3" name="Google Shape;4223;p41"/>
          <p:cNvGrpSpPr/>
          <p:nvPr/>
        </p:nvGrpSpPr>
        <p:grpSpPr>
          <a:xfrm>
            <a:off x="1374811" y="4236517"/>
            <a:ext cx="8223124" cy="2346258"/>
            <a:chOff x="2681477" y="4664142"/>
            <a:chExt cx="6932295" cy="1583520"/>
          </a:xfrm>
        </p:grpSpPr>
        <p:sp>
          <p:nvSpPr>
            <p:cNvPr id="4224" name="Google Shape;4224;p41"/>
            <p:cNvSpPr/>
            <p:nvPr/>
          </p:nvSpPr>
          <p:spPr>
            <a:xfrm>
              <a:off x="2681477" y="4664142"/>
              <a:ext cx="6932295" cy="135890"/>
            </a:xfrm>
            <a:custGeom>
              <a:rect b="b" l="l" r="r" t="t"/>
              <a:pathLst>
                <a:path extrusionOk="0" h="135889" w="6932295">
                  <a:moveTo>
                    <a:pt x="0" y="135695"/>
                  </a:moveTo>
                  <a:lnTo>
                    <a:pt x="55506" y="134409"/>
                  </a:lnTo>
                  <a:lnTo>
                    <a:pt x="109335" y="131314"/>
                  </a:lnTo>
                  <a:lnTo>
                    <a:pt x="179891" y="125694"/>
                  </a:lnTo>
                  <a:lnTo>
                    <a:pt x="214884" y="122741"/>
                  </a:lnTo>
                  <a:lnTo>
                    <a:pt x="264723" y="118752"/>
                  </a:lnTo>
                  <a:lnTo>
                    <a:pt x="314706" y="114835"/>
                  </a:lnTo>
                  <a:lnTo>
                    <a:pt x="364688" y="111061"/>
                  </a:lnTo>
                  <a:lnTo>
                    <a:pt x="414528" y="107501"/>
                  </a:lnTo>
                  <a:lnTo>
                    <a:pt x="462454" y="104843"/>
                  </a:lnTo>
                  <a:lnTo>
                    <a:pt x="510271" y="102332"/>
                  </a:lnTo>
                  <a:lnTo>
                    <a:pt x="558052" y="99930"/>
                  </a:lnTo>
                  <a:lnTo>
                    <a:pt x="605869" y="97601"/>
                  </a:lnTo>
                  <a:lnTo>
                    <a:pt x="653796" y="95309"/>
                  </a:lnTo>
                  <a:lnTo>
                    <a:pt x="700599" y="92706"/>
                  </a:lnTo>
                  <a:lnTo>
                    <a:pt x="747296" y="90229"/>
                  </a:lnTo>
                  <a:lnTo>
                    <a:pt x="793908" y="87880"/>
                  </a:lnTo>
                  <a:lnTo>
                    <a:pt x="840457" y="85657"/>
                  </a:lnTo>
                  <a:lnTo>
                    <a:pt x="886964" y="83562"/>
                  </a:lnTo>
                  <a:lnTo>
                    <a:pt x="933450" y="81593"/>
                  </a:lnTo>
                  <a:lnTo>
                    <a:pt x="985322" y="78866"/>
                  </a:lnTo>
                  <a:lnTo>
                    <a:pt x="1037279" y="76033"/>
                  </a:lnTo>
                  <a:lnTo>
                    <a:pt x="1089279" y="73116"/>
                  </a:lnTo>
                  <a:lnTo>
                    <a:pt x="1141278" y="70135"/>
                  </a:lnTo>
                  <a:lnTo>
                    <a:pt x="1193235" y="67112"/>
                  </a:lnTo>
                  <a:lnTo>
                    <a:pt x="1245108" y="64067"/>
                  </a:lnTo>
                  <a:lnTo>
                    <a:pt x="1292460" y="61135"/>
                  </a:lnTo>
                  <a:lnTo>
                    <a:pt x="1339813" y="58242"/>
                  </a:lnTo>
                  <a:lnTo>
                    <a:pt x="1387166" y="55430"/>
                  </a:lnTo>
                  <a:lnTo>
                    <a:pt x="1434519" y="52737"/>
                  </a:lnTo>
                  <a:lnTo>
                    <a:pt x="1481872" y="50204"/>
                  </a:lnTo>
                  <a:lnTo>
                    <a:pt x="1529225" y="47872"/>
                  </a:lnTo>
                  <a:lnTo>
                    <a:pt x="1576578" y="45779"/>
                  </a:lnTo>
                  <a:lnTo>
                    <a:pt x="1625281" y="44037"/>
                  </a:lnTo>
                  <a:lnTo>
                    <a:pt x="1674065" y="42669"/>
                  </a:lnTo>
                  <a:lnTo>
                    <a:pt x="1722915" y="41580"/>
                  </a:lnTo>
                  <a:lnTo>
                    <a:pt x="1771818" y="40678"/>
                  </a:lnTo>
                  <a:lnTo>
                    <a:pt x="1820762" y="39870"/>
                  </a:lnTo>
                  <a:lnTo>
                    <a:pt x="1869732" y="39061"/>
                  </a:lnTo>
                  <a:lnTo>
                    <a:pt x="1918716" y="38159"/>
                  </a:lnTo>
                  <a:lnTo>
                    <a:pt x="1968028" y="37548"/>
                  </a:lnTo>
                  <a:lnTo>
                    <a:pt x="2017340" y="37004"/>
                  </a:lnTo>
                  <a:lnTo>
                    <a:pt x="2066652" y="36500"/>
                  </a:lnTo>
                  <a:lnTo>
                    <a:pt x="2115965" y="36009"/>
                  </a:lnTo>
                  <a:lnTo>
                    <a:pt x="2165277" y="35504"/>
                  </a:lnTo>
                  <a:lnTo>
                    <a:pt x="2214589" y="34960"/>
                  </a:lnTo>
                  <a:lnTo>
                    <a:pt x="2263902" y="34349"/>
                  </a:lnTo>
                  <a:lnTo>
                    <a:pt x="2313212" y="33698"/>
                  </a:lnTo>
                  <a:lnTo>
                    <a:pt x="2362508" y="33061"/>
                  </a:lnTo>
                  <a:lnTo>
                    <a:pt x="2411778" y="32450"/>
                  </a:lnTo>
                  <a:lnTo>
                    <a:pt x="2461008" y="31879"/>
                  </a:lnTo>
                  <a:lnTo>
                    <a:pt x="2510185" y="31361"/>
                  </a:lnTo>
                  <a:lnTo>
                    <a:pt x="2559295" y="30910"/>
                  </a:lnTo>
                  <a:lnTo>
                    <a:pt x="2608326" y="30539"/>
                  </a:lnTo>
                  <a:lnTo>
                    <a:pt x="2657962" y="29884"/>
                  </a:lnTo>
                  <a:lnTo>
                    <a:pt x="2707585" y="29215"/>
                  </a:lnTo>
                  <a:lnTo>
                    <a:pt x="2757182" y="28520"/>
                  </a:lnTo>
                  <a:lnTo>
                    <a:pt x="2806739" y="27784"/>
                  </a:lnTo>
                  <a:lnTo>
                    <a:pt x="2856242" y="26996"/>
                  </a:lnTo>
                  <a:lnTo>
                    <a:pt x="2905679" y="26140"/>
                  </a:lnTo>
                  <a:lnTo>
                    <a:pt x="2955036" y="25205"/>
                  </a:lnTo>
                  <a:lnTo>
                    <a:pt x="3004956" y="24225"/>
                  </a:lnTo>
                  <a:lnTo>
                    <a:pt x="3054798" y="23246"/>
                  </a:lnTo>
                  <a:lnTo>
                    <a:pt x="3104572" y="22266"/>
                  </a:lnTo>
                  <a:lnTo>
                    <a:pt x="3154293" y="21286"/>
                  </a:lnTo>
                  <a:lnTo>
                    <a:pt x="3203974" y="20306"/>
                  </a:lnTo>
                  <a:lnTo>
                    <a:pt x="3253628" y="19327"/>
                  </a:lnTo>
                  <a:lnTo>
                    <a:pt x="3303270" y="18347"/>
                  </a:lnTo>
                  <a:lnTo>
                    <a:pt x="3352300" y="17367"/>
                  </a:lnTo>
                  <a:lnTo>
                    <a:pt x="3401410" y="16388"/>
                  </a:lnTo>
                  <a:lnTo>
                    <a:pt x="3450587" y="15408"/>
                  </a:lnTo>
                  <a:lnTo>
                    <a:pt x="3499817" y="14428"/>
                  </a:lnTo>
                  <a:lnTo>
                    <a:pt x="3549087" y="13448"/>
                  </a:lnTo>
                  <a:lnTo>
                    <a:pt x="3598383" y="12469"/>
                  </a:lnTo>
                  <a:lnTo>
                    <a:pt x="3647694" y="11489"/>
                  </a:lnTo>
                  <a:lnTo>
                    <a:pt x="3696395" y="10598"/>
                  </a:lnTo>
                  <a:lnTo>
                    <a:pt x="3745163" y="9867"/>
                  </a:lnTo>
                  <a:lnTo>
                    <a:pt x="3793971" y="9270"/>
                  </a:lnTo>
                  <a:lnTo>
                    <a:pt x="3842792" y="8779"/>
                  </a:lnTo>
                  <a:lnTo>
                    <a:pt x="3891600" y="8368"/>
                  </a:lnTo>
                  <a:lnTo>
                    <a:pt x="3940368" y="8010"/>
                  </a:lnTo>
                  <a:lnTo>
                    <a:pt x="3989070" y="7679"/>
                  </a:lnTo>
                  <a:lnTo>
                    <a:pt x="4037686" y="7639"/>
                  </a:lnTo>
                  <a:lnTo>
                    <a:pt x="4086237" y="7546"/>
                  </a:lnTo>
                  <a:lnTo>
                    <a:pt x="4134747" y="7439"/>
                  </a:lnTo>
                  <a:lnTo>
                    <a:pt x="4183244" y="7359"/>
                  </a:lnTo>
                  <a:lnTo>
                    <a:pt x="4231754" y="7346"/>
                  </a:lnTo>
                  <a:lnTo>
                    <a:pt x="4280305" y="7439"/>
                  </a:lnTo>
                  <a:lnTo>
                    <a:pt x="4328922" y="7679"/>
                  </a:lnTo>
                  <a:lnTo>
                    <a:pt x="4381819" y="7681"/>
                  </a:lnTo>
                  <a:lnTo>
                    <a:pt x="4434780" y="7691"/>
                  </a:lnTo>
                  <a:lnTo>
                    <a:pt x="4487794" y="7719"/>
                  </a:lnTo>
                  <a:lnTo>
                    <a:pt x="4540853" y="7774"/>
                  </a:lnTo>
                  <a:lnTo>
                    <a:pt x="4593947" y="7865"/>
                  </a:lnTo>
                  <a:lnTo>
                    <a:pt x="4647068" y="8001"/>
                  </a:lnTo>
                  <a:lnTo>
                    <a:pt x="4700207" y="8190"/>
                  </a:lnTo>
                  <a:lnTo>
                    <a:pt x="4753356" y="8441"/>
                  </a:lnTo>
                  <a:lnTo>
                    <a:pt x="4801033" y="8728"/>
                  </a:lnTo>
                  <a:lnTo>
                    <a:pt x="4848697" y="8961"/>
                  </a:lnTo>
                  <a:lnTo>
                    <a:pt x="4896334" y="9181"/>
                  </a:lnTo>
                  <a:lnTo>
                    <a:pt x="4943931" y="9427"/>
                  </a:lnTo>
                  <a:lnTo>
                    <a:pt x="4991475" y="9741"/>
                  </a:lnTo>
                  <a:lnTo>
                    <a:pt x="5038952" y="10161"/>
                  </a:lnTo>
                  <a:lnTo>
                    <a:pt x="5086350" y="10727"/>
                  </a:lnTo>
                  <a:lnTo>
                    <a:pt x="5141154" y="11108"/>
                  </a:lnTo>
                  <a:lnTo>
                    <a:pt x="5195852" y="11489"/>
                  </a:lnTo>
                  <a:lnTo>
                    <a:pt x="5250465" y="11870"/>
                  </a:lnTo>
                  <a:lnTo>
                    <a:pt x="5305015" y="12251"/>
                  </a:lnTo>
                  <a:lnTo>
                    <a:pt x="5359523" y="12632"/>
                  </a:lnTo>
                  <a:lnTo>
                    <a:pt x="5414010" y="13013"/>
                  </a:lnTo>
                  <a:lnTo>
                    <a:pt x="5467787" y="13394"/>
                  </a:lnTo>
                  <a:lnTo>
                    <a:pt x="5521649" y="13775"/>
                  </a:lnTo>
                  <a:lnTo>
                    <a:pt x="5575553" y="14156"/>
                  </a:lnTo>
                  <a:lnTo>
                    <a:pt x="5629458" y="14537"/>
                  </a:lnTo>
                  <a:lnTo>
                    <a:pt x="5683320" y="14918"/>
                  </a:lnTo>
                  <a:lnTo>
                    <a:pt x="5737098" y="15299"/>
                  </a:lnTo>
                  <a:lnTo>
                    <a:pt x="5788857" y="15296"/>
                  </a:lnTo>
                  <a:lnTo>
                    <a:pt x="5840532" y="15271"/>
                  </a:lnTo>
                  <a:lnTo>
                    <a:pt x="5892164" y="15204"/>
                  </a:lnTo>
                  <a:lnTo>
                    <a:pt x="5943797" y="15073"/>
                  </a:lnTo>
                  <a:lnTo>
                    <a:pt x="5995472" y="14858"/>
                  </a:lnTo>
                  <a:lnTo>
                    <a:pt x="6047232" y="14537"/>
                  </a:lnTo>
                  <a:lnTo>
                    <a:pt x="6099842" y="14183"/>
                  </a:lnTo>
                  <a:lnTo>
                    <a:pt x="6152507" y="13704"/>
                  </a:lnTo>
                  <a:lnTo>
                    <a:pt x="6205207" y="13117"/>
                  </a:lnTo>
                  <a:lnTo>
                    <a:pt x="6257925" y="12442"/>
                  </a:lnTo>
                  <a:lnTo>
                    <a:pt x="6310642" y="11694"/>
                  </a:lnTo>
                  <a:lnTo>
                    <a:pt x="6363342" y="10894"/>
                  </a:lnTo>
                  <a:lnTo>
                    <a:pt x="6416007" y="10057"/>
                  </a:lnTo>
                  <a:lnTo>
                    <a:pt x="6468618" y="9203"/>
                  </a:lnTo>
                  <a:lnTo>
                    <a:pt x="6517160" y="8203"/>
                  </a:lnTo>
                  <a:lnTo>
                    <a:pt x="6565812" y="7057"/>
                  </a:lnTo>
                  <a:lnTo>
                    <a:pt x="6614501" y="5801"/>
                  </a:lnTo>
                  <a:lnTo>
                    <a:pt x="6663153" y="4473"/>
                  </a:lnTo>
                  <a:lnTo>
                    <a:pt x="6711696" y="3107"/>
                  </a:lnTo>
                  <a:lnTo>
                    <a:pt x="6753998" y="1666"/>
                  </a:lnTo>
                  <a:lnTo>
                    <a:pt x="6796373" y="726"/>
                  </a:lnTo>
                  <a:lnTo>
                    <a:pt x="6838890" y="214"/>
                  </a:lnTo>
                  <a:lnTo>
                    <a:pt x="6881622" y="59"/>
                  </a:lnTo>
                  <a:lnTo>
                    <a:pt x="6898671" y="0"/>
                  </a:lnTo>
                  <a:lnTo>
                    <a:pt x="6918579" y="154"/>
                  </a:lnTo>
                  <a:lnTo>
                    <a:pt x="6932199" y="1023"/>
                  </a:lnTo>
                  <a:lnTo>
                    <a:pt x="6930390" y="3107"/>
                  </a:lnTo>
                  <a:lnTo>
                    <a:pt x="6925056" y="3107"/>
                  </a:lnTo>
                  <a:lnTo>
                    <a:pt x="6919722" y="3107"/>
                  </a:lnTo>
                  <a:lnTo>
                    <a:pt x="6914388" y="3107"/>
                  </a:lnTo>
                </a:path>
              </a:pathLst>
            </a:custGeom>
            <a:noFill/>
            <a:ln cap="flat" cmpd="sng" w="22900">
              <a:solidFill>
                <a:srgbClr val="3366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25" name="Google Shape;4225;p4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205196" y="5134330"/>
              <a:ext cx="162356" cy="1775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6" name="Google Shape;4226;p41"/>
            <p:cNvSpPr/>
            <p:nvPr/>
          </p:nvSpPr>
          <p:spPr>
            <a:xfrm>
              <a:off x="5439917" y="5221985"/>
              <a:ext cx="77470" cy="13335"/>
            </a:xfrm>
            <a:custGeom>
              <a:rect b="b" l="l" r="r" t="t"/>
              <a:pathLst>
                <a:path extrusionOk="0" h="13335" w="77470">
                  <a:moveTo>
                    <a:pt x="0" y="12953"/>
                  </a:moveTo>
                  <a:lnTo>
                    <a:pt x="13204" y="13073"/>
                  </a:lnTo>
                  <a:lnTo>
                    <a:pt x="25050" y="12191"/>
                  </a:lnTo>
                  <a:lnTo>
                    <a:pt x="36754" y="10167"/>
                  </a:lnTo>
                  <a:lnTo>
                    <a:pt x="49530" y="6857"/>
                  </a:lnTo>
                  <a:lnTo>
                    <a:pt x="58519" y="5369"/>
                  </a:lnTo>
                  <a:lnTo>
                    <a:pt x="69437" y="4095"/>
                  </a:lnTo>
                  <a:lnTo>
                    <a:pt x="77069" y="2678"/>
                  </a:lnTo>
                  <a:lnTo>
                    <a:pt x="76200" y="761"/>
                  </a:lnTo>
                  <a:lnTo>
                    <a:pt x="73914" y="761"/>
                  </a:lnTo>
                  <a:lnTo>
                    <a:pt x="71628" y="761"/>
                  </a:lnTo>
                  <a:lnTo>
                    <a:pt x="69342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7" name="Google Shape;4227;p41"/>
            <p:cNvGrpSpPr/>
            <p:nvPr/>
          </p:nvGrpSpPr>
          <p:grpSpPr>
            <a:xfrm>
              <a:off x="5659348" y="5086324"/>
              <a:ext cx="684683" cy="189026"/>
              <a:chOff x="5659348" y="5086324"/>
              <a:chExt cx="684683" cy="189026"/>
            </a:xfrm>
          </p:grpSpPr>
          <p:pic>
            <p:nvPicPr>
              <p:cNvPr id="4228" name="Google Shape;4228;p4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659348" y="5086324"/>
                <a:ext cx="153212" cy="1890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29" name="Google Shape;4229;p41"/>
              <p:cNvSpPr/>
              <p:nvPr/>
            </p:nvSpPr>
            <p:spPr>
              <a:xfrm>
                <a:off x="5851398" y="5126736"/>
                <a:ext cx="75565" cy="107950"/>
              </a:xfrm>
              <a:custGeom>
                <a:rect b="b" l="l" r="r" t="t"/>
                <a:pathLst>
                  <a:path extrusionOk="0" h="107950" w="75564">
                    <a:moveTo>
                      <a:pt x="12953" y="0"/>
                    </a:moveTo>
                    <a:lnTo>
                      <a:pt x="5786" y="12680"/>
                    </a:lnTo>
                    <a:lnTo>
                      <a:pt x="1904" y="23717"/>
                    </a:lnTo>
                    <a:lnTo>
                      <a:pt x="309" y="35468"/>
                    </a:lnTo>
                    <a:lnTo>
                      <a:pt x="0" y="50291"/>
                    </a:lnTo>
                    <a:lnTo>
                      <a:pt x="35" y="62138"/>
                    </a:lnTo>
                    <a:lnTo>
                      <a:pt x="15168" y="101226"/>
                    </a:lnTo>
                    <a:lnTo>
                      <a:pt x="38099" y="107441"/>
                    </a:lnTo>
                    <a:lnTo>
                      <a:pt x="47613" y="106310"/>
                    </a:lnTo>
                    <a:lnTo>
                      <a:pt x="56483" y="102965"/>
                    </a:lnTo>
                    <a:lnTo>
                      <a:pt x="64353" y="97476"/>
                    </a:lnTo>
                    <a:lnTo>
                      <a:pt x="70865" y="89915"/>
                    </a:lnTo>
                    <a:lnTo>
                      <a:pt x="72389" y="86867"/>
                    </a:lnTo>
                    <a:lnTo>
                      <a:pt x="73913" y="84581"/>
                    </a:lnTo>
                    <a:lnTo>
                      <a:pt x="75437" y="8153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41"/>
              <p:cNvSpPr/>
              <p:nvPr/>
            </p:nvSpPr>
            <p:spPr>
              <a:xfrm>
                <a:off x="5870543" y="5119199"/>
                <a:ext cx="43815" cy="69850"/>
              </a:xfrm>
              <a:custGeom>
                <a:rect b="b" l="l" r="r" t="t"/>
                <a:pathLst>
                  <a:path extrusionOk="0" h="69850" w="43814">
                    <a:moveTo>
                      <a:pt x="3714" y="69258"/>
                    </a:moveTo>
                    <a:lnTo>
                      <a:pt x="38766" y="42588"/>
                    </a:lnTo>
                    <a:lnTo>
                      <a:pt x="43719" y="27348"/>
                    </a:lnTo>
                    <a:lnTo>
                      <a:pt x="43053" y="19442"/>
                    </a:lnTo>
                    <a:lnTo>
                      <a:pt x="39528" y="12108"/>
                    </a:lnTo>
                    <a:lnTo>
                      <a:pt x="32992" y="6167"/>
                    </a:lnTo>
                    <a:lnTo>
                      <a:pt x="23812" y="1726"/>
                    </a:lnTo>
                    <a:lnTo>
                      <a:pt x="13918" y="0"/>
                    </a:lnTo>
                    <a:lnTo>
                      <a:pt x="5238" y="2202"/>
                    </a:lnTo>
                    <a:lnTo>
                      <a:pt x="1012" y="6869"/>
                    </a:lnTo>
                    <a:lnTo>
                      <a:pt x="0" y="13251"/>
                    </a:lnTo>
                    <a:lnTo>
                      <a:pt x="845" y="20204"/>
                    </a:lnTo>
                    <a:lnTo>
                      <a:pt x="2190" y="2658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1" name="Google Shape;4231;p41"/>
              <p:cNvSpPr/>
              <p:nvPr/>
            </p:nvSpPr>
            <p:spPr>
              <a:xfrm>
                <a:off x="5929360" y="5129784"/>
                <a:ext cx="82550" cy="97790"/>
              </a:xfrm>
              <a:custGeom>
                <a:rect b="b" l="l" r="r" t="t"/>
                <a:pathLst>
                  <a:path extrusionOk="0" h="97789" w="82550">
                    <a:moveTo>
                      <a:pt x="63007" y="63245"/>
                    </a:moveTo>
                    <a:lnTo>
                      <a:pt x="60709" y="51815"/>
                    </a:lnTo>
                    <a:lnTo>
                      <a:pt x="58340" y="40385"/>
                    </a:lnTo>
                    <a:lnTo>
                      <a:pt x="55828" y="28955"/>
                    </a:lnTo>
                    <a:lnTo>
                      <a:pt x="53101" y="17525"/>
                    </a:lnTo>
                    <a:lnTo>
                      <a:pt x="51577" y="10667"/>
                    </a:lnTo>
                    <a:lnTo>
                      <a:pt x="50053" y="0"/>
                    </a:lnTo>
                    <a:lnTo>
                      <a:pt x="40147" y="761"/>
                    </a:lnTo>
                    <a:lnTo>
                      <a:pt x="31718" y="5119"/>
                    </a:lnTo>
                    <a:lnTo>
                      <a:pt x="9334" y="45374"/>
                    </a:lnTo>
                    <a:lnTo>
                      <a:pt x="0" y="78307"/>
                    </a:lnTo>
                    <a:lnTo>
                      <a:pt x="2047" y="92201"/>
                    </a:lnTo>
                    <a:lnTo>
                      <a:pt x="8001" y="96714"/>
                    </a:lnTo>
                    <a:lnTo>
                      <a:pt x="17097" y="97440"/>
                    </a:lnTo>
                    <a:lnTo>
                      <a:pt x="26479" y="95738"/>
                    </a:lnTo>
                    <a:lnTo>
                      <a:pt x="55471" y="65103"/>
                    </a:lnTo>
                    <a:lnTo>
                      <a:pt x="61769" y="28705"/>
                    </a:lnTo>
                    <a:lnTo>
                      <a:pt x="60721" y="20573"/>
                    </a:lnTo>
                    <a:lnTo>
                      <a:pt x="59197" y="18287"/>
                    </a:lnTo>
                    <a:lnTo>
                      <a:pt x="59959" y="17525"/>
                    </a:lnTo>
                    <a:lnTo>
                      <a:pt x="58435" y="17525"/>
                    </a:lnTo>
                    <a:lnTo>
                      <a:pt x="56911" y="22859"/>
                    </a:lnTo>
                    <a:lnTo>
                      <a:pt x="56911" y="32003"/>
                    </a:lnTo>
                    <a:lnTo>
                      <a:pt x="56911" y="38861"/>
                    </a:lnTo>
                    <a:lnTo>
                      <a:pt x="66055" y="77723"/>
                    </a:lnTo>
                    <a:lnTo>
                      <a:pt x="75199" y="88391"/>
                    </a:lnTo>
                    <a:lnTo>
                      <a:pt x="82057" y="9220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2" name="Google Shape;4232;p41"/>
              <p:cNvSpPr/>
              <p:nvPr/>
            </p:nvSpPr>
            <p:spPr>
              <a:xfrm>
                <a:off x="6031992" y="5130546"/>
                <a:ext cx="47625" cy="96520"/>
              </a:xfrm>
              <a:custGeom>
                <a:rect b="b" l="l" r="r" t="t"/>
                <a:pathLst>
                  <a:path extrusionOk="0" h="96520" w="47625">
                    <a:moveTo>
                      <a:pt x="0" y="15240"/>
                    </a:moveTo>
                    <a:lnTo>
                      <a:pt x="12192" y="53340"/>
                    </a:lnTo>
                    <a:lnTo>
                      <a:pt x="16252" y="61031"/>
                    </a:lnTo>
                    <a:lnTo>
                      <a:pt x="20097" y="69151"/>
                    </a:lnTo>
                    <a:lnTo>
                      <a:pt x="22098" y="96012"/>
                    </a:lnTo>
                    <a:lnTo>
                      <a:pt x="18692" y="88427"/>
                    </a:lnTo>
                    <a:lnTo>
                      <a:pt x="17145" y="80486"/>
                    </a:lnTo>
                    <a:lnTo>
                      <a:pt x="16740" y="72116"/>
                    </a:lnTo>
                    <a:lnTo>
                      <a:pt x="16764" y="63246"/>
                    </a:lnTo>
                    <a:lnTo>
                      <a:pt x="29718" y="15240"/>
                    </a:lnTo>
                    <a:lnTo>
                      <a:pt x="40386" y="4572"/>
                    </a:lnTo>
                    <a:lnTo>
                      <a:pt x="4724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3" name="Google Shape;4233;p41"/>
              <p:cNvSpPr/>
              <p:nvPr/>
            </p:nvSpPr>
            <p:spPr>
              <a:xfrm>
                <a:off x="6100953" y="5138928"/>
                <a:ext cx="56515" cy="92075"/>
              </a:xfrm>
              <a:custGeom>
                <a:rect b="b" l="l" r="r" t="t"/>
                <a:pathLst>
                  <a:path extrusionOk="0" h="92075" w="56514">
                    <a:moveTo>
                      <a:pt x="1142" y="0"/>
                    </a:moveTo>
                    <a:lnTo>
                      <a:pt x="1131" y="7881"/>
                    </a:lnTo>
                    <a:lnTo>
                      <a:pt x="1047" y="15621"/>
                    </a:lnTo>
                    <a:lnTo>
                      <a:pt x="821" y="23360"/>
                    </a:lnTo>
                    <a:lnTo>
                      <a:pt x="380" y="31242"/>
                    </a:lnTo>
                    <a:lnTo>
                      <a:pt x="190" y="40052"/>
                    </a:lnTo>
                    <a:lnTo>
                      <a:pt x="6953" y="80486"/>
                    </a:lnTo>
                    <a:lnTo>
                      <a:pt x="24324" y="91666"/>
                    </a:lnTo>
                    <a:lnTo>
                      <a:pt x="31718" y="91344"/>
                    </a:lnTo>
                    <a:lnTo>
                      <a:pt x="38683" y="89165"/>
                    </a:lnTo>
                    <a:lnTo>
                      <a:pt x="44576" y="85343"/>
                    </a:lnTo>
                    <a:lnTo>
                      <a:pt x="51434" y="78485"/>
                    </a:lnTo>
                    <a:lnTo>
                      <a:pt x="52958" y="76199"/>
                    </a:lnTo>
                    <a:lnTo>
                      <a:pt x="56006" y="7086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4" name="Google Shape;4234;p41"/>
              <p:cNvSpPr/>
              <p:nvPr/>
            </p:nvSpPr>
            <p:spPr>
              <a:xfrm>
                <a:off x="6108954" y="5122926"/>
                <a:ext cx="45720" cy="48260"/>
              </a:xfrm>
              <a:custGeom>
                <a:rect b="b" l="l" r="r" t="t"/>
                <a:pathLst>
                  <a:path extrusionOk="0" h="48260" w="45720">
                    <a:moveTo>
                      <a:pt x="10667" y="48006"/>
                    </a:moveTo>
                    <a:lnTo>
                      <a:pt x="43850" y="26610"/>
                    </a:lnTo>
                    <a:lnTo>
                      <a:pt x="45624" y="20288"/>
                    </a:lnTo>
                    <a:lnTo>
                      <a:pt x="45541" y="14108"/>
                    </a:lnTo>
                    <a:lnTo>
                      <a:pt x="13715" y="0"/>
                    </a:lnTo>
                    <a:lnTo>
                      <a:pt x="5333" y="0"/>
                    </a:lnTo>
                    <a:lnTo>
                      <a:pt x="1523" y="0"/>
                    </a:lnTo>
                    <a:lnTo>
                      <a:pt x="0" y="762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5" name="Google Shape;4235;p41"/>
              <p:cNvSpPr/>
              <p:nvPr/>
            </p:nvSpPr>
            <p:spPr>
              <a:xfrm>
                <a:off x="6191154" y="5114472"/>
                <a:ext cx="67310" cy="115570"/>
              </a:xfrm>
              <a:custGeom>
                <a:rect b="b" l="l" r="r" t="t"/>
                <a:pathLst>
                  <a:path extrusionOk="0" h="115570" w="67310">
                    <a:moveTo>
                      <a:pt x="49625" y="16073"/>
                    </a:moveTo>
                    <a:lnTo>
                      <a:pt x="44029" y="10048"/>
                    </a:lnTo>
                    <a:lnTo>
                      <a:pt x="37433" y="3881"/>
                    </a:lnTo>
                    <a:lnTo>
                      <a:pt x="29694" y="0"/>
                    </a:lnTo>
                    <a:lnTo>
                      <a:pt x="20669" y="833"/>
                    </a:lnTo>
                    <a:lnTo>
                      <a:pt x="0" y="40743"/>
                    </a:lnTo>
                    <a:lnTo>
                      <a:pt x="2000" y="49982"/>
                    </a:lnTo>
                    <a:lnTo>
                      <a:pt x="33051" y="75985"/>
                    </a:lnTo>
                    <a:lnTo>
                      <a:pt x="42862" y="80283"/>
                    </a:lnTo>
                    <a:lnTo>
                      <a:pt x="52673" y="84653"/>
                    </a:lnTo>
                    <a:lnTo>
                      <a:pt x="55721" y="86939"/>
                    </a:lnTo>
                    <a:lnTo>
                      <a:pt x="67151" y="92273"/>
                    </a:lnTo>
                    <a:lnTo>
                      <a:pt x="62579" y="98369"/>
                    </a:lnTo>
                    <a:lnTo>
                      <a:pt x="56411" y="104155"/>
                    </a:lnTo>
                    <a:lnTo>
                      <a:pt x="48101" y="108084"/>
                    </a:lnTo>
                    <a:lnTo>
                      <a:pt x="39219" y="110585"/>
                    </a:lnTo>
                    <a:lnTo>
                      <a:pt x="31337" y="112085"/>
                    </a:lnTo>
                    <a:lnTo>
                      <a:pt x="24443" y="113942"/>
                    </a:lnTo>
                    <a:lnTo>
                      <a:pt x="17335" y="114942"/>
                    </a:lnTo>
                    <a:lnTo>
                      <a:pt x="11513" y="113371"/>
                    </a:lnTo>
                    <a:lnTo>
                      <a:pt x="8477" y="107513"/>
                    </a:lnTo>
                    <a:lnTo>
                      <a:pt x="8477" y="103703"/>
                    </a:lnTo>
                    <a:lnTo>
                      <a:pt x="8477" y="100655"/>
                    </a:lnTo>
                    <a:lnTo>
                      <a:pt x="8477" y="9684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6" name="Google Shape;4236;p41"/>
              <p:cNvSpPr/>
              <p:nvPr/>
            </p:nvSpPr>
            <p:spPr>
              <a:xfrm>
                <a:off x="6281166" y="5091684"/>
                <a:ext cx="62865" cy="125095"/>
              </a:xfrm>
              <a:custGeom>
                <a:rect b="b" l="l" r="r" t="t"/>
                <a:pathLst>
                  <a:path extrusionOk="0" h="125095" w="62864">
                    <a:moveTo>
                      <a:pt x="0" y="0"/>
                    </a:moveTo>
                    <a:lnTo>
                      <a:pt x="702" y="10727"/>
                    </a:lnTo>
                    <a:lnTo>
                      <a:pt x="1619" y="21240"/>
                    </a:lnTo>
                    <a:lnTo>
                      <a:pt x="2678" y="31611"/>
                    </a:lnTo>
                    <a:lnTo>
                      <a:pt x="3810" y="41909"/>
                    </a:lnTo>
                    <a:lnTo>
                      <a:pt x="4857" y="53339"/>
                    </a:lnTo>
                    <a:lnTo>
                      <a:pt x="11191" y="95726"/>
                    </a:lnTo>
                    <a:lnTo>
                      <a:pt x="42052" y="124979"/>
                    </a:lnTo>
                    <a:lnTo>
                      <a:pt x="48006" y="124205"/>
                    </a:lnTo>
                    <a:lnTo>
                      <a:pt x="56388" y="121157"/>
                    </a:lnTo>
                    <a:lnTo>
                      <a:pt x="58674" y="114299"/>
                    </a:lnTo>
                    <a:lnTo>
                      <a:pt x="62484" y="10744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7" name="Google Shape;4237;p41"/>
              <p:cNvSpPr/>
              <p:nvPr/>
            </p:nvSpPr>
            <p:spPr>
              <a:xfrm>
                <a:off x="6272022" y="5144262"/>
                <a:ext cx="52069" cy="17780"/>
              </a:xfrm>
              <a:custGeom>
                <a:rect b="b" l="l" r="r" t="t"/>
                <a:pathLst>
                  <a:path extrusionOk="0" h="17779" w="52070">
                    <a:moveTo>
                      <a:pt x="0" y="17525"/>
                    </a:moveTo>
                    <a:lnTo>
                      <a:pt x="14204" y="14573"/>
                    </a:lnTo>
                    <a:lnTo>
                      <a:pt x="26765" y="11048"/>
                    </a:lnTo>
                    <a:lnTo>
                      <a:pt x="38897" y="6381"/>
                    </a:lnTo>
                    <a:lnTo>
                      <a:pt x="5181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38" name="Google Shape;4238;p41"/>
            <p:cNvGrpSpPr/>
            <p:nvPr/>
          </p:nvGrpSpPr>
          <p:grpSpPr>
            <a:xfrm>
              <a:off x="6540246" y="4982692"/>
              <a:ext cx="784146" cy="264464"/>
              <a:chOff x="6540246" y="4982692"/>
              <a:chExt cx="784146" cy="264464"/>
            </a:xfrm>
          </p:grpSpPr>
          <p:sp>
            <p:nvSpPr>
              <p:cNvPr id="4239" name="Google Shape;4239;p41"/>
              <p:cNvSpPr/>
              <p:nvPr/>
            </p:nvSpPr>
            <p:spPr>
              <a:xfrm>
                <a:off x="6540246" y="5102352"/>
                <a:ext cx="5715" cy="106045"/>
              </a:xfrm>
              <a:custGeom>
                <a:rect b="b" l="l" r="r" t="t"/>
                <a:pathLst>
                  <a:path extrusionOk="0" h="106045" w="5715">
                    <a:moveTo>
                      <a:pt x="0" y="0"/>
                    </a:moveTo>
                    <a:lnTo>
                      <a:pt x="321" y="48970"/>
                    </a:lnTo>
                    <a:lnTo>
                      <a:pt x="3119" y="96071"/>
                    </a:lnTo>
                    <a:lnTo>
                      <a:pt x="5334" y="1059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0" name="Google Shape;4240;p41"/>
              <p:cNvSpPr/>
              <p:nvPr/>
            </p:nvSpPr>
            <p:spPr>
              <a:xfrm>
                <a:off x="6556248" y="5075682"/>
                <a:ext cx="80010" cy="97790"/>
              </a:xfrm>
              <a:custGeom>
                <a:rect b="b" l="l" r="r" t="t"/>
                <a:pathLst>
                  <a:path extrusionOk="0" h="97789" w="80009">
                    <a:moveTo>
                      <a:pt x="0" y="20573"/>
                    </a:moveTo>
                    <a:lnTo>
                      <a:pt x="9727" y="30980"/>
                    </a:lnTo>
                    <a:lnTo>
                      <a:pt x="19526" y="41528"/>
                    </a:lnTo>
                    <a:lnTo>
                      <a:pt x="29467" y="52077"/>
                    </a:lnTo>
                    <a:lnTo>
                      <a:pt x="57340" y="78771"/>
                    </a:lnTo>
                    <a:lnTo>
                      <a:pt x="78486" y="96011"/>
                    </a:lnTo>
                    <a:lnTo>
                      <a:pt x="79248" y="96011"/>
                    </a:lnTo>
                    <a:lnTo>
                      <a:pt x="80010" y="97535"/>
                    </a:lnTo>
                    <a:lnTo>
                      <a:pt x="78235" y="88522"/>
                    </a:lnTo>
                    <a:lnTo>
                      <a:pt x="75533" y="79724"/>
                    </a:lnTo>
                    <a:lnTo>
                      <a:pt x="72401" y="71068"/>
                    </a:lnTo>
                    <a:lnTo>
                      <a:pt x="69342" y="62483"/>
                    </a:lnTo>
                    <a:lnTo>
                      <a:pt x="59436" y="12953"/>
                    </a:lnTo>
                    <a:lnTo>
                      <a:pt x="58674" y="3047"/>
                    </a:lnTo>
                    <a:lnTo>
                      <a:pt x="59436" y="2285"/>
                    </a:lnTo>
                    <a:lnTo>
                      <a:pt x="6781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41" name="Google Shape;4241;p41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6671177" y="5059654"/>
                <a:ext cx="71785" cy="1318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42" name="Google Shape;4242;p41"/>
              <p:cNvSpPr/>
              <p:nvPr/>
            </p:nvSpPr>
            <p:spPr>
              <a:xfrm>
                <a:off x="6783324" y="5094732"/>
                <a:ext cx="3175" cy="77470"/>
              </a:xfrm>
              <a:custGeom>
                <a:rect b="b" l="l" r="r" t="t"/>
                <a:pathLst>
                  <a:path extrusionOk="0" h="77470" w="3175">
                    <a:moveTo>
                      <a:pt x="0" y="0"/>
                    </a:moveTo>
                    <a:lnTo>
                      <a:pt x="881" y="9477"/>
                    </a:lnTo>
                    <a:lnTo>
                      <a:pt x="1333" y="18668"/>
                    </a:lnTo>
                    <a:lnTo>
                      <a:pt x="1500" y="27860"/>
                    </a:lnTo>
                    <a:lnTo>
                      <a:pt x="1524" y="37337"/>
                    </a:lnTo>
                    <a:lnTo>
                      <a:pt x="1095" y="46291"/>
                    </a:lnTo>
                    <a:lnTo>
                      <a:pt x="381" y="56387"/>
                    </a:lnTo>
                    <a:lnTo>
                      <a:pt x="238" y="66484"/>
                    </a:lnTo>
                    <a:lnTo>
                      <a:pt x="1524" y="75437"/>
                    </a:lnTo>
                    <a:lnTo>
                      <a:pt x="2286" y="75437"/>
                    </a:lnTo>
                    <a:lnTo>
                      <a:pt x="3048" y="76199"/>
                    </a:lnTo>
                    <a:lnTo>
                      <a:pt x="3048" y="76961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3" name="Google Shape;4243;p41"/>
              <p:cNvSpPr/>
              <p:nvPr/>
            </p:nvSpPr>
            <p:spPr>
              <a:xfrm>
                <a:off x="6774180" y="5019294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4"/>
                    </a:moveTo>
                    <a:lnTo>
                      <a:pt x="0" y="18288"/>
                    </a:lnTo>
                    <a:lnTo>
                      <a:pt x="5333" y="22860"/>
                    </a:lnTo>
                    <a:lnTo>
                      <a:pt x="18287" y="22860"/>
                    </a:lnTo>
                    <a:lnTo>
                      <a:pt x="22859" y="18288"/>
                    </a:lnTo>
                    <a:lnTo>
                      <a:pt x="22859" y="11430"/>
                    </a:lnTo>
                    <a:lnTo>
                      <a:pt x="22859" y="5334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44" name="Google Shape;4244;p41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6826732" y="4982692"/>
                <a:ext cx="497660" cy="26446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45" name="Google Shape;4245;p41"/>
            <p:cNvSpPr/>
            <p:nvPr/>
          </p:nvSpPr>
          <p:spPr>
            <a:xfrm>
              <a:off x="5142738" y="5282946"/>
              <a:ext cx="2042795" cy="155575"/>
            </a:xfrm>
            <a:custGeom>
              <a:rect b="b" l="l" r="r" t="t"/>
              <a:pathLst>
                <a:path extrusionOk="0" h="155575" w="2042795">
                  <a:moveTo>
                    <a:pt x="0" y="151638"/>
                  </a:moveTo>
                  <a:lnTo>
                    <a:pt x="16787" y="151340"/>
                  </a:lnTo>
                  <a:lnTo>
                    <a:pt x="33147" y="151542"/>
                  </a:lnTo>
                  <a:lnTo>
                    <a:pt x="49506" y="152173"/>
                  </a:lnTo>
                  <a:lnTo>
                    <a:pt x="66294" y="153162"/>
                  </a:lnTo>
                  <a:lnTo>
                    <a:pt x="89737" y="154483"/>
                  </a:lnTo>
                  <a:lnTo>
                    <a:pt x="113252" y="155162"/>
                  </a:lnTo>
                  <a:lnTo>
                    <a:pt x="136909" y="155412"/>
                  </a:lnTo>
                  <a:lnTo>
                    <a:pt x="160782" y="155448"/>
                  </a:lnTo>
                  <a:lnTo>
                    <a:pt x="192786" y="154912"/>
                  </a:lnTo>
                  <a:lnTo>
                    <a:pt x="224790" y="153447"/>
                  </a:lnTo>
                  <a:lnTo>
                    <a:pt x="256794" y="151268"/>
                  </a:lnTo>
                  <a:lnTo>
                    <a:pt x="288798" y="148590"/>
                  </a:lnTo>
                  <a:lnTo>
                    <a:pt x="337244" y="145006"/>
                  </a:lnTo>
                  <a:lnTo>
                    <a:pt x="385476" y="142208"/>
                  </a:lnTo>
                  <a:lnTo>
                    <a:pt x="433566" y="140124"/>
                  </a:lnTo>
                  <a:lnTo>
                    <a:pt x="481584" y="138684"/>
                  </a:lnTo>
                  <a:lnTo>
                    <a:pt x="524458" y="138338"/>
                  </a:lnTo>
                  <a:lnTo>
                    <a:pt x="567404" y="138207"/>
                  </a:lnTo>
                  <a:lnTo>
                    <a:pt x="610492" y="137933"/>
                  </a:lnTo>
                  <a:lnTo>
                    <a:pt x="653796" y="137160"/>
                  </a:lnTo>
                  <a:lnTo>
                    <a:pt x="702945" y="135719"/>
                  </a:lnTo>
                  <a:lnTo>
                    <a:pt x="752094" y="133635"/>
                  </a:lnTo>
                  <a:lnTo>
                    <a:pt x="801243" y="130837"/>
                  </a:lnTo>
                  <a:lnTo>
                    <a:pt x="850391" y="127254"/>
                  </a:lnTo>
                  <a:lnTo>
                    <a:pt x="896111" y="123340"/>
                  </a:lnTo>
                  <a:lnTo>
                    <a:pt x="941831" y="118987"/>
                  </a:lnTo>
                  <a:lnTo>
                    <a:pt x="987551" y="114306"/>
                  </a:lnTo>
                  <a:lnTo>
                    <a:pt x="1033271" y="109404"/>
                  </a:lnTo>
                  <a:lnTo>
                    <a:pt x="1078992" y="104394"/>
                  </a:lnTo>
                  <a:lnTo>
                    <a:pt x="1128525" y="99127"/>
                  </a:lnTo>
                  <a:lnTo>
                    <a:pt x="1178080" y="94008"/>
                  </a:lnTo>
                  <a:lnTo>
                    <a:pt x="1227677" y="89058"/>
                  </a:lnTo>
                  <a:lnTo>
                    <a:pt x="1277337" y="84299"/>
                  </a:lnTo>
                  <a:lnTo>
                    <a:pt x="1327082" y="79752"/>
                  </a:lnTo>
                  <a:lnTo>
                    <a:pt x="1376934" y="75438"/>
                  </a:lnTo>
                  <a:lnTo>
                    <a:pt x="1433060" y="70520"/>
                  </a:lnTo>
                  <a:lnTo>
                    <a:pt x="1489329" y="65817"/>
                  </a:lnTo>
                  <a:lnTo>
                    <a:pt x="1545597" y="60971"/>
                  </a:lnTo>
                  <a:lnTo>
                    <a:pt x="1601724" y="55626"/>
                  </a:lnTo>
                  <a:lnTo>
                    <a:pt x="1653147" y="50208"/>
                  </a:lnTo>
                  <a:lnTo>
                    <a:pt x="1704498" y="44291"/>
                  </a:lnTo>
                  <a:lnTo>
                    <a:pt x="1755707" y="37945"/>
                  </a:lnTo>
                  <a:lnTo>
                    <a:pt x="1806702" y="31241"/>
                  </a:lnTo>
                  <a:lnTo>
                    <a:pt x="1847719" y="25848"/>
                  </a:lnTo>
                  <a:lnTo>
                    <a:pt x="1888521" y="20097"/>
                  </a:lnTo>
                  <a:lnTo>
                    <a:pt x="1929181" y="14204"/>
                  </a:lnTo>
                  <a:lnTo>
                    <a:pt x="1969770" y="8381"/>
                  </a:lnTo>
                  <a:lnTo>
                    <a:pt x="1987486" y="5679"/>
                  </a:lnTo>
                  <a:lnTo>
                    <a:pt x="2005203" y="3333"/>
                  </a:lnTo>
                  <a:lnTo>
                    <a:pt x="2022919" y="1416"/>
                  </a:lnTo>
                  <a:lnTo>
                    <a:pt x="2040636" y="0"/>
                  </a:lnTo>
                  <a:lnTo>
                    <a:pt x="2042350" y="547"/>
                  </a:lnTo>
                  <a:lnTo>
                    <a:pt x="2034920" y="2666"/>
                  </a:lnTo>
                  <a:lnTo>
                    <a:pt x="2023490" y="5357"/>
                  </a:lnTo>
                  <a:lnTo>
                    <a:pt x="2013204" y="7619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46" name="Google Shape;4246;p4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962374" y="5702020"/>
              <a:ext cx="128066" cy="1044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47" name="Google Shape;4247;p41"/>
            <p:cNvGrpSpPr/>
            <p:nvPr/>
          </p:nvGrpSpPr>
          <p:grpSpPr>
            <a:xfrm>
              <a:off x="4409918" y="5685282"/>
              <a:ext cx="436141" cy="176809"/>
              <a:chOff x="4409918" y="5685282"/>
              <a:chExt cx="436141" cy="176809"/>
            </a:xfrm>
          </p:grpSpPr>
          <p:pic>
            <p:nvPicPr>
              <p:cNvPr id="4248" name="Google Shape;4248;p41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4409918" y="5685282"/>
                <a:ext cx="178870" cy="1768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49" name="Google Shape;4249;p41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4613122" y="5739358"/>
                <a:ext cx="232937" cy="10063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50" name="Google Shape;4250;p41"/>
            <p:cNvGrpSpPr/>
            <p:nvPr/>
          </p:nvGrpSpPr>
          <p:grpSpPr>
            <a:xfrm>
              <a:off x="5168620" y="5673826"/>
              <a:ext cx="434390" cy="219506"/>
              <a:chOff x="5168620" y="5673826"/>
              <a:chExt cx="434390" cy="219506"/>
            </a:xfrm>
          </p:grpSpPr>
          <p:pic>
            <p:nvPicPr>
              <p:cNvPr id="4251" name="Google Shape;4251;p41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5168620" y="5673826"/>
                <a:ext cx="118922" cy="17607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52" name="Google Shape;4252;p41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5311114" y="5738596"/>
                <a:ext cx="291896" cy="1547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253" name="Google Shape;4253;p41"/>
            <p:cNvSpPr/>
            <p:nvPr/>
          </p:nvSpPr>
          <p:spPr>
            <a:xfrm>
              <a:off x="5682996" y="5835396"/>
              <a:ext cx="29209" cy="55880"/>
            </a:xfrm>
            <a:custGeom>
              <a:rect b="b" l="l" r="r" t="t"/>
              <a:pathLst>
                <a:path extrusionOk="0" h="55879" w="29210">
                  <a:moveTo>
                    <a:pt x="28955" y="0"/>
                  </a:moveTo>
                  <a:lnTo>
                    <a:pt x="21443" y="11037"/>
                  </a:lnTo>
                  <a:lnTo>
                    <a:pt x="16287" y="20288"/>
                  </a:lnTo>
                  <a:lnTo>
                    <a:pt x="12132" y="29682"/>
                  </a:lnTo>
                  <a:lnTo>
                    <a:pt x="7619" y="41148"/>
                  </a:lnTo>
                  <a:lnTo>
                    <a:pt x="3809" y="48768"/>
                  </a:lnTo>
                  <a:lnTo>
                    <a:pt x="3047" y="51054"/>
                  </a:lnTo>
                  <a:lnTo>
                    <a:pt x="0" y="55626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54" name="Google Shape;4254;p41"/>
            <p:cNvGrpSpPr/>
            <p:nvPr/>
          </p:nvGrpSpPr>
          <p:grpSpPr>
            <a:xfrm>
              <a:off x="6065494" y="5599150"/>
              <a:ext cx="350164" cy="198932"/>
              <a:chOff x="6065494" y="5599150"/>
              <a:chExt cx="350164" cy="198932"/>
            </a:xfrm>
          </p:grpSpPr>
          <p:pic>
            <p:nvPicPr>
              <p:cNvPr id="4255" name="Google Shape;4255;p41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6065494" y="5599150"/>
                <a:ext cx="134924" cy="19893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56" name="Google Shape;4256;p41"/>
              <p:cNvSpPr/>
              <p:nvPr/>
            </p:nvSpPr>
            <p:spPr>
              <a:xfrm>
                <a:off x="6235707" y="5687567"/>
                <a:ext cx="34290" cy="66040"/>
              </a:xfrm>
              <a:custGeom>
                <a:rect b="b" l="l" r="r" t="t"/>
                <a:pathLst>
                  <a:path extrusionOk="0" h="66039" w="34289">
                    <a:moveTo>
                      <a:pt x="9644" y="3809"/>
                    </a:moveTo>
                    <a:lnTo>
                      <a:pt x="4810" y="15239"/>
                    </a:lnTo>
                    <a:lnTo>
                      <a:pt x="1262" y="26098"/>
                    </a:lnTo>
                    <a:lnTo>
                      <a:pt x="0" y="37242"/>
                    </a:lnTo>
                    <a:lnTo>
                      <a:pt x="2024" y="49529"/>
                    </a:lnTo>
                    <a:lnTo>
                      <a:pt x="5012" y="56423"/>
                    </a:lnTo>
                    <a:lnTo>
                      <a:pt x="9358" y="61245"/>
                    </a:lnTo>
                    <a:lnTo>
                      <a:pt x="14989" y="64210"/>
                    </a:lnTo>
                    <a:lnTo>
                      <a:pt x="21836" y="65531"/>
                    </a:lnTo>
                    <a:lnTo>
                      <a:pt x="32504" y="65531"/>
                    </a:lnTo>
                    <a:lnTo>
                      <a:pt x="34028" y="56387"/>
                    </a:lnTo>
                    <a:lnTo>
                      <a:pt x="34028" y="48005"/>
                    </a:lnTo>
                    <a:lnTo>
                      <a:pt x="33730" y="39064"/>
                    </a:lnTo>
                    <a:lnTo>
                      <a:pt x="31646" y="31337"/>
                    </a:lnTo>
                    <a:lnTo>
                      <a:pt x="27705" y="24324"/>
                    </a:lnTo>
                    <a:lnTo>
                      <a:pt x="21836" y="17525"/>
                    </a:lnTo>
                    <a:lnTo>
                      <a:pt x="17264" y="12191"/>
                    </a:lnTo>
                    <a:lnTo>
                      <a:pt x="7358" y="7619"/>
                    </a:lnTo>
                    <a:lnTo>
                      <a:pt x="2786" y="2285"/>
                    </a:lnTo>
                    <a:lnTo>
                      <a:pt x="2024" y="1523"/>
                    </a:lnTo>
                    <a:lnTo>
                      <a:pt x="2024" y="761"/>
                    </a:lnTo>
                    <a:lnTo>
                      <a:pt x="2024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7" name="Google Shape;4257;p41"/>
              <p:cNvSpPr/>
              <p:nvPr/>
            </p:nvSpPr>
            <p:spPr>
              <a:xfrm>
                <a:off x="6335267" y="5618225"/>
                <a:ext cx="8890" cy="120650"/>
              </a:xfrm>
              <a:custGeom>
                <a:rect b="b" l="l" r="r" t="t"/>
                <a:pathLst>
                  <a:path extrusionOk="0" h="120650" w="8889">
                    <a:moveTo>
                      <a:pt x="3810" y="0"/>
                    </a:moveTo>
                    <a:lnTo>
                      <a:pt x="2928" y="13025"/>
                    </a:lnTo>
                    <a:lnTo>
                      <a:pt x="2476" y="25908"/>
                    </a:lnTo>
                    <a:lnTo>
                      <a:pt x="2309" y="38790"/>
                    </a:lnTo>
                    <a:lnTo>
                      <a:pt x="2286" y="51816"/>
                    </a:lnTo>
                    <a:lnTo>
                      <a:pt x="2286" y="64389"/>
                    </a:lnTo>
                    <a:lnTo>
                      <a:pt x="2286" y="76962"/>
                    </a:lnTo>
                    <a:lnTo>
                      <a:pt x="2286" y="89535"/>
                    </a:lnTo>
                    <a:lnTo>
                      <a:pt x="2286" y="102108"/>
                    </a:lnTo>
                    <a:lnTo>
                      <a:pt x="2286" y="110490"/>
                    </a:lnTo>
                    <a:lnTo>
                      <a:pt x="0" y="118872"/>
                    </a:lnTo>
                    <a:lnTo>
                      <a:pt x="8382" y="12039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8" name="Google Shape;4258;p41"/>
              <p:cNvSpPr/>
              <p:nvPr/>
            </p:nvSpPr>
            <p:spPr>
              <a:xfrm>
                <a:off x="6352793" y="5660135"/>
                <a:ext cx="62865" cy="60960"/>
              </a:xfrm>
              <a:custGeom>
                <a:rect b="b" l="l" r="r" t="t"/>
                <a:pathLst>
                  <a:path extrusionOk="0" h="60960" w="62864">
                    <a:moveTo>
                      <a:pt x="23622" y="0"/>
                    </a:moveTo>
                    <a:lnTo>
                      <a:pt x="19300" y="5155"/>
                    </a:lnTo>
                    <a:lnTo>
                      <a:pt x="15335" y="10382"/>
                    </a:lnTo>
                    <a:lnTo>
                      <a:pt x="11513" y="15751"/>
                    </a:lnTo>
                    <a:lnTo>
                      <a:pt x="7620" y="21335"/>
                    </a:lnTo>
                    <a:lnTo>
                      <a:pt x="3810" y="26669"/>
                    </a:lnTo>
                    <a:lnTo>
                      <a:pt x="762" y="32003"/>
                    </a:lnTo>
                    <a:lnTo>
                      <a:pt x="0" y="38861"/>
                    </a:lnTo>
                    <a:lnTo>
                      <a:pt x="0" y="45719"/>
                    </a:lnTo>
                    <a:lnTo>
                      <a:pt x="41338" y="59090"/>
                    </a:lnTo>
                    <a:lnTo>
                      <a:pt x="51054" y="60197"/>
                    </a:lnTo>
                    <a:lnTo>
                      <a:pt x="54864" y="60959"/>
                    </a:lnTo>
                    <a:lnTo>
                      <a:pt x="58674" y="60959"/>
                    </a:lnTo>
                    <a:lnTo>
                      <a:pt x="62484" y="6095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59" name="Google Shape;4259;p4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628612" y="5592292"/>
              <a:ext cx="184454" cy="1433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60" name="Google Shape;4260;p4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7159726" y="5576290"/>
              <a:ext cx="234746" cy="13721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61" name="Google Shape;4261;p41"/>
            <p:cNvGrpSpPr/>
            <p:nvPr/>
          </p:nvGrpSpPr>
          <p:grpSpPr>
            <a:xfrm>
              <a:off x="7504912" y="5531332"/>
              <a:ext cx="602030" cy="167690"/>
              <a:chOff x="7504912" y="5531332"/>
              <a:chExt cx="602030" cy="167690"/>
            </a:xfrm>
          </p:grpSpPr>
          <p:pic>
            <p:nvPicPr>
              <p:cNvPr id="4262" name="Google Shape;4262;p41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7504912" y="5554954"/>
                <a:ext cx="470966" cy="14406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63" name="Google Shape;4263;p41"/>
              <p:cNvPicPr preferRelativeResize="0"/>
              <p:nvPr/>
            </p:nvPicPr>
            <p:blipFill rotWithShape="1">
              <a:blip r:embed="rId24">
                <a:alphaModFix/>
              </a:blip>
              <a:srcRect b="0" l="0" r="0" t="0"/>
              <a:stretch/>
            </p:blipFill>
            <p:spPr>
              <a:xfrm>
                <a:off x="7998688" y="5531332"/>
                <a:ext cx="108254" cy="1394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64" name="Google Shape;4264;p41"/>
            <p:cNvGrpSpPr/>
            <p:nvPr/>
          </p:nvGrpSpPr>
          <p:grpSpPr>
            <a:xfrm>
              <a:off x="8340064" y="5460466"/>
              <a:ext cx="875589" cy="237794"/>
              <a:chOff x="8340064" y="5460466"/>
              <a:chExt cx="875589" cy="237794"/>
            </a:xfrm>
          </p:grpSpPr>
          <p:pic>
            <p:nvPicPr>
              <p:cNvPr id="4265" name="Google Shape;4265;p41"/>
              <p:cNvPicPr preferRelativeResize="0"/>
              <p:nvPr/>
            </p:nvPicPr>
            <p:blipFill rotWithShape="1">
              <a:blip r:embed="rId25">
                <a:alphaModFix/>
              </a:blip>
              <a:srcRect b="0" l="0" r="0" t="0"/>
              <a:stretch/>
            </p:blipFill>
            <p:spPr>
              <a:xfrm>
                <a:off x="8340064" y="5548096"/>
                <a:ext cx="212648" cy="133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66" name="Google Shape;4266;p41"/>
              <p:cNvSpPr/>
              <p:nvPr/>
            </p:nvSpPr>
            <p:spPr>
              <a:xfrm>
                <a:off x="8596121" y="5562600"/>
                <a:ext cx="3175" cy="74295"/>
              </a:xfrm>
              <a:custGeom>
                <a:rect b="b" l="l" r="r" t="t"/>
                <a:pathLst>
                  <a:path extrusionOk="0" h="74295" w="3175">
                    <a:moveTo>
                      <a:pt x="0" y="0"/>
                    </a:moveTo>
                    <a:lnTo>
                      <a:pt x="452" y="10846"/>
                    </a:lnTo>
                    <a:lnTo>
                      <a:pt x="762" y="21621"/>
                    </a:lnTo>
                    <a:lnTo>
                      <a:pt x="1071" y="32254"/>
                    </a:lnTo>
                    <a:lnTo>
                      <a:pt x="1524" y="42672"/>
                    </a:lnTo>
                    <a:lnTo>
                      <a:pt x="1440" y="50553"/>
                    </a:lnTo>
                    <a:lnTo>
                      <a:pt x="1428" y="58293"/>
                    </a:lnTo>
                    <a:lnTo>
                      <a:pt x="1845" y="66032"/>
                    </a:lnTo>
                    <a:lnTo>
                      <a:pt x="3048" y="7391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7" name="Google Shape;4267;p41"/>
              <p:cNvSpPr/>
              <p:nvPr/>
            </p:nvSpPr>
            <p:spPr>
              <a:xfrm>
                <a:off x="8586977" y="5545836"/>
                <a:ext cx="5715" cy="17780"/>
              </a:xfrm>
              <a:custGeom>
                <a:rect b="b" l="l" r="r" t="t"/>
                <a:pathLst>
                  <a:path extrusionOk="0" h="17779" w="5715">
                    <a:moveTo>
                      <a:pt x="5333" y="0"/>
                    </a:moveTo>
                    <a:lnTo>
                      <a:pt x="3809" y="5334"/>
                    </a:lnTo>
                    <a:lnTo>
                      <a:pt x="1523" y="11430"/>
                    </a:lnTo>
                    <a:lnTo>
                      <a:pt x="0" y="1752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68" name="Google Shape;4268;p41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8642578" y="5537428"/>
                <a:ext cx="163880" cy="1608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69" name="Google Shape;4269;p41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8838984" y="5460466"/>
                <a:ext cx="376669" cy="1722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270" name="Google Shape;4270;p4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6715480" y="5942812"/>
              <a:ext cx="192074" cy="304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1" name="Google Shape;4271;p41"/>
            <p:cNvSpPr/>
            <p:nvPr/>
          </p:nvSpPr>
          <p:spPr>
            <a:xfrm>
              <a:off x="6979919" y="6100571"/>
              <a:ext cx="19685" cy="57150"/>
            </a:xfrm>
            <a:custGeom>
              <a:rect b="b" l="l" r="r" t="t"/>
              <a:pathLst>
                <a:path extrusionOk="0" h="57150" w="19684">
                  <a:moveTo>
                    <a:pt x="0" y="0"/>
                  </a:moveTo>
                  <a:lnTo>
                    <a:pt x="19133" y="31122"/>
                  </a:lnTo>
                  <a:lnTo>
                    <a:pt x="18002" y="37909"/>
                  </a:lnTo>
                  <a:lnTo>
                    <a:pt x="15299" y="44410"/>
                  </a:lnTo>
                  <a:lnTo>
                    <a:pt x="10668" y="51053"/>
                  </a:lnTo>
                  <a:lnTo>
                    <a:pt x="6858" y="54864"/>
                  </a:lnTo>
                  <a:lnTo>
                    <a:pt x="6096" y="55626"/>
                  </a:lnTo>
                  <a:lnTo>
                    <a:pt x="3048" y="5715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2" name="Google Shape;4272;p41"/>
            <p:cNvGrpSpPr/>
            <p:nvPr/>
          </p:nvGrpSpPr>
          <p:grpSpPr>
            <a:xfrm>
              <a:off x="7078954" y="5914618"/>
              <a:ext cx="279426" cy="239318"/>
              <a:chOff x="7078954" y="5914618"/>
              <a:chExt cx="279426" cy="239318"/>
            </a:xfrm>
          </p:grpSpPr>
          <p:pic>
            <p:nvPicPr>
              <p:cNvPr id="4273" name="Google Shape;4273;p41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7078954" y="5914618"/>
                <a:ext cx="201980" cy="23931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74" name="Google Shape;4274;p41"/>
              <p:cNvSpPr/>
              <p:nvPr/>
            </p:nvSpPr>
            <p:spPr>
              <a:xfrm>
                <a:off x="7326630" y="6071615"/>
                <a:ext cx="31750" cy="74295"/>
              </a:xfrm>
              <a:custGeom>
                <a:rect b="b" l="l" r="r" t="t"/>
                <a:pathLst>
                  <a:path extrusionOk="0" h="74295" w="31750">
                    <a:moveTo>
                      <a:pt x="24383" y="0"/>
                    </a:moveTo>
                    <a:lnTo>
                      <a:pt x="27491" y="8346"/>
                    </a:lnTo>
                    <a:lnTo>
                      <a:pt x="29813" y="16478"/>
                    </a:lnTo>
                    <a:lnTo>
                      <a:pt x="31134" y="24753"/>
                    </a:lnTo>
                    <a:lnTo>
                      <a:pt x="31241" y="33527"/>
                    </a:lnTo>
                    <a:lnTo>
                      <a:pt x="29122" y="43148"/>
                    </a:lnTo>
                    <a:lnTo>
                      <a:pt x="5333" y="71627"/>
                    </a:lnTo>
                    <a:lnTo>
                      <a:pt x="0" y="7391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75" name="Google Shape;4275;p41"/>
            <p:cNvSpPr/>
            <p:nvPr/>
          </p:nvSpPr>
          <p:spPr>
            <a:xfrm>
              <a:off x="7463790" y="6054852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7525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41"/>
            <p:cNvSpPr/>
            <p:nvPr/>
          </p:nvSpPr>
          <p:spPr>
            <a:xfrm>
              <a:off x="7591806" y="604570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4"/>
                  </a:moveTo>
                  <a:lnTo>
                    <a:pt x="0" y="17526"/>
                  </a:lnTo>
                  <a:lnTo>
                    <a:pt x="5333" y="22860"/>
                  </a:lnTo>
                  <a:lnTo>
                    <a:pt x="18287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8287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41"/>
            <p:cNvSpPr/>
            <p:nvPr/>
          </p:nvSpPr>
          <p:spPr>
            <a:xfrm>
              <a:off x="7702295" y="6037326"/>
              <a:ext cx="22860" cy="24130"/>
            </a:xfrm>
            <a:custGeom>
              <a:rect b="b" l="l" r="r" t="t"/>
              <a:pathLst>
                <a:path extrusionOk="0" h="24129" w="22859">
                  <a:moveTo>
                    <a:pt x="0" y="5334"/>
                  </a:moveTo>
                  <a:lnTo>
                    <a:pt x="0" y="18288"/>
                  </a:lnTo>
                  <a:lnTo>
                    <a:pt x="5333" y="23622"/>
                  </a:lnTo>
                  <a:lnTo>
                    <a:pt x="17525" y="23622"/>
                  </a:lnTo>
                  <a:lnTo>
                    <a:pt x="22859" y="18288"/>
                  </a:lnTo>
                  <a:lnTo>
                    <a:pt x="22859" y="11430"/>
                  </a:lnTo>
                  <a:lnTo>
                    <a:pt x="22859" y="5334"/>
                  </a:lnTo>
                  <a:lnTo>
                    <a:pt x="17525" y="0"/>
                  </a:lnTo>
                  <a:lnTo>
                    <a:pt x="5333" y="0"/>
                  </a:lnTo>
                  <a:lnTo>
                    <a:pt x="0" y="5334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8" name="Google Shape;4278;p41"/>
            <p:cNvGrpSpPr/>
            <p:nvPr/>
          </p:nvGrpSpPr>
          <p:grpSpPr>
            <a:xfrm>
              <a:off x="7898129" y="5851372"/>
              <a:ext cx="314731" cy="259130"/>
              <a:chOff x="7898129" y="5851372"/>
              <a:chExt cx="314731" cy="259130"/>
            </a:xfrm>
          </p:grpSpPr>
          <p:sp>
            <p:nvSpPr>
              <p:cNvPr id="4279" name="Google Shape;4279;p41"/>
              <p:cNvSpPr/>
              <p:nvPr/>
            </p:nvSpPr>
            <p:spPr>
              <a:xfrm>
                <a:off x="7898129" y="6044184"/>
                <a:ext cx="19050" cy="55244"/>
              </a:xfrm>
              <a:custGeom>
                <a:rect b="b" l="l" r="r" t="t"/>
                <a:pathLst>
                  <a:path extrusionOk="0" h="55245" w="19050">
                    <a:moveTo>
                      <a:pt x="0" y="0"/>
                    </a:moveTo>
                    <a:lnTo>
                      <a:pt x="18454" y="29503"/>
                    </a:lnTo>
                    <a:lnTo>
                      <a:pt x="16764" y="36957"/>
                    </a:lnTo>
                    <a:lnTo>
                      <a:pt x="13358" y="43838"/>
                    </a:lnTo>
                    <a:lnTo>
                      <a:pt x="8382" y="50292"/>
                    </a:lnTo>
                    <a:lnTo>
                      <a:pt x="6858" y="51816"/>
                    </a:lnTo>
                    <a:lnTo>
                      <a:pt x="4572" y="53340"/>
                    </a:lnTo>
                    <a:lnTo>
                      <a:pt x="3048" y="5486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80" name="Google Shape;4280;p41"/>
              <p:cNvPicPr preferRelativeResize="0"/>
              <p:nvPr/>
            </p:nvPicPr>
            <p:blipFill rotWithShape="1">
              <a:blip r:embed="rId30">
                <a:alphaModFix/>
              </a:blip>
              <a:srcRect b="0" l="0" r="0" t="0"/>
              <a:stretch/>
            </p:blipFill>
            <p:spPr>
              <a:xfrm>
                <a:off x="7971256" y="5932906"/>
                <a:ext cx="109778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81" name="Google Shape;4281;p41"/>
              <p:cNvPicPr preferRelativeResize="0"/>
              <p:nvPr/>
            </p:nvPicPr>
            <p:blipFill rotWithShape="1">
              <a:blip r:embed="rId31">
                <a:alphaModFix/>
              </a:blip>
              <a:srcRect b="0" l="0" r="0" t="0"/>
              <a:stretch/>
            </p:blipFill>
            <p:spPr>
              <a:xfrm>
                <a:off x="8112226" y="6007582"/>
                <a:ext cx="94538" cy="1029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82" name="Google Shape;4282;p41"/>
              <p:cNvPicPr preferRelativeResize="0"/>
              <p:nvPr/>
            </p:nvPicPr>
            <p:blipFill rotWithShape="1">
              <a:blip r:embed="rId32">
                <a:alphaModFix/>
              </a:blip>
              <a:srcRect b="0" l="0" r="0" t="0"/>
              <a:stretch/>
            </p:blipFill>
            <p:spPr>
              <a:xfrm>
                <a:off x="8133562" y="5851372"/>
                <a:ext cx="79298" cy="709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283" name="Google Shape;4283;p41"/>
          <p:cNvGrpSpPr/>
          <p:nvPr/>
        </p:nvGrpSpPr>
        <p:grpSpPr>
          <a:xfrm>
            <a:off x="1821333" y="6570131"/>
            <a:ext cx="7570724" cy="1789512"/>
            <a:chOff x="2660904" y="1944624"/>
            <a:chExt cx="6738620" cy="1193038"/>
          </a:xfrm>
        </p:grpSpPr>
        <p:pic>
          <p:nvPicPr>
            <p:cNvPr id="4284" name="Google Shape;4284;p4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4122394" y="2179294"/>
              <a:ext cx="184454" cy="17378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85" name="Google Shape;4285;p41"/>
            <p:cNvGrpSpPr/>
            <p:nvPr/>
          </p:nvGrpSpPr>
          <p:grpSpPr>
            <a:xfrm>
              <a:off x="5328666" y="2193797"/>
              <a:ext cx="487704" cy="341020"/>
              <a:chOff x="5328666" y="2193797"/>
              <a:chExt cx="487704" cy="341020"/>
            </a:xfrm>
          </p:grpSpPr>
          <p:sp>
            <p:nvSpPr>
              <p:cNvPr id="4286" name="Google Shape;4286;p41"/>
              <p:cNvSpPr/>
              <p:nvPr/>
            </p:nvSpPr>
            <p:spPr>
              <a:xfrm>
                <a:off x="5328666" y="2193797"/>
                <a:ext cx="112395" cy="233679"/>
              </a:xfrm>
              <a:custGeom>
                <a:rect b="b" l="l" r="r" t="t"/>
                <a:pathLst>
                  <a:path extrusionOk="0" h="233680" w="112395">
                    <a:moveTo>
                      <a:pt x="0" y="14477"/>
                    </a:moveTo>
                    <a:lnTo>
                      <a:pt x="6429" y="52732"/>
                    </a:lnTo>
                    <a:lnTo>
                      <a:pt x="21717" y="91630"/>
                    </a:lnTo>
                    <a:lnTo>
                      <a:pt x="55149" y="120014"/>
                    </a:lnTo>
                    <a:lnTo>
                      <a:pt x="64234" y="117300"/>
                    </a:lnTo>
                    <a:lnTo>
                      <a:pt x="91344" y="88391"/>
                    </a:lnTo>
                    <a:lnTo>
                      <a:pt x="105489" y="48160"/>
                    </a:lnTo>
                    <a:lnTo>
                      <a:pt x="106727" y="22371"/>
                    </a:lnTo>
                    <a:lnTo>
                      <a:pt x="105918" y="9905"/>
                    </a:lnTo>
                    <a:lnTo>
                      <a:pt x="105155" y="3809"/>
                    </a:lnTo>
                    <a:lnTo>
                      <a:pt x="105155" y="2285"/>
                    </a:lnTo>
                    <a:lnTo>
                      <a:pt x="97381" y="44767"/>
                    </a:lnTo>
                    <a:lnTo>
                      <a:pt x="98012" y="63626"/>
                    </a:lnTo>
                    <a:lnTo>
                      <a:pt x="99357" y="82486"/>
                    </a:lnTo>
                    <a:lnTo>
                      <a:pt x="101346" y="101345"/>
                    </a:lnTo>
                    <a:lnTo>
                      <a:pt x="104084" y="123765"/>
                    </a:lnTo>
                    <a:lnTo>
                      <a:pt x="107251" y="146399"/>
                    </a:lnTo>
                    <a:lnTo>
                      <a:pt x="110132" y="169175"/>
                    </a:lnTo>
                    <a:lnTo>
                      <a:pt x="112014" y="192023"/>
                    </a:lnTo>
                    <a:lnTo>
                      <a:pt x="112299" y="201918"/>
                    </a:lnTo>
                    <a:lnTo>
                      <a:pt x="112014" y="212312"/>
                    </a:lnTo>
                    <a:lnTo>
                      <a:pt x="109442" y="221706"/>
                    </a:lnTo>
                    <a:lnTo>
                      <a:pt x="102870" y="228599"/>
                    </a:lnTo>
                    <a:lnTo>
                      <a:pt x="93535" y="232207"/>
                    </a:lnTo>
                    <a:lnTo>
                      <a:pt x="82486" y="233457"/>
                    </a:lnTo>
                    <a:lnTo>
                      <a:pt x="71151" y="233422"/>
                    </a:lnTo>
                    <a:lnTo>
                      <a:pt x="30420" y="225349"/>
                    </a:lnTo>
                    <a:lnTo>
                      <a:pt x="20574" y="213359"/>
                    </a:lnTo>
                    <a:lnTo>
                      <a:pt x="19050" y="21107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287" name="Google Shape;4287;p41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5485612" y="2386558"/>
                <a:ext cx="330758" cy="1482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88" name="Google Shape;4288;p41"/>
            <p:cNvGrpSpPr/>
            <p:nvPr/>
          </p:nvGrpSpPr>
          <p:grpSpPr>
            <a:xfrm>
              <a:off x="5929122" y="2272284"/>
              <a:ext cx="87884" cy="70358"/>
              <a:chOff x="5929122" y="2272284"/>
              <a:chExt cx="87884" cy="70358"/>
            </a:xfrm>
          </p:grpSpPr>
          <p:sp>
            <p:nvSpPr>
              <p:cNvPr id="4289" name="Google Shape;4289;p41"/>
              <p:cNvSpPr/>
              <p:nvPr/>
            </p:nvSpPr>
            <p:spPr>
              <a:xfrm>
                <a:off x="5929122" y="2272284"/>
                <a:ext cx="67945" cy="6350"/>
              </a:xfrm>
              <a:custGeom>
                <a:rect b="b" l="l" r="r" t="t"/>
                <a:pathLst>
                  <a:path extrusionOk="0" h="6350" w="67945">
                    <a:moveTo>
                      <a:pt x="0" y="0"/>
                    </a:moveTo>
                    <a:lnTo>
                      <a:pt x="10620" y="3524"/>
                    </a:lnTo>
                    <a:lnTo>
                      <a:pt x="20383" y="5333"/>
                    </a:lnTo>
                    <a:lnTo>
                      <a:pt x="30432" y="6000"/>
                    </a:lnTo>
                    <a:lnTo>
                      <a:pt x="41910" y="6095"/>
                    </a:lnTo>
                    <a:lnTo>
                      <a:pt x="48637" y="5953"/>
                    </a:lnTo>
                    <a:lnTo>
                      <a:pt x="55149" y="5524"/>
                    </a:lnTo>
                    <a:lnTo>
                      <a:pt x="61519" y="4810"/>
                    </a:lnTo>
                    <a:lnTo>
                      <a:pt x="67818" y="380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0" name="Google Shape;4290;p41"/>
              <p:cNvSpPr/>
              <p:nvPr/>
            </p:nvSpPr>
            <p:spPr>
              <a:xfrm>
                <a:off x="5949696" y="2328672"/>
                <a:ext cx="67310" cy="13970"/>
              </a:xfrm>
              <a:custGeom>
                <a:rect b="b" l="l" r="r" t="t"/>
                <a:pathLst>
                  <a:path extrusionOk="0" h="13969" w="67310">
                    <a:moveTo>
                      <a:pt x="0" y="10667"/>
                    </a:moveTo>
                    <a:lnTo>
                      <a:pt x="11608" y="13644"/>
                    </a:lnTo>
                    <a:lnTo>
                      <a:pt x="21431" y="13906"/>
                    </a:lnTo>
                    <a:lnTo>
                      <a:pt x="31396" y="12168"/>
                    </a:lnTo>
                    <a:lnTo>
                      <a:pt x="43434" y="9143"/>
                    </a:lnTo>
                    <a:lnTo>
                      <a:pt x="51816" y="6857"/>
                    </a:lnTo>
                    <a:lnTo>
                      <a:pt x="62484" y="6095"/>
                    </a:lnTo>
                    <a:lnTo>
                      <a:pt x="6705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1" name="Google Shape;4291;p41"/>
            <p:cNvGrpSpPr/>
            <p:nvPr/>
          </p:nvGrpSpPr>
          <p:grpSpPr>
            <a:xfrm>
              <a:off x="6407658" y="2194559"/>
              <a:ext cx="714755" cy="265049"/>
              <a:chOff x="6407658" y="2194559"/>
              <a:chExt cx="714755" cy="265049"/>
            </a:xfrm>
          </p:grpSpPr>
          <p:sp>
            <p:nvSpPr>
              <p:cNvPr id="4292" name="Google Shape;4292;p41"/>
              <p:cNvSpPr/>
              <p:nvPr/>
            </p:nvSpPr>
            <p:spPr>
              <a:xfrm>
                <a:off x="6407658" y="2279284"/>
                <a:ext cx="147320" cy="106680"/>
              </a:xfrm>
              <a:custGeom>
                <a:rect b="b" l="l" r="r" t="t"/>
                <a:pathLst>
                  <a:path extrusionOk="0" h="106680" w="147320">
                    <a:moveTo>
                      <a:pt x="0" y="27289"/>
                    </a:moveTo>
                    <a:lnTo>
                      <a:pt x="3167" y="38719"/>
                    </a:lnTo>
                    <a:lnTo>
                      <a:pt x="5905" y="50149"/>
                    </a:lnTo>
                    <a:lnTo>
                      <a:pt x="8358" y="61579"/>
                    </a:lnTo>
                    <a:lnTo>
                      <a:pt x="10668" y="73009"/>
                    </a:lnTo>
                    <a:lnTo>
                      <a:pt x="12263" y="80557"/>
                    </a:lnTo>
                    <a:lnTo>
                      <a:pt x="13716" y="88249"/>
                    </a:lnTo>
                    <a:lnTo>
                      <a:pt x="15168" y="95940"/>
                    </a:lnTo>
                    <a:lnTo>
                      <a:pt x="16764" y="103489"/>
                    </a:lnTo>
                    <a:lnTo>
                      <a:pt x="16764" y="105013"/>
                    </a:lnTo>
                    <a:lnTo>
                      <a:pt x="17526" y="106537"/>
                    </a:lnTo>
                    <a:lnTo>
                      <a:pt x="17526" y="105013"/>
                    </a:lnTo>
                    <a:lnTo>
                      <a:pt x="16013" y="96119"/>
                    </a:lnTo>
                    <a:lnTo>
                      <a:pt x="14001" y="87582"/>
                    </a:lnTo>
                    <a:lnTo>
                      <a:pt x="11846" y="79188"/>
                    </a:lnTo>
                    <a:lnTo>
                      <a:pt x="9906" y="70723"/>
                    </a:lnTo>
                    <a:lnTo>
                      <a:pt x="8203" y="59078"/>
                    </a:lnTo>
                    <a:lnTo>
                      <a:pt x="6572" y="43862"/>
                    </a:lnTo>
                    <a:lnTo>
                      <a:pt x="6798" y="28932"/>
                    </a:lnTo>
                    <a:lnTo>
                      <a:pt x="10667" y="18145"/>
                    </a:lnTo>
                    <a:lnTo>
                      <a:pt x="17883" y="14799"/>
                    </a:lnTo>
                    <a:lnTo>
                      <a:pt x="26098" y="15954"/>
                    </a:lnTo>
                    <a:lnTo>
                      <a:pt x="63150" y="48529"/>
                    </a:lnTo>
                    <a:lnTo>
                      <a:pt x="76962" y="85201"/>
                    </a:lnTo>
                    <a:lnTo>
                      <a:pt x="75438" y="82915"/>
                    </a:lnTo>
                    <a:lnTo>
                      <a:pt x="73914" y="85201"/>
                    </a:lnTo>
                    <a:lnTo>
                      <a:pt x="65532" y="82915"/>
                    </a:lnTo>
                    <a:lnTo>
                      <a:pt x="64008" y="73771"/>
                    </a:lnTo>
                    <a:lnTo>
                      <a:pt x="61722" y="65389"/>
                    </a:lnTo>
                    <a:lnTo>
                      <a:pt x="59066" y="51970"/>
                    </a:lnTo>
                    <a:lnTo>
                      <a:pt x="57626" y="36909"/>
                    </a:lnTo>
                    <a:lnTo>
                      <a:pt x="58614" y="21990"/>
                    </a:lnTo>
                    <a:lnTo>
                      <a:pt x="63246" y="9001"/>
                    </a:lnTo>
                    <a:lnTo>
                      <a:pt x="69187" y="3619"/>
                    </a:lnTo>
                    <a:lnTo>
                      <a:pt x="77057" y="809"/>
                    </a:lnTo>
                    <a:lnTo>
                      <a:pt x="85641" y="0"/>
                    </a:lnTo>
                    <a:lnTo>
                      <a:pt x="93726" y="619"/>
                    </a:lnTo>
                    <a:lnTo>
                      <a:pt x="127254" y="24241"/>
                    </a:lnTo>
                    <a:lnTo>
                      <a:pt x="144780" y="67675"/>
                    </a:lnTo>
                    <a:lnTo>
                      <a:pt x="145351" y="81867"/>
                    </a:lnTo>
                    <a:lnTo>
                      <a:pt x="145851" y="88784"/>
                    </a:lnTo>
                    <a:lnTo>
                      <a:pt x="147066" y="9434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3" name="Google Shape;4293;p41"/>
              <p:cNvSpPr/>
              <p:nvPr/>
            </p:nvSpPr>
            <p:spPr>
              <a:xfrm>
                <a:off x="6577203" y="2263139"/>
                <a:ext cx="104775" cy="100330"/>
              </a:xfrm>
              <a:custGeom>
                <a:rect b="b" l="l" r="r" t="t"/>
                <a:pathLst>
                  <a:path extrusionOk="0" h="100330" w="104775">
                    <a:moveTo>
                      <a:pt x="55245" y="64008"/>
                    </a:moveTo>
                    <a:lnTo>
                      <a:pt x="43053" y="18288"/>
                    </a:lnTo>
                    <a:lnTo>
                      <a:pt x="40005" y="11430"/>
                    </a:lnTo>
                    <a:lnTo>
                      <a:pt x="36957" y="2286"/>
                    </a:lnTo>
                    <a:lnTo>
                      <a:pt x="7560" y="36456"/>
                    </a:lnTo>
                    <a:lnTo>
                      <a:pt x="381" y="76962"/>
                    </a:lnTo>
                    <a:lnTo>
                      <a:pt x="0" y="84391"/>
                    </a:lnTo>
                    <a:lnTo>
                      <a:pt x="762" y="91249"/>
                    </a:lnTo>
                    <a:lnTo>
                      <a:pt x="3810" y="96678"/>
                    </a:lnTo>
                    <a:lnTo>
                      <a:pt x="10287" y="99822"/>
                    </a:lnTo>
                    <a:lnTo>
                      <a:pt x="18883" y="99607"/>
                    </a:lnTo>
                    <a:lnTo>
                      <a:pt x="50101" y="68103"/>
                    </a:lnTo>
                    <a:lnTo>
                      <a:pt x="56007" y="42672"/>
                    </a:lnTo>
                    <a:lnTo>
                      <a:pt x="55245" y="37338"/>
                    </a:lnTo>
                    <a:lnTo>
                      <a:pt x="55245" y="32766"/>
                    </a:lnTo>
                    <a:lnTo>
                      <a:pt x="54483" y="40386"/>
                    </a:lnTo>
                    <a:lnTo>
                      <a:pt x="54483" y="48006"/>
                    </a:lnTo>
                    <a:lnTo>
                      <a:pt x="54483" y="55626"/>
                    </a:lnTo>
                    <a:lnTo>
                      <a:pt x="78736" y="86129"/>
                    </a:lnTo>
                    <a:lnTo>
                      <a:pt x="87534" y="86677"/>
                    </a:lnTo>
                    <a:lnTo>
                      <a:pt x="96190" y="84653"/>
                    </a:lnTo>
                    <a:lnTo>
                      <a:pt x="104775" y="8077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4" name="Google Shape;4294;p41"/>
              <p:cNvSpPr/>
              <p:nvPr/>
            </p:nvSpPr>
            <p:spPr>
              <a:xfrm>
                <a:off x="6659879" y="2257043"/>
                <a:ext cx="52069" cy="202565"/>
              </a:xfrm>
              <a:custGeom>
                <a:rect b="b" l="l" r="r" t="t"/>
                <a:pathLst>
                  <a:path extrusionOk="0" h="202564" w="52070">
                    <a:moveTo>
                      <a:pt x="33527" y="18287"/>
                    </a:moveTo>
                    <a:lnTo>
                      <a:pt x="28955" y="7619"/>
                    </a:lnTo>
                    <a:lnTo>
                      <a:pt x="28955" y="5333"/>
                    </a:lnTo>
                    <a:lnTo>
                      <a:pt x="25145" y="0"/>
                    </a:lnTo>
                    <a:lnTo>
                      <a:pt x="24157" y="5679"/>
                    </a:lnTo>
                    <a:lnTo>
                      <a:pt x="23526" y="12858"/>
                    </a:lnTo>
                    <a:lnTo>
                      <a:pt x="23324" y="20466"/>
                    </a:lnTo>
                    <a:lnTo>
                      <a:pt x="23621" y="27431"/>
                    </a:lnTo>
                    <a:lnTo>
                      <a:pt x="24979" y="44696"/>
                    </a:lnTo>
                    <a:lnTo>
                      <a:pt x="27622" y="62102"/>
                    </a:lnTo>
                    <a:lnTo>
                      <a:pt x="31122" y="79509"/>
                    </a:lnTo>
                    <a:lnTo>
                      <a:pt x="35051" y="96773"/>
                    </a:lnTo>
                    <a:lnTo>
                      <a:pt x="38707" y="113918"/>
                    </a:lnTo>
                    <a:lnTo>
                      <a:pt x="49529" y="165353"/>
                    </a:lnTo>
                    <a:lnTo>
                      <a:pt x="51780" y="192893"/>
                    </a:lnTo>
                    <a:lnTo>
                      <a:pt x="51053" y="201929"/>
                    </a:lnTo>
                    <a:lnTo>
                      <a:pt x="43160" y="202394"/>
                    </a:lnTo>
                    <a:lnTo>
                      <a:pt x="37052" y="200501"/>
                    </a:lnTo>
                    <a:lnTo>
                      <a:pt x="11810" y="170973"/>
                    </a:lnTo>
                    <a:lnTo>
                      <a:pt x="0" y="132969"/>
                    </a:lnTo>
                    <a:lnTo>
                      <a:pt x="2071" y="126087"/>
                    </a:lnTo>
                    <a:lnTo>
                      <a:pt x="6857" y="119633"/>
                    </a:lnTo>
                    <a:lnTo>
                      <a:pt x="16037" y="111121"/>
                    </a:lnTo>
                    <a:lnTo>
                      <a:pt x="26003" y="103536"/>
                    </a:lnTo>
                    <a:lnTo>
                      <a:pt x="36111" y="96381"/>
                    </a:lnTo>
                    <a:lnTo>
                      <a:pt x="45719" y="8915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5" name="Google Shape;4295;p41"/>
              <p:cNvSpPr/>
              <p:nvPr/>
            </p:nvSpPr>
            <p:spPr>
              <a:xfrm>
                <a:off x="6736913" y="2276855"/>
                <a:ext cx="59055" cy="85725"/>
              </a:xfrm>
              <a:custGeom>
                <a:rect b="b" l="l" r="r" t="t"/>
                <a:pathLst>
                  <a:path extrusionOk="0" h="85725" w="59054">
                    <a:moveTo>
                      <a:pt x="29646" y="1524"/>
                    </a:moveTo>
                    <a:lnTo>
                      <a:pt x="0" y="33778"/>
                    </a:lnTo>
                    <a:lnTo>
                      <a:pt x="119" y="41433"/>
                    </a:lnTo>
                    <a:lnTo>
                      <a:pt x="18966" y="75890"/>
                    </a:lnTo>
                    <a:lnTo>
                      <a:pt x="42600" y="85344"/>
                    </a:lnTo>
                    <a:lnTo>
                      <a:pt x="47934" y="80010"/>
                    </a:lnTo>
                    <a:lnTo>
                      <a:pt x="53780" y="72056"/>
                    </a:lnTo>
                    <a:lnTo>
                      <a:pt x="56983" y="63246"/>
                    </a:lnTo>
                    <a:lnTo>
                      <a:pt x="58328" y="53863"/>
                    </a:lnTo>
                    <a:lnTo>
                      <a:pt x="58602" y="44196"/>
                    </a:lnTo>
                    <a:lnTo>
                      <a:pt x="57828" y="33897"/>
                    </a:lnTo>
                    <a:lnTo>
                      <a:pt x="26598" y="0"/>
                    </a:lnTo>
                    <a:lnTo>
                      <a:pt x="23550" y="5334"/>
                    </a:lnTo>
                    <a:lnTo>
                      <a:pt x="23550" y="6858"/>
                    </a:lnTo>
                    <a:lnTo>
                      <a:pt x="23550" y="7620"/>
                    </a:lnTo>
                    <a:lnTo>
                      <a:pt x="23550" y="914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6" name="Google Shape;4296;p41"/>
              <p:cNvSpPr/>
              <p:nvPr/>
            </p:nvSpPr>
            <p:spPr>
              <a:xfrm>
                <a:off x="6826758" y="2252471"/>
                <a:ext cx="118110" cy="90170"/>
              </a:xfrm>
              <a:custGeom>
                <a:rect b="b" l="l" r="r" t="t"/>
                <a:pathLst>
                  <a:path extrusionOk="0" h="90169" w="118109">
                    <a:moveTo>
                      <a:pt x="0" y="48767"/>
                    </a:moveTo>
                    <a:lnTo>
                      <a:pt x="8560" y="41017"/>
                    </a:lnTo>
                    <a:lnTo>
                      <a:pt x="15335" y="35909"/>
                    </a:lnTo>
                    <a:lnTo>
                      <a:pt x="22824" y="33230"/>
                    </a:lnTo>
                    <a:lnTo>
                      <a:pt x="33527" y="32765"/>
                    </a:lnTo>
                    <a:lnTo>
                      <a:pt x="41148" y="34325"/>
                    </a:lnTo>
                    <a:lnTo>
                      <a:pt x="58185" y="72473"/>
                    </a:lnTo>
                    <a:lnTo>
                      <a:pt x="57912" y="80009"/>
                    </a:lnTo>
                    <a:lnTo>
                      <a:pt x="57150" y="83819"/>
                    </a:lnTo>
                    <a:lnTo>
                      <a:pt x="57150" y="85343"/>
                    </a:lnTo>
                    <a:lnTo>
                      <a:pt x="54864" y="86867"/>
                    </a:lnTo>
                    <a:lnTo>
                      <a:pt x="48006" y="85343"/>
                    </a:lnTo>
                    <a:lnTo>
                      <a:pt x="48006" y="77723"/>
                    </a:lnTo>
                    <a:lnTo>
                      <a:pt x="47244" y="70865"/>
                    </a:lnTo>
                    <a:lnTo>
                      <a:pt x="51816" y="28193"/>
                    </a:lnTo>
                    <a:lnTo>
                      <a:pt x="81533" y="0"/>
                    </a:lnTo>
                    <a:lnTo>
                      <a:pt x="84581" y="3047"/>
                    </a:lnTo>
                    <a:lnTo>
                      <a:pt x="89915" y="8381"/>
                    </a:lnTo>
                    <a:lnTo>
                      <a:pt x="90678" y="19811"/>
                    </a:lnTo>
                    <a:lnTo>
                      <a:pt x="91440" y="26669"/>
                    </a:lnTo>
                    <a:lnTo>
                      <a:pt x="91892" y="36385"/>
                    </a:lnTo>
                    <a:lnTo>
                      <a:pt x="92202" y="46100"/>
                    </a:lnTo>
                    <a:lnTo>
                      <a:pt x="92511" y="55816"/>
                    </a:lnTo>
                    <a:lnTo>
                      <a:pt x="92964" y="65531"/>
                    </a:lnTo>
                    <a:lnTo>
                      <a:pt x="92964" y="71627"/>
                    </a:lnTo>
                    <a:lnTo>
                      <a:pt x="92964" y="85343"/>
                    </a:lnTo>
                    <a:lnTo>
                      <a:pt x="100584" y="86867"/>
                    </a:lnTo>
                    <a:lnTo>
                      <a:pt x="110489" y="89915"/>
                    </a:lnTo>
                    <a:lnTo>
                      <a:pt x="113538" y="80771"/>
                    </a:lnTo>
                    <a:lnTo>
                      <a:pt x="118110" y="7467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7" name="Google Shape;4297;p41"/>
              <p:cNvSpPr/>
              <p:nvPr/>
            </p:nvSpPr>
            <p:spPr>
              <a:xfrm>
                <a:off x="6880098" y="2194559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8" name="Google Shape;4298;p41"/>
              <p:cNvSpPr/>
              <p:nvPr/>
            </p:nvSpPr>
            <p:spPr>
              <a:xfrm>
                <a:off x="6973633" y="2198369"/>
                <a:ext cx="15875" cy="127635"/>
              </a:xfrm>
              <a:custGeom>
                <a:rect b="b" l="l" r="r" t="t"/>
                <a:pathLst>
                  <a:path extrusionOk="0" h="127635" w="15875">
                    <a:moveTo>
                      <a:pt x="190" y="0"/>
                    </a:moveTo>
                    <a:lnTo>
                      <a:pt x="95" y="10287"/>
                    </a:lnTo>
                    <a:lnTo>
                      <a:pt x="0" y="20574"/>
                    </a:lnTo>
                    <a:lnTo>
                      <a:pt x="190" y="30861"/>
                    </a:lnTo>
                    <a:lnTo>
                      <a:pt x="5429" y="77343"/>
                    </a:lnTo>
                    <a:lnTo>
                      <a:pt x="13906" y="120396"/>
                    </a:lnTo>
                    <a:lnTo>
                      <a:pt x="14668" y="122682"/>
                    </a:lnTo>
                    <a:lnTo>
                      <a:pt x="15430" y="12725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9" name="Google Shape;4299;p41"/>
              <p:cNvSpPr/>
              <p:nvPr/>
            </p:nvSpPr>
            <p:spPr>
              <a:xfrm>
                <a:off x="6970013" y="2244089"/>
                <a:ext cx="152400" cy="187960"/>
              </a:xfrm>
              <a:custGeom>
                <a:rect b="b" l="l" r="r" t="t"/>
                <a:pathLst>
                  <a:path extrusionOk="0" h="187960" w="152400">
                    <a:moveTo>
                      <a:pt x="0" y="36575"/>
                    </a:moveTo>
                    <a:lnTo>
                      <a:pt x="12465" y="30206"/>
                    </a:lnTo>
                    <a:lnTo>
                      <a:pt x="24860" y="24479"/>
                    </a:lnTo>
                    <a:lnTo>
                      <a:pt x="37397" y="18895"/>
                    </a:lnTo>
                    <a:lnTo>
                      <a:pt x="50291" y="12953"/>
                    </a:lnTo>
                    <a:lnTo>
                      <a:pt x="55697" y="10203"/>
                    </a:lnTo>
                    <a:lnTo>
                      <a:pt x="62103" y="6381"/>
                    </a:lnTo>
                    <a:lnTo>
                      <a:pt x="68508" y="2988"/>
                    </a:lnTo>
                    <a:lnTo>
                      <a:pt x="73913" y="1523"/>
                    </a:lnTo>
                    <a:lnTo>
                      <a:pt x="76199" y="2285"/>
                    </a:lnTo>
                    <a:lnTo>
                      <a:pt x="76961" y="2285"/>
                    </a:lnTo>
                    <a:lnTo>
                      <a:pt x="76961" y="3047"/>
                    </a:lnTo>
                    <a:lnTo>
                      <a:pt x="78426" y="9334"/>
                    </a:lnTo>
                    <a:lnTo>
                      <a:pt x="79533" y="15620"/>
                    </a:lnTo>
                    <a:lnTo>
                      <a:pt x="102107" y="51815"/>
                    </a:lnTo>
                    <a:lnTo>
                      <a:pt x="108966" y="47243"/>
                    </a:lnTo>
                    <a:lnTo>
                      <a:pt x="126492" y="9905"/>
                    </a:lnTo>
                    <a:lnTo>
                      <a:pt x="126492" y="4571"/>
                    </a:lnTo>
                    <a:lnTo>
                      <a:pt x="126492" y="0"/>
                    </a:lnTo>
                    <a:lnTo>
                      <a:pt x="128516" y="8131"/>
                    </a:lnTo>
                    <a:lnTo>
                      <a:pt x="130111" y="16478"/>
                    </a:lnTo>
                    <a:lnTo>
                      <a:pt x="131421" y="24967"/>
                    </a:lnTo>
                    <a:lnTo>
                      <a:pt x="132588" y="33527"/>
                    </a:lnTo>
                    <a:lnTo>
                      <a:pt x="135278" y="50565"/>
                    </a:lnTo>
                    <a:lnTo>
                      <a:pt x="137541" y="67532"/>
                    </a:lnTo>
                    <a:lnTo>
                      <a:pt x="139231" y="84641"/>
                    </a:lnTo>
                    <a:lnTo>
                      <a:pt x="140208" y="102107"/>
                    </a:lnTo>
                    <a:lnTo>
                      <a:pt x="140922" y="120872"/>
                    </a:lnTo>
                    <a:lnTo>
                      <a:pt x="140779" y="140779"/>
                    </a:lnTo>
                    <a:lnTo>
                      <a:pt x="131064" y="178307"/>
                    </a:lnTo>
                    <a:lnTo>
                      <a:pt x="110918" y="187523"/>
                    </a:lnTo>
                    <a:lnTo>
                      <a:pt x="103632" y="185165"/>
                    </a:lnTo>
                    <a:lnTo>
                      <a:pt x="81534" y="150875"/>
                    </a:lnTo>
                    <a:lnTo>
                      <a:pt x="79152" y="130016"/>
                    </a:lnTo>
                    <a:lnTo>
                      <a:pt x="80140" y="119264"/>
                    </a:lnTo>
                    <a:lnTo>
                      <a:pt x="103417" y="86796"/>
                    </a:lnTo>
                    <a:lnTo>
                      <a:pt x="128682" y="70389"/>
                    </a:lnTo>
                    <a:lnTo>
                      <a:pt x="137290" y="65234"/>
                    </a:lnTo>
                    <a:lnTo>
                      <a:pt x="145542" y="59435"/>
                    </a:lnTo>
                    <a:lnTo>
                      <a:pt x="147828" y="57149"/>
                    </a:lnTo>
                    <a:lnTo>
                      <a:pt x="150114" y="55625"/>
                    </a:lnTo>
                    <a:lnTo>
                      <a:pt x="152400" y="5333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0" name="Google Shape;4300;p41"/>
            <p:cNvGrpSpPr/>
            <p:nvPr/>
          </p:nvGrpSpPr>
          <p:grpSpPr>
            <a:xfrm>
              <a:off x="7294482" y="2042896"/>
              <a:ext cx="352974" cy="341021"/>
              <a:chOff x="7294482" y="2042896"/>
              <a:chExt cx="352974" cy="341021"/>
            </a:xfrm>
          </p:grpSpPr>
          <p:sp>
            <p:nvSpPr>
              <p:cNvPr id="4301" name="Google Shape;4301;p41"/>
              <p:cNvSpPr/>
              <p:nvPr/>
            </p:nvSpPr>
            <p:spPr>
              <a:xfrm>
                <a:off x="7294482" y="2065782"/>
                <a:ext cx="105410" cy="318135"/>
              </a:xfrm>
              <a:custGeom>
                <a:rect b="b" l="l" r="r" t="t"/>
                <a:pathLst>
                  <a:path extrusionOk="0" h="318135" w="105409">
                    <a:moveTo>
                      <a:pt x="53482" y="0"/>
                    </a:moveTo>
                    <a:lnTo>
                      <a:pt x="33480" y="34290"/>
                    </a:lnTo>
                    <a:lnTo>
                      <a:pt x="21478" y="73152"/>
                    </a:lnTo>
                    <a:lnTo>
                      <a:pt x="7381" y="136969"/>
                    </a:lnTo>
                    <a:lnTo>
                      <a:pt x="142" y="201930"/>
                    </a:lnTo>
                    <a:lnTo>
                      <a:pt x="0" y="226790"/>
                    </a:lnTo>
                    <a:lnTo>
                      <a:pt x="1857" y="251650"/>
                    </a:lnTo>
                    <a:lnTo>
                      <a:pt x="18430" y="297942"/>
                    </a:lnTo>
                    <a:lnTo>
                      <a:pt x="59043" y="317765"/>
                    </a:lnTo>
                    <a:lnTo>
                      <a:pt x="74818" y="315468"/>
                    </a:lnTo>
                    <a:lnTo>
                      <a:pt x="85153" y="310455"/>
                    </a:lnTo>
                    <a:lnTo>
                      <a:pt x="92916" y="306228"/>
                    </a:lnTo>
                    <a:lnTo>
                      <a:pt x="99250" y="301859"/>
                    </a:lnTo>
                    <a:lnTo>
                      <a:pt x="105298" y="2964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02" name="Google Shape;4302;p41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427188" y="2152624"/>
                <a:ext cx="99872" cy="1622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03" name="Google Shape;4303;p41"/>
              <p:cNvSpPr/>
              <p:nvPr/>
            </p:nvSpPr>
            <p:spPr>
              <a:xfrm>
                <a:off x="7581899" y="2263140"/>
                <a:ext cx="0" cy="67945"/>
              </a:xfrm>
              <a:custGeom>
                <a:rect b="b" l="l" r="r" t="t"/>
                <a:pathLst>
                  <a:path extrusionOk="0" h="67944" w="120000">
                    <a:moveTo>
                      <a:pt x="0" y="0"/>
                    </a:moveTo>
                    <a:lnTo>
                      <a:pt x="0" y="17133"/>
                    </a:lnTo>
                    <a:lnTo>
                      <a:pt x="0" y="34194"/>
                    </a:lnTo>
                    <a:lnTo>
                      <a:pt x="0" y="51113"/>
                    </a:lnTo>
                    <a:lnTo>
                      <a:pt x="0" y="6781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04" name="Google Shape;4304;p41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568158" y="2042896"/>
                <a:ext cx="79298" cy="95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305" name="Google Shape;4305;p41"/>
            <p:cNvSpPr/>
            <p:nvPr/>
          </p:nvSpPr>
          <p:spPr>
            <a:xfrm>
              <a:off x="7706868" y="2237232"/>
              <a:ext cx="40005" cy="60325"/>
            </a:xfrm>
            <a:custGeom>
              <a:rect b="b" l="l" r="r" t="t"/>
              <a:pathLst>
                <a:path extrusionOk="0" h="60325" w="40004">
                  <a:moveTo>
                    <a:pt x="22098" y="0"/>
                  </a:moveTo>
                  <a:lnTo>
                    <a:pt x="29551" y="5107"/>
                  </a:lnTo>
                  <a:lnTo>
                    <a:pt x="35433" y="10001"/>
                  </a:lnTo>
                  <a:lnTo>
                    <a:pt x="39028" y="16180"/>
                  </a:lnTo>
                  <a:lnTo>
                    <a:pt x="39624" y="25145"/>
                  </a:lnTo>
                  <a:lnTo>
                    <a:pt x="37230" y="34611"/>
                  </a:lnTo>
                  <a:lnTo>
                    <a:pt x="6096" y="59436"/>
                  </a:lnTo>
                  <a:lnTo>
                    <a:pt x="0" y="6019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6" name="Google Shape;4306;p41"/>
            <p:cNvSpPr/>
            <p:nvPr/>
          </p:nvSpPr>
          <p:spPr>
            <a:xfrm>
              <a:off x="7917942" y="2178557"/>
              <a:ext cx="13970" cy="5715"/>
            </a:xfrm>
            <a:custGeom>
              <a:rect b="b" l="l" r="r" t="t"/>
              <a:pathLst>
                <a:path extrusionOk="0" h="5714" w="13970">
                  <a:moveTo>
                    <a:pt x="0" y="5334"/>
                  </a:moveTo>
                  <a:lnTo>
                    <a:pt x="4572" y="3810"/>
                  </a:lnTo>
                  <a:lnTo>
                    <a:pt x="9144" y="2286"/>
                  </a:lnTo>
                  <a:lnTo>
                    <a:pt x="13716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7" name="Google Shape;4307;p41"/>
            <p:cNvGrpSpPr/>
            <p:nvPr/>
          </p:nvGrpSpPr>
          <p:grpSpPr>
            <a:xfrm>
              <a:off x="8059674" y="2154936"/>
              <a:ext cx="97536" cy="22860"/>
              <a:chOff x="8059674" y="2154936"/>
              <a:chExt cx="97536" cy="22860"/>
            </a:xfrm>
          </p:grpSpPr>
          <p:sp>
            <p:nvSpPr>
              <p:cNvPr id="4308" name="Google Shape;4308;p41"/>
              <p:cNvSpPr/>
              <p:nvPr/>
            </p:nvSpPr>
            <p:spPr>
              <a:xfrm>
                <a:off x="8059674" y="2162556"/>
                <a:ext cx="20320" cy="3810"/>
              </a:xfrm>
              <a:custGeom>
                <a:rect b="b" l="l" r="r" t="t"/>
                <a:pathLst>
                  <a:path extrusionOk="0" h="3810" w="20320">
                    <a:moveTo>
                      <a:pt x="0" y="3810"/>
                    </a:moveTo>
                    <a:lnTo>
                      <a:pt x="11430" y="2286"/>
                    </a:lnTo>
                    <a:lnTo>
                      <a:pt x="13716" y="3048"/>
                    </a:lnTo>
                    <a:lnTo>
                      <a:pt x="19812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9" name="Google Shape;4309;p41"/>
              <p:cNvSpPr/>
              <p:nvPr/>
            </p:nvSpPr>
            <p:spPr>
              <a:xfrm>
                <a:off x="8134350" y="2154936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8287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8287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310" name="Google Shape;4310;p41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8231098" y="2179294"/>
              <a:ext cx="64058" cy="8158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11" name="Google Shape;4311;p41"/>
            <p:cNvGrpSpPr/>
            <p:nvPr/>
          </p:nvGrpSpPr>
          <p:grpSpPr>
            <a:xfrm>
              <a:off x="8340826" y="1944624"/>
              <a:ext cx="396900" cy="313690"/>
              <a:chOff x="8340826" y="1944624"/>
              <a:chExt cx="396900" cy="313690"/>
            </a:xfrm>
          </p:grpSpPr>
          <p:pic>
            <p:nvPicPr>
              <p:cNvPr id="4312" name="Google Shape;4312;p41"/>
              <p:cNvPicPr preferRelativeResize="0"/>
              <p:nvPr/>
            </p:nvPicPr>
            <p:blipFill rotWithShape="1">
              <a:blip r:embed="rId38">
                <a:alphaModFix/>
              </a:blip>
              <a:srcRect b="0" l="0" r="0" t="0"/>
              <a:stretch/>
            </p:blipFill>
            <p:spPr>
              <a:xfrm>
                <a:off x="8340826" y="2036800"/>
                <a:ext cx="108135" cy="19512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13" name="Google Shape;4313;p41"/>
              <p:cNvPicPr preferRelativeResize="0"/>
              <p:nvPr/>
            </p:nvPicPr>
            <p:blipFill rotWithShape="1">
              <a:blip r:embed="rId39">
                <a:alphaModFix/>
              </a:blip>
              <a:srcRect b="0" l="0" r="0" t="0"/>
              <a:stretch/>
            </p:blipFill>
            <p:spPr>
              <a:xfrm>
                <a:off x="8490940" y="2159482"/>
                <a:ext cx="78536" cy="922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14" name="Google Shape;4314;p41"/>
              <p:cNvSpPr/>
              <p:nvPr/>
            </p:nvSpPr>
            <p:spPr>
              <a:xfrm>
                <a:off x="8531351" y="1965960"/>
                <a:ext cx="38100" cy="52069"/>
              </a:xfrm>
              <a:custGeom>
                <a:rect b="b" l="l" r="r" t="t"/>
                <a:pathLst>
                  <a:path extrusionOk="0" h="52069" w="38100">
                    <a:moveTo>
                      <a:pt x="14477" y="0"/>
                    </a:moveTo>
                    <a:lnTo>
                      <a:pt x="10894" y="8346"/>
                    </a:lnTo>
                    <a:lnTo>
                      <a:pt x="8096" y="16478"/>
                    </a:lnTo>
                    <a:lnTo>
                      <a:pt x="6012" y="24753"/>
                    </a:lnTo>
                    <a:lnTo>
                      <a:pt x="4571" y="33528"/>
                    </a:lnTo>
                    <a:lnTo>
                      <a:pt x="4571" y="38862"/>
                    </a:lnTo>
                    <a:lnTo>
                      <a:pt x="4571" y="43434"/>
                    </a:lnTo>
                    <a:lnTo>
                      <a:pt x="4571" y="48006"/>
                    </a:lnTo>
                    <a:lnTo>
                      <a:pt x="4571" y="51816"/>
                    </a:lnTo>
                    <a:lnTo>
                      <a:pt x="4571" y="50292"/>
                    </a:lnTo>
                    <a:lnTo>
                      <a:pt x="4571" y="47244"/>
                    </a:lnTo>
                    <a:lnTo>
                      <a:pt x="4571" y="42672"/>
                    </a:lnTo>
                    <a:lnTo>
                      <a:pt x="4571" y="37338"/>
                    </a:lnTo>
                    <a:lnTo>
                      <a:pt x="4571" y="32004"/>
                    </a:lnTo>
                    <a:lnTo>
                      <a:pt x="11429" y="32004"/>
                    </a:lnTo>
                    <a:lnTo>
                      <a:pt x="19049" y="32766"/>
                    </a:lnTo>
                    <a:lnTo>
                      <a:pt x="25907" y="33528"/>
                    </a:lnTo>
                    <a:lnTo>
                      <a:pt x="30479" y="34290"/>
                    </a:lnTo>
                    <a:lnTo>
                      <a:pt x="33527" y="35051"/>
                    </a:lnTo>
                    <a:lnTo>
                      <a:pt x="38099" y="35051"/>
                    </a:lnTo>
                    <a:lnTo>
                      <a:pt x="31241" y="34290"/>
                    </a:lnTo>
                    <a:lnTo>
                      <a:pt x="25145" y="33528"/>
                    </a:lnTo>
                    <a:lnTo>
                      <a:pt x="18287" y="33528"/>
                    </a:lnTo>
                    <a:lnTo>
                      <a:pt x="11429" y="33528"/>
                    </a:lnTo>
                    <a:lnTo>
                      <a:pt x="4571" y="34290"/>
                    </a:lnTo>
                    <a:lnTo>
                      <a:pt x="0" y="40386"/>
                    </a:lnTo>
                    <a:lnTo>
                      <a:pt x="0" y="4114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5" name="Google Shape;4315;p41"/>
              <p:cNvSpPr/>
              <p:nvPr/>
            </p:nvSpPr>
            <p:spPr>
              <a:xfrm>
                <a:off x="8618981" y="1944624"/>
                <a:ext cx="118745" cy="313690"/>
              </a:xfrm>
              <a:custGeom>
                <a:rect b="b" l="l" r="r" t="t"/>
                <a:pathLst>
                  <a:path extrusionOk="0" h="313689" w="118745">
                    <a:moveTo>
                      <a:pt x="33527" y="0"/>
                    </a:moveTo>
                    <a:lnTo>
                      <a:pt x="71568" y="20788"/>
                    </a:lnTo>
                    <a:lnTo>
                      <a:pt x="103346" y="60293"/>
                    </a:lnTo>
                    <a:lnTo>
                      <a:pt x="118098" y="115526"/>
                    </a:lnTo>
                    <a:lnTo>
                      <a:pt x="118205" y="137064"/>
                    </a:lnTo>
                    <a:lnTo>
                      <a:pt x="115597" y="158460"/>
                    </a:lnTo>
                    <a:lnTo>
                      <a:pt x="99607" y="203835"/>
                    </a:lnTo>
                    <a:lnTo>
                      <a:pt x="69556" y="248507"/>
                    </a:lnTo>
                    <a:lnTo>
                      <a:pt x="41374" y="279927"/>
                    </a:lnTo>
                    <a:lnTo>
                      <a:pt x="7619" y="310896"/>
                    </a:lnTo>
                    <a:lnTo>
                      <a:pt x="3047" y="312420"/>
                    </a:lnTo>
                    <a:lnTo>
                      <a:pt x="2285" y="313182"/>
                    </a:lnTo>
                    <a:lnTo>
                      <a:pt x="0" y="31318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6" name="Google Shape;4316;p41"/>
            <p:cNvSpPr/>
            <p:nvPr/>
          </p:nvSpPr>
          <p:spPr>
            <a:xfrm>
              <a:off x="2660904" y="2957322"/>
              <a:ext cx="6738620" cy="180340"/>
            </a:xfrm>
            <a:custGeom>
              <a:rect b="b" l="l" r="r" t="t"/>
              <a:pathLst>
                <a:path extrusionOk="0" h="180339" w="6738620">
                  <a:moveTo>
                    <a:pt x="0" y="762"/>
                  </a:moveTo>
                  <a:lnTo>
                    <a:pt x="29027" y="642"/>
                  </a:lnTo>
                  <a:lnTo>
                    <a:pt x="57912" y="381"/>
                  </a:lnTo>
                  <a:lnTo>
                    <a:pt x="86796" y="119"/>
                  </a:lnTo>
                  <a:lnTo>
                    <a:pt x="115823" y="0"/>
                  </a:lnTo>
                  <a:lnTo>
                    <a:pt x="167053" y="88"/>
                  </a:lnTo>
                  <a:lnTo>
                    <a:pt x="218216" y="337"/>
                  </a:lnTo>
                  <a:lnTo>
                    <a:pt x="269339" y="719"/>
                  </a:lnTo>
                  <a:lnTo>
                    <a:pt x="320448" y="1208"/>
                  </a:lnTo>
                  <a:lnTo>
                    <a:pt x="371571" y="1777"/>
                  </a:lnTo>
                  <a:lnTo>
                    <a:pt x="422734" y="2399"/>
                  </a:lnTo>
                  <a:lnTo>
                    <a:pt x="473964" y="3047"/>
                  </a:lnTo>
                  <a:lnTo>
                    <a:pt x="528291" y="3340"/>
                  </a:lnTo>
                  <a:lnTo>
                    <a:pt x="582509" y="3377"/>
                  </a:lnTo>
                  <a:lnTo>
                    <a:pt x="636690" y="3267"/>
                  </a:lnTo>
                  <a:lnTo>
                    <a:pt x="690908" y="3121"/>
                  </a:lnTo>
                  <a:lnTo>
                    <a:pt x="745236" y="3047"/>
                  </a:lnTo>
                  <a:lnTo>
                    <a:pt x="796667" y="3936"/>
                  </a:lnTo>
                  <a:lnTo>
                    <a:pt x="848077" y="5079"/>
                  </a:lnTo>
                  <a:lnTo>
                    <a:pt x="899445" y="6476"/>
                  </a:lnTo>
                  <a:lnTo>
                    <a:pt x="950750" y="8127"/>
                  </a:lnTo>
                  <a:lnTo>
                    <a:pt x="1001970" y="10032"/>
                  </a:lnTo>
                  <a:lnTo>
                    <a:pt x="1053084" y="12191"/>
                  </a:lnTo>
                  <a:lnTo>
                    <a:pt x="1102071" y="14275"/>
                  </a:lnTo>
                  <a:lnTo>
                    <a:pt x="1151073" y="16546"/>
                  </a:lnTo>
                  <a:lnTo>
                    <a:pt x="1200101" y="18910"/>
                  </a:lnTo>
                  <a:lnTo>
                    <a:pt x="1249169" y="21273"/>
                  </a:lnTo>
                  <a:lnTo>
                    <a:pt x="1298290" y="23544"/>
                  </a:lnTo>
                  <a:lnTo>
                    <a:pt x="1347478" y="25628"/>
                  </a:lnTo>
                  <a:lnTo>
                    <a:pt x="1396746" y="27431"/>
                  </a:lnTo>
                  <a:lnTo>
                    <a:pt x="1450630" y="29300"/>
                  </a:lnTo>
                  <a:lnTo>
                    <a:pt x="1504514" y="30995"/>
                  </a:lnTo>
                  <a:lnTo>
                    <a:pt x="1558398" y="32530"/>
                  </a:lnTo>
                  <a:lnTo>
                    <a:pt x="1612283" y="33918"/>
                  </a:lnTo>
                  <a:lnTo>
                    <a:pt x="1666167" y="35174"/>
                  </a:lnTo>
                  <a:lnTo>
                    <a:pt x="1720051" y="36309"/>
                  </a:lnTo>
                  <a:lnTo>
                    <a:pt x="1773936" y="37337"/>
                  </a:lnTo>
                  <a:lnTo>
                    <a:pt x="1823119" y="38483"/>
                  </a:lnTo>
                  <a:lnTo>
                    <a:pt x="1872364" y="39647"/>
                  </a:lnTo>
                  <a:lnTo>
                    <a:pt x="1921664" y="40847"/>
                  </a:lnTo>
                  <a:lnTo>
                    <a:pt x="1971008" y="42100"/>
                  </a:lnTo>
                  <a:lnTo>
                    <a:pt x="2020387" y="43425"/>
                  </a:lnTo>
                  <a:lnTo>
                    <a:pt x="2069794" y="44838"/>
                  </a:lnTo>
                  <a:lnTo>
                    <a:pt x="2119218" y="46359"/>
                  </a:lnTo>
                  <a:lnTo>
                    <a:pt x="2168652" y="48005"/>
                  </a:lnTo>
                  <a:lnTo>
                    <a:pt x="2218085" y="50006"/>
                  </a:lnTo>
                  <a:lnTo>
                    <a:pt x="2267509" y="52006"/>
                  </a:lnTo>
                  <a:lnTo>
                    <a:pt x="2316916" y="54006"/>
                  </a:lnTo>
                  <a:lnTo>
                    <a:pt x="2366295" y="56006"/>
                  </a:lnTo>
                  <a:lnTo>
                    <a:pt x="2415639" y="58007"/>
                  </a:lnTo>
                  <a:lnTo>
                    <a:pt x="2464939" y="60007"/>
                  </a:lnTo>
                  <a:lnTo>
                    <a:pt x="2514184" y="62007"/>
                  </a:lnTo>
                  <a:lnTo>
                    <a:pt x="2563368" y="64007"/>
                  </a:lnTo>
                  <a:lnTo>
                    <a:pt x="2613469" y="66117"/>
                  </a:lnTo>
                  <a:lnTo>
                    <a:pt x="2663571" y="68244"/>
                  </a:lnTo>
                  <a:lnTo>
                    <a:pt x="2713672" y="70377"/>
                  </a:lnTo>
                  <a:lnTo>
                    <a:pt x="2763773" y="72502"/>
                  </a:lnTo>
                  <a:lnTo>
                    <a:pt x="2813875" y="74606"/>
                  </a:lnTo>
                  <a:lnTo>
                    <a:pt x="2863976" y="76676"/>
                  </a:lnTo>
                  <a:lnTo>
                    <a:pt x="2914078" y="78698"/>
                  </a:lnTo>
                  <a:lnTo>
                    <a:pt x="2964179" y="80659"/>
                  </a:lnTo>
                  <a:lnTo>
                    <a:pt x="3014281" y="82546"/>
                  </a:lnTo>
                  <a:lnTo>
                    <a:pt x="3064382" y="84345"/>
                  </a:lnTo>
                  <a:lnTo>
                    <a:pt x="3114484" y="86044"/>
                  </a:lnTo>
                  <a:lnTo>
                    <a:pt x="3164586" y="87629"/>
                  </a:lnTo>
                  <a:lnTo>
                    <a:pt x="3216306" y="89091"/>
                  </a:lnTo>
                  <a:lnTo>
                    <a:pt x="3268027" y="90606"/>
                  </a:lnTo>
                  <a:lnTo>
                    <a:pt x="3319748" y="92157"/>
                  </a:lnTo>
                  <a:lnTo>
                    <a:pt x="3371468" y="93725"/>
                  </a:lnTo>
                  <a:lnTo>
                    <a:pt x="3423189" y="95294"/>
                  </a:lnTo>
                  <a:lnTo>
                    <a:pt x="3474910" y="96845"/>
                  </a:lnTo>
                  <a:lnTo>
                    <a:pt x="3526631" y="98360"/>
                  </a:lnTo>
                  <a:lnTo>
                    <a:pt x="3578352" y="99821"/>
                  </a:lnTo>
                  <a:lnTo>
                    <a:pt x="3627664" y="100932"/>
                  </a:lnTo>
                  <a:lnTo>
                    <a:pt x="3676976" y="101990"/>
                  </a:lnTo>
                  <a:lnTo>
                    <a:pt x="3726288" y="103011"/>
                  </a:lnTo>
                  <a:lnTo>
                    <a:pt x="3775601" y="104011"/>
                  </a:lnTo>
                  <a:lnTo>
                    <a:pt x="3824913" y="105009"/>
                  </a:lnTo>
                  <a:lnTo>
                    <a:pt x="3874225" y="106020"/>
                  </a:lnTo>
                  <a:lnTo>
                    <a:pt x="3923537" y="107060"/>
                  </a:lnTo>
                  <a:lnTo>
                    <a:pt x="3972850" y="108148"/>
                  </a:lnTo>
                  <a:lnTo>
                    <a:pt x="4022162" y="109299"/>
                  </a:lnTo>
                  <a:lnTo>
                    <a:pt x="4071474" y="110529"/>
                  </a:lnTo>
                  <a:lnTo>
                    <a:pt x="4120787" y="111857"/>
                  </a:lnTo>
                  <a:lnTo>
                    <a:pt x="4170099" y="113298"/>
                  </a:lnTo>
                  <a:lnTo>
                    <a:pt x="4219411" y="114868"/>
                  </a:lnTo>
                  <a:lnTo>
                    <a:pt x="4268724" y="116585"/>
                  </a:lnTo>
                  <a:lnTo>
                    <a:pt x="4320322" y="118916"/>
                  </a:lnTo>
                  <a:lnTo>
                    <a:pt x="4371920" y="121326"/>
                  </a:lnTo>
                  <a:lnTo>
                    <a:pt x="4423518" y="123803"/>
                  </a:lnTo>
                  <a:lnTo>
                    <a:pt x="4475117" y="126334"/>
                  </a:lnTo>
                  <a:lnTo>
                    <a:pt x="4526715" y="128904"/>
                  </a:lnTo>
                  <a:lnTo>
                    <a:pt x="4578313" y="131501"/>
                  </a:lnTo>
                  <a:lnTo>
                    <a:pt x="4629912" y="134111"/>
                  </a:lnTo>
                  <a:lnTo>
                    <a:pt x="4681183" y="136960"/>
                  </a:lnTo>
                  <a:lnTo>
                    <a:pt x="4732455" y="139634"/>
                  </a:lnTo>
                  <a:lnTo>
                    <a:pt x="4783727" y="142149"/>
                  </a:lnTo>
                  <a:lnTo>
                    <a:pt x="4834998" y="144517"/>
                  </a:lnTo>
                  <a:lnTo>
                    <a:pt x="4886270" y="146752"/>
                  </a:lnTo>
                  <a:lnTo>
                    <a:pt x="4937542" y="148867"/>
                  </a:lnTo>
                  <a:lnTo>
                    <a:pt x="4988814" y="150875"/>
                  </a:lnTo>
                  <a:lnTo>
                    <a:pt x="5040738" y="152988"/>
                  </a:lnTo>
                  <a:lnTo>
                    <a:pt x="5092663" y="154808"/>
                  </a:lnTo>
                  <a:lnTo>
                    <a:pt x="5144588" y="156414"/>
                  </a:lnTo>
                  <a:lnTo>
                    <a:pt x="5196513" y="157887"/>
                  </a:lnTo>
                  <a:lnTo>
                    <a:pt x="5248438" y="159306"/>
                  </a:lnTo>
                  <a:lnTo>
                    <a:pt x="5300363" y="160753"/>
                  </a:lnTo>
                  <a:lnTo>
                    <a:pt x="5352288" y="162305"/>
                  </a:lnTo>
                  <a:lnTo>
                    <a:pt x="5402537" y="163610"/>
                  </a:lnTo>
                  <a:lnTo>
                    <a:pt x="5452720" y="164900"/>
                  </a:lnTo>
                  <a:lnTo>
                    <a:pt x="5502864" y="166164"/>
                  </a:lnTo>
                  <a:lnTo>
                    <a:pt x="5552993" y="167388"/>
                  </a:lnTo>
                  <a:lnTo>
                    <a:pt x="5603137" y="168559"/>
                  </a:lnTo>
                  <a:lnTo>
                    <a:pt x="5653320" y="169663"/>
                  </a:lnTo>
                  <a:lnTo>
                    <a:pt x="5703570" y="170687"/>
                  </a:lnTo>
                  <a:lnTo>
                    <a:pt x="5751900" y="171576"/>
                  </a:lnTo>
                  <a:lnTo>
                    <a:pt x="5800217" y="172291"/>
                  </a:lnTo>
                  <a:lnTo>
                    <a:pt x="5848507" y="172847"/>
                  </a:lnTo>
                  <a:lnTo>
                    <a:pt x="5896758" y="173256"/>
                  </a:lnTo>
                  <a:lnTo>
                    <a:pt x="5944955" y="173531"/>
                  </a:lnTo>
                  <a:lnTo>
                    <a:pt x="5993085" y="173687"/>
                  </a:lnTo>
                  <a:lnTo>
                    <a:pt x="6041136" y="173735"/>
                  </a:lnTo>
                  <a:lnTo>
                    <a:pt x="6092514" y="174057"/>
                  </a:lnTo>
                  <a:lnTo>
                    <a:pt x="6143808" y="174272"/>
                  </a:lnTo>
                  <a:lnTo>
                    <a:pt x="6195060" y="174402"/>
                  </a:lnTo>
                  <a:lnTo>
                    <a:pt x="6246311" y="174469"/>
                  </a:lnTo>
                  <a:lnTo>
                    <a:pt x="6297605" y="174494"/>
                  </a:lnTo>
                  <a:lnTo>
                    <a:pt x="6348984" y="174497"/>
                  </a:lnTo>
                  <a:lnTo>
                    <a:pt x="6396990" y="174345"/>
                  </a:lnTo>
                  <a:lnTo>
                    <a:pt x="6444996" y="174010"/>
                  </a:lnTo>
                  <a:lnTo>
                    <a:pt x="6493002" y="173675"/>
                  </a:lnTo>
                  <a:lnTo>
                    <a:pt x="6541008" y="173522"/>
                  </a:lnTo>
                  <a:lnTo>
                    <a:pt x="6589014" y="173735"/>
                  </a:lnTo>
                  <a:lnTo>
                    <a:pt x="6624447" y="173521"/>
                  </a:lnTo>
                  <a:lnTo>
                    <a:pt x="6659880" y="173164"/>
                  </a:lnTo>
                  <a:lnTo>
                    <a:pt x="6695312" y="173093"/>
                  </a:lnTo>
                  <a:lnTo>
                    <a:pt x="6730746" y="173735"/>
                  </a:lnTo>
                  <a:lnTo>
                    <a:pt x="6733032" y="173735"/>
                  </a:lnTo>
                  <a:lnTo>
                    <a:pt x="6736080" y="174497"/>
                  </a:lnTo>
                  <a:lnTo>
                    <a:pt x="6738366" y="174497"/>
                  </a:lnTo>
                  <a:lnTo>
                    <a:pt x="6734222" y="176188"/>
                  </a:lnTo>
                  <a:lnTo>
                    <a:pt x="6727507" y="177736"/>
                  </a:lnTo>
                  <a:lnTo>
                    <a:pt x="6719935" y="178998"/>
                  </a:lnTo>
                  <a:lnTo>
                    <a:pt x="6713220" y="179831"/>
                  </a:lnTo>
                  <a:lnTo>
                    <a:pt x="6697884" y="179701"/>
                  </a:lnTo>
                  <a:lnTo>
                    <a:pt x="6685978" y="179355"/>
                  </a:lnTo>
                  <a:lnTo>
                    <a:pt x="6675501" y="178867"/>
                  </a:lnTo>
                  <a:lnTo>
                    <a:pt x="6664452" y="178307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20" name="Shape 4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1" name="Google Shape;4321;p42"/>
          <p:cNvGrpSpPr/>
          <p:nvPr/>
        </p:nvGrpSpPr>
        <p:grpSpPr>
          <a:xfrm>
            <a:off x="533400" y="1143000"/>
            <a:ext cx="7514330" cy="4894087"/>
            <a:chOff x="3108934" y="3310864"/>
            <a:chExt cx="4944869" cy="2726486"/>
          </a:xfrm>
        </p:grpSpPr>
        <p:grpSp>
          <p:nvGrpSpPr>
            <p:cNvPr id="4322" name="Google Shape;4322;p42"/>
            <p:cNvGrpSpPr/>
            <p:nvPr/>
          </p:nvGrpSpPr>
          <p:grpSpPr>
            <a:xfrm>
              <a:off x="6289357" y="3310864"/>
              <a:ext cx="794219" cy="192049"/>
              <a:chOff x="6289357" y="3310864"/>
              <a:chExt cx="794219" cy="192049"/>
            </a:xfrm>
          </p:grpSpPr>
          <p:sp>
            <p:nvSpPr>
              <p:cNvPr id="4323" name="Google Shape;4323;p42"/>
              <p:cNvSpPr/>
              <p:nvPr/>
            </p:nvSpPr>
            <p:spPr>
              <a:xfrm>
                <a:off x="6310121" y="3393185"/>
                <a:ext cx="1270" cy="96520"/>
              </a:xfrm>
              <a:custGeom>
                <a:rect b="b" l="l" r="r" t="t"/>
                <a:pathLst>
                  <a:path extrusionOk="0" h="96520" w="1270">
                    <a:moveTo>
                      <a:pt x="0" y="0"/>
                    </a:moveTo>
                    <a:lnTo>
                      <a:pt x="0" y="14989"/>
                    </a:lnTo>
                    <a:lnTo>
                      <a:pt x="0" y="30194"/>
                    </a:lnTo>
                    <a:lnTo>
                      <a:pt x="0" y="45541"/>
                    </a:lnTo>
                    <a:lnTo>
                      <a:pt x="0" y="60960"/>
                    </a:lnTo>
                    <a:lnTo>
                      <a:pt x="119" y="69651"/>
                    </a:lnTo>
                    <a:lnTo>
                      <a:pt x="381" y="78486"/>
                    </a:lnTo>
                    <a:lnTo>
                      <a:pt x="642" y="87320"/>
                    </a:lnTo>
                    <a:lnTo>
                      <a:pt x="762" y="9601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4" name="Google Shape;4324;p42"/>
              <p:cNvSpPr/>
              <p:nvPr/>
            </p:nvSpPr>
            <p:spPr>
              <a:xfrm>
                <a:off x="6289357" y="3358133"/>
                <a:ext cx="112395" cy="144780"/>
              </a:xfrm>
              <a:custGeom>
                <a:rect b="b" l="l" r="r" t="t"/>
                <a:pathLst>
                  <a:path extrusionOk="0" h="144779" w="112395">
                    <a:moveTo>
                      <a:pt x="4762" y="42672"/>
                    </a:moveTo>
                    <a:lnTo>
                      <a:pt x="1523" y="32337"/>
                    </a:lnTo>
                    <a:lnTo>
                      <a:pt x="0" y="24574"/>
                    </a:lnTo>
                    <a:lnTo>
                      <a:pt x="2190" y="18240"/>
                    </a:lnTo>
                    <a:lnTo>
                      <a:pt x="47279" y="2333"/>
                    </a:lnTo>
                    <a:lnTo>
                      <a:pt x="60388" y="1524"/>
                    </a:lnTo>
                    <a:lnTo>
                      <a:pt x="71818" y="1524"/>
                    </a:lnTo>
                    <a:lnTo>
                      <a:pt x="77914" y="0"/>
                    </a:lnTo>
                    <a:lnTo>
                      <a:pt x="62603" y="44993"/>
                    </a:lnTo>
                    <a:lnTo>
                      <a:pt x="50506" y="59257"/>
                    </a:lnTo>
                    <a:lnTo>
                      <a:pt x="43815" y="67341"/>
                    </a:lnTo>
                    <a:lnTo>
                      <a:pt x="38552" y="75854"/>
                    </a:lnTo>
                    <a:lnTo>
                      <a:pt x="38290" y="82296"/>
                    </a:lnTo>
                    <a:lnTo>
                      <a:pt x="42100" y="88392"/>
                    </a:lnTo>
                    <a:lnTo>
                      <a:pt x="54292" y="89154"/>
                    </a:lnTo>
                    <a:lnTo>
                      <a:pt x="61150" y="89916"/>
                    </a:lnTo>
                    <a:lnTo>
                      <a:pt x="70413" y="90523"/>
                    </a:lnTo>
                    <a:lnTo>
                      <a:pt x="79819" y="91344"/>
                    </a:lnTo>
                    <a:lnTo>
                      <a:pt x="89225" y="92594"/>
                    </a:lnTo>
                    <a:lnTo>
                      <a:pt x="98488" y="94488"/>
                    </a:lnTo>
                    <a:lnTo>
                      <a:pt x="102298" y="95250"/>
                    </a:lnTo>
                    <a:lnTo>
                      <a:pt x="112204" y="99822"/>
                    </a:lnTo>
                    <a:lnTo>
                      <a:pt x="107632" y="106680"/>
                    </a:lnTo>
                    <a:lnTo>
                      <a:pt x="100762" y="114371"/>
                    </a:lnTo>
                    <a:lnTo>
                      <a:pt x="67258" y="135350"/>
                    </a:lnTo>
                    <a:lnTo>
                      <a:pt x="40576" y="144780"/>
                    </a:lnTo>
                    <a:lnTo>
                      <a:pt x="39814" y="141732"/>
                    </a:lnTo>
                    <a:lnTo>
                      <a:pt x="39814" y="139446"/>
                    </a:lnTo>
                    <a:lnTo>
                      <a:pt x="40576" y="13639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5" name="Google Shape;4325;p42"/>
              <p:cNvSpPr/>
              <p:nvPr/>
            </p:nvSpPr>
            <p:spPr>
              <a:xfrm>
                <a:off x="6425183" y="3382517"/>
                <a:ext cx="43180" cy="95250"/>
              </a:xfrm>
              <a:custGeom>
                <a:rect b="b" l="l" r="r" t="t"/>
                <a:pathLst>
                  <a:path extrusionOk="0" h="95250" w="43179">
                    <a:moveTo>
                      <a:pt x="0" y="24384"/>
                    </a:moveTo>
                    <a:lnTo>
                      <a:pt x="559" y="35563"/>
                    </a:lnTo>
                    <a:lnTo>
                      <a:pt x="1047" y="46386"/>
                    </a:lnTo>
                    <a:lnTo>
                      <a:pt x="1393" y="57066"/>
                    </a:lnTo>
                    <a:lnTo>
                      <a:pt x="1524" y="67818"/>
                    </a:lnTo>
                    <a:lnTo>
                      <a:pt x="2012" y="74973"/>
                    </a:lnTo>
                    <a:lnTo>
                      <a:pt x="3143" y="82200"/>
                    </a:lnTo>
                    <a:lnTo>
                      <a:pt x="6131" y="88713"/>
                    </a:lnTo>
                    <a:lnTo>
                      <a:pt x="12192" y="93726"/>
                    </a:lnTo>
                    <a:lnTo>
                      <a:pt x="18978" y="95095"/>
                    </a:lnTo>
                    <a:lnTo>
                      <a:pt x="25336" y="93821"/>
                    </a:lnTo>
                    <a:lnTo>
                      <a:pt x="42874" y="53304"/>
                    </a:lnTo>
                    <a:lnTo>
                      <a:pt x="42672" y="42672"/>
                    </a:lnTo>
                    <a:lnTo>
                      <a:pt x="40957" y="33123"/>
                    </a:lnTo>
                    <a:lnTo>
                      <a:pt x="38100" y="24003"/>
                    </a:lnTo>
                    <a:lnTo>
                      <a:pt x="34099" y="15454"/>
                    </a:lnTo>
                    <a:lnTo>
                      <a:pt x="28955" y="7620"/>
                    </a:lnTo>
                    <a:lnTo>
                      <a:pt x="27431" y="4572"/>
                    </a:lnTo>
                    <a:lnTo>
                      <a:pt x="25145" y="2286"/>
                    </a:lnTo>
                    <a:lnTo>
                      <a:pt x="24383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6" name="Google Shape;4326;p42"/>
              <p:cNvSpPr/>
              <p:nvPr/>
            </p:nvSpPr>
            <p:spPr>
              <a:xfrm>
                <a:off x="6499859" y="3365753"/>
                <a:ext cx="86360" cy="97790"/>
              </a:xfrm>
              <a:custGeom>
                <a:rect b="b" l="l" r="r" t="t"/>
                <a:pathLst>
                  <a:path extrusionOk="0" h="97789" w="86359">
                    <a:moveTo>
                      <a:pt x="0" y="28194"/>
                    </a:moveTo>
                    <a:lnTo>
                      <a:pt x="4476" y="38588"/>
                    </a:lnTo>
                    <a:lnTo>
                      <a:pt x="8953" y="49053"/>
                    </a:lnTo>
                    <a:lnTo>
                      <a:pt x="13716" y="59376"/>
                    </a:lnTo>
                    <a:lnTo>
                      <a:pt x="42672" y="95250"/>
                    </a:lnTo>
                    <a:lnTo>
                      <a:pt x="51196" y="97738"/>
                    </a:lnTo>
                    <a:lnTo>
                      <a:pt x="59436" y="97440"/>
                    </a:lnTo>
                    <a:lnTo>
                      <a:pt x="85486" y="61090"/>
                    </a:lnTo>
                    <a:lnTo>
                      <a:pt x="86106" y="50292"/>
                    </a:lnTo>
                    <a:lnTo>
                      <a:pt x="85296" y="40636"/>
                    </a:lnTo>
                    <a:lnTo>
                      <a:pt x="83058" y="31908"/>
                    </a:lnTo>
                    <a:lnTo>
                      <a:pt x="79676" y="23610"/>
                    </a:lnTo>
                    <a:lnTo>
                      <a:pt x="75438" y="15240"/>
                    </a:lnTo>
                    <a:lnTo>
                      <a:pt x="73152" y="9144"/>
                    </a:lnTo>
                    <a:lnTo>
                      <a:pt x="70866" y="5334"/>
                    </a:lnTo>
                    <a:lnTo>
                      <a:pt x="70104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7" name="Google Shape;4327;p42"/>
              <p:cNvSpPr/>
              <p:nvPr/>
            </p:nvSpPr>
            <p:spPr>
              <a:xfrm>
                <a:off x="6626351" y="3385565"/>
                <a:ext cx="4445" cy="70485"/>
              </a:xfrm>
              <a:custGeom>
                <a:rect b="b" l="l" r="r" t="t"/>
                <a:pathLst>
                  <a:path extrusionOk="0" h="70485" w="4445">
                    <a:moveTo>
                      <a:pt x="0" y="0"/>
                    </a:moveTo>
                    <a:lnTo>
                      <a:pt x="4238" y="41326"/>
                    </a:lnTo>
                    <a:lnTo>
                      <a:pt x="4381" y="49815"/>
                    </a:lnTo>
                    <a:lnTo>
                      <a:pt x="4238" y="58162"/>
                    </a:lnTo>
                    <a:lnTo>
                      <a:pt x="3810" y="66294"/>
                    </a:lnTo>
                    <a:lnTo>
                      <a:pt x="3048" y="68580"/>
                    </a:lnTo>
                    <a:lnTo>
                      <a:pt x="2286" y="69342"/>
                    </a:lnTo>
                    <a:lnTo>
                      <a:pt x="2286" y="70104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8" name="Google Shape;4328;p42"/>
              <p:cNvSpPr/>
              <p:nvPr/>
            </p:nvSpPr>
            <p:spPr>
              <a:xfrm>
                <a:off x="6624065" y="3361181"/>
                <a:ext cx="68580" cy="78105"/>
              </a:xfrm>
              <a:custGeom>
                <a:rect b="b" l="l" r="r" t="t"/>
                <a:pathLst>
                  <a:path extrusionOk="0" h="78104" w="68579">
                    <a:moveTo>
                      <a:pt x="0" y="51053"/>
                    </a:moveTo>
                    <a:lnTo>
                      <a:pt x="10918" y="51018"/>
                    </a:lnTo>
                    <a:lnTo>
                      <a:pt x="18192" y="52482"/>
                    </a:lnTo>
                    <a:lnTo>
                      <a:pt x="24753" y="56090"/>
                    </a:lnTo>
                    <a:lnTo>
                      <a:pt x="33528" y="62483"/>
                    </a:lnTo>
                    <a:lnTo>
                      <a:pt x="39266" y="66448"/>
                    </a:lnTo>
                    <a:lnTo>
                      <a:pt x="45148" y="70199"/>
                    </a:lnTo>
                    <a:lnTo>
                      <a:pt x="51315" y="73521"/>
                    </a:lnTo>
                    <a:lnTo>
                      <a:pt x="57912" y="76199"/>
                    </a:lnTo>
                    <a:lnTo>
                      <a:pt x="64769" y="77723"/>
                    </a:lnTo>
                    <a:lnTo>
                      <a:pt x="67056" y="76961"/>
                    </a:lnTo>
                    <a:lnTo>
                      <a:pt x="67818" y="70103"/>
                    </a:lnTo>
                    <a:lnTo>
                      <a:pt x="68508" y="61174"/>
                    </a:lnTo>
                    <a:lnTo>
                      <a:pt x="67627" y="51815"/>
                    </a:lnTo>
                    <a:lnTo>
                      <a:pt x="65889" y="42457"/>
                    </a:lnTo>
                    <a:lnTo>
                      <a:pt x="64008" y="33527"/>
                    </a:lnTo>
                    <a:lnTo>
                      <a:pt x="62305" y="25074"/>
                    </a:lnTo>
                    <a:lnTo>
                      <a:pt x="60674" y="16763"/>
                    </a:lnTo>
                    <a:lnTo>
                      <a:pt x="59185" y="8453"/>
                    </a:lnTo>
                    <a:lnTo>
                      <a:pt x="57911" y="0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9" name="Google Shape;4329;p42"/>
              <p:cNvSpPr/>
              <p:nvPr/>
            </p:nvSpPr>
            <p:spPr>
              <a:xfrm>
                <a:off x="6734555" y="3350513"/>
                <a:ext cx="19050" cy="100330"/>
              </a:xfrm>
              <a:custGeom>
                <a:rect b="b" l="l" r="r" t="t"/>
                <a:pathLst>
                  <a:path extrusionOk="0" h="100329" w="19050">
                    <a:moveTo>
                      <a:pt x="0" y="0"/>
                    </a:moveTo>
                    <a:lnTo>
                      <a:pt x="2976" y="9727"/>
                    </a:lnTo>
                    <a:lnTo>
                      <a:pt x="6096" y="19526"/>
                    </a:lnTo>
                    <a:lnTo>
                      <a:pt x="9215" y="29467"/>
                    </a:lnTo>
                    <a:lnTo>
                      <a:pt x="12192" y="39624"/>
                    </a:lnTo>
                    <a:lnTo>
                      <a:pt x="15394" y="52697"/>
                    </a:lnTo>
                    <a:lnTo>
                      <a:pt x="17811" y="66484"/>
                    </a:lnTo>
                    <a:lnTo>
                      <a:pt x="18942" y="80557"/>
                    </a:lnTo>
                    <a:lnTo>
                      <a:pt x="18288" y="94488"/>
                    </a:lnTo>
                    <a:lnTo>
                      <a:pt x="18288" y="96012"/>
                    </a:lnTo>
                    <a:lnTo>
                      <a:pt x="17526" y="98298"/>
                    </a:lnTo>
                    <a:lnTo>
                      <a:pt x="16764" y="9982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0" name="Google Shape;4330;p42"/>
              <p:cNvSpPr/>
              <p:nvPr/>
            </p:nvSpPr>
            <p:spPr>
              <a:xfrm>
                <a:off x="6720077" y="3350513"/>
                <a:ext cx="86995" cy="117475"/>
              </a:xfrm>
              <a:custGeom>
                <a:rect b="b" l="l" r="r" t="t"/>
                <a:pathLst>
                  <a:path extrusionOk="0" h="117475" w="86995">
                    <a:moveTo>
                      <a:pt x="0" y="7620"/>
                    </a:moveTo>
                    <a:lnTo>
                      <a:pt x="11858" y="2524"/>
                    </a:lnTo>
                    <a:lnTo>
                      <a:pt x="22288" y="0"/>
                    </a:lnTo>
                    <a:lnTo>
                      <a:pt x="33004" y="333"/>
                    </a:lnTo>
                    <a:lnTo>
                      <a:pt x="68198" y="15049"/>
                    </a:lnTo>
                    <a:lnTo>
                      <a:pt x="86963" y="47005"/>
                    </a:lnTo>
                    <a:lnTo>
                      <a:pt x="85534" y="58864"/>
                    </a:lnTo>
                    <a:lnTo>
                      <a:pt x="62460" y="90201"/>
                    </a:lnTo>
                    <a:lnTo>
                      <a:pt x="26670" y="115062"/>
                    </a:lnTo>
                    <a:lnTo>
                      <a:pt x="23622" y="115824"/>
                    </a:lnTo>
                    <a:lnTo>
                      <a:pt x="21336" y="116586"/>
                    </a:lnTo>
                    <a:lnTo>
                      <a:pt x="18288" y="11734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1" name="Google Shape;4331;p42"/>
              <p:cNvSpPr/>
              <p:nvPr/>
            </p:nvSpPr>
            <p:spPr>
              <a:xfrm>
                <a:off x="6814565" y="3340607"/>
                <a:ext cx="33020" cy="106045"/>
              </a:xfrm>
              <a:custGeom>
                <a:rect b="b" l="l" r="r" t="t"/>
                <a:pathLst>
                  <a:path extrusionOk="0" h="106045" w="33020">
                    <a:moveTo>
                      <a:pt x="32766" y="0"/>
                    </a:moveTo>
                    <a:lnTo>
                      <a:pt x="27432" y="38862"/>
                    </a:lnTo>
                    <a:lnTo>
                      <a:pt x="13716" y="72390"/>
                    </a:lnTo>
                    <a:lnTo>
                      <a:pt x="6643" y="89011"/>
                    </a:lnTo>
                    <a:lnTo>
                      <a:pt x="0" y="105918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2" name="Google Shape;4332;p42"/>
              <p:cNvSpPr/>
              <p:nvPr/>
            </p:nvSpPr>
            <p:spPr>
              <a:xfrm>
                <a:off x="6841997" y="3336035"/>
                <a:ext cx="39370" cy="121285"/>
              </a:xfrm>
              <a:custGeom>
                <a:rect b="b" l="l" r="r" t="t"/>
                <a:pathLst>
                  <a:path extrusionOk="0" h="121285" w="39370">
                    <a:moveTo>
                      <a:pt x="0" y="0"/>
                    </a:moveTo>
                    <a:lnTo>
                      <a:pt x="5715" y="12120"/>
                    </a:lnTo>
                    <a:lnTo>
                      <a:pt x="11430" y="24384"/>
                    </a:lnTo>
                    <a:lnTo>
                      <a:pt x="17145" y="36647"/>
                    </a:lnTo>
                    <a:lnTo>
                      <a:pt x="35718" y="82415"/>
                    </a:lnTo>
                    <a:lnTo>
                      <a:pt x="39147" y="107823"/>
                    </a:lnTo>
                    <a:lnTo>
                      <a:pt x="38635" y="114204"/>
                    </a:lnTo>
                    <a:lnTo>
                      <a:pt x="37338" y="121157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3" name="Google Shape;4333;p42"/>
              <p:cNvSpPr/>
              <p:nvPr/>
            </p:nvSpPr>
            <p:spPr>
              <a:xfrm>
                <a:off x="6850379" y="3328415"/>
                <a:ext cx="109855" cy="116839"/>
              </a:xfrm>
              <a:custGeom>
                <a:rect b="b" l="l" r="r" t="t"/>
                <a:pathLst>
                  <a:path extrusionOk="0" h="116839" w="109854">
                    <a:moveTo>
                      <a:pt x="0" y="98298"/>
                    </a:moveTo>
                    <a:lnTo>
                      <a:pt x="10417" y="87951"/>
                    </a:lnTo>
                    <a:lnTo>
                      <a:pt x="21050" y="78390"/>
                    </a:lnTo>
                    <a:lnTo>
                      <a:pt x="31825" y="69258"/>
                    </a:lnTo>
                    <a:lnTo>
                      <a:pt x="42671" y="60198"/>
                    </a:lnTo>
                    <a:lnTo>
                      <a:pt x="48006" y="55626"/>
                    </a:lnTo>
                    <a:lnTo>
                      <a:pt x="53339" y="47244"/>
                    </a:lnTo>
                    <a:lnTo>
                      <a:pt x="58673" y="44196"/>
                    </a:lnTo>
                    <a:lnTo>
                      <a:pt x="59435" y="44196"/>
                    </a:lnTo>
                    <a:lnTo>
                      <a:pt x="60197" y="44196"/>
                    </a:lnTo>
                    <a:lnTo>
                      <a:pt x="60959" y="51054"/>
                    </a:lnTo>
                    <a:lnTo>
                      <a:pt x="60959" y="58674"/>
                    </a:lnTo>
                    <a:lnTo>
                      <a:pt x="60959" y="65532"/>
                    </a:lnTo>
                    <a:lnTo>
                      <a:pt x="60459" y="74545"/>
                    </a:lnTo>
                    <a:lnTo>
                      <a:pt x="59245" y="83343"/>
                    </a:lnTo>
                    <a:lnTo>
                      <a:pt x="57745" y="91999"/>
                    </a:lnTo>
                    <a:lnTo>
                      <a:pt x="56388" y="100584"/>
                    </a:lnTo>
                    <a:lnTo>
                      <a:pt x="55626" y="105918"/>
                    </a:lnTo>
                    <a:lnTo>
                      <a:pt x="54864" y="111252"/>
                    </a:lnTo>
                    <a:lnTo>
                      <a:pt x="54864" y="116586"/>
                    </a:lnTo>
                    <a:lnTo>
                      <a:pt x="53732" y="109728"/>
                    </a:lnTo>
                    <a:lnTo>
                      <a:pt x="48958" y="61817"/>
                    </a:lnTo>
                    <a:lnTo>
                      <a:pt x="48482" y="48327"/>
                    </a:lnTo>
                    <a:lnTo>
                      <a:pt x="48005" y="35052"/>
                    </a:lnTo>
                    <a:lnTo>
                      <a:pt x="60959" y="0"/>
                    </a:lnTo>
                    <a:lnTo>
                      <a:pt x="70103" y="5334"/>
                    </a:lnTo>
                    <a:lnTo>
                      <a:pt x="90701" y="37730"/>
                    </a:lnTo>
                    <a:lnTo>
                      <a:pt x="90677" y="43719"/>
                    </a:lnTo>
                    <a:lnTo>
                      <a:pt x="88939" y="49565"/>
                    </a:lnTo>
                    <a:lnTo>
                      <a:pt x="85343" y="55626"/>
                    </a:lnTo>
                    <a:lnTo>
                      <a:pt x="80772" y="61722"/>
                    </a:lnTo>
                    <a:lnTo>
                      <a:pt x="73913" y="66294"/>
                    </a:lnTo>
                    <a:lnTo>
                      <a:pt x="69342" y="72390"/>
                    </a:lnTo>
                    <a:lnTo>
                      <a:pt x="66294" y="76200"/>
                    </a:lnTo>
                    <a:lnTo>
                      <a:pt x="64769" y="84582"/>
                    </a:lnTo>
                    <a:lnTo>
                      <a:pt x="67818" y="89154"/>
                    </a:lnTo>
                    <a:lnTo>
                      <a:pt x="74330" y="94999"/>
                    </a:lnTo>
                    <a:lnTo>
                      <a:pt x="82772" y="98202"/>
                    </a:lnTo>
                    <a:lnTo>
                      <a:pt x="91928" y="99548"/>
                    </a:lnTo>
                    <a:lnTo>
                      <a:pt x="100584" y="99822"/>
                    </a:lnTo>
                    <a:lnTo>
                      <a:pt x="103632" y="99822"/>
                    </a:lnTo>
                    <a:lnTo>
                      <a:pt x="106680" y="99822"/>
                    </a:lnTo>
                    <a:lnTo>
                      <a:pt x="109728" y="99822"/>
                    </a:lnTo>
                  </a:path>
                </a:pathLst>
              </a:custGeom>
              <a:noFill/>
              <a:ln cap="flat" cmpd="sng" w="2290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34" name="Google Shape;4334;p4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992086" y="3310864"/>
                <a:ext cx="91490" cy="18750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35" name="Google Shape;4335;p42"/>
            <p:cNvGrpSpPr/>
            <p:nvPr/>
          </p:nvGrpSpPr>
          <p:grpSpPr>
            <a:xfrm>
              <a:off x="7698460" y="4216146"/>
              <a:ext cx="355343" cy="217194"/>
              <a:chOff x="7698460" y="4216146"/>
              <a:chExt cx="355343" cy="217194"/>
            </a:xfrm>
          </p:grpSpPr>
          <p:pic>
            <p:nvPicPr>
              <p:cNvPr id="4336" name="Google Shape;4336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98460" y="4226788"/>
                <a:ext cx="157784" cy="2065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37" name="Google Shape;4337;p4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888198" y="4270984"/>
                <a:ext cx="118922" cy="7320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38" name="Google Shape;4338;p42"/>
              <p:cNvSpPr/>
              <p:nvPr/>
            </p:nvSpPr>
            <p:spPr>
              <a:xfrm>
                <a:off x="8040468" y="4216146"/>
                <a:ext cx="13335" cy="146685"/>
              </a:xfrm>
              <a:custGeom>
                <a:rect b="b" l="l" r="r" t="t"/>
                <a:pathLst>
                  <a:path extrusionOk="0" h="146685" w="13334">
                    <a:moveTo>
                      <a:pt x="154" y="0"/>
                    </a:moveTo>
                    <a:lnTo>
                      <a:pt x="3964" y="43434"/>
                    </a:lnTo>
                    <a:lnTo>
                      <a:pt x="6893" y="56590"/>
                    </a:lnTo>
                    <a:lnTo>
                      <a:pt x="9679" y="69818"/>
                    </a:lnTo>
                    <a:lnTo>
                      <a:pt x="11894" y="83188"/>
                    </a:lnTo>
                    <a:lnTo>
                      <a:pt x="13108" y="96774"/>
                    </a:lnTo>
                    <a:lnTo>
                      <a:pt x="13192" y="110085"/>
                    </a:lnTo>
                    <a:lnTo>
                      <a:pt x="12061" y="122110"/>
                    </a:lnTo>
                    <a:lnTo>
                      <a:pt x="9358" y="133850"/>
                    </a:lnTo>
                    <a:lnTo>
                      <a:pt x="4726" y="14630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39" name="Google Shape;4339;p42"/>
            <p:cNvGrpSpPr/>
            <p:nvPr/>
          </p:nvGrpSpPr>
          <p:grpSpPr>
            <a:xfrm>
              <a:off x="3108934" y="3372586"/>
              <a:ext cx="3952544" cy="2664764"/>
              <a:chOff x="3108934" y="3372586"/>
              <a:chExt cx="3952544" cy="2664764"/>
            </a:xfrm>
          </p:grpSpPr>
          <p:sp>
            <p:nvSpPr>
              <p:cNvPr id="4340" name="Google Shape;4340;p42"/>
              <p:cNvSpPr/>
              <p:nvPr/>
            </p:nvSpPr>
            <p:spPr>
              <a:xfrm>
                <a:off x="4574286" y="5215890"/>
                <a:ext cx="11430" cy="26670"/>
              </a:xfrm>
              <a:custGeom>
                <a:rect b="b" l="l" r="r" t="t"/>
                <a:pathLst>
                  <a:path extrusionOk="0" h="26670" w="11429">
                    <a:moveTo>
                      <a:pt x="0" y="26670"/>
                    </a:moveTo>
                    <a:lnTo>
                      <a:pt x="9489" y="11144"/>
                    </a:lnTo>
                    <a:lnTo>
                      <a:pt x="9620" y="9906"/>
                    </a:lnTo>
                    <a:lnTo>
                      <a:pt x="7608" y="13811"/>
                    </a:lnTo>
                    <a:lnTo>
                      <a:pt x="10667" y="13716"/>
                    </a:lnTo>
                    <a:lnTo>
                      <a:pt x="11429" y="13716"/>
                    </a:lnTo>
                    <a:lnTo>
                      <a:pt x="10667" y="18288"/>
                    </a:lnTo>
                    <a:lnTo>
                      <a:pt x="10667" y="19812"/>
                    </a:lnTo>
                    <a:lnTo>
                      <a:pt x="9144" y="23622"/>
                    </a:lnTo>
                    <a:lnTo>
                      <a:pt x="4571" y="20574"/>
                    </a:lnTo>
                    <a:lnTo>
                      <a:pt x="5333" y="17526"/>
                    </a:lnTo>
                    <a:lnTo>
                      <a:pt x="6095" y="9906"/>
                    </a:lnTo>
                    <a:lnTo>
                      <a:pt x="6857" y="6858"/>
                    </a:lnTo>
                    <a:lnTo>
                      <a:pt x="7619" y="3048"/>
                    </a:lnTo>
                    <a:lnTo>
                      <a:pt x="7619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41" name="Google Shape;4341;p4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108934" y="3372586"/>
                <a:ext cx="3952544" cy="26647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42" name="Google Shape;4342;p42"/>
              <p:cNvSpPr/>
              <p:nvPr/>
            </p:nvSpPr>
            <p:spPr>
              <a:xfrm>
                <a:off x="5919977" y="3971829"/>
                <a:ext cx="16510" cy="13970"/>
              </a:xfrm>
              <a:custGeom>
                <a:rect b="b" l="l" r="r" t="t"/>
                <a:pathLst>
                  <a:path extrusionOk="0" h="13970" w="16510">
                    <a:moveTo>
                      <a:pt x="0" y="8858"/>
                    </a:moveTo>
                    <a:lnTo>
                      <a:pt x="13727" y="1035"/>
                    </a:lnTo>
                    <a:lnTo>
                      <a:pt x="14954" y="0"/>
                    </a:lnTo>
                    <a:lnTo>
                      <a:pt x="12322" y="1678"/>
                    </a:lnTo>
                    <a:lnTo>
                      <a:pt x="14478" y="2000"/>
                    </a:lnTo>
                    <a:lnTo>
                      <a:pt x="15240" y="5810"/>
                    </a:lnTo>
                    <a:lnTo>
                      <a:pt x="16002" y="8858"/>
                    </a:lnTo>
                    <a:lnTo>
                      <a:pt x="14478" y="11906"/>
                    </a:lnTo>
                    <a:lnTo>
                      <a:pt x="12954" y="12668"/>
                    </a:lnTo>
                    <a:lnTo>
                      <a:pt x="12192" y="13430"/>
                    </a:lnTo>
                    <a:lnTo>
                      <a:pt x="11430" y="1343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43" name="Google Shape;4343;p42"/>
            <p:cNvSpPr/>
            <p:nvPr/>
          </p:nvSpPr>
          <p:spPr>
            <a:xfrm>
              <a:off x="7217664" y="351967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1"/>
                  </a:moveTo>
                  <a:lnTo>
                    <a:pt x="0" y="17525"/>
                  </a:lnTo>
                  <a:lnTo>
                    <a:pt x="4571" y="22859"/>
                  </a:lnTo>
                  <a:lnTo>
                    <a:pt x="17525" y="22859"/>
                  </a:lnTo>
                  <a:lnTo>
                    <a:pt x="22859" y="17525"/>
                  </a:lnTo>
                  <a:lnTo>
                    <a:pt x="22859" y="11429"/>
                  </a:lnTo>
                  <a:lnTo>
                    <a:pt x="22859" y="4571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4571"/>
                  </a:lnTo>
                  <a:close/>
                </a:path>
              </a:pathLst>
            </a:custGeom>
            <a:solidFill>
              <a:srgbClr val="3333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7" name="Shape 4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8" name="Google Shape;4348;p43"/>
          <p:cNvGrpSpPr/>
          <p:nvPr/>
        </p:nvGrpSpPr>
        <p:grpSpPr>
          <a:xfrm>
            <a:off x="2305837" y="598234"/>
            <a:ext cx="7152253" cy="3244595"/>
            <a:chOff x="3476980" y="1979929"/>
            <a:chExt cx="5548268" cy="2407666"/>
          </a:xfrm>
        </p:grpSpPr>
        <p:grpSp>
          <p:nvGrpSpPr>
            <p:cNvPr id="4349" name="Google Shape;4349;p43"/>
            <p:cNvGrpSpPr/>
            <p:nvPr/>
          </p:nvGrpSpPr>
          <p:grpSpPr>
            <a:xfrm>
              <a:off x="8504656" y="2747746"/>
              <a:ext cx="248056" cy="168452"/>
              <a:chOff x="8504656" y="2747746"/>
              <a:chExt cx="248056" cy="168452"/>
            </a:xfrm>
          </p:grpSpPr>
          <p:pic>
            <p:nvPicPr>
              <p:cNvPr id="4350" name="Google Shape;4350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504656" y="2747746"/>
                <a:ext cx="124256" cy="16845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51" name="Google Shape;4351;p43"/>
              <p:cNvSpPr/>
              <p:nvPr/>
            </p:nvSpPr>
            <p:spPr>
              <a:xfrm>
                <a:off x="8676894" y="2812542"/>
                <a:ext cx="62230" cy="5080"/>
              </a:xfrm>
              <a:custGeom>
                <a:rect b="b" l="l" r="r" t="t"/>
                <a:pathLst>
                  <a:path extrusionOk="0" h="5080" w="62229">
                    <a:moveTo>
                      <a:pt x="0" y="4572"/>
                    </a:moveTo>
                    <a:lnTo>
                      <a:pt x="39624" y="2286"/>
                    </a:lnTo>
                    <a:lnTo>
                      <a:pt x="54102" y="762"/>
                    </a:lnTo>
                    <a:lnTo>
                      <a:pt x="61722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2" name="Google Shape;4352;p43"/>
              <p:cNvSpPr/>
              <p:nvPr/>
            </p:nvSpPr>
            <p:spPr>
              <a:xfrm>
                <a:off x="8697468" y="2865120"/>
                <a:ext cx="55244" cy="11430"/>
              </a:xfrm>
              <a:custGeom>
                <a:rect b="b" l="l" r="r" t="t"/>
                <a:pathLst>
                  <a:path extrusionOk="0" h="11430" w="55245">
                    <a:moveTo>
                      <a:pt x="0" y="6096"/>
                    </a:moveTo>
                    <a:lnTo>
                      <a:pt x="11037" y="9655"/>
                    </a:lnTo>
                    <a:lnTo>
                      <a:pt x="20288" y="11144"/>
                    </a:lnTo>
                    <a:lnTo>
                      <a:pt x="29682" y="10489"/>
                    </a:lnTo>
                    <a:lnTo>
                      <a:pt x="41148" y="7620"/>
                    </a:lnTo>
                    <a:lnTo>
                      <a:pt x="48768" y="4572"/>
                    </a:lnTo>
                    <a:lnTo>
                      <a:pt x="51053" y="3810"/>
                    </a:lnTo>
                    <a:lnTo>
                      <a:pt x="54864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353" name="Google Shape;4353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05468" y="2761462"/>
              <a:ext cx="119780" cy="136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4" name="Google Shape;4354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76980" y="1979929"/>
              <a:ext cx="3615609" cy="24076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55" name="Google Shape;4355;p43"/>
          <p:cNvGrpSpPr/>
          <p:nvPr/>
        </p:nvGrpSpPr>
        <p:grpSpPr>
          <a:xfrm>
            <a:off x="4353305" y="4561331"/>
            <a:ext cx="4665751" cy="1857502"/>
            <a:chOff x="4353305" y="4561331"/>
            <a:chExt cx="4665751" cy="1857502"/>
          </a:xfrm>
        </p:grpSpPr>
        <p:sp>
          <p:nvSpPr>
            <p:cNvPr id="4356" name="Google Shape;4356;p43"/>
            <p:cNvSpPr/>
            <p:nvPr/>
          </p:nvSpPr>
          <p:spPr>
            <a:xfrm>
              <a:off x="7042404" y="5157215"/>
              <a:ext cx="0" cy="33020"/>
            </a:xfrm>
            <a:custGeom>
              <a:rect b="b" l="l" r="r" t="t"/>
              <a:pathLst>
                <a:path extrusionOk="0" h="33020" w="120000">
                  <a:moveTo>
                    <a:pt x="0" y="32765"/>
                  </a:moveTo>
                  <a:lnTo>
                    <a:pt x="0" y="24753"/>
                  </a:lnTo>
                  <a:lnTo>
                    <a:pt x="0" y="16668"/>
                  </a:lnTo>
                  <a:lnTo>
                    <a:pt x="0" y="8441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7" name="Google Shape;4357;p43"/>
            <p:cNvSpPr/>
            <p:nvPr/>
          </p:nvSpPr>
          <p:spPr>
            <a:xfrm>
              <a:off x="6901433" y="4968240"/>
              <a:ext cx="36830" cy="39370"/>
            </a:xfrm>
            <a:custGeom>
              <a:rect b="b" l="l" r="r" t="t"/>
              <a:pathLst>
                <a:path extrusionOk="0" h="39370" w="36829">
                  <a:moveTo>
                    <a:pt x="0" y="38861"/>
                  </a:moveTo>
                  <a:lnTo>
                    <a:pt x="6786" y="26681"/>
                  </a:lnTo>
                  <a:lnTo>
                    <a:pt x="14858" y="17430"/>
                  </a:lnTo>
                  <a:lnTo>
                    <a:pt x="24645" y="9179"/>
                  </a:lnTo>
                  <a:lnTo>
                    <a:pt x="36575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8" name="Google Shape;4358;p43"/>
            <p:cNvSpPr/>
            <p:nvPr/>
          </p:nvSpPr>
          <p:spPr>
            <a:xfrm>
              <a:off x="6925818" y="4706111"/>
              <a:ext cx="20955" cy="24765"/>
            </a:xfrm>
            <a:custGeom>
              <a:rect b="b" l="l" r="r" t="t"/>
              <a:pathLst>
                <a:path extrusionOk="0" h="24764" w="20954">
                  <a:moveTo>
                    <a:pt x="0" y="24383"/>
                  </a:moveTo>
                  <a:lnTo>
                    <a:pt x="6643" y="15859"/>
                  </a:lnTo>
                  <a:lnTo>
                    <a:pt x="11429" y="9905"/>
                  </a:lnTo>
                  <a:lnTo>
                    <a:pt x="15644" y="5095"/>
                  </a:lnTo>
                  <a:lnTo>
                    <a:pt x="20573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9" name="Google Shape;4359;p43"/>
            <p:cNvSpPr/>
            <p:nvPr/>
          </p:nvSpPr>
          <p:spPr>
            <a:xfrm>
              <a:off x="7272528" y="4898897"/>
              <a:ext cx="15240" cy="41275"/>
            </a:xfrm>
            <a:custGeom>
              <a:rect b="b" l="l" r="r" t="t"/>
              <a:pathLst>
                <a:path extrusionOk="0" h="41275" w="15240">
                  <a:moveTo>
                    <a:pt x="15240" y="0"/>
                  </a:moveTo>
                  <a:lnTo>
                    <a:pt x="3048" y="38100"/>
                  </a:lnTo>
                  <a:lnTo>
                    <a:pt x="0" y="4114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0" name="Google Shape;4360;p43"/>
            <p:cNvSpPr/>
            <p:nvPr/>
          </p:nvSpPr>
          <p:spPr>
            <a:xfrm>
              <a:off x="7179564" y="4815078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4572"/>
                  </a:moveTo>
                  <a:lnTo>
                    <a:pt x="0" y="17526"/>
                  </a:lnTo>
                  <a:lnTo>
                    <a:pt x="4571" y="22860"/>
                  </a:lnTo>
                  <a:lnTo>
                    <a:pt x="17525" y="22860"/>
                  </a:lnTo>
                  <a:lnTo>
                    <a:pt x="22859" y="17526"/>
                  </a:lnTo>
                  <a:lnTo>
                    <a:pt x="22859" y="11430"/>
                  </a:lnTo>
                  <a:lnTo>
                    <a:pt x="22859" y="4572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4572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1" name="Google Shape;4361;p43"/>
            <p:cNvSpPr/>
            <p:nvPr/>
          </p:nvSpPr>
          <p:spPr>
            <a:xfrm>
              <a:off x="7191756" y="4606290"/>
              <a:ext cx="11430" cy="33655"/>
            </a:xfrm>
            <a:custGeom>
              <a:rect b="b" l="l" r="r" t="t"/>
              <a:pathLst>
                <a:path extrusionOk="0" h="33654" w="11429">
                  <a:moveTo>
                    <a:pt x="0" y="0"/>
                  </a:moveTo>
                  <a:lnTo>
                    <a:pt x="4036" y="8346"/>
                  </a:lnTo>
                  <a:lnTo>
                    <a:pt x="7143" y="15906"/>
                  </a:lnTo>
                  <a:lnTo>
                    <a:pt x="9536" y="23895"/>
                  </a:lnTo>
                  <a:lnTo>
                    <a:pt x="11430" y="33528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2" name="Google Shape;4362;p43"/>
            <p:cNvSpPr/>
            <p:nvPr/>
          </p:nvSpPr>
          <p:spPr>
            <a:xfrm>
              <a:off x="7358633" y="4600955"/>
              <a:ext cx="13335" cy="20955"/>
            </a:xfrm>
            <a:custGeom>
              <a:rect b="b" l="l" r="r" t="t"/>
              <a:pathLst>
                <a:path extrusionOk="0" h="20954" w="13334">
                  <a:moveTo>
                    <a:pt x="10668" y="0"/>
                  </a:moveTo>
                  <a:lnTo>
                    <a:pt x="12965" y="9644"/>
                  </a:lnTo>
                  <a:lnTo>
                    <a:pt x="13049" y="14287"/>
                  </a:lnTo>
                  <a:lnTo>
                    <a:pt x="9274" y="16930"/>
                  </a:lnTo>
                  <a:lnTo>
                    <a:pt x="0" y="20574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63" name="Google Shape;4363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831554" y="4892776"/>
              <a:ext cx="187502" cy="31170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64" name="Google Shape;4364;p43"/>
            <p:cNvGrpSpPr/>
            <p:nvPr/>
          </p:nvGrpSpPr>
          <p:grpSpPr>
            <a:xfrm>
              <a:off x="4353305" y="4561331"/>
              <a:ext cx="2846451" cy="1857502"/>
              <a:chOff x="4353305" y="4561331"/>
              <a:chExt cx="2846451" cy="1857502"/>
            </a:xfrm>
          </p:grpSpPr>
          <p:sp>
            <p:nvSpPr>
              <p:cNvPr id="4365" name="Google Shape;4365;p43"/>
              <p:cNvSpPr/>
              <p:nvPr/>
            </p:nvSpPr>
            <p:spPr>
              <a:xfrm>
                <a:off x="5105399" y="5004053"/>
                <a:ext cx="146685" cy="1414780"/>
              </a:xfrm>
              <a:custGeom>
                <a:rect b="b" l="l" r="r" t="t"/>
                <a:pathLst>
                  <a:path extrusionOk="0" h="1414779" w="146685">
                    <a:moveTo>
                      <a:pt x="0" y="0"/>
                    </a:moveTo>
                    <a:lnTo>
                      <a:pt x="9108" y="55935"/>
                    </a:lnTo>
                    <a:lnTo>
                      <a:pt x="15085" y="106679"/>
                    </a:lnTo>
                    <a:lnTo>
                      <a:pt x="18954" y="138683"/>
                    </a:lnTo>
                    <a:lnTo>
                      <a:pt x="25908" y="202691"/>
                    </a:lnTo>
                    <a:lnTo>
                      <a:pt x="29741" y="244982"/>
                    </a:lnTo>
                    <a:lnTo>
                      <a:pt x="33147" y="287273"/>
                    </a:lnTo>
                    <a:lnTo>
                      <a:pt x="35980" y="329564"/>
                    </a:lnTo>
                    <a:lnTo>
                      <a:pt x="38100" y="371855"/>
                    </a:lnTo>
                    <a:lnTo>
                      <a:pt x="40421" y="418016"/>
                    </a:lnTo>
                    <a:lnTo>
                      <a:pt x="42957" y="463962"/>
                    </a:lnTo>
                    <a:lnTo>
                      <a:pt x="45922" y="509766"/>
                    </a:lnTo>
                    <a:lnTo>
                      <a:pt x="49530" y="555497"/>
                    </a:lnTo>
                    <a:lnTo>
                      <a:pt x="53816" y="600515"/>
                    </a:lnTo>
                    <a:lnTo>
                      <a:pt x="58674" y="645318"/>
                    </a:lnTo>
                    <a:lnTo>
                      <a:pt x="64103" y="689979"/>
                    </a:lnTo>
                    <a:lnTo>
                      <a:pt x="70104" y="734567"/>
                    </a:lnTo>
                    <a:lnTo>
                      <a:pt x="77699" y="789352"/>
                    </a:lnTo>
                    <a:lnTo>
                      <a:pt x="84966" y="844027"/>
                    </a:lnTo>
                    <a:lnTo>
                      <a:pt x="91939" y="898666"/>
                    </a:lnTo>
                    <a:lnTo>
                      <a:pt x="98657" y="953341"/>
                    </a:lnTo>
                    <a:lnTo>
                      <a:pt x="105156" y="1008125"/>
                    </a:lnTo>
                    <a:lnTo>
                      <a:pt x="110404" y="1058040"/>
                    </a:lnTo>
                    <a:lnTo>
                      <a:pt x="115324" y="1108063"/>
                    </a:lnTo>
                    <a:lnTo>
                      <a:pt x="120133" y="1158124"/>
                    </a:lnTo>
                    <a:lnTo>
                      <a:pt x="125053" y="1208147"/>
                    </a:lnTo>
                    <a:lnTo>
                      <a:pt x="130302" y="1258061"/>
                    </a:lnTo>
                    <a:lnTo>
                      <a:pt x="133040" y="1283207"/>
                    </a:lnTo>
                    <a:lnTo>
                      <a:pt x="135636" y="1308353"/>
                    </a:lnTo>
                    <a:lnTo>
                      <a:pt x="138231" y="1333499"/>
                    </a:lnTo>
                    <a:lnTo>
                      <a:pt x="140970" y="1358645"/>
                    </a:lnTo>
                    <a:lnTo>
                      <a:pt x="142660" y="1371099"/>
                    </a:lnTo>
                    <a:lnTo>
                      <a:pt x="144208" y="1383410"/>
                    </a:lnTo>
                    <a:lnTo>
                      <a:pt x="145470" y="1395722"/>
                    </a:lnTo>
                    <a:lnTo>
                      <a:pt x="146304" y="1408175"/>
                    </a:lnTo>
                    <a:lnTo>
                      <a:pt x="146232" y="1414629"/>
                    </a:lnTo>
                    <a:lnTo>
                      <a:pt x="145161" y="1413509"/>
                    </a:lnTo>
                    <a:lnTo>
                      <a:pt x="143517" y="1408390"/>
                    </a:lnTo>
                    <a:lnTo>
                      <a:pt x="141732" y="1402841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6" name="Google Shape;4366;p43"/>
              <p:cNvSpPr/>
              <p:nvPr/>
            </p:nvSpPr>
            <p:spPr>
              <a:xfrm>
                <a:off x="4353305" y="5961125"/>
                <a:ext cx="2838450" cy="109855"/>
              </a:xfrm>
              <a:custGeom>
                <a:rect b="b" l="l" r="r" t="t"/>
                <a:pathLst>
                  <a:path extrusionOk="0" h="109854" w="2838450">
                    <a:moveTo>
                      <a:pt x="0" y="109728"/>
                    </a:moveTo>
                    <a:lnTo>
                      <a:pt x="46577" y="92202"/>
                    </a:lnTo>
                    <a:lnTo>
                      <a:pt x="96012" y="83820"/>
                    </a:lnTo>
                    <a:lnTo>
                      <a:pt x="134421" y="79759"/>
                    </a:lnTo>
                    <a:lnTo>
                      <a:pt x="172974" y="76485"/>
                    </a:lnTo>
                    <a:lnTo>
                      <a:pt x="211526" y="73640"/>
                    </a:lnTo>
                    <a:lnTo>
                      <a:pt x="249936" y="70866"/>
                    </a:lnTo>
                    <a:lnTo>
                      <a:pt x="302966" y="67698"/>
                    </a:lnTo>
                    <a:lnTo>
                      <a:pt x="355854" y="64960"/>
                    </a:lnTo>
                    <a:lnTo>
                      <a:pt x="408741" y="62507"/>
                    </a:lnTo>
                    <a:lnTo>
                      <a:pt x="461772" y="60198"/>
                    </a:lnTo>
                    <a:lnTo>
                      <a:pt x="513514" y="58076"/>
                    </a:lnTo>
                    <a:lnTo>
                      <a:pt x="565367" y="56211"/>
                    </a:lnTo>
                    <a:lnTo>
                      <a:pt x="617256" y="54492"/>
                    </a:lnTo>
                    <a:lnTo>
                      <a:pt x="669109" y="52809"/>
                    </a:lnTo>
                    <a:lnTo>
                      <a:pt x="720852" y="51054"/>
                    </a:lnTo>
                    <a:lnTo>
                      <a:pt x="771087" y="49212"/>
                    </a:lnTo>
                    <a:lnTo>
                      <a:pt x="821238" y="47498"/>
                    </a:lnTo>
                    <a:lnTo>
                      <a:pt x="871347" y="45910"/>
                    </a:lnTo>
                    <a:lnTo>
                      <a:pt x="921455" y="44450"/>
                    </a:lnTo>
                    <a:lnTo>
                      <a:pt x="971606" y="43116"/>
                    </a:lnTo>
                    <a:lnTo>
                      <a:pt x="1021841" y="41910"/>
                    </a:lnTo>
                    <a:lnTo>
                      <a:pt x="1074817" y="40716"/>
                    </a:lnTo>
                    <a:lnTo>
                      <a:pt x="1127762" y="39615"/>
                    </a:lnTo>
                    <a:lnTo>
                      <a:pt x="1180683" y="38586"/>
                    </a:lnTo>
                    <a:lnTo>
                      <a:pt x="1233587" y="37609"/>
                    </a:lnTo>
                    <a:lnTo>
                      <a:pt x="1286480" y="36663"/>
                    </a:lnTo>
                    <a:lnTo>
                      <a:pt x="1339371" y="35726"/>
                    </a:lnTo>
                    <a:lnTo>
                      <a:pt x="1392264" y="34780"/>
                    </a:lnTo>
                    <a:lnTo>
                      <a:pt x="1445168" y="33803"/>
                    </a:lnTo>
                    <a:lnTo>
                      <a:pt x="1498089" y="32774"/>
                    </a:lnTo>
                    <a:lnTo>
                      <a:pt x="1551034" y="31673"/>
                    </a:lnTo>
                    <a:lnTo>
                      <a:pt x="1604010" y="30480"/>
                    </a:lnTo>
                    <a:lnTo>
                      <a:pt x="1654302" y="29173"/>
                    </a:lnTo>
                    <a:lnTo>
                      <a:pt x="1704594" y="27867"/>
                    </a:lnTo>
                    <a:lnTo>
                      <a:pt x="1754886" y="26561"/>
                    </a:lnTo>
                    <a:lnTo>
                      <a:pt x="1805178" y="25254"/>
                    </a:lnTo>
                    <a:lnTo>
                      <a:pt x="1855470" y="23948"/>
                    </a:lnTo>
                    <a:lnTo>
                      <a:pt x="1905762" y="22642"/>
                    </a:lnTo>
                    <a:lnTo>
                      <a:pt x="1956054" y="21336"/>
                    </a:lnTo>
                    <a:lnTo>
                      <a:pt x="2004755" y="20358"/>
                    </a:lnTo>
                    <a:lnTo>
                      <a:pt x="2053523" y="19394"/>
                    </a:lnTo>
                    <a:lnTo>
                      <a:pt x="2102331" y="18456"/>
                    </a:lnTo>
                    <a:lnTo>
                      <a:pt x="2151152" y="17559"/>
                    </a:lnTo>
                    <a:lnTo>
                      <a:pt x="2199960" y="16715"/>
                    </a:lnTo>
                    <a:lnTo>
                      <a:pt x="2248728" y="15937"/>
                    </a:lnTo>
                    <a:lnTo>
                      <a:pt x="2297430" y="15240"/>
                    </a:lnTo>
                    <a:lnTo>
                      <a:pt x="2345760" y="14365"/>
                    </a:lnTo>
                    <a:lnTo>
                      <a:pt x="2394006" y="13320"/>
                    </a:lnTo>
                    <a:lnTo>
                      <a:pt x="2442210" y="12192"/>
                    </a:lnTo>
                    <a:lnTo>
                      <a:pt x="2490413" y="11063"/>
                    </a:lnTo>
                    <a:lnTo>
                      <a:pt x="2538659" y="10018"/>
                    </a:lnTo>
                    <a:lnTo>
                      <a:pt x="2586990" y="9144"/>
                    </a:lnTo>
                    <a:lnTo>
                      <a:pt x="2634424" y="8262"/>
                    </a:lnTo>
                    <a:lnTo>
                      <a:pt x="2681859" y="7810"/>
                    </a:lnTo>
                    <a:lnTo>
                      <a:pt x="2729293" y="7643"/>
                    </a:lnTo>
                    <a:lnTo>
                      <a:pt x="2776728" y="7620"/>
                    </a:lnTo>
                    <a:lnTo>
                      <a:pt x="2792158" y="7953"/>
                    </a:lnTo>
                    <a:lnTo>
                      <a:pt x="2807589" y="8001"/>
                    </a:lnTo>
                    <a:lnTo>
                      <a:pt x="2823019" y="8048"/>
                    </a:lnTo>
                    <a:lnTo>
                      <a:pt x="2838450" y="8382"/>
                    </a:lnTo>
                    <a:lnTo>
                      <a:pt x="2832354" y="4572"/>
                    </a:lnTo>
                    <a:lnTo>
                      <a:pt x="2828544" y="2286"/>
                    </a:lnTo>
                    <a:lnTo>
                      <a:pt x="2822448" y="0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7" name="Google Shape;4367;p43"/>
              <p:cNvSpPr/>
              <p:nvPr/>
            </p:nvSpPr>
            <p:spPr>
              <a:xfrm>
                <a:off x="6386321" y="4561331"/>
                <a:ext cx="813435" cy="1584325"/>
              </a:xfrm>
              <a:custGeom>
                <a:rect b="b" l="l" r="r" t="t"/>
                <a:pathLst>
                  <a:path extrusionOk="0" h="1584325" w="813434">
                    <a:moveTo>
                      <a:pt x="0" y="0"/>
                    </a:moveTo>
                    <a:lnTo>
                      <a:pt x="14478" y="46482"/>
                    </a:lnTo>
                    <a:lnTo>
                      <a:pt x="30301" y="72794"/>
                    </a:lnTo>
                    <a:lnTo>
                      <a:pt x="45624" y="99250"/>
                    </a:lnTo>
                    <a:lnTo>
                      <a:pt x="73914" y="153161"/>
                    </a:lnTo>
                    <a:lnTo>
                      <a:pt x="101155" y="212979"/>
                    </a:lnTo>
                    <a:lnTo>
                      <a:pt x="114204" y="242958"/>
                    </a:lnTo>
                    <a:lnTo>
                      <a:pt x="127254" y="272795"/>
                    </a:lnTo>
                    <a:lnTo>
                      <a:pt x="149625" y="319266"/>
                    </a:lnTo>
                    <a:lnTo>
                      <a:pt x="173069" y="365093"/>
                    </a:lnTo>
                    <a:lnTo>
                      <a:pt x="197227" y="410491"/>
                    </a:lnTo>
                    <a:lnTo>
                      <a:pt x="221742" y="455676"/>
                    </a:lnTo>
                    <a:lnTo>
                      <a:pt x="244018" y="497859"/>
                    </a:lnTo>
                    <a:lnTo>
                      <a:pt x="266223" y="539972"/>
                    </a:lnTo>
                    <a:lnTo>
                      <a:pt x="288286" y="582227"/>
                    </a:lnTo>
                    <a:lnTo>
                      <a:pt x="310134" y="624840"/>
                    </a:lnTo>
                    <a:lnTo>
                      <a:pt x="332624" y="670679"/>
                    </a:lnTo>
                    <a:lnTo>
                      <a:pt x="354615" y="716660"/>
                    </a:lnTo>
                    <a:lnTo>
                      <a:pt x="376463" y="762642"/>
                    </a:lnTo>
                    <a:lnTo>
                      <a:pt x="398526" y="808481"/>
                    </a:lnTo>
                    <a:lnTo>
                      <a:pt x="422006" y="854463"/>
                    </a:lnTo>
                    <a:lnTo>
                      <a:pt x="445911" y="900232"/>
                    </a:lnTo>
                    <a:lnTo>
                      <a:pt x="470154" y="945832"/>
                    </a:lnTo>
                    <a:lnTo>
                      <a:pt x="494650" y="991305"/>
                    </a:lnTo>
                    <a:lnTo>
                      <a:pt x="519317" y="1036693"/>
                    </a:lnTo>
                    <a:lnTo>
                      <a:pt x="544068" y="1082039"/>
                    </a:lnTo>
                    <a:lnTo>
                      <a:pt x="567047" y="1124200"/>
                    </a:lnTo>
                    <a:lnTo>
                      <a:pt x="590169" y="1166145"/>
                    </a:lnTo>
                    <a:lnTo>
                      <a:pt x="613290" y="1207948"/>
                    </a:lnTo>
                    <a:lnTo>
                      <a:pt x="636270" y="1249680"/>
                    </a:lnTo>
                    <a:lnTo>
                      <a:pt x="656260" y="1284993"/>
                    </a:lnTo>
                    <a:lnTo>
                      <a:pt x="676179" y="1320164"/>
                    </a:lnTo>
                    <a:lnTo>
                      <a:pt x="695956" y="1355336"/>
                    </a:lnTo>
                    <a:lnTo>
                      <a:pt x="715518" y="1390649"/>
                    </a:lnTo>
                    <a:lnTo>
                      <a:pt x="743616" y="1444370"/>
                    </a:lnTo>
                    <a:lnTo>
                      <a:pt x="771144" y="1498091"/>
                    </a:lnTo>
                    <a:lnTo>
                      <a:pt x="780418" y="1517511"/>
                    </a:lnTo>
                    <a:lnTo>
                      <a:pt x="789908" y="1536858"/>
                    </a:lnTo>
                    <a:lnTo>
                      <a:pt x="799540" y="1556063"/>
                    </a:lnTo>
                    <a:lnTo>
                      <a:pt x="809244" y="1575053"/>
                    </a:lnTo>
                    <a:lnTo>
                      <a:pt x="810768" y="1578102"/>
                    </a:lnTo>
                    <a:lnTo>
                      <a:pt x="812292" y="1581149"/>
                    </a:lnTo>
                    <a:lnTo>
                      <a:pt x="813054" y="1584197"/>
                    </a:lnTo>
                    <a:lnTo>
                      <a:pt x="808851" y="1573720"/>
                    </a:lnTo>
                    <a:lnTo>
                      <a:pt x="803433" y="1563814"/>
                    </a:lnTo>
                    <a:lnTo>
                      <a:pt x="797302" y="1554194"/>
                    </a:lnTo>
                    <a:lnTo>
                      <a:pt x="790956" y="1544573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8" name="Google Shape;4368;p43"/>
              <p:cNvSpPr/>
              <p:nvPr/>
            </p:nvSpPr>
            <p:spPr>
              <a:xfrm>
                <a:off x="5372861" y="5628131"/>
                <a:ext cx="10160" cy="17780"/>
              </a:xfrm>
              <a:custGeom>
                <a:rect b="b" l="l" r="r" t="t"/>
                <a:pathLst>
                  <a:path extrusionOk="0" h="17779" w="10160">
                    <a:moveTo>
                      <a:pt x="3048" y="17525"/>
                    </a:moveTo>
                    <a:lnTo>
                      <a:pt x="1524" y="14477"/>
                    </a:lnTo>
                    <a:lnTo>
                      <a:pt x="762" y="10667"/>
                    </a:lnTo>
                    <a:lnTo>
                      <a:pt x="0" y="6857"/>
                    </a:lnTo>
                    <a:lnTo>
                      <a:pt x="5334" y="5333"/>
                    </a:lnTo>
                    <a:lnTo>
                      <a:pt x="6096" y="4571"/>
                    </a:lnTo>
                    <a:lnTo>
                      <a:pt x="9906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9" name="Google Shape;4369;p43"/>
              <p:cNvSpPr/>
              <p:nvPr/>
            </p:nvSpPr>
            <p:spPr>
              <a:xfrm>
                <a:off x="5557265" y="5442965"/>
                <a:ext cx="8890" cy="17780"/>
              </a:xfrm>
              <a:custGeom>
                <a:rect b="b" l="l" r="r" t="t"/>
                <a:pathLst>
                  <a:path extrusionOk="0" h="17779" w="8889">
                    <a:moveTo>
                      <a:pt x="0" y="0"/>
                    </a:moveTo>
                    <a:lnTo>
                      <a:pt x="6096" y="9905"/>
                    </a:lnTo>
                    <a:lnTo>
                      <a:pt x="7620" y="10667"/>
                    </a:lnTo>
                    <a:lnTo>
                      <a:pt x="8382" y="1752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0" name="Google Shape;4370;p43"/>
              <p:cNvSpPr/>
              <p:nvPr/>
            </p:nvSpPr>
            <p:spPr>
              <a:xfrm>
                <a:off x="5646419" y="4985765"/>
                <a:ext cx="725170" cy="1339850"/>
              </a:xfrm>
              <a:custGeom>
                <a:rect b="b" l="l" r="r" t="t"/>
                <a:pathLst>
                  <a:path extrusionOk="0" h="1339850" w="725170">
                    <a:moveTo>
                      <a:pt x="0" y="0"/>
                    </a:moveTo>
                    <a:lnTo>
                      <a:pt x="7250" y="14370"/>
                    </a:lnTo>
                    <a:lnTo>
                      <a:pt x="15144" y="28098"/>
                    </a:lnTo>
                    <a:lnTo>
                      <a:pt x="23467" y="41683"/>
                    </a:lnTo>
                    <a:lnTo>
                      <a:pt x="32004" y="55625"/>
                    </a:lnTo>
                    <a:lnTo>
                      <a:pt x="47625" y="82057"/>
                    </a:lnTo>
                    <a:lnTo>
                      <a:pt x="62674" y="108775"/>
                    </a:lnTo>
                    <a:lnTo>
                      <a:pt x="77438" y="135778"/>
                    </a:lnTo>
                    <a:lnTo>
                      <a:pt x="92202" y="163067"/>
                    </a:lnTo>
                    <a:lnTo>
                      <a:pt x="113311" y="201370"/>
                    </a:lnTo>
                    <a:lnTo>
                      <a:pt x="134207" y="239744"/>
                    </a:lnTo>
                    <a:lnTo>
                      <a:pt x="154674" y="278260"/>
                    </a:lnTo>
                    <a:lnTo>
                      <a:pt x="174498" y="316991"/>
                    </a:lnTo>
                    <a:lnTo>
                      <a:pt x="197250" y="362271"/>
                    </a:lnTo>
                    <a:lnTo>
                      <a:pt x="219932" y="407765"/>
                    </a:lnTo>
                    <a:lnTo>
                      <a:pt x="242756" y="453401"/>
                    </a:lnTo>
                    <a:lnTo>
                      <a:pt x="265938" y="499109"/>
                    </a:lnTo>
                    <a:lnTo>
                      <a:pt x="289952" y="546675"/>
                    </a:lnTo>
                    <a:lnTo>
                      <a:pt x="314039" y="594455"/>
                    </a:lnTo>
                    <a:lnTo>
                      <a:pt x="338268" y="642377"/>
                    </a:lnTo>
                    <a:lnTo>
                      <a:pt x="362712" y="690371"/>
                    </a:lnTo>
                    <a:lnTo>
                      <a:pt x="386864" y="736091"/>
                    </a:lnTo>
                    <a:lnTo>
                      <a:pt x="410906" y="781811"/>
                    </a:lnTo>
                    <a:lnTo>
                      <a:pt x="434913" y="827532"/>
                    </a:lnTo>
                    <a:lnTo>
                      <a:pt x="458955" y="873251"/>
                    </a:lnTo>
                    <a:lnTo>
                      <a:pt x="483108" y="918972"/>
                    </a:lnTo>
                    <a:lnTo>
                      <a:pt x="505408" y="961251"/>
                    </a:lnTo>
                    <a:lnTo>
                      <a:pt x="527780" y="1003458"/>
                    </a:lnTo>
                    <a:lnTo>
                      <a:pt x="550294" y="1045523"/>
                    </a:lnTo>
                    <a:lnTo>
                      <a:pt x="573024" y="1087373"/>
                    </a:lnTo>
                    <a:lnTo>
                      <a:pt x="591895" y="1121759"/>
                    </a:lnTo>
                    <a:lnTo>
                      <a:pt x="610838" y="1156144"/>
                    </a:lnTo>
                    <a:lnTo>
                      <a:pt x="629923" y="1190243"/>
                    </a:lnTo>
                    <a:lnTo>
                      <a:pt x="649224" y="1223771"/>
                    </a:lnTo>
                    <a:lnTo>
                      <a:pt x="675703" y="1267015"/>
                    </a:lnTo>
                    <a:lnTo>
                      <a:pt x="703326" y="1309115"/>
                    </a:lnTo>
                    <a:lnTo>
                      <a:pt x="708481" y="1316986"/>
                    </a:lnTo>
                    <a:lnTo>
                      <a:pt x="713708" y="1324641"/>
                    </a:lnTo>
                    <a:lnTo>
                      <a:pt x="719077" y="1332154"/>
                    </a:lnTo>
                    <a:lnTo>
                      <a:pt x="724662" y="1339595"/>
                    </a:lnTo>
                    <a:lnTo>
                      <a:pt x="720899" y="1334000"/>
                    </a:lnTo>
                    <a:lnTo>
                      <a:pt x="717423" y="1328546"/>
                    </a:lnTo>
                    <a:lnTo>
                      <a:pt x="713946" y="1323093"/>
                    </a:lnTo>
                    <a:lnTo>
                      <a:pt x="710184" y="1317497"/>
                    </a:lnTo>
                  </a:path>
                </a:pathLst>
              </a:custGeom>
              <a:noFill/>
              <a:ln cap="flat" cmpd="sng" w="22900">
                <a:solidFill>
                  <a:srgbClr val="3366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1" name="Google Shape;4371;p43"/>
              <p:cNvSpPr/>
              <p:nvPr/>
            </p:nvSpPr>
            <p:spPr>
              <a:xfrm>
                <a:off x="5654801" y="5599175"/>
                <a:ext cx="6350" cy="20955"/>
              </a:xfrm>
              <a:custGeom>
                <a:rect b="b" l="l" r="r" t="t"/>
                <a:pathLst>
                  <a:path extrusionOk="0" h="20954" w="6350">
                    <a:moveTo>
                      <a:pt x="0" y="0"/>
                    </a:moveTo>
                    <a:lnTo>
                      <a:pt x="3524" y="6858"/>
                    </a:lnTo>
                    <a:lnTo>
                      <a:pt x="5334" y="10858"/>
                    </a:lnTo>
                    <a:lnTo>
                      <a:pt x="6000" y="14573"/>
                    </a:lnTo>
                    <a:lnTo>
                      <a:pt x="6096" y="2057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2" name="Google Shape;4372;p43"/>
              <p:cNvSpPr/>
              <p:nvPr/>
            </p:nvSpPr>
            <p:spPr>
              <a:xfrm>
                <a:off x="5592317" y="5672327"/>
                <a:ext cx="10160" cy="9525"/>
              </a:xfrm>
              <a:custGeom>
                <a:rect b="b" l="l" r="r" t="t"/>
                <a:pathLst>
                  <a:path extrusionOk="0" h="9525" w="10160">
                    <a:moveTo>
                      <a:pt x="0" y="0"/>
                    </a:moveTo>
                    <a:lnTo>
                      <a:pt x="3583" y="6119"/>
                    </a:lnTo>
                    <a:lnTo>
                      <a:pt x="6381" y="8953"/>
                    </a:lnTo>
                    <a:lnTo>
                      <a:pt x="8465" y="7500"/>
                    </a:lnTo>
                    <a:lnTo>
                      <a:pt x="9906" y="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3" name="Google Shape;4373;p43"/>
              <p:cNvSpPr/>
              <p:nvPr/>
            </p:nvSpPr>
            <p:spPr>
              <a:xfrm>
                <a:off x="5572505" y="5852159"/>
                <a:ext cx="35560" cy="6350"/>
              </a:xfrm>
              <a:custGeom>
                <a:rect b="b" l="l" r="r" t="t"/>
                <a:pathLst>
                  <a:path extrusionOk="0" h="6350" w="35560">
                    <a:moveTo>
                      <a:pt x="35051" y="0"/>
                    </a:moveTo>
                    <a:lnTo>
                      <a:pt x="6095" y="6095"/>
                    </a:lnTo>
                    <a:lnTo>
                      <a:pt x="3047" y="6095"/>
                    </a:lnTo>
                    <a:lnTo>
                      <a:pt x="0" y="609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4" name="Google Shape;4374;p43"/>
              <p:cNvSpPr/>
              <p:nvPr/>
            </p:nvSpPr>
            <p:spPr>
              <a:xfrm>
                <a:off x="5391149" y="5763005"/>
                <a:ext cx="43180" cy="37465"/>
              </a:xfrm>
              <a:custGeom>
                <a:rect b="b" l="l" r="r" t="t"/>
                <a:pathLst>
                  <a:path extrusionOk="0" h="37464" w="43179">
                    <a:moveTo>
                      <a:pt x="0" y="37337"/>
                    </a:moveTo>
                    <a:lnTo>
                      <a:pt x="11168" y="28182"/>
                    </a:lnTo>
                    <a:lnTo>
                      <a:pt x="21907" y="18954"/>
                    </a:lnTo>
                    <a:lnTo>
                      <a:pt x="32361" y="9584"/>
                    </a:lnTo>
                    <a:lnTo>
                      <a:pt x="42671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5" name="Google Shape;4375;p43"/>
              <p:cNvSpPr/>
              <p:nvPr/>
            </p:nvSpPr>
            <p:spPr>
              <a:xfrm>
                <a:off x="5617464" y="5634227"/>
                <a:ext cx="266700" cy="177800"/>
              </a:xfrm>
              <a:custGeom>
                <a:rect b="b" l="l" r="r" t="t"/>
                <a:pathLst>
                  <a:path extrusionOk="0" h="177800" w="266700">
                    <a:moveTo>
                      <a:pt x="22860" y="4572"/>
                    </a:moveTo>
                    <a:lnTo>
                      <a:pt x="17526" y="0"/>
                    </a:lnTo>
                    <a:lnTo>
                      <a:pt x="4572" y="0"/>
                    </a:lnTo>
                    <a:lnTo>
                      <a:pt x="0" y="4572"/>
                    </a:lnTo>
                    <a:lnTo>
                      <a:pt x="0" y="17526"/>
                    </a:lnTo>
                    <a:lnTo>
                      <a:pt x="4572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4572"/>
                    </a:lnTo>
                    <a:close/>
                  </a:path>
                  <a:path extrusionOk="0" h="177800" w="266700">
                    <a:moveTo>
                      <a:pt x="266700" y="159258"/>
                    </a:moveTo>
                    <a:lnTo>
                      <a:pt x="261366" y="154686"/>
                    </a:lnTo>
                    <a:lnTo>
                      <a:pt x="249174" y="154686"/>
                    </a:lnTo>
                    <a:lnTo>
                      <a:pt x="243840" y="159258"/>
                    </a:lnTo>
                    <a:lnTo>
                      <a:pt x="243840" y="172212"/>
                    </a:lnTo>
                    <a:lnTo>
                      <a:pt x="249174" y="177546"/>
                    </a:lnTo>
                    <a:lnTo>
                      <a:pt x="261366" y="177546"/>
                    </a:lnTo>
                    <a:lnTo>
                      <a:pt x="266700" y="172212"/>
                    </a:lnTo>
                    <a:lnTo>
                      <a:pt x="266700" y="166116"/>
                    </a:lnTo>
                    <a:lnTo>
                      <a:pt x="266700" y="159258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6" name="Google Shape;4376;p43"/>
              <p:cNvSpPr/>
              <p:nvPr/>
            </p:nvSpPr>
            <p:spPr>
              <a:xfrm>
                <a:off x="6290309" y="5535929"/>
                <a:ext cx="37465" cy="6985"/>
              </a:xfrm>
              <a:custGeom>
                <a:rect b="b" l="l" r="r" t="t"/>
                <a:pathLst>
                  <a:path extrusionOk="0" h="6985" w="37464">
                    <a:moveTo>
                      <a:pt x="37337" y="0"/>
                    </a:moveTo>
                    <a:lnTo>
                      <a:pt x="27110" y="5298"/>
                    </a:lnTo>
                    <a:lnTo>
                      <a:pt x="19526" y="6953"/>
                    </a:lnTo>
                    <a:lnTo>
                      <a:pt x="11513" y="5893"/>
                    </a:lnTo>
                    <a:lnTo>
                      <a:pt x="0" y="304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7" name="Google Shape;4377;p43"/>
              <p:cNvSpPr/>
              <p:nvPr/>
            </p:nvSpPr>
            <p:spPr>
              <a:xfrm>
                <a:off x="6079997" y="5372861"/>
                <a:ext cx="48895" cy="37465"/>
              </a:xfrm>
              <a:custGeom>
                <a:rect b="b" l="l" r="r" t="t"/>
                <a:pathLst>
                  <a:path extrusionOk="0" h="37464" w="48895">
                    <a:moveTo>
                      <a:pt x="0" y="37337"/>
                    </a:moveTo>
                    <a:lnTo>
                      <a:pt x="12120" y="27860"/>
                    </a:lnTo>
                    <a:lnTo>
                      <a:pt x="24384" y="18668"/>
                    </a:lnTo>
                    <a:lnTo>
                      <a:pt x="36647" y="9477"/>
                    </a:lnTo>
                    <a:lnTo>
                      <a:pt x="48767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8" name="Google Shape;4378;p43"/>
              <p:cNvSpPr/>
              <p:nvPr/>
            </p:nvSpPr>
            <p:spPr>
              <a:xfrm>
                <a:off x="6070091" y="5157215"/>
                <a:ext cx="8890" cy="20955"/>
              </a:xfrm>
              <a:custGeom>
                <a:rect b="b" l="l" r="r" t="t"/>
                <a:pathLst>
                  <a:path extrusionOk="0" h="20954" w="8889">
                    <a:moveTo>
                      <a:pt x="0" y="20573"/>
                    </a:moveTo>
                    <a:lnTo>
                      <a:pt x="1523" y="8381"/>
                    </a:lnTo>
                    <a:lnTo>
                      <a:pt x="1523" y="5333"/>
                    </a:lnTo>
                    <a:lnTo>
                      <a:pt x="8381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9" name="Google Shape;4379;p43"/>
              <p:cNvSpPr/>
              <p:nvPr/>
            </p:nvSpPr>
            <p:spPr>
              <a:xfrm>
                <a:off x="6291833" y="5017007"/>
                <a:ext cx="12700" cy="14604"/>
              </a:xfrm>
              <a:custGeom>
                <a:rect b="b" l="l" r="r" t="t"/>
                <a:pathLst>
                  <a:path extrusionOk="0" h="14604" w="12700">
                    <a:moveTo>
                      <a:pt x="0" y="0"/>
                    </a:moveTo>
                    <a:lnTo>
                      <a:pt x="3810" y="4571"/>
                    </a:lnTo>
                    <a:lnTo>
                      <a:pt x="8382" y="9905"/>
                    </a:lnTo>
                    <a:lnTo>
                      <a:pt x="12192" y="1447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0" name="Google Shape;4380;p43"/>
              <p:cNvSpPr/>
              <p:nvPr/>
            </p:nvSpPr>
            <p:spPr>
              <a:xfrm>
                <a:off x="6323837" y="5210555"/>
                <a:ext cx="11430" cy="10795"/>
              </a:xfrm>
              <a:custGeom>
                <a:rect b="b" l="l" r="r" t="t"/>
                <a:pathLst>
                  <a:path extrusionOk="0" h="10795" w="11429">
                    <a:moveTo>
                      <a:pt x="11429" y="0"/>
                    </a:moveTo>
                    <a:lnTo>
                      <a:pt x="7619" y="3810"/>
                    </a:lnTo>
                    <a:lnTo>
                      <a:pt x="3809" y="6858"/>
                    </a:lnTo>
                    <a:lnTo>
                      <a:pt x="0" y="106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1" name="Google Shape;4381;p43"/>
              <p:cNvSpPr/>
              <p:nvPr/>
            </p:nvSpPr>
            <p:spPr>
              <a:xfrm>
                <a:off x="6428231" y="5273039"/>
                <a:ext cx="7620" cy="38100"/>
              </a:xfrm>
              <a:custGeom>
                <a:rect b="b" l="l" r="r" t="t"/>
                <a:pathLst>
                  <a:path extrusionOk="0" h="38100" w="7620">
                    <a:moveTo>
                      <a:pt x="6096" y="0"/>
                    </a:moveTo>
                    <a:lnTo>
                      <a:pt x="6715" y="7750"/>
                    </a:lnTo>
                    <a:lnTo>
                      <a:pt x="7048" y="15144"/>
                    </a:lnTo>
                    <a:lnTo>
                      <a:pt x="6524" y="22395"/>
                    </a:lnTo>
                    <a:lnTo>
                      <a:pt x="4572" y="29717"/>
                    </a:lnTo>
                    <a:lnTo>
                      <a:pt x="3048" y="32765"/>
                    </a:lnTo>
                    <a:lnTo>
                      <a:pt x="1524" y="35813"/>
                    </a:lnTo>
                    <a:lnTo>
                      <a:pt x="0" y="3809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382" name="Google Shape;4382;p43"/>
          <p:cNvGrpSpPr/>
          <p:nvPr/>
        </p:nvGrpSpPr>
        <p:grpSpPr>
          <a:xfrm>
            <a:off x="785988" y="5131769"/>
            <a:ext cx="1536953" cy="980077"/>
            <a:chOff x="1859280" y="4484344"/>
            <a:chExt cx="1536953" cy="980077"/>
          </a:xfrm>
        </p:grpSpPr>
        <p:sp>
          <p:nvSpPr>
            <p:cNvPr id="4383" name="Google Shape;4383;p43"/>
            <p:cNvSpPr/>
            <p:nvPr/>
          </p:nvSpPr>
          <p:spPr>
            <a:xfrm>
              <a:off x="1872995" y="4789932"/>
              <a:ext cx="1094740" cy="91440"/>
            </a:xfrm>
            <a:custGeom>
              <a:rect b="b" l="l" r="r" t="t"/>
              <a:pathLst>
                <a:path extrusionOk="0" h="91439" w="1094739">
                  <a:moveTo>
                    <a:pt x="0" y="89154"/>
                  </a:moveTo>
                  <a:lnTo>
                    <a:pt x="25015" y="89832"/>
                  </a:lnTo>
                  <a:lnTo>
                    <a:pt x="49815" y="90582"/>
                  </a:lnTo>
                  <a:lnTo>
                    <a:pt x="74473" y="91189"/>
                  </a:lnTo>
                  <a:lnTo>
                    <a:pt x="99060" y="91440"/>
                  </a:lnTo>
                  <a:lnTo>
                    <a:pt x="142243" y="91249"/>
                  </a:lnTo>
                  <a:lnTo>
                    <a:pt x="185070" y="90487"/>
                  </a:lnTo>
                  <a:lnTo>
                    <a:pt x="227754" y="88868"/>
                  </a:lnTo>
                  <a:lnTo>
                    <a:pt x="270510" y="86106"/>
                  </a:lnTo>
                  <a:lnTo>
                    <a:pt x="326969" y="81283"/>
                  </a:lnTo>
                  <a:lnTo>
                    <a:pt x="383286" y="76104"/>
                  </a:lnTo>
                  <a:lnTo>
                    <a:pt x="439602" y="70782"/>
                  </a:lnTo>
                  <a:lnTo>
                    <a:pt x="496062" y="65532"/>
                  </a:lnTo>
                  <a:lnTo>
                    <a:pt x="546735" y="60960"/>
                  </a:lnTo>
                  <a:lnTo>
                    <a:pt x="597408" y="56388"/>
                  </a:lnTo>
                  <a:lnTo>
                    <a:pt x="648081" y="51816"/>
                  </a:lnTo>
                  <a:lnTo>
                    <a:pt x="698754" y="47244"/>
                  </a:lnTo>
                  <a:lnTo>
                    <a:pt x="749427" y="42672"/>
                  </a:lnTo>
                  <a:lnTo>
                    <a:pt x="800100" y="38099"/>
                  </a:lnTo>
                  <a:lnTo>
                    <a:pt x="847534" y="34194"/>
                  </a:lnTo>
                  <a:lnTo>
                    <a:pt x="894969" y="30289"/>
                  </a:lnTo>
                  <a:lnTo>
                    <a:pt x="942403" y="26098"/>
                  </a:lnTo>
                  <a:lnTo>
                    <a:pt x="989838" y="21335"/>
                  </a:lnTo>
                  <a:lnTo>
                    <a:pt x="1013150" y="18478"/>
                  </a:lnTo>
                  <a:lnTo>
                    <a:pt x="1036320" y="15620"/>
                  </a:lnTo>
                  <a:lnTo>
                    <a:pt x="1059489" y="12763"/>
                  </a:lnTo>
                  <a:lnTo>
                    <a:pt x="1082802" y="9905"/>
                  </a:lnTo>
                  <a:lnTo>
                    <a:pt x="1087647" y="9727"/>
                  </a:lnTo>
                  <a:lnTo>
                    <a:pt x="1092422" y="9620"/>
                  </a:lnTo>
                  <a:lnTo>
                    <a:pt x="1094482" y="8512"/>
                  </a:lnTo>
                  <a:lnTo>
                    <a:pt x="1091184" y="5333"/>
                  </a:lnTo>
                  <a:lnTo>
                    <a:pt x="1087374" y="3809"/>
                  </a:lnTo>
                  <a:lnTo>
                    <a:pt x="1084326" y="1523"/>
                  </a:lnTo>
                  <a:lnTo>
                    <a:pt x="1080516" y="0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84" name="Google Shape;4384;p43"/>
            <p:cNvGrpSpPr/>
            <p:nvPr/>
          </p:nvGrpSpPr>
          <p:grpSpPr>
            <a:xfrm>
              <a:off x="1859280" y="4484370"/>
              <a:ext cx="722115" cy="261676"/>
              <a:chOff x="1859280" y="4484370"/>
              <a:chExt cx="722115" cy="261676"/>
            </a:xfrm>
          </p:grpSpPr>
          <p:sp>
            <p:nvSpPr>
              <p:cNvPr id="4385" name="Google Shape;4385;p43"/>
              <p:cNvSpPr/>
              <p:nvPr/>
            </p:nvSpPr>
            <p:spPr>
              <a:xfrm>
                <a:off x="1859280" y="4491990"/>
                <a:ext cx="144145" cy="204470"/>
              </a:xfrm>
              <a:custGeom>
                <a:rect b="b" l="l" r="r" t="t"/>
                <a:pathLst>
                  <a:path extrusionOk="0" h="204470" w="144144">
                    <a:moveTo>
                      <a:pt x="67818" y="0"/>
                    </a:moveTo>
                    <a:lnTo>
                      <a:pt x="29348" y="13716"/>
                    </a:lnTo>
                    <a:lnTo>
                      <a:pt x="3524" y="58102"/>
                    </a:lnTo>
                    <a:lnTo>
                      <a:pt x="0" y="94488"/>
                    </a:lnTo>
                    <a:lnTo>
                      <a:pt x="2119" y="117526"/>
                    </a:lnTo>
                    <a:lnTo>
                      <a:pt x="18645" y="158460"/>
                    </a:lnTo>
                    <a:lnTo>
                      <a:pt x="45934" y="188785"/>
                    </a:lnTo>
                    <a:lnTo>
                      <a:pt x="93726" y="204215"/>
                    </a:lnTo>
                    <a:lnTo>
                      <a:pt x="109513" y="201013"/>
                    </a:lnTo>
                    <a:lnTo>
                      <a:pt x="122301" y="193452"/>
                    </a:lnTo>
                    <a:lnTo>
                      <a:pt x="133373" y="182891"/>
                    </a:lnTo>
                    <a:lnTo>
                      <a:pt x="144018" y="170687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6" name="Google Shape;4386;p43"/>
              <p:cNvSpPr/>
              <p:nvPr/>
            </p:nvSpPr>
            <p:spPr>
              <a:xfrm>
                <a:off x="1998059" y="4508754"/>
                <a:ext cx="104775" cy="189865"/>
              </a:xfrm>
              <a:custGeom>
                <a:rect b="b" l="l" r="r" t="t"/>
                <a:pathLst>
                  <a:path extrusionOk="0" h="189864" w="104775">
                    <a:moveTo>
                      <a:pt x="1428" y="0"/>
                    </a:moveTo>
                    <a:lnTo>
                      <a:pt x="464" y="18037"/>
                    </a:lnTo>
                    <a:lnTo>
                      <a:pt x="0" y="35718"/>
                    </a:lnTo>
                    <a:lnTo>
                      <a:pt x="250" y="53256"/>
                    </a:lnTo>
                    <a:lnTo>
                      <a:pt x="6667" y="108584"/>
                    </a:lnTo>
                    <a:lnTo>
                      <a:pt x="13620" y="146304"/>
                    </a:lnTo>
                    <a:lnTo>
                      <a:pt x="28098" y="188214"/>
                    </a:lnTo>
                    <a:lnTo>
                      <a:pt x="29622" y="188976"/>
                    </a:lnTo>
                    <a:lnTo>
                      <a:pt x="29622" y="189738"/>
                    </a:lnTo>
                    <a:lnTo>
                      <a:pt x="31146" y="188976"/>
                    </a:lnTo>
                    <a:lnTo>
                      <a:pt x="31146" y="179248"/>
                    </a:lnTo>
                    <a:lnTo>
                      <a:pt x="31146" y="169449"/>
                    </a:lnTo>
                    <a:lnTo>
                      <a:pt x="31146" y="159508"/>
                    </a:lnTo>
                    <a:lnTo>
                      <a:pt x="31146" y="149352"/>
                    </a:lnTo>
                    <a:lnTo>
                      <a:pt x="30932" y="137826"/>
                    </a:lnTo>
                    <a:lnTo>
                      <a:pt x="42576" y="99667"/>
                    </a:lnTo>
                    <a:lnTo>
                      <a:pt x="56007" y="95928"/>
                    </a:lnTo>
                    <a:lnTo>
                      <a:pt x="63150" y="96773"/>
                    </a:lnTo>
                    <a:lnTo>
                      <a:pt x="92344" y="129682"/>
                    </a:lnTo>
                    <a:lnTo>
                      <a:pt x="100488" y="159257"/>
                    </a:lnTo>
                    <a:lnTo>
                      <a:pt x="102774" y="168401"/>
                    </a:lnTo>
                    <a:lnTo>
                      <a:pt x="102774" y="170687"/>
                    </a:lnTo>
                    <a:lnTo>
                      <a:pt x="104298" y="176783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7" name="Google Shape;4387;p43"/>
              <p:cNvSpPr/>
              <p:nvPr/>
            </p:nvSpPr>
            <p:spPr>
              <a:xfrm>
                <a:off x="2115550" y="4571238"/>
                <a:ext cx="72390" cy="116205"/>
              </a:xfrm>
              <a:custGeom>
                <a:rect b="b" l="l" r="r" t="t"/>
                <a:pathLst>
                  <a:path extrusionOk="0" h="116204" w="72389">
                    <a:moveTo>
                      <a:pt x="8143" y="9906"/>
                    </a:moveTo>
                    <a:lnTo>
                      <a:pt x="3429" y="19847"/>
                    </a:lnTo>
                    <a:lnTo>
                      <a:pt x="714" y="28860"/>
                    </a:lnTo>
                    <a:lnTo>
                      <a:pt x="0" y="38302"/>
                    </a:lnTo>
                    <a:lnTo>
                      <a:pt x="1285" y="49530"/>
                    </a:lnTo>
                    <a:lnTo>
                      <a:pt x="16180" y="87249"/>
                    </a:lnTo>
                    <a:lnTo>
                      <a:pt x="44815" y="115871"/>
                    </a:lnTo>
                    <a:lnTo>
                      <a:pt x="53863" y="115824"/>
                    </a:lnTo>
                    <a:lnTo>
                      <a:pt x="72151" y="80772"/>
                    </a:lnTo>
                    <a:lnTo>
                      <a:pt x="72378" y="66103"/>
                    </a:lnTo>
                    <a:lnTo>
                      <a:pt x="70532" y="52578"/>
                    </a:lnTo>
                    <a:lnTo>
                      <a:pt x="52339" y="18228"/>
                    </a:lnTo>
                    <a:lnTo>
                      <a:pt x="21097" y="0"/>
                    </a:lnTo>
                    <a:lnTo>
                      <a:pt x="16525" y="762"/>
                    </a:lnTo>
                    <a:lnTo>
                      <a:pt x="12715" y="2286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8" name="Google Shape;4388;p43"/>
              <p:cNvSpPr/>
              <p:nvPr/>
            </p:nvSpPr>
            <p:spPr>
              <a:xfrm>
                <a:off x="2215896" y="4562094"/>
                <a:ext cx="54610" cy="99060"/>
              </a:xfrm>
              <a:custGeom>
                <a:rect b="b" l="l" r="r" t="t"/>
                <a:pathLst>
                  <a:path extrusionOk="0" h="99060" w="54610">
                    <a:moveTo>
                      <a:pt x="15239" y="16001"/>
                    </a:moveTo>
                    <a:lnTo>
                      <a:pt x="11429" y="14477"/>
                    </a:lnTo>
                    <a:lnTo>
                      <a:pt x="7619" y="12191"/>
                    </a:lnTo>
                    <a:lnTo>
                      <a:pt x="3809" y="9905"/>
                    </a:lnTo>
                    <a:lnTo>
                      <a:pt x="2726" y="20419"/>
                    </a:lnTo>
                    <a:lnTo>
                      <a:pt x="2000" y="31146"/>
                    </a:lnTo>
                    <a:lnTo>
                      <a:pt x="1988" y="41731"/>
                    </a:lnTo>
                    <a:lnTo>
                      <a:pt x="3047" y="51815"/>
                    </a:lnTo>
                    <a:lnTo>
                      <a:pt x="22859" y="92963"/>
                    </a:lnTo>
                    <a:lnTo>
                      <a:pt x="35718" y="98583"/>
                    </a:lnTo>
                    <a:lnTo>
                      <a:pt x="42469" y="98214"/>
                    </a:lnTo>
                    <a:lnTo>
                      <a:pt x="48005" y="94487"/>
                    </a:lnTo>
                    <a:lnTo>
                      <a:pt x="52363" y="86415"/>
                    </a:lnTo>
                    <a:lnTo>
                      <a:pt x="54292" y="76771"/>
                    </a:lnTo>
                    <a:lnTo>
                      <a:pt x="54221" y="66841"/>
                    </a:lnTo>
                    <a:lnTo>
                      <a:pt x="31682" y="27372"/>
                    </a:lnTo>
                    <a:lnTo>
                      <a:pt x="5714" y="4583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9" name="Google Shape;4389;p43"/>
              <p:cNvSpPr/>
              <p:nvPr/>
            </p:nvSpPr>
            <p:spPr>
              <a:xfrm>
                <a:off x="2287964" y="4526041"/>
                <a:ext cx="66040" cy="114300"/>
              </a:xfrm>
              <a:custGeom>
                <a:rect b="b" l="l" r="r" t="t"/>
                <a:pathLst>
                  <a:path extrusionOk="0" h="114300" w="66039">
                    <a:moveTo>
                      <a:pt x="29277" y="12430"/>
                    </a:moveTo>
                    <a:lnTo>
                      <a:pt x="24860" y="6953"/>
                    </a:lnTo>
                    <a:lnTo>
                      <a:pt x="19657" y="1762"/>
                    </a:lnTo>
                    <a:lnTo>
                      <a:pt x="13739" y="0"/>
                    </a:lnTo>
                    <a:lnTo>
                      <a:pt x="7179" y="4810"/>
                    </a:lnTo>
                    <a:lnTo>
                      <a:pt x="2786" y="12989"/>
                    </a:lnTo>
                    <a:lnTo>
                      <a:pt x="607" y="22240"/>
                    </a:lnTo>
                    <a:lnTo>
                      <a:pt x="0" y="31920"/>
                    </a:lnTo>
                    <a:lnTo>
                      <a:pt x="321" y="41386"/>
                    </a:lnTo>
                    <a:lnTo>
                      <a:pt x="20895" y="74914"/>
                    </a:lnTo>
                    <a:lnTo>
                      <a:pt x="53661" y="87868"/>
                    </a:lnTo>
                    <a:lnTo>
                      <a:pt x="57471" y="89392"/>
                    </a:lnTo>
                    <a:lnTo>
                      <a:pt x="65853" y="93202"/>
                    </a:lnTo>
                    <a:lnTo>
                      <a:pt x="60519" y="98536"/>
                    </a:lnTo>
                    <a:lnTo>
                      <a:pt x="52542" y="104548"/>
                    </a:lnTo>
                    <a:lnTo>
                      <a:pt x="42993" y="108918"/>
                    </a:lnTo>
                    <a:lnTo>
                      <a:pt x="32873" y="111716"/>
                    </a:lnTo>
                    <a:lnTo>
                      <a:pt x="23181" y="113014"/>
                    </a:lnTo>
                    <a:lnTo>
                      <a:pt x="14037" y="113776"/>
                    </a:lnTo>
                    <a:lnTo>
                      <a:pt x="15561" y="110728"/>
                    </a:lnTo>
                    <a:lnTo>
                      <a:pt x="13275" y="10310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0" name="Google Shape;4390;p43"/>
              <p:cNvSpPr/>
              <p:nvPr/>
            </p:nvSpPr>
            <p:spPr>
              <a:xfrm>
                <a:off x="2373630" y="4558284"/>
                <a:ext cx="9525" cy="75565"/>
              </a:xfrm>
              <a:custGeom>
                <a:rect b="b" l="l" r="r" t="t"/>
                <a:pathLst>
                  <a:path extrusionOk="0" h="75564" w="9525">
                    <a:moveTo>
                      <a:pt x="0" y="0"/>
                    </a:moveTo>
                    <a:lnTo>
                      <a:pt x="5334" y="42672"/>
                    </a:lnTo>
                    <a:lnTo>
                      <a:pt x="5822" y="50899"/>
                    </a:lnTo>
                    <a:lnTo>
                      <a:pt x="6381" y="59340"/>
                    </a:lnTo>
                    <a:lnTo>
                      <a:pt x="7369" y="67639"/>
                    </a:lnTo>
                    <a:lnTo>
                      <a:pt x="9144" y="754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1" name="Google Shape;4391;p43"/>
              <p:cNvSpPr/>
              <p:nvPr/>
            </p:nvSpPr>
            <p:spPr>
              <a:xfrm>
                <a:off x="2353056" y="4484370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5334" y="22859"/>
                    </a:lnTo>
                    <a:lnTo>
                      <a:pt x="17526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392" name="Google Shape;4392;p4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421515" y="4517110"/>
                <a:ext cx="159880" cy="2289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93" name="Google Shape;4393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92704" y="4484344"/>
              <a:ext cx="128828" cy="16388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94" name="Google Shape;4394;p43"/>
            <p:cNvGrpSpPr/>
            <p:nvPr/>
          </p:nvGrpSpPr>
          <p:grpSpPr>
            <a:xfrm>
              <a:off x="2083473" y="5281360"/>
              <a:ext cx="510399" cy="183061"/>
              <a:chOff x="2083473" y="5281360"/>
              <a:chExt cx="510399" cy="183061"/>
            </a:xfrm>
          </p:grpSpPr>
          <p:pic>
            <p:nvPicPr>
              <p:cNvPr id="4395" name="Google Shape;4395;p4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083473" y="5281360"/>
                <a:ext cx="222364" cy="18306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96" name="Google Shape;4396;p4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332170" y="5289076"/>
                <a:ext cx="261702" cy="1546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97" name="Google Shape;4397;p4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08884" y="5278348"/>
              <a:ext cx="75488" cy="12425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398" name="Google Shape;4398;p43"/>
            <p:cNvGrpSpPr/>
            <p:nvPr/>
          </p:nvGrpSpPr>
          <p:grpSpPr>
            <a:xfrm>
              <a:off x="2840735" y="5192267"/>
              <a:ext cx="555498" cy="194056"/>
              <a:chOff x="2840735" y="5192267"/>
              <a:chExt cx="555498" cy="194056"/>
            </a:xfrm>
          </p:grpSpPr>
          <p:sp>
            <p:nvSpPr>
              <p:cNvPr id="4399" name="Google Shape;4399;p43"/>
              <p:cNvSpPr/>
              <p:nvPr/>
            </p:nvSpPr>
            <p:spPr>
              <a:xfrm>
                <a:off x="2840735" y="5274563"/>
                <a:ext cx="79375" cy="111760"/>
              </a:xfrm>
              <a:custGeom>
                <a:rect b="b" l="l" r="r" t="t"/>
                <a:pathLst>
                  <a:path extrusionOk="0" h="111760" w="79375">
                    <a:moveTo>
                      <a:pt x="48006" y="53340"/>
                    </a:moveTo>
                    <a:lnTo>
                      <a:pt x="42421" y="43624"/>
                    </a:lnTo>
                    <a:lnTo>
                      <a:pt x="37052" y="33909"/>
                    </a:lnTo>
                    <a:lnTo>
                      <a:pt x="31825" y="24193"/>
                    </a:lnTo>
                    <a:lnTo>
                      <a:pt x="26670" y="14478"/>
                    </a:lnTo>
                    <a:lnTo>
                      <a:pt x="23622" y="9144"/>
                    </a:lnTo>
                    <a:lnTo>
                      <a:pt x="20574" y="4572"/>
                    </a:lnTo>
                    <a:lnTo>
                      <a:pt x="16002" y="0"/>
                    </a:lnTo>
                    <a:lnTo>
                      <a:pt x="10668" y="5334"/>
                    </a:lnTo>
                    <a:lnTo>
                      <a:pt x="9906" y="11430"/>
                    </a:lnTo>
                    <a:lnTo>
                      <a:pt x="7620" y="21336"/>
                    </a:lnTo>
                    <a:lnTo>
                      <a:pt x="4619" y="39635"/>
                    </a:lnTo>
                    <a:lnTo>
                      <a:pt x="2476" y="58007"/>
                    </a:lnTo>
                    <a:lnTo>
                      <a:pt x="1190" y="76521"/>
                    </a:lnTo>
                    <a:lnTo>
                      <a:pt x="762" y="95250"/>
                    </a:lnTo>
                    <a:lnTo>
                      <a:pt x="762" y="103632"/>
                    </a:lnTo>
                    <a:lnTo>
                      <a:pt x="0" y="105918"/>
                    </a:lnTo>
                    <a:lnTo>
                      <a:pt x="4572" y="111252"/>
                    </a:lnTo>
                    <a:lnTo>
                      <a:pt x="13716" y="108204"/>
                    </a:lnTo>
                    <a:lnTo>
                      <a:pt x="15240" y="99060"/>
                    </a:lnTo>
                    <a:lnTo>
                      <a:pt x="17526" y="90678"/>
                    </a:lnTo>
                    <a:lnTo>
                      <a:pt x="21978" y="74676"/>
                    </a:lnTo>
                    <a:lnTo>
                      <a:pt x="24574" y="58674"/>
                    </a:lnTo>
                    <a:lnTo>
                      <a:pt x="26312" y="42672"/>
                    </a:lnTo>
                    <a:lnTo>
                      <a:pt x="28194" y="26670"/>
                    </a:lnTo>
                    <a:lnTo>
                      <a:pt x="33528" y="28956"/>
                    </a:lnTo>
                    <a:lnTo>
                      <a:pt x="34290" y="32004"/>
                    </a:lnTo>
                    <a:lnTo>
                      <a:pt x="37338" y="38100"/>
                    </a:lnTo>
                    <a:lnTo>
                      <a:pt x="57423" y="77247"/>
                    </a:lnTo>
                    <a:lnTo>
                      <a:pt x="74676" y="88392"/>
                    </a:lnTo>
                    <a:lnTo>
                      <a:pt x="76200" y="88392"/>
                    </a:lnTo>
                    <a:lnTo>
                      <a:pt x="77724" y="88392"/>
                    </a:lnTo>
                    <a:lnTo>
                      <a:pt x="79248" y="8839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0" name="Google Shape;4400;p43"/>
              <p:cNvSpPr/>
              <p:nvPr/>
            </p:nvSpPr>
            <p:spPr>
              <a:xfrm>
                <a:off x="2928365" y="5213603"/>
                <a:ext cx="40640" cy="163830"/>
              </a:xfrm>
              <a:custGeom>
                <a:rect b="b" l="l" r="r" t="t"/>
                <a:pathLst>
                  <a:path extrusionOk="0" h="163829" w="40639">
                    <a:moveTo>
                      <a:pt x="0" y="0"/>
                    </a:moveTo>
                    <a:lnTo>
                      <a:pt x="1988" y="12334"/>
                    </a:lnTo>
                    <a:lnTo>
                      <a:pt x="4476" y="24383"/>
                    </a:lnTo>
                    <a:lnTo>
                      <a:pt x="7393" y="36433"/>
                    </a:lnTo>
                    <a:lnTo>
                      <a:pt x="10668" y="48767"/>
                    </a:lnTo>
                    <a:lnTo>
                      <a:pt x="14216" y="63055"/>
                    </a:lnTo>
                    <a:lnTo>
                      <a:pt x="17907" y="77342"/>
                    </a:lnTo>
                    <a:lnTo>
                      <a:pt x="21597" y="91630"/>
                    </a:lnTo>
                    <a:lnTo>
                      <a:pt x="25146" y="105917"/>
                    </a:lnTo>
                    <a:lnTo>
                      <a:pt x="28455" y="118621"/>
                    </a:lnTo>
                    <a:lnTo>
                      <a:pt x="31623" y="131540"/>
                    </a:lnTo>
                    <a:lnTo>
                      <a:pt x="34790" y="144601"/>
                    </a:lnTo>
                    <a:lnTo>
                      <a:pt x="38100" y="157733"/>
                    </a:lnTo>
                    <a:lnTo>
                      <a:pt x="38862" y="159257"/>
                    </a:lnTo>
                    <a:lnTo>
                      <a:pt x="39624" y="161543"/>
                    </a:lnTo>
                    <a:lnTo>
                      <a:pt x="40386" y="163829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1" name="Google Shape;4401;p43"/>
              <p:cNvSpPr/>
              <p:nvPr/>
            </p:nvSpPr>
            <p:spPr>
              <a:xfrm>
                <a:off x="3003803" y="5279135"/>
                <a:ext cx="10795" cy="69850"/>
              </a:xfrm>
              <a:custGeom>
                <a:rect b="b" l="l" r="r" t="t"/>
                <a:pathLst>
                  <a:path extrusionOk="0" h="69850" w="10794">
                    <a:moveTo>
                      <a:pt x="0" y="0"/>
                    </a:moveTo>
                    <a:lnTo>
                      <a:pt x="1143" y="8572"/>
                    </a:lnTo>
                    <a:lnTo>
                      <a:pt x="2286" y="17145"/>
                    </a:lnTo>
                    <a:lnTo>
                      <a:pt x="3429" y="25717"/>
                    </a:lnTo>
                    <a:lnTo>
                      <a:pt x="4572" y="34290"/>
                    </a:lnTo>
                    <a:lnTo>
                      <a:pt x="9906" y="66294"/>
                    </a:lnTo>
                    <a:lnTo>
                      <a:pt x="9906" y="67056"/>
                    </a:lnTo>
                    <a:lnTo>
                      <a:pt x="10668" y="6934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2" name="Google Shape;4402;p43"/>
              <p:cNvSpPr/>
              <p:nvPr/>
            </p:nvSpPr>
            <p:spPr>
              <a:xfrm>
                <a:off x="2967228" y="5202173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3"/>
                    </a:moveTo>
                    <a:lnTo>
                      <a:pt x="0" y="18287"/>
                    </a:lnTo>
                    <a:lnTo>
                      <a:pt x="4572" y="22859"/>
                    </a:lnTo>
                    <a:lnTo>
                      <a:pt x="17526" y="22859"/>
                    </a:lnTo>
                    <a:lnTo>
                      <a:pt x="22860" y="18287"/>
                    </a:lnTo>
                    <a:lnTo>
                      <a:pt x="22860" y="11429"/>
                    </a:lnTo>
                    <a:lnTo>
                      <a:pt x="22860" y="5333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3" name="Google Shape;4403;p43"/>
              <p:cNvSpPr/>
              <p:nvPr/>
            </p:nvSpPr>
            <p:spPr>
              <a:xfrm>
                <a:off x="3048761" y="5206745"/>
                <a:ext cx="67310" cy="167005"/>
              </a:xfrm>
              <a:custGeom>
                <a:rect b="b" l="l" r="r" t="t"/>
                <a:pathLst>
                  <a:path extrusionOk="0" h="167004" w="67310">
                    <a:moveTo>
                      <a:pt x="41148" y="0"/>
                    </a:moveTo>
                    <a:lnTo>
                      <a:pt x="41683" y="12668"/>
                    </a:lnTo>
                    <a:lnTo>
                      <a:pt x="43148" y="24765"/>
                    </a:lnTo>
                    <a:lnTo>
                      <a:pt x="45327" y="36861"/>
                    </a:lnTo>
                    <a:lnTo>
                      <a:pt x="48006" y="49530"/>
                    </a:lnTo>
                    <a:lnTo>
                      <a:pt x="50970" y="63948"/>
                    </a:lnTo>
                    <a:lnTo>
                      <a:pt x="59436" y="108204"/>
                    </a:lnTo>
                    <a:lnTo>
                      <a:pt x="61722" y="132588"/>
                    </a:lnTo>
                    <a:lnTo>
                      <a:pt x="62650" y="144851"/>
                    </a:lnTo>
                    <a:lnTo>
                      <a:pt x="64008" y="156972"/>
                    </a:lnTo>
                    <a:lnTo>
                      <a:pt x="64770" y="162306"/>
                    </a:lnTo>
                    <a:lnTo>
                      <a:pt x="64770" y="163830"/>
                    </a:lnTo>
                    <a:lnTo>
                      <a:pt x="65532" y="166878"/>
                    </a:lnTo>
                    <a:lnTo>
                      <a:pt x="65496" y="155567"/>
                    </a:lnTo>
                    <a:lnTo>
                      <a:pt x="65246" y="144399"/>
                    </a:lnTo>
                    <a:lnTo>
                      <a:pt x="57626" y="96297"/>
                    </a:lnTo>
                    <a:lnTo>
                      <a:pt x="33337" y="65627"/>
                    </a:lnTo>
                    <a:lnTo>
                      <a:pt x="26431" y="66925"/>
                    </a:lnTo>
                    <a:lnTo>
                      <a:pt x="416" y="109335"/>
                    </a:lnTo>
                    <a:lnTo>
                      <a:pt x="0" y="124205"/>
                    </a:lnTo>
                    <a:lnTo>
                      <a:pt x="3250" y="135671"/>
                    </a:lnTo>
                    <a:lnTo>
                      <a:pt x="38873" y="161139"/>
                    </a:lnTo>
                    <a:lnTo>
                      <a:pt x="67056" y="16306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4" name="Google Shape;4404;p43"/>
              <p:cNvSpPr/>
              <p:nvPr/>
            </p:nvSpPr>
            <p:spPr>
              <a:xfrm>
                <a:off x="3141333" y="5271515"/>
                <a:ext cx="76200" cy="78105"/>
              </a:xfrm>
              <a:custGeom>
                <a:rect b="b" l="l" r="r" t="t"/>
                <a:pathLst>
                  <a:path extrusionOk="0" h="78104" w="76200">
                    <a:moveTo>
                      <a:pt x="40778" y="28956"/>
                    </a:moveTo>
                    <a:lnTo>
                      <a:pt x="17156" y="0"/>
                    </a:lnTo>
                    <a:lnTo>
                      <a:pt x="12584" y="0"/>
                    </a:lnTo>
                    <a:lnTo>
                      <a:pt x="9536" y="4572"/>
                    </a:lnTo>
                    <a:lnTo>
                      <a:pt x="4167" y="15109"/>
                    </a:lnTo>
                    <a:lnTo>
                      <a:pt x="869" y="28860"/>
                    </a:lnTo>
                    <a:lnTo>
                      <a:pt x="0" y="43041"/>
                    </a:lnTo>
                    <a:lnTo>
                      <a:pt x="1916" y="54864"/>
                    </a:lnTo>
                    <a:lnTo>
                      <a:pt x="5929" y="60829"/>
                    </a:lnTo>
                    <a:lnTo>
                      <a:pt x="11727" y="64865"/>
                    </a:lnTo>
                    <a:lnTo>
                      <a:pt x="18526" y="66758"/>
                    </a:lnTo>
                    <a:lnTo>
                      <a:pt x="25538" y="66294"/>
                    </a:lnTo>
                    <a:lnTo>
                      <a:pt x="49279" y="34801"/>
                    </a:lnTo>
                    <a:lnTo>
                      <a:pt x="49994" y="19728"/>
                    </a:lnTo>
                    <a:lnTo>
                      <a:pt x="49922" y="12192"/>
                    </a:lnTo>
                    <a:lnTo>
                      <a:pt x="49922" y="9144"/>
                    </a:lnTo>
                    <a:lnTo>
                      <a:pt x="49922" y="8382"/>
                    </a:lnTo>
                    <a:lnTo>
                      <a:pt x="49922" y="6096"/>
                    </a:lnTo>
                    <a:lnTo>
                      <a:pt x="49922" y="9906"/>
                    </a:lnTo>
                    <a:lnTo>
                      <a:pt x="49922" y="19812"/>
                    </a:lnTo>
                    <a:lnTo>
                      <a:pt x="49922" y="24384"/>
                    </a:lnTo>
                    <a:lnTo>
                      <a:pt x="50256" y="34290"/>
                    </a:lnTo>
                    <a:lnTo>
                      <a:pt x="62114" y="72390"/>
                    </a:lnTo>
                    <a:lnTo>
                      <a:pt x="65162" y="76200"/>
                    </a:lnTo>
                    <a:lnTo>
                      <a:pt x="75830" y="7772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5" name="Google Shape;4405;p43"/>
              <p:cNvSpPr/>
              <p:nvPr/>
            </p:nvSpPr>
            <p:spPr>
              <a:xfrm>
                <a:off x="3233927" y="5192267"/>
                <a:ext cx="18415" cy="168910"/>
              </a:xfrm>
              <a:custGeom>
                <a:rect b="b" l="l" r="r" t="t"/>
                <a:pathLst>
                  <a:path extrusionOk="0" h="168910" w="18414">
                    <a:moveTo>
                      <a:pt x="0" y="0"/>
                    </a:moveTo>
                    <a:lnTo>
                      <a:pt x="154" y="13025"/>
                    </a:lnTo>
                    <a:lnTo>
                      <a:pt x="666" y="25908"/>
                    </a:lnTo>
                    <a:lnTo>
                      <a:pt x="1607" y="38790"/>
                    </a:lnTo>
                    <a:lnTo>
                      <a:pt x="3048" y="51816"/>
                    </a:lnTo>
                    <a:lnTo>
                      <a:pt x="5226" y="75819"/>
                    </a:lnTo>
                    <a:lnTo>
                      <a:pt x="9584" y="123825"/>
                    </a:lnTo>
                    <a:lnTo>
                      <a:pt x="15240" y="163068"/>
                    </a:lnTo>
                    <a:lnTo>
                      <a:pt x="18288" y="16840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6" name="Google Shape;4406;p43"/>
              <p:cNvSpPr/>
              <p:nvPr/>
            </p:nvSpPr>
            <p:spPr>
              <a:xfrm>
                <a:off x="3248405" y="5248655"/>
                <a:ext cx="109855" cy="110489"/>
              </a:xfrm>
              <a:custGeom>
                <a:rect b="b" l="l" r="r" t="t"/>
                <a:pathLst>
                  <a:path extrusionOk="0" h="110489" w="109854">
                    <a:moveTo>
                      <a:pt x="0" y="50291"/>
                    </a:moveTo>
                    <a:lnTo>
                      <a:pt x="10584" y="54733"/>
                    </a:lnTo>
                    <a:lnTo>
                      <a:pt x="19526" y="57245"/>
                    </a:lnTo>
                    <a:lnTo>
                      <a:pt x="28610" y="57042"/>
                    </a:lnTo>
                    <a:lnTo>
                      <a:pt x="66294" y="32003"/>
                    </a:lnTo>
                    <a:lnTo>
                      <a:pt x="72389" y="17525"/>
                    </a:lnTo>
                    <a:lnTo>
                      <a:pt x="72389" y="9143"/>
                    </a:lnTo>
                    <a:lnTo>
                      <a:pt x="72389" y="6095"/>
                    </a:lnTo>
                    <a:lnTo>
                      <a:pt x="69341" y="0"/>
                    </a:lnTo>
                    <a:lnTo>
                      <a:pt x="64769" y="3047"/>
                    </a:lnTo>
                    <a:lnTo>
                      <a:pt x="59054" y="8000"/>
                    </a:lnTo>
                    <a:lnTo>
                      <a:pt x="46458" y="44827"/>
                    </a:lnTo>
                    <a:lnTo>
                      <a:pt x="45720" y="58578"/>
                    </a:lnTo>
                    <a:lnTo>
                      <a:pt x="47267" y="72187"/>
                    </a:lnTo>
                    <a:lnTo>
                      <a:pt x="73675" y="104191"/>
                    </a:lnTo>
                    <a:lnTo>
                      <a:pt x="98298" y="110489"/>
                    </a:lnTo>
                    <a:lnTo>
                      <a:pt x="105155" y="106679"/>
                    </a:lnTo>
                    <a:lnTo>
                      <a:pt x="106680" y="105917"/>
                    </a:lnTo>
                    <a:lnTo>
                      <a:pt x="108204" y="104393"/>
                    </a:lnTo>
                    <a:lnTo>
                      <a:pt x="109728" y="103631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7" name="Google Shape;4407;p43"/>
              <p:cNvSpPr/>
              <p:nvPr/>
            </p:nvSpPr>
            <p:spPr>
              <a:xfrm>
                <a:off x="3373373" y="5314949"/>
                <a:ext cx="22860" cy="22860"/>
              </a:xfrm>
              <a:custGeom>
                <a:rect b="b" l="l" r="r" t="t"/>
                <a:pathLst>
                  <a:path extrusionOk="0" h="22860" w="22860">
                    <a:moveTo>
                      <a:pt x="0" y="5334"/>
                    </a:moveTo>
                    <a:lnTo>
                      <a:pt x="0" y="17526"/>
                    </a:lnTo>
                    <a:lnTo>
                      <a:pt x="4572" y="22860"/>
                    </a:lnTo>
                    <a:lnTo>
                      <a:pt x="17526" y="22860"/>
                    </a:lnTo>
                    <a:lnTo>
                      <a:pt x="22860" y="17526"/>
                    </a:lnTo>
                    <a:lnTo>
                      <a:pt x="22860" y="11430"/>
                    </a:lnTo>
                    <a:lnTo>
                      <a:pt x="22860" y="5334"/>
                    </a:lnTo>
                    <a:lnTo>
                      <a:pt x="17526" y="0"/>
                    </a:lnTo>
                    <a:lnTo>
                      <a:pt x="4572" y="0"/>
                    </a:lnTo>
                    <a:lnTo>
                      <a:pt x="0" y="5334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11" name="Shape 4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2" name="Google Shape;4412;p44"/>
          <p:cNvGrpSpPr/>
          <p:nvPr/>
        </p:nvGrpSpPr>
        <p:grpSpPr>
          <a:xfrm>
            <a:off x="1371601" y="2076424"/>
            <a:ext cx="8408694" cy="4095776"/>
            <a:chOff x="4279271" y="2076424"/>
            <a:chExt cx="5501023" cy="2509037"/>
          </a:xfrm>
        </p:grpSpPr>
        <p:pic>
          <p:nvPicPr>
            <p:cNvPr id="4413" name="Google Shape;441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88204" y="2160244"/>
              <a:ext cx="147878" cy="1856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14" name="Google Shape;4414;p44"/>
            <p:cNvGrpSpPr/>
            <p:nvPr/>
          </p:nvGrpSpPr>
          <p:grpSpPr>
            <a:xfrm>
              <a:off x="5083276" y="2152624"/>
              <a:ext cx="548690" cy="177620"/>
              <a:chOff x="5083276" y="2152624"/>
              <a:chExt cx="548690" cy="177620"/>
            </a:xfrm>
          </p:grpSpPr>
          <p:pic>
            <p:nvPicPr>
              <p:cNvPr id="4415" name="Google Shape;4415;p4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083276" y="2162530"/>
                <a:ext cx="314351" cy="1677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16" name="Google Shape;4416;p4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421604" y="2152624"/>
                <a:ext cx="210362" cy="1775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17" name="Google Shape;4417;p44"/>
            <p:cNvGrpSpPr/>
            <p:nvPr/>
          </p:nvGrpSpPr>
          <p:grpSpPr>
            <a:xfrm>
              <a:off x="6043396" y="2201392"/>
              <a:ext cx="164237" cy="105206"/>
              <a:chOff x="6043396" y="2201392"/>
              <a:chExt cx="164237" cy="105206"/>
            </a:xfrm>
          </p:grpSpPr>
          <p:pic>
            <p:nvPicPr>
              <p:cNvPr id="4418" name="Google Shape;4418;p4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6043396" y="2201392"/>
                <a:ext cx="113648" cy="1052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19" name="Google Shape;4419;p44"/>
              <p:cNvSpPr/>
              <p:nvPr/>
            </p:nvSpPr>
            <p:spPr>
              <a:xfrm>
                <a:off x="6205728" y="2210562"/>
                <a:ext cx="1905" cy="75565"/>
              </a:xfrm>
              <a:custGeom>
                <a:rect b="b" l="l" r="r" t="t"/>
                <a:pathLst>
                  <a:path extrusionOk="0" h="75564" w="1904">
                    <a:moveTo>
                      <a:pt x="0" y="0"/>
                    </a:moveTo>
                    <a:lnTo>
                      <a:pt x="559" y="10287"/>
                    </a:lnTo>
                    <a:lnTo>
                      <a:pt x="1047" y="20574"/>
                    </a:lnTo>
                    <a:lnTo>
                      <a:pt x="1393" y="30861"/>
                    </a:lnTo>
                    <a:lnTo>
                      <a:pt x="1524" y="41148"/>
                    </a:lnTo>
                    <a:lnTo>
                      <a:pt x="1071" y="49720"/>
                    </a:lnTo>
                    <a:lnTo>
                      <a:pt x="762" y="58293"/>
                    </a:lnTo>
                    <a:lnTo>
                      <a:pt x="452" y="66865"/>
                    </a:lnTo>
                    <a:lnTo>
                      <a:pt x="0" y="75438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0" name="Google Shape;4420;p44"/>
            <p:cNvGrpSpPr/>
            <p:nvPr/>
          </p:nvGrpSpPr>
          <p:grpSpPr>
            <a:xfrm>
              <a:off x="6181343" y="2138171"/>
              <a:ext cx="222155" cy="139192"/>
              <a:chOff x="6181343" y="2138171"/>
              <a:chExt cx="222155" cy="139192"/>
            </a:xfrm>
          </p:grpSpPr>
          <p:sp>
            <p:nvSpPr>
              <p:cNvPr id="4421" name="Google Shape;4421;p44"/>
              <p:cNvSpPr/>
              <p:nvPr/>
            </p:nvSpPr>
            <p:spPr>
              <a:xfrm>
                <a:off x="6181343" y="2138171"/>
                <a:ext cx="21590" cy="3810"/>
              </a:xfrm>
              <a:custGeom>
                <a:rect b="b" l="l" r="r" t="t"/>
                <a:pathLst>
                  <a:path extrusionOk="0" h="3810" w="21589">
                    <a:moveTo>
                      <a:pt x="0" y="3810"/>
                    </a:moveTo>
                    <a:lnTo>
                      <a:pt x="10668" y="1524"/>
                    </a:lnTo>
                    <a:lnTo>
                      <a:pt x="13716" y="0"/>
                    </a:lnTo>
                    <a:lnTo>
                      <a:pt x="21336" y="76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2" name="Google Shape;4422;p44"/>
              <p:cNvSpPr/>
              <p:nvPr/>
            </p:nvSpPr>
            <p:spPr>
              <a:xfrm>
                <a:off x="6267449" y="2142743"/>
                <a:ext cx="6985" cy="134620"/>
              </a:xfrm>
              <a:custGeom>
                <a:rect b="b" l="l" r="r" t="t"/>
                <a:pathLst>
                  <a:path extrusionOk="0" h="134619" w="6985">
                    <a:moveTo>
                      <a:pt x="0" y="0"/>
                    </a:moveTo>
                    <a:lnTo>
                      <a:pt x="821" y="9715"/>
                    </a:lnTo>
                    <a:lnTo>
                      <a:pt x="2000" y="19431"/>
                    </a:lnTo>
                    <a:lnTo>
                      <a:pt x="3321" y="29146"/>
                    </a:lnTo>
                    <a:lnTo>
                      <a:pt x="4572" y="38862"/>
                    </a:lnTo>
                    <a:lnTo>
                      <a:pt x="5572" y="50292"/>
                    </a:lnTo>
                    <a:lnTo>
                      <a:pt x="6286" y="61722"/>
                    </a:lnTo>
                    <a:lnTo>
                      <a:pt x="6715" y="73152"/>
                    </a:lnTo>
                    <a:lnTo>
                      <a:pt x="6858" y="84582"/>
                    </a:lnTo>
                    <a:lnTo>
                      <a:pt x="6727" y="95559"/>
                    </a:lnTo>
                    <a:lnTo>
                      <a:pt x="6381" y="106680"/>
                    </a:lnTo>
                    <a:lnTo>
                      <a:pt x="5893" y="117800"/>
                    </a:lnTo>
                    <a:lnTo>
                      <a:pt x="5334" y="128778"/>
                    </a:lnTo>
                    <a:lnTo>
                      <a:pt x="5334" y="130302"/>
                    </a:lnTo>
                    <a:lnTo>
                      <a:pt x="5334" y="132588"/>
                    </a:lnTo>
                    <a:lnTo>
                      <a:pt x="5334" y="134112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3" name="Google Shape;4423;p44"/>
              <p:cNvSpPr/>
              <p:nvPr/>
            </p:nvSpPr>
            <p:spPr>
              <a:xfrm>
                <a:off x="6257448" y="2167889"/>
                <a:ext cx="146050" cy="100965"/>
              </a:xfrm>
              <a:custGeom>
                <a:rect b="b" l="l" r="r" t="t"/>
                <a:pathLst>
                  <a:path extrusionOk="0" h="100964" w="146050">
                    <a:moveTo>
                      <a:pt x="4667" y="42672"/>
                    </a:moveTo>
                    <a:lnTo>
                      <a:pt x="1012" y="33706"/>
                    </a:lnTo>
                    <a:lnTo>
                      <a:pt x="0" y="28098"/>
                    </a:lnTo>
                    <a:lnTo>
                      <a:pt x="2845" y="23491"/>
                    </a:lnTo>
                    <a:lnTo>
                      <a:pt x="43529" y="2286"/>
                    </a:lnTo>
                    <a:lnTo>
                      <a:pt x="51911" y="0"/>
                    </a:lnTo>
                    <a:lnTo>
                      <a:pt x="60293" y="0"/>
                    </a:lnTo>
                    <a:lnTo>
                      <a:pt x="70961" y="40386"/>
                    </a:lnTo>
                    <a:lnTo>
                      <a:pt x="70675" y="50184"/>
                    </a:lnTo>
                    <a:lnTo>
                      <a:pt x="69818" y="59340"/>
                    </a:lnTo>
                    <a:lnTo>
                      <a:pt x="68389" y="68353"/>
                    </a:lnTo>
                    <a:lnTo>
                      <a:pt x="66389" y="77724"/>
                    </a:lnTo>
                    <a:lnTo>
                      <a:pt x="65627" y="83058"/>
                    </a:lnTo>
                    <a:lnTo>
                      <a:pt x="58102" y="77819"/>
                    </a:lnTo>
                    <a:lnTo>
                      <a:pt x="59209" y="71711"/>
                    </a:lnTo>
                    <a:lnTo>
                      <a:pt x="84320" y="39600"/>
                    </a:lnTo>
                    <a:lnTo>
                      <a:pt x="119753" y="27955"/>
                    </a:lnTo>
                    <a:lnTo>
                      <a:pt x="128873" y="28194"/>
                    </a:lnTo>
                    <a:lnTo>
                      <a:pt x="136957" y="30360"/>
                    </a:lnTo>
                    <a:lnTo>
                      <a:pt x="142113" y="35242"/>
                    </a:lnTo>
                    <a:lnTo>
                      <a:pt x="144839" y="42124"/>
                    </a:lnTo>
                    <a:lnTo>
                      <a:pt x="145637" y="50292"/>
                    </a:lnTo>
                    <a:lnTo>
                      <a:pt x="144279" y="60495"/>
                    </a:lnTo>
                    <a:lnTo>
                      <a:pt x="120491" y="94488"/>
                    </a:lnTo>
                    <a:lnTo>
                      <a:pt x="116681" y="97536"/>
                    </a:lnTo>
                    <a:lnTo>
                      <a:pt x="107537" y="100584"/>
                    </a:lnTo>
                  </a:path>
                </a:pathLst>
              </a:custGeom>
              <a:noFill/>
              <a:ln cap="flat" cmpd="sng" w="229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24" name="Google Shape;4424;p44"/>
            <p:cNvGrpSpPr/>
            <p:nvPr/>
          </p:nvGrpSpPr>
          <p:grpSpPr>
            <a:xfrm>
              <a:off x="6737578" y="2076424"/>
              <a:ext cx="508400" cy="193598"/>
              <a:chOff x="6737578" y="2076424"/>
              <a:chExt cx="508400" cy="193598"/>
            </a:xfrm>
          </p:grpSpPr>
          <p:pic>
            <p:nvPicPr>
              <p:cNvPr id="4425" name="Google Shape;4425;p4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737578" y="2117572"/>
                <a:ext cx="112064" cy="15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6" name="Google Shape;4426;p4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6873214" y="2122144"/>
                <a:ext cx="207314" cy="1196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27" name="Google Shape;4427;p4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111720" y="2076424"/>
                <a:ext cx="134258" cy="153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28" name="Google Shape;4428;p44"/>
            <p:cNvSpPr/>
            <p:nvPr/>
          </p:nvSpPr>
          <p:spPr>
            <a:xfrm>
              <a:off x="4868417" y="2400300"/>
              <a:ext cx="2303145" cy="96520"/>
            </a:xfrm>
            <a:custGeom>
              <a:rect b="b" l="l" r="r" t="t"/>
              <a:pathLst>
                <a:path extrusionOk="0" h="96519" w="2303145">
                  <a:moveTo>
                    <a:pt x="0" y="93726"/>
                  </a:moveTo>
                  <a:lnTo>
                    <a:pt x="15513" y="89213"/>
                  </a:lnTo>
                  <a:lnTo>
                    <a:pt x="29813" y="86772"/>
                  </a:lnTo>
                  <a:lnTo>
                    <a:pt x="44255" y="85903"/>
                  </a:lnTo>
                  <a:lnTo>
                    <a:pt x="60198" y="86106"/>
                  </a:lnTo>
                  <a:lnTo>
                    <a:pt x="86475" y="87165"/>
                  </a:lnTo>
                  <a:lnTo>
                    <a:pt x="112680" y="88868"/>
                  </a:lnTo>
                  <a:lnTo>
                    <a:pt x="138743" y="90713"/>
                  </a:lnTo>
                  <a:lnTo>
                    <a:pt x="164592" y="92202"/>
                  </a:lnTo>
                  <a:lnTo>
                    <a:pt x="214503" y="94428"/>
                  </a:lnTo>
                  <a:lnTo>
                    <a:pt x="264414" y="95786"/>
                  </a:lnTo>
                  <a:lnTo>
                    <a:pt x="314325" y="96297"/>
                  </a:lnTo>
                  <a:lnTo>
                    <a:pt x="364236" y="95983"/>
                  </a:lnTo>
                  <a:lnTo>
                    <a:pt x="414147" y="94865"/>
                  </a:lnTo>
                  <a:lnTo>
                    <a:pt x="464058" y="92964"/>
                  </a:lnTo>
                  <a:lnTo>
                    <a:pt x="518922" y="89880"/>
                  </a:lnTo>
                  <a:lnTo>
                    <a:pt x="573786" y="86582"/>
                  </a:lnTo>
                  <a:lnTo>
                    <a:pt x="628650" y="83427"/>
                  </a:lnTo>
                  <a:lnTo>
                    <a:pt x="683514" y="80772"/>
                  </a:lnTo>
                  <a:lnTo>
                    <a:pt x="740544" y="78509"/>
                  </a:lnTo>
                  <a:lnTo>
                    <a:pt x="797433" y="76390"/>
                  </a:lnTo>
                  <a:lnTo>
                    <a:pt x="854321" y="74556"/>
                  </a:lnTo>
                  <a:lnTo>
                    <a:pt x="911352" y="73152"/>
                  </a:lnTo>
                  <a:lnTo>
                    <a:pt x="957608" y="71682"/>
                  </a:lnTo>
                  <a:lnTo>
                    <a:pt x="1003974" y="69994"/>
                  </a:lnTo>
                  <a:lnTo>
                    <a:pt x="1050377" y="68049"/>
                  </a:lnTo>
                  <a:lnTo>
                    <a:pt x="1096743" y="65812"/>
                  </a:lnTo>
                  <a:lnTo>
                    <a:pt x="1143000" y="63246"/>
                  </a:lnTo>
                  <a:lnTo>
                    <a:pt x="1190920" y="60880"/>
                  </a:lnTo>
                  <a:lnTo>
                    <a:pt x="1238695" y="58405"/>
                  </a:lnTo>
                  <a:lnTo>
                    <a:pt x="1286359" y="55894"/>
                  </a:lnTo>
                  <a:lnTo>
                    <a:pt x="1333951" y="53419"/>
                  </a:lnTo>
                  <a:lnTo>
                    <a:pt x="1381506" y="51054"/>
                  </a:lnTo>
                  <a:lnTo>
                    <a:pt x="1428140" y="48780"/>
                  </a:lnTo>
                  <a:lnTo>
                    <a:pt x="1474774" y="46579"/>
                  </a:lnTo>
                  <a:lnTo>
                    <a:pt x="1521409" y="44525"/>
                  </a:lnTo>
                  <a:lnTo>
                    <a:pt x="1568043" y="42690"/>
                  </a:lnTo>
                  <a:lnTo>
                    <a:pt x="1614678" y="41148"/>
                  </a:lnTo>
                  <a:lnTo>
                    <a:pt x="1670232" y="39981"/>
                  </a:lnTo>
                  <a:lnTo>
                    <a:pt x="1725930" y="38671"/>
                  </a:lnTo>
                  <a:lnTo>
                    <a:pt x="1781627" y="37076"/>
                  </a:lnTo>
                  <a:lnTo>
                    <a:pt x="1837182" y="35052"/>
                  </a:lnTo>
                  <a:lnTo>
                    <a:pt x="1888605" y="32932"/>
                  </a:lnTo>
                  <a:lnTo>
                    <a:pt x="1939956" y="30099"/>
                  </a:lnTo>
                  <a:lnTo>
                    <a:pt x="1991165" y="26693"/>
                  </a:lnTo>
                  <a:lnTo>
                    <a:pt x="2042160" y="22860"/>
                  </a:lnTo>
                  <a:lnTo>
                    <a:pt x="2084903" y="19180"/>
                  </a:lnTo>
                  <a:lnTo>
                    <a:pt x="2127504" y="15144"/>
                  </a:lnTo>
                  <a:lnTo>
                    <a:pt x="2170104" y="10965"/>
                  </a:lnTo>
                  <a:lnTo>
                    <a:pt x="2212848" y="6858"/>
                  </a:lnTo>
                  <a:lnTo>
                    <a:pt x="2235255" y="4607"/>
                  </a:lnTo>
                  <a:lnTo>
                    <a:pt x="2257806" y="2571"/>
                  </a:lnTo>
                  <a:lnTo>
                    <a:pt x="2280356" y="964"/>
                  </a:lnTo>
                  <a:lnTo>
                    <a:pt x="2302764" y="0"/>
                  </a:lnTo>
                  <a:lnTo>
                    <a:pt x="2290417" y="762"/>
                  </a:lnTo>
                  <a:lnTo>
                    <a:pt x="2278284" y="952"/>
                  </a:lnTo>
                  <a:lnTo>
                    <a:pt x="2266009" y="857"/>
                  </a:lnTo>
                  <a:lnTo>
                    <a:pt x="2253234" y="762"/>
                  </a:lnTo>
                </a:path>
              </a:pathLst>
            </a:custGeom>
            <a:noFill/>
            <a:ln cap="flat" cmpd="sng" w="229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9" name="Google Shape;4429;p44"/>
            <p:cNvSpPr/>
            <p:nvPr/>
          </p:nvSpPr>
          <p:spPr>
            <a:xfrm>
              <a:off x="4328921" y="3052572"/>
              <a:ext cx="40005" cy="29845"/>
            </a:xfrm>
            <a:custGeom>
              <a:rect b="b" l="l" r="r" t="t"/>
              <a:pathLst>
                <a:path extrusionOk="0" h="29844" w="40004">
                  <a:moveTo>
                    <a:pt x="0" y="9905"/>
                  </a:moveTo>
                  <a:lnTo>
                    <a:pt x="7108" y="7929"/>
                  </a:lnTo>
                  <a:lnTo>
                    <a:pt x="13430" y="6667"/>
                  </a:lnTo>
                  <a:lnTo>
                    <a:pt x="18752" y="7977"/>
                  </a:lnTo>
                  <a:lnTo>
                    <a:pt x="22860" y="13715"/>
                  </a:lnTo>
                  <a:lnTo>
                    <a:pt x="23622" y="16763"/>
                  </a:lnTo>
                  <a:lnTo>
                    <a:pt x="25146" y="23621"/>
                  </a:lnTo>
                  <a:lnTo>
                    <a:pt x="22860" y="26669"/>
                  </a:lnTo>
                  <a:lnTo>
                    <a:pt x="20574" y="29717"/>
                  </a:lnTo>
                  <a:lnTo>
                    <a:pt x="12192" y="28955"/>
                  </a:lnTo>
                  <a:lnTo>
                    <a:pt x="9144" y="27431"/>
                  </a:lnTo>
                  <a:lnTo>
                    <a:pt x="3810" y="22859"/>
                  </a:lnTo>
                  <a:lnTo>
                    <a:pt x="1524" y="15239"/>
                  </a:lnTo>
                  <a:lnTo>
                    <a:pt x="1523" y="9143"/>
                  </a:lnTo>
                  <a:lnTo>
                    <a:pt x="761" y="761"/>
                  </a:lnTo>
                  <a:lnTo>
                    <a:pt x="3809" y="761"/>
                  </a:lnTo>
                  <a:lnTo>
                    <a:pt x="11429" y="0"/>
                  </a:lnTo>
                  <a:lnTo>
                    <a:pt x="20574" y="0"/>
                  </a:lnTo>
                  <a:lnTo>
                    <a:pt x="26670" y="1523"/>
                  </a:lnTo>
                  <a:lnTo>
                    <a:pt x="33528" y="7619"/>
                  </a:lnTo>
                  <a:lnTo>
                    <a:pt x="38100" y="10667"/>
                  </a:lnTo>
                  <a:lnTo>
                    <a:pt x="39624" y="15239"/>
                  </a:lnTo>
                  <a:lnTo>
                    <a:pt x="39624" y="19811"/>
                  </a:lnTo>
                  <a:lnTo>
                    <a:pt x="39624" y="20573"/>
                  </a:lnTo>
                  <a:lnTo>
                    <a:pt x="39624" y="21335"/>
                  </a:lnTo>
                  <a:lnTo>
                    <a:pt x="39624" y="22097"/>
                  </a:lnTo>
                  <a:lnTo>
                    <a:pt x="34290" y="23621"/>
                  </a:lnTo>
                  <a:lnTo>
                    <a:pt x="25908" y="25907"/>
                  </a:lnTo>
                  <a:lnTo>
                    <a:pt x="22098" y="21335"/>
                  </a:lnTo>
                  <a:lnTo>
                    <a:pt x="19812" y="17525"/>
                  </a:lnTo>
                  <a:lnTo>
                    <a:pt x="19050" y="16001"/>
                  </a:lnTo>
                  <a:lnTo>
                    <a:pt x="19812" y="12953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0" name="Google Shape;4430;p44"/>
            <p:cNvGrpSpPr/>
            <p:nvPr/>
          </p:nvGrpSpPr>
          <p:grpSpPr>
            <a:xfrm>
              <a:off x="4651984" y="2939796"/>
              <a:ext cx="1037107" cy="213384"/>
              <a:chOff x="4651984" y="2939796"/>
              <a:chExt cx="1037107" cy="213384"/>
            </a:xfrm>
          </p:grpSpPr>
          <p:pic>
            <p:nvPicPr>
              <p:cNvPr id="4431" name="Google Shape;4431;p4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4651984" y="2942818"/>
                <a:ext cx="119684" cy="2103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32" name="Google Shape;4432;p44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4809718" y="2982442"/>
                <a:ext cx="341498" cy="16540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3" name="Google Shape;4433;p44"/>
              <p:cNvSpPr/>
              <p:nvPr/>
            </p:nvSpPr>
            <p:spPr>
              <a:xfrm>
                <a:off x="5187696" y="3017520"/>
                <a:ext cx="14604" cy="110489"/>
              </a:xfrm>
              <a:custGeom>
                <a:rect b="b" l="l" r="r" t="t"/>
                <a:pathLst>
                  <a:path extrusionOk="0" h="110489" w="14604">
                    <a:moveTo>
                      <a:pt x="0" y="0"/>
                    </a:moveTo>
                    <a:lnTo>
                      <a:pt x="6096" y="46482"/>
                    </a:lnTo>
                    <a:lnTo>
                      <a:pt x="6381" y="72009"/>
                    </a:lnTo>
                    <a:lnTo>
                      <a:pt x="6846" y="84843"/>
                    </a:lnTo>
                    <a:lnTo>
                      <a:pt x="8382" y="97536"/>
                    </a:lnTo>
                    <a:lnTo>
                      <a:pt x="10668" y="104394"/>
                    </a:lnTo>
                    <a:lnTo>
                      <a:pt x="10668" y="106680"/>
                    </a:lnTo>
                    <a:lnTo>
                      <a:pt x="14478" y="11048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34" name="Google Shape;4434;p44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5245154" y="2973298"/>
                <a:ext cx="175739" cy="14524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5" name="Google Shape;4435;p44"/>
              <p:cNvSpPr/>
              <p:nvPr/>
            </p:nvSpPr>
            <p:spPr>
              <a:xfrm>
                <a:off x="5455920" y="3004566"/>
                <a:ext cx="13970" cy="90805"/>
              </a:xfrm>
              <a:custGeom>
                <a:rect b="b" l="l" r="r" t="t"/>
                <a:pathLst>
                  <a:path extrusionOk="0" h="90805" w="13970">
                    <a:moveTo>
                      <a:pt x="0" y="0"/>
                    </a:moveTo>
                    <a:lnTo>
                      <a:pt x="2440" y="46982"/>
                    </a:lnTo>
                    <a:lnTo>
                      <a:pt x="3143" y="57530"/>
                    </a:lnTo>
                    <a:lnTo>
                      <a:pt x="3988" y="68079"/>
                    </a:lnTo>
                    <a:lnTo>
                      <a:pt x="5334" y="78486"/>
                    </a:lnTo>
                    <a:lnTo>
                      <a:pt x="6858" y="86106"/>
                    </a:lnTo>
                    <a:lnTo>
                      <a:pt x="6858" y="87630"/>
                    </a:lnTo>
                    <a:lnTo>
                      <a:pt x="13716" y="9067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36" name="Google Shape;4436;p44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>
                <a:off x="5503138" y="2990824"/>
                <a:ext cx="77774" cy="995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37" name="Google Shape;4437;p44"/>
              <p:cNvSpPr/>
              <p:nvPr/>
            </p:nvSpPr>
            <p:spPr>
              <a:xfrm>
                <a:off x="5615940" y="2990088"/>
                <a:ext cx="5080" cy="96520"/>
              </a:xfrm>
              <a:custGeom>
                <a:rect b="b" l="l" r="r" t="t"/>
                <a:pathLst>
                  <a:path extrusionOk="0" h="96519" w="5079">
                    <a:moveTo>
                      <a:pt x="3048" y="0"/>
                    </a:moveTo>
                    <a:lnTo>
                      <a:pt x="3607" y="9715"/>
                    </a:lnTo>
                    <a:lnTo>
                      <a:pt x="4095" y="19431"/>
                    </a:lnTo>
                    <a:lnTo>
                      <a:pt x="4441" y="29146"/>
                    </a:lnTo>
                    <a:lnTo>
                      <a:pt x="4572" y="38862"/>
                    </a:lnTo>
                    <a:lnTo>
                      <a:pt x="4548" y="48339"/>
                    </a:lnTo>
                    <a:lnTo>
                      <a:pt x="762" y="89154"/>
                    </a:lnTo>
                    <a:lnTo>
                      <a:pt x="0" y="9601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8" name="Google Shape;4438;p44"/>
              <p:cNvSpPr/>
              <p:nvPr/>
            </p:nvSpPr>
            <p:spPr>
              <a:xfrm>
                <a:off x="5624322" y="2939796"/>
                <a:ext cx="64769" cy="135890"/>
              </a:xfrm>
              <a:custGeom>
                <a:rect b="b" l="l" r="r" t="t"/>
                <a:pathLst>
                  <a:path extrusionOk="0" h="135889" w="64770">
                    <a:moveTo>
                      <a:pt x="0" y="73151"/>
                    </a:moveTo>
                    <a:lnTo>
                      <a:pt x="32004" y="103631"/>
                    </a:lnTo>
                    <a:lnTo>
                      <a:pt x="45053" y="118109"/>
                    </a:lnTo>
                    <a:lnTo>
                      <a:pt x="51613" y="125491"/>
                    </a:lnTo>
                    <a:lnTo>
                      <a:pt x="58674" y="132587"/>
                    </a:lnTo>
                    <a:lnTo>
                      <a:pt x="60960" y="134873"/>
                    </a:lnTo>
                    <a:lnTo>
                      <a:pt x="61722" y="134873"/>
                    </a:lnTo>
                    <a:lnTo>
                      <a:pt x="64008" y="135635"/>
                    </a:lnTo>
                    <a:lnTo>
                      <a:pt x="64770" y="128777"/>
                    </a:lnTo>
                    <a:lnTo>
                      <a:pt x="64770" y="121157"/>
                    </a:lnTo>
                    <a:lnTo>
                      <a:pt x="64770" y="113537"/>
                    </a:lnTo>
                    <a:lnTo>
                      <a:pt x="62519" y="71318"/>
                    </a:lnTo>
                    <a:lnTo>
                      <a:pt x="51434" y="28289"/>
                    </a:lnTo>
                    <a:lnTo>
                      <a:pt x="46053" y="14180"/>
                    </a:lnTo>
                    <a:lnTo>
                      <a:pt x="40385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439" name="Google Shape;4439;p4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051778" y="2928959"/>
              <a:ext cx="160832" cy="1388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40" name="Google Shape;4440;p44"/>
            <p:cNvGrpSpPr/>
            <p:nvPr/>
          </p:nvGrpSpPr>
          <p:grpSpPr>
            <a:xfrm>
              <a:off x="6563509" y="2854426"/>
              <a:ext cx="943668" cy="177596"/>
              <a:chOff x="6563509" y="2854426"/>
              <a:chExt cx="943668" cy="177596"/>
            </a:xfrm>
          </p:grpSpPr>
          <p:pic>
            <p:nvPicPr>
              <p:cNvPr id="4441" name="Google Shape;4441;p44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6563509" y="2859855"/>
                <a:ext cx="376407" cy="1721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42" name="Google Shape;4442;p44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6981990" y="2877286"/>
                <a:ext cx="77012" cy="1201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43" name="Google Shape;4443;p44"/>
              <p:cNvPicPr preferRelativeResize="0"/>
              <p:nvPr/>
            </p:nvPicPr>
            <p:blipFill rotWithShape="1">
              <a:blip r:embed="rId17">
                <a:alphaModFix/>
              </a:blip>
              <a:srcRect b="0" l="0" r="0" t="0"/>
              <a:stretch/>
            </p:blipFill>
            <p:spPr>
              <a:xfrm>
                <a:off x="7080478" y="2854426"/>
                <a:ext cx="426699" cy="1471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44" name="Google Shape;4444;p44"/>
            <p:cNvGrpSpPr/>
            <p:nvPr/>
          </p:nvGrpSpPr>
          <p:grpSpPr>
            <a:xfrm>
              <a:off x="7571206" y="2801086"/>
              <a:ext cx="497636" cy="190550"/>
              <a:chOff x="7571206" y="2801086"/>
              <a:chExt cx="497636" cy="190550"/>
            </a:xfrm>
          </p:grpSpPr>
          <p:pic>
            <p:nvPicPr>
              <p:cNvPr id="4445" name="Google Shape;4445;p44"/>
              <p:cNvPicPr preferRelativeResize="0"/>
              <p:nvPr/>
            </p:nvPicPr>
            <p:blipFill rotWithShape="1">
              <a:blip r:embed="rId18">
                <a:alphaModFix/>
              </a:blip>
              <a:srcRect b="0" l="0" r="0" t="0"/>
              <a:stretch/>
            </p:blipFill>
            <p:spPr>
              <a:xfrm>
                <a:off x="7571206" y="2838424"/>
                <a:ext cx="117398" cy="14940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46" name="Google Shape;4446;p44"/>
              <p:cNvPicPr preferRelativeResize="0"/>
              <p:nvPr/>
            </p:nvPicPr>
            <p:blipFill rotWithShape="1">
              <a:blip r:embed="rId19">
                <a:alphaModFix/>
              </a:blip>
              <a:srcRect b="0" l="0" r="0" t="0"/>
              <a:stretch/>
            </p:blipFill>
            <p:spPr>
              <a:xfrm>
                <a:off x="7724368" y="2801086"/>
                <a:ext cx="344474" cy="1905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47" name="Google Shape;4447;p44"/>
            <p:cNvGrpSpPr/>
            <p:nvPr/>
          </p:nvGrpSpPr>
          <p:grpSpPr>
            <a:xfrm>
              <a:off x="8390225" y="2697454"/>
              <a:ext cx="880291" cy="210481"/>
              <a:chOff x="8390225" y="2697454"/>
              <a:chExt cx="880291" cy="210481"/>
            </a:xfrm>
          </p:grpSpPr>
          <p:pic>
            <p:nvPicPr>
              <p:cNvPr id="4448" name="Google Shape;4448;p44"/>
              <p:cNvPicPr preferRelativeResize="0"/>
              <p:nvPr/>
            </p:nvPicPr>
            <p:blipFill rotWithShape="1">
              <a:blip r:embed="rId20">
                <a:alphaModFix/>
              </a:blip>
              <a:srcRect b="0" l="0" r="0" t="0"/>
              <a:stretch/>
            </p:blipFill>
            <p:spPr>
              <a:xfrm>
                <a:off x="8390225" y="2740888"/>
                <a:ext cx="181537" cy="16704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49" name="Google Shape;4449;p44"/>
              <p:cNvPicPr preferRelativeResize="0"/>
              <p:nvPr/>
            </p:nvPicPr>
            <p:blipFill rotWithShape="1">
              <a:blip r:embed="rId21">
                <a:alphaModFix/>
              </a:blip>
              <a:srcRect b="0" l="0" r="0" t="0"/>
              <a:stretch/>
            </p:blipFill>
            <p:spPr>
              <a:xfrm>
                <a:off x="8602954" y="2741888"/>
                <a:ext cx="316280" cy="151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50" name="Google Shape;4450;p44"/>
              <p:cNvPicPr preferRelativeResize="0"/>
              <p:nvPr/>
            </p:nvPicPr>
            <p:blipFill rotWithShape="1">
              <a:blip r:embed="rId22">
                <a:alphaModFix/>
              </a:blip>
              <a:srcRect b="0" l="0" r="0" t="0"/>
              <a:stretch/>
            </p:blipFill>
            <p:spPr>
              <a:xfrm>
                <a:off x="8945092" y="2716504"/>
                <a:ext cx="115112" cy="1349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51" name="Google Shape;4451;p44"/>
              <p:cNvPicPr preferRelativeResize="0"/>
              <p:nvPr/>
            </p:nvPicPr>
            <p:blipFill rotWithShape="1">
              <a:blip r:embed="rId23">
                <a:alphaModFix/>
              </a:blip>
              <a:srcRect b="0" l="0" r="0" t="0"/>
              <a:stretch/>
            </p:blipFill>
            <p:spPr>
              <a:xfrm>
                <a:off x="9089110" y="2697454"/>
                <a:ext cx="181406" cy="148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52" name="Google Shape;4452;p44"/>
            <p:cNvSpPr/>
            <p:nvPr/>
          </p:nvSpPr>
          <p:spPr>
            <a:xfrm>
              <a:off x="9371076" y="2729483"/>
              <a:ext cx="24130" cy="3810"/>
            </a:xfrm>
            <a:custGeom>
              <a:rect b="b" l="l" r="r" t="t"/>
              <a:pathLst>
                <a:path extrusionOk="0" h="3810" w="24129">
                  <a:moveTo>
                    <a:pt x="23622" y="2286"/>
                  </a:moveTo>
                  <a:lnTo>
                    <a:pt x="11430" y="3048"/>
                  </a:lnTo>
                  <a:lnTo>
                    <a:pt x="7620" y="3810"/>
                  </a:lnTo>
                  <a:lnTo>
                    <a:pt x="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3" name="Google Shape;4453;p44"/>
            <p:cNvSpPr/>
            <p:nvPr/>
          </p:nvSpPr>
          <p:spPr>
            <a:xfrm>
              <a:off x="5437632" y="3986784"/>
              <a:ext cx="527685" cy="98425"/>
            </a:xfrm>
            <a:custGeom>
              <a:rect b="b" l="l" r="r" t="t"/>
              <a:pathLst>
                <a:path extrusionOk="0" h="98425" w="527685">
                  <a:moveTo>
                    <a:pt x="0" y="98298"/>
                  </a:moveTo>
                  <a:lnTo>
                    <a:pt x="26967" y="97821"/>
                  </a:lnTo>
                  <a:lnTo>
                    <a:pt x="53435" y="93916"/>
                  </a:lnTo>
                  <a:lnTo>
                    <a:pt x="80045" y="88011"/>
                  </a:lnTo>
                  <a:lnTo>
                    <a:pt x="107442" y="81534"/>
                  </a:lnTo>
                  <a:lnTo>
                    <a:pt x="161758" y="70544"/>
                  </a:lnTo>
                  <a:lnTo>
                    <a:pt x="216217" y="61626"/>
                  </a:lnTo>
                  <a:lnTo>
                    <a:pt x="270962" y="54852"/>
                  </a:lnTo>
                  <a:lnTo>
                    <a:pt x="326136" y="50292"/>
                  </a:lnTo>
                  <a:lnTo>
                    <a:pt x="392430" y="48482"/>
                  </a:lnTo>
                  <a:lnTo>
                    <a:pt x="425577" y="47398"/>
                  </a:lnTo>
                  <a:lnTo>
                    <a:pt x="474249" y="43124"/>
                  </a:lnTo>
                  <a:lnTo>
                    <a:pt x="519684" y="30480"/>
                  </a:lnTo>
                  <a:lnTo>
                    <a:pt x="526542" y="27432"/>
                  </a:lnTo>
                  <a:lnTo>
                    <a:pt x="526542" y="25908"/>
                  </a:lnTo>
                  <a:lnTo>
                    <a:pt x="527304" y="19812"/>
                  </a:lnTo>
                  <a:lnTo>
                    <a:pt x="522731" y="16764"/>
                  </a:lnTo>
                  <a:lnTo>
                    <a:pt x="516636" y="15240"/>
                  </a:lnTo>
                  <a:lnTo>
                    <a:pt x="512826" y="12192"/>
                  </a:lnTo>
                  <a:lnTo>
                    <a:pt x="507492" y="6858"/>
                  </a:lnTo>
                  <a:lnTo>
                    <a:pt x="505206" y="4572"/>
                  </a:lnTo>
                  <a:lnTo>
                    <a:pt x="502920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54" name="Google Shape;4454;p44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279271" y="3826738"/>
              <a:ext cx="73298" cy="792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5" name="Google Shape;4455;p44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4813528" y="3803878"/>
              <a:ext cx="219506" cy="15397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56" name="Google Shape;4456;p44"/>
            <p:cNvGrpSpPr/>
            <p:nvPr/>
          </p:nvGrpSpPr>
          <p:grpSpPr>
            <a:xfrm>
              <a:off x="5396484" y="3758184"/>
              <a:ext cx="570102" cy="176149"/>
              <a:chOff x="5396484" y="3758184"/>
              <a:chExt cx="570102" cy="176149"/>
            </a:xfrm>
          </p:grpSpPr>
          <p:sp>
            <p:nvSpPr>
              <p:cNvPr id="4457" name="Google Shape;4457;p44"/>
              <p:cNvSpPr/>
              <p:nvPr/>
            </p:nvSpPr>
            <p:spPr>
              <a:xfrm>
                <a:off x="5407914" y="3786378"/>
                <a:ext cx="24130" cy="147955"/>
              </a:xfrm>
              <a:custGeom>
                <a:rect b="b" l="l" r="r" t="t"/>
                <a:pathLst>
                  <a:path extrusionOk="0" h="147954" w="24129">
                    <a:moveTo>
                      <a:pt x="2286" y="0"/>
                    </a:moveTo>
                    <a:lnTo>
                      <a:pt x="964" y="8131"/>
                    </a:lnTo>
                    <a:lnTo>
                      <a:pt x="285" y="16478"/>
                    </a:lnTo>
                    <a:lnTo>
                      <a:pt x="35" y="24967"/>
                    </a:lnTo>
                    <a:lnTo>
                      <a:pt x="0" y="33528"/>
                    </a:lnTo>
                    <a:lnTo>
                      <a:pt x="1535" y="49530"/>
                    </a:lnTo>
                    <a:lnTo>
                      <a:pt x="9144" y="97536"/>
                    </a:lnTo>
                    <a:lnTo>
                      <a:pt x="22098" y="144018"/>
                    </a:lnTo>
                    <a:lnTo>
                      <a:pt x="22098" y="145542"/>
                    </a:lnTo>
                    <a:lnTo>
                      <a:pt x="22860" y="147066"/>
                    </a:lnTo>
                    <a:lnTo>
                      <a:pt x="23622" y="14782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8" name="Google Shape;4458;p44"/>
              <p:cNvSpPr/>
              <p:nvPr/>
            </p:nvSpPr>
            <p:spPr>
              <a:xfrm>
                <a:off x="5396484" y="3775710"/>
                <a:ext cx="144145" cy="146685"/>
              </a:xfrm>
              <a:custGeom>
                <a:rect b="b" l="l" r="r" t="t"/>
                <a:pathLst>
                  <a:path extrusionOk="0" h="146685" w="144145">
                    <a:moveTo>
                      <a:pt x="0" y="26670"/>
                    </a:moveTo>
                    <a:lnTo>
                      <a:pt x="39624" y="54864"/>
                    </a:lnTo>
                    <a:lnTo>
                      <a:pt x="47351" y="62103"/>
                    </a:lnTo>
                    <a:lnTo>
                      <a:pt x="55721" y="69342"/>
                    </a:lnTo>
                    <a:lnTo>
                      <a:pt x="64805" y="75438"/>
                    </a:lnTo>
                    <a:lnTo>
                      <a:pt x="74676" y="79248"/>
                    </a:lnTo>
                    <a:lnTo>
                      <a:pt x="83010" y="80117"/>
                    </a:lnTo>
                    <a:lnTo>
                      <a:pt x="89916" y="78200"/>
                    </a:lnTo>
                    <a:lnTo>
                      <a:pt x="109906" y="34682"/>
                    </a:lnTo>
                    <a:lnTo>
                      <a:pt x="112014" y="16002"/>
                    </a:lnTo>
                    <a:lnTo>
                      <a:pt x="111252" y="7620"/>
                    </a:lnTo>
                    <a:lnTo>
                      <a:pt x="112776" y="0"/>
                    </a:lnTo>
                    <a:lnTo>
                      <a:pt x="113538" y="3810"/>
                    </a:lnTo>
                    <a:lnTo>
                      <a:pt x="115062" y="11430"/>
                    </a:lnTo>
                    <a:lnTo>
                      <a:pt x="115823" y="16002"/>
                    </a:lnTo>
                    <a:lnTo>
                      <a:pt x="117288" y="29587"/>
                    </a:lnTo>
                    <a:lnTo>
                      <a:pt x="118395" y="42957"/>
                    </a:lnTo>
                    <a:lnTo>
                      <a:pt x="119360" y="56185"/>
                    </a:lnTo>
                    <a:lnTo>
                      <a:pt x="120396" y="69342"/>
                    </a:lnTo>
                    <a:lnTo>
                      <a:pt x="124039" y="112954"/>
                    </a:lnTo>
                    <a:lnTo>
                      <a:pt x="140208" y="146304"/>
                    </a:lnTo>
                    <a:lnTo>
                      <a:pt x="141732" y="145542"/>
                    </a:lnTo>
                    <a:lnTo>
                      <a:pt x="142494" y="144780"/>
                    </a:lnTo>
                    <a:lnTo>
                      <a:pt x="144018" y="14478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9" name="Google Shape;4459;p44"/>
              <p:cNvSpPr/>
              <p:nvPr/>
            </p:nvSpPr>
            <p:spPr>
              <a:xfrm>
                <a:off x="5558790" y="3803142"/>
                <a:ext cx="53975" cy="95250"/>
              </a:xfrm>
              <a:custGeom>
                <a:rect b="b" l="l" r="r" t="t"/>
                <a:pathLst>
                  <a:path extrusionOk="0" h="95250" w="53975">
                    <a:moveTo>
                      <a:pt x="13715" y="9905"/>
                    </a:moveTo>
                    <a:lnTo>
                      <a:pt x="6000" y="21407"/>
                    </a:lnTo>
                    <a:lnTo>
                      <a:pt x="1714" y="30479"/>
                    </a:lnTo>
                    <a:lnTo>
                      <a:pt x="0" y="40124"/>
                    </a:lnTo>
                    <a:lnTo>
                      <a:pt x="0" y="53339"/>
                    </a:lnTo>
                    <a:lnTo>
                      <a:pt x="14477" y="89153"/>
                    </a:lnTo>
                    <a:lnTo>
                      <a:pt x="28289" y="95154"/>
                    </a:lnTo>
                    <a:lnTo>
                      <a:pt x="36016" y="94833"/>
                    </a:lnTo>
                    <a:lnTo>
                      <a:pt x="42671" y="91439"/>
                    </a:lnTo>
                    <a:lnTo>
                      <a:pt x="48625" y="83343"/>
                    </a:lnTo>
                    <a:lnTo>
                      <a:pt x="52006" y="73532"/>
                    </a:lnTo>
                    <a:lnTo>
                      <a:pt x="53387" y="63150"/>
                    </a:lnTo>
                    <a:lnTo>
                      <a:pt x="53339" y="53339"/>
                    </a:lnTo>
                    <a:lnTo>
                      <a:pt x="33527" y="15239"/>
                    </a:lnTo>
                    <a:lnTo>
                      <a:pt x="19049" y="6857"/>
                    </a:lnTo>
                    <a:lnTo>
                      <a:pt x="16763" y="2285"/>
                    </a:lnTo>
                    <a:lnTo>
                      <a:pt x="16763" y="1523"/>
                    </a:lnTo>
                    <a:lnTo>
                      <a:pt x="16763" y="761"/>
                    </a:lnTo>
                    <a:lnTo>
                      <a:pt x="1676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0" name="Google Shape;4460;p44"/>
              <p:cNvSpPr/>
              <p:nvPr/>
            </p:nvSpPr>
            <p:spPr>
              <a:xfrm>
                <a:off x="5652516" y="3786378"/>
                <a:ext cx="17780" cy="116205"/>
              </a:xfrm>
              <a:custGeom>
                <a:rect b="b" l="l" r="r" t="t"/>
                <a:pathLst>
                  <a:path extrusionOk="0" h="116204" w="17779">
                    <a:moveTo>
                      <a:pt x="0" y="0"/>
                    </a:moveTo>
                    <a:lnTo>
                      <a:pt x="12192" y="44196"/>
                    </a:lnTo>
                    <a:lnTo>
                      <a:pt x="16799" y="83308"/>
                    </a:lnTo>
                    <a:lnTo>
                      <a:pt x="17526" y="106680"/>
                    </a:lnTo>
                    <a:lnTo>
                      <a:pt x="17526" y="108966"/>
                    </a:lnTo>
                    <a:lnTo>
                      <a:pt x="17526" y="11582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1" name="Google Shape;4461;p44"/>
              <p:cNvSpPr/>
              <p:nvPr/>
            </p:nvSpPr>
            <p:spPr>
              <a:xfrm>
                <a:off x="5646420" y="3782282"/>
                <a:ext cx="88900" cy="130175"/>
              </a:xfrm>
              <a:custGeom>
                <a:rect b="b" l="l" r="r" t="t"/>
                <a:pathLst>
                  <a:path extrusionOk="0" h="130175" w="88900">
                    <a:moveTo>
                      <a:pt x="0" y="7905"/>
                    </a:moveTo>
                    <a:lnTo>
                      <a:pt x="12418" y="1988"/>
                    </a:lnTo>
                    <a:lnTo>
                      <a:pt x="22764" y="0"/>
                    </a:lnTo>
                    <a:lnTo>
                      <a:pt x="33539" y="1583"/>
                    </a:lnTo>
                    <a:lnTo>
                      <a:pt x="69151" y="18954"/>
                    </a:lnTo>
                    <a:lnTo>
                      <a:pt x="88522" y="51125"/>
                    </a:lnTo>
                    <a:lnTo>
                      <a:pt x="87344" y="63150"/>
                    </a:lnTo>
                    <a:lnTo>
                      <a:pt x="67079" y="96535"/>
                    </a:lnTo>
                    <a:lnTo>
                      <a:pt x="34290" y="125253"/>
                    </a:lnTo>
                    <a:lnTo>
                      <a:pt x="26670" y="128301"/>
                    </a:lnTo>
                    <a:lnTo>
                      <a:pt x="25146" y="129825"/>
                    </a:lnTo>
                    <a:lnTo>
                      <a:pt x="20574" y="12906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2" name="Google Shape;4462;p44"/>
              <p:cNvSpPr/>
              <p:nvPr/>
            </p:nvSpPr>
            <p:spPr>
              <a:xfrm>
                <a:off x="5745170" y="3773424"/>
                <a:ext cx="78105" cy="128270"/>
              </a:xfrm>
              <a:custGeom>
                <a:rect b="b" l="l" r="r" t="t"/>
                <a:pathLst>
                  <a:path extrusionOk="0" h="128270" w="78104">
                    <a:moveTo>
                      <a:pt x="7929" y="0"/>
                    </a:moveTo>
                    <a:lnTo>
                      <a:pt x="2905" y="11572"/>
                    </a:lnTo>
                    <a:lnTo>
                      <a:pt x="309" y="20574"/>
                    </a:lnTo>
                    <a:lnTo>
                      <a:pt x="0" y="29575"/>
                    </a:lnTo>
                    <a:lnTo>
                      <a:pt x="1833" y="41148"/>
                    </a:lnTo>
                    <a:lnTo>
                      <a:pt x="4691" y="52566"/>
                    </a:lnTo>
                    <a:lnTo>
                      <a:pt x="7548" y="63912"/>
                    </a:lnTo>
                    <a:lnTo>
                      <a:pt x="10406" y="75116"/>
                    </a:lnTo>
                    <a:lnTo>
                      <a:pt x="13263" y="86106"/>
                    </a:lnTo>
                    <a:lnTo>
                      <a:pt x="15347" y="94666"/>
                    </a:lnTo>
                    <a:lnTo>
                      <a:pt x="31551" y="128016"/>
                    </a:lnTo>
                    <a:lnTo>
                      <a:pt x="38409" y="127254"/>
                    </a:lnTo>
                    <a:lnTo>
                      <a:pt x="70794" y="101441"/>
                    </a:lnTo>
                    <a:lnTo>
                      <a:pt x="74556" y="95619"/>
                    </a:lnTo>
                    <a:lnTo>
                      <a:pt x="78033" y="8915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3" name="Google Shape;4463;p44"/>
              <p:cNvSpPr/>
              <p:nvPr/>
            </p:nvSpPr>
            <p:spPr>
              <a:xfrm>
                <a:off x="5775960" y="3823716"/>
                <a:ext cx="34290" cy="15240"/>
              </a:xfrm>
              <a:custGeom>
                <a:rect b="b" l="l" r="r" t="t"/>
                <a:pathLst>
                  <a:path extrusionOk="0" h="15239" w="34289">
                    <a:moveTo>
                      <a:pt x="0" y="15239"/>
                    </a:moveTo>
                    <a:lnTo>
                      <a:pt x="31242" y="1523"/>
                    </a:lnTo>
                    <a:lnTo>
                      <a:pt x="32766" y="761"/>
                    </a:lnTo>
                    <a:lnTo>
                      <a:pt x="3429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4" name="Google Shape;4464;p44"/>
              <p:cNvSpPr/>
              <p:nvPr/>
            </p:nvSpPr>
            <p:spPr>
              <a:xfrm>
                <a:off x="5765292" y="3768852"/>
                <a:ext cx="37465" cy="26034"/>
              </a:xfrm>
              <a:custGeom>
                <a:rect b="b" l="l" r="r" t="t"/>
                <a:pathLst>
                  <a:path extrusionOk="0" h="26035" w="37464">
                    <a:moveTo>
                      <a:pt x="0" y="25908"/>
                    </a:moveTo>
                    <a:lnTo>
                      <a:pt x="8620" y="17252"/>
                    </a:lnTo>
                    <a:lnTo>
                      <a:pt x="16954" y="10953"/>
                    </a:lnTo>
                    <a:lnTo>
                      <a:pt x="26146" y="5655"/>
                    </a:lnTo>
                    <a:lnTo>
                      <a:pt x="37337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5" name="Google Shape;4465;p44"/>
              <p:cNvSpPr/>
              <p:nvPr/>
            </p:nvSpPr>
            <p:spPr>
              <a:xfrm>
                <a:off x="5852922" y="3758184"/>
                <a:ext cx="113664" cy="152400"/>
              </a:xfrm>
              <a:custGeom>
                <a:rect b="b" l="l" r="r" t="t"/>
                <a:pathLst>
                  <a:path extrusionOk="0" h="152400" w="113664">
                    <a:moveTo>
                      <a:pt x="4572" y="0"/>
                    </a:moveTo>
                    <a:lnTo>
                      <a:pt x="2571" y="11275"/>
                    </a:lnTo>
                    <a:lnTo>
                      <a:pt x="1143" y="21621"/>
                    </a:lnTo>
                    <a:lnTo>
                      <a:pt x="285" y="31825"/>
                    </a:lnTo>
                    <a:lnTo>
                      <a:pt x="0" y="42672"/>
                    </a:lnTo>
                    <a:lnTo>
                      <a:pt x="488" y="53399"/>
                    </a:lnTo>
                    <a:lnTo>
                      <a:pt x="1619" y="63912"/>
                    </a:lnTo>
                    <a:lnTo>
                      <a:pt x="2893" y="74283"/>
                    </a:lnTo>
                    <a:lnTo>
                      <a:pt x="3810" y="84582"/>
                    </a:lnTo>
                    <a:lnTo>
                      <a:pt x="3929" y="100000"/>
                    </a:lnTo>
                    <a:lnTo>
                      <a:pt x="3619" y="115347"/>
                    </a:lnTo>
                    <a:lnTo>
                      <a:pt x="3595" y="130552"/>
                    </a:lnTo>
                    <a:lnTo>
                      <a:pt x="4572" y="145542"/>
                    </a:lnTo>
                    <a:lnTo>
                      <a:pt x="4572" y="152400"/>
                    </a:lnTo>
                    <a:lnTo>
                      <a:pt x="15240" y="150876"/>
                    </a:lnTo>
                    <a:lnTo>
                      <a:pt x="19812" y="149352"/>
                    </a:lnTo>
                    <a:lnTo>
                      <a:pt x="36599" y="143839"/>
                    </a:lnTo>
                    <a:lnTo>
                      <a:pt x="52959" y="137255"/>
                    </a:lnTo>
                    <a:lnTo>
                      <a:pt x="69318" y="130813"/>
                    </a:lnTo>
                    <a:lnTo>
                      <a:pt x="86106" y="125729"/>
                    </a:lnTo>
                    <a:lnTo>
                      <a:pt x="102798" y="122277"/>
                    </a:lnTo>
                    <a:lnTo>
                      <a:pt x="111061" y="120967"/>
                    </a:lnTo>
                    <a:lnTo>
                      <a:pt x="113323" y="121658"/>
                    </a:lnTo>
                    <a:lnTo>
                      <a:pt x="112014" y="124205"/>
                    </a:lnTo>
                    <a:lnTo>
                      <a:pt x="110490" y="124967"/>
                    </a:lnTo>
                    <a:lnTo>
                      <a:pt x="108966" y="125729"/>
                    </a:lnTo>
                    <a:lnTo>
                      <a:pt x="107442" y="127253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6" name="Google Shape;4466;p44"/>
            <p:cNvGrpSpPr/>
            <p:nvPr/>
          </p:nvGrpSpPr>
          <p:grpSpPr>
            <a:xfrm>
              <a:off x="6310121" y="3732276"/>
              <a:ext cx="176022" cy="150241"/>
              <a:chOff x="6310121" y="3732276"/>
              <a:chExt cx="176022" cy="150241"/>
            </a:xfrm>
          </p:grpSpPr>
          <p:sp>
            <p:nvSpPr>
              <p:cNvPr id="4467" name="Google Shape;4467;p44"/>
              <p:cNvSpPr/>
              <p:nvPr/>
            </p:nvSpPr>
            <p:spPr>
              <a:xfrm>
                <a:off x="6342125" y="3799332"/>
                <a:ext cx="7620" cy="83185"/>
              </a:xfrm>
              <a:custGeom>
                <a:rect b="b" l="l" r="r" t="t"/>
                <a:pathLst>
                  <a:path extrusionOk="0" h="83185" w="7620">
                    <a:moveTo>
                      <a:pt x="0" y="0"/>
                    </a:moveTo>
                    <a:lnTo>
                      <a:pt x="1273" y="10977"/>
                    </a:lnTo>
                    <a:lnTo>
                      <a:pt x="2762" y="22097"/>
                    </a:lnTo>
                    <a:lnTo>
                      <a:pt x="4393" y="33218"/>
                    </a:lnTo>
                    <a:lnTo>
                      <a:pt x="6096" y="44196"/>
                    </a:lnTo>
                    <a:lnTo>
                      <a:pt x="6977" y="53209"/>
                    </a:lnTo>
                    <a:lnTo>
                      <a:pt x="7429" y="62007"/>
                    </a:lnTo>
                    <a:lnTo>
                      <a:pt x="7596" y="70663"/>
                    </a:lnTo>
                    <a:lnTo>
                      <a:pt x="7620" y="79248"/>
                    </a:lnTo>
                    <a:lnTo>
                      <a:pt x="7620" y="80772"/>
                    </a:lnTo>
                    <a:lnTo>
                      <a:pt x="7620" y="81534"/>
                    </a:lnTo>
                    <a:lnTo>
                      <a:pt x="7620" y="83058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8" name="Google Shape;4468;p44"/>
              <p:cNvSpPr/>
              <p:nvPr/>
            </p:nvSpPr>
            <p:spPr>
              <a:xfrm>
                <a:off x="6310121" y="3732276"/>
                <a:ext cx="24130" cy="22860"/>
              </a:xfrm>
              <a:custGeom>
                <a:rect b="b" l="l" r="r" t="t"/>
                <a:pathLst>
                  <a:path extrusionOk="0" h="22860" w="2412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4" y="22859"/>
                    </a:lnTo>
                    <a:lnTo>
                      <a:pt x="18288" y="22859"/>
                    </a:lnTo>
                    <a:lnTo>
                      <a:pt x="23622" y="17525"/>
                    </a:lnTo>
                    <a:lnTo>
                      <a:pt x="23622" y="11429"/>
                    </a:lnTo>
                    <a:lnTo>
                      <a:pt x="23622" y="5333"/>
                    </a:lnTo>
                    <a:lnTo>
                      <a:pt x="18288" y="0"/>
                    </a:lnTo>
                    <a:lnTo>
                      <a:pt x="5334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9" name="Google Shape;4469;p44"/>
              <p:cNvSpPr/>
              <p:nvPr/>
            </p:nvSpPr>
            <p:spPr>
              <a:xfrm>
                <a:off x="6390893" y="3769804"/>
                <a:ext cx="95250" cy="107314"/>
              </a:xfrm>
              <a:custGeom>
                <a:rect b="b" l="l" r="r" t="t"/>
                <a:pathLst>
                  <a:path extrusionOk="0" h="107314" w="95250">
                    <a:moveTo>
                      <a:pt x="63246" y="2095"/>
                    </a:moveTo>
                    <a:lnTo>
                      <a:pt x="52292" y="762"/>
                    </a:lnTo>
                    <a:lnTo>
                      <a:pt x="41338" y="0"/>
                    </a:lnTo>
                    <a:lnTo>
                      <a:pt x="30670" y="1238"/>
                    </a:lnTo>
                    <a:lnTo>
                      <a:pt x="20574" y="5905"/>
                    </a:lnTo>
                    <a:lnTo>
                      <a:pt x="15930" y="10572"/>
                    </a:lnTo>
                    <a:lnTo>
                      <a:pt x="12001" y="16954"/>
                    </a:lnTo>
                    <a:lnTo>
                      <a:pt x="10072" y="23907"/>
                    </a:lnTo>
                    <a:lnTo>
                      <a:pt x="11430" y="30289"/>
                    </a:lnTo>
                    <a:lnTo>
                      <a:pt x="48006" y="48577"/>
                    </a:lnTo>
                    <a:lnTo>
                      <a:pt x="67056" y="52292"/>
                    </a:lnTo>
                    <a:lnTo>
                      <a:pt x="76723" y="54471"/>
                    </a:lnTo>
                    <a:lnTo>
                      <a:pt x="86106" y="57721"/>
                    </a:lnTo>
                    <a:lnTo>
                      <a:pt x="91440" y="60007"/>
                    </a:lnTo>
                    <a:lnTo>
                      <a:pt x="95250" y="66865"/>
                    </a:lnTo>
                    <a:lnTo>
                      <a:pt x="91440" y="72961"/>
                    </a:lnTo>
                    <a:lnTo>
                      <a:pt x="53340" y="96583"/>
                    </a:lnTo>
                    <a:lnTo>
                      <a:pt x="6096" y="107251"/>
                    </a:lnTo>
                    <a:lnTo>
                      <a:pt x="4572" y="106489"/>
                    </a:lnTo>
                    <a:lnTo>
                      <a:pt x="2286" y="105727"/>
                    </a:lnTo>
                    <a:lnTo>
                      <a:pt x="0" y="10496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0" name="Google Shape;4470;p44"/>
            <p:cNvGrpSpPr/>
            <p:nvPr/>
          </p:nvGrpSpPr>
          <p:grpSpPr>
            <a:xfrm>
              <a:off x="6806158" y="3673602"/>
              <a:ext cx="491516" cy="173760"/>
              <a:chOff x="6806158" y="3673602"/>
              <a:chExt cx="491516" cy="173760"/>
            </a:xfrm>
          </p:grpSpPr>
          <p:pic>
            <p:nvPicPr>
              <p:cNvPr id="4471" name="Google Shape;4471;p44"/>
              <p:cNvPicPr preferRelativeResize="0"/>
              <p:nvPr/>
            </p:nvPicPr>
            <p:blipFill rotWithShape="1">
              <a:blip r:embed="rId26">
                <a:alphaModFix/>
              </a:blip>
              <a:srcRect b="0" l="0" r="0" t="0"/>
              <a:stretch/>
            </p:blipFill>
            <p:spPr>
              <a:xfrm>
                <a:off x="6806158" y="3675862"/>
                <a:ext cx="294944" cy="1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72" name="Google Shape;4472;p44"/>
              <p:cNvPicPr preferRelativeResize="0"/>
              <p:nvPr/>
            </p:nvPicPr>
            <p:blipFill rotWithShape="1">
              <a:blip r:embed="rId27">
                <a:alphaModFix/>
              </a:blip>
              <a:srcRect b="0" l="0" r="0" t="0"/>
              <a:stretch/>
            </p:blipFill>
            <p:spPr>
              <a:xfrm>
                <a:off x="7126198" y="3706533"/>
                <a:ext cx="86537" cy="1088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73" name="Google Shape;4473;p44"/>
              <p:cNvSpPr/>
              <p:nvPr/>
            </p:nvSpPr>
            <p:spPr>
              <a:xfrm>
                <a:off x="7248144" y="3726180"/>
                <a:ext cx="49530" cy="1905"/>
              </a:xfrm>
              <a:custGeom>
                <a:rect b="b" l="l" r="r" t="t"/>
                <a:pathLst>
                  <a:path extrusionOk="0" h="1904" w="49529">
                    <a:moveTo>
                      <a:pt x="0" y="1524"/>
                    </a:moveTo>
                    <a:lnTo>
                      <a:pt x="12775" y="1393"/>
                    </a:lnTo>
                    <a:lnTo>
                      <a:pt x="25050" y="1047"/>
                    </a:lnTo>
                    <a:lnTo>
                      <a:pt x="37183" y="559"/>
                    </a:lnTo>
                    <a:lnTo>
                      <a:pt x="49530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4" name="Google Shape;4474;p44"/>
              <p:cNvSpPr/>
              <p:nvPr/>
            </p:nvSpPr>
            <p:spPr>
              <a:xfrm>
                <a:off x="7252716" y="3673602"/>
                <a:ext cx="35560" cy="139700"/>
              </a:xfrm>
              <a:custGeom>
                <a:rect b="b" l="l" r="r" t="t"/>
                <a:pathLst>
                  <a:path extrusionOk="0" h="139700" w="35559">
                    <a:moveTo>
                      <a:pt x="0" y="0"/>
                    </a:moveTo>
                    <a:lnTo>
                      <a:pt x="8358" y="40183"/>
                    </a:lnTo>
                    <a:lnTo>
                      <a:pt x="11334" y="83343"/>
                    </a:lnTo>
                    <a:lnTo>
                      <a:pt x="11727" y="97714"/>
                    </a:lnTo>
                    <a:lnTo>
                      <a:pt x="12192" y="112014"/>
                    </a:lnTo>
                    <a:lnTo>
                      <a:pt x="29718" y="139446"/>
                    </a:lnTo>
                    <a:lnTo>
                      <a:pt x="32004" y="127254"/>
                    </a:lnTo>
                    <a:lnTo>
                      <a:pt x="35052" y="12115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75" name="Google Shape;4475;p44"/>
            <p:cNvSpPr/>
            <p:nvPr/>
          </p:nvSpPr>
          <p:spPr>
            <a:xfrm>
              <a:off x="7376921" y="3738371"/>
              <a:ext cx="22860" cy="22860"/>
            </a:xfrm>
            <a:custGeom>
              <a:rect b="b" l="l" r="r" t="t"/>
              <a:pathLst>
                <a:path extrusionOk="0" h="22860" w="22859">
                  <a:moveTo>
                    <a:pt x="0" y="5333"/>
                  </a:moveTo>
                  <a:lnTo>
                    <a:pt x="0" y="18287"/>
                  </a:lnTo>
                  <a:lnTo>
                    <a:pt x="4571" y="22859"/>
                  </a:lnTo>
                  <a:lnTo>
                    <a:pt x="17525" y="22859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76" name="Google Shape;4476;p44"/>
            <p:cNvGrpSpPr/>
            <p:nvPr/>
          </p:nvGrpSpPr>
          <p:grpSpPr>
            <a:xfrm>
              <a:off x="7922037" y="3656837"/>
              <a:ext cx="568293" cy="180594"/>
              <a:chOff x="7922037" y="3656837"/>
              <a:chExt cx="568293" cy="180594"/>
            </a:xfrm>
          </p:grpSpPr>
          <p:sp>
            <p:nvSpPr>
              <p:cNvPr id="4477" name="Google Shape;4477;p44"/>
              <p:cNvSpPr/>
              <p:nvPr/>
            </p:nvSpPr>
            <p:spPr>
              <a:xfrm>
                <a:off x="7922037" y="3688841"/>
                <a:ext cx="121920" cy="148590"/>
              </a:xfrm>
              <a:custGeom>
                <a:rect b="b" l="l" r="r" t="t"/>
                <a:pathLst>
                  <a:path extrusionOk="0" h="148589" w="121920">
                    <a:moveTo>
                      <a:pt x="79724" y="0"/>
                    </a:moveTo>
                    <a:lnTo>
                      <a:pt x="38897" y="11680"/>
                    </a:lnTo>
                    <a:lnTo>
                      <a:pt x="10858" y="48196"/>
                    </a:lnTo>
                    <a:lnTo>
                      <a:pt x="178" y="91118"/>
                    </a:lnTo>
                    <a:lnTo>
                      <a:pt x="0" y="105632"/>
                    </a:lnTo>
                    <a:lnTo>
                      <a:pt x="2536" y="119717"/>
                    </a:lnTo>
                    <a:lnTo>
                      <a:pt x="30956" y="146589"/>
                    </a:lnTo>
                    <a:lnTo>
                      <a:pt x="57626" y="148590"/>
                    </a:lnTo>
                    <a:lnTo>
                      <a:pt x="75021" y="146173"/>
                    </a:lnTo>
                    <a:lnTo>
                      <a:pt x="91059" y="140684"/>
                    </a:lnTo>
                    <a:lnTo>
                      <a:pt x="106382" y="133052"/>
                    </a:lnTo>
                    <a:lnTo>
                      <a:pt x="121634" y="124205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8" name="Google Shape;4478;p44"/>
              <p:cNvSpPr/>
              <p:nvPr/>
            </p:nvSpPr>
            <p:spPr>
              <a:xfrm>
                <a:off x="8026050" y="3715285"/>
                <a:ext cx="100965" cy="97790"/>
              </a:xfrm>
              <a:custGeom>
                <a:rect b="b" l="l" r="r" t="t"/>
                <a:pathLst>
                  <a:path extrusionOk="0" h="97789" w="100965">
                    <a:moveTo>
                      <a:pt x="58769" y="20038"/>
                    </a:moveTo>
                    <a:lnTo>
                      <a:pt x="51673" y="12025"/>
                    </a:lnTo>
                    <a:lnTo>
                      <a:pt x="43719" y="4512"/>
                    </a:lnTo>
                    <a:lnTo>
                      <a:pt x="34337" y="0"/>
                    </a:lnTo>
                    <a:lnTo>
                      <a:pt x="22955" y="988"/>
                    </a:lnTo>
                    <a:lnTo>
                      <a:pt x="2381" y="36802"/>
                    </a:lnTo>
                    <a:lnTo>
                      <a:pt x="0" y="60995"/>
                    </a:lnTo>
                    <a:lnTo>
                      <a:pt x="773" y="73235"/>
                    </a:lnTo>
                    <a:lnTo>
                      <a:pt x="3905" y="84046"/>
                    </a:lnTo>
                    <a:lnTo>
                      <a:pt x="9191" y="90999"/>
                    </a:lnTo>
                    <a:lnTo>
                      <a:pt x="16478" y="95666"/>
                    </a:lnTo>
                    <a:lnTo>
                      <a:pt x="24907" y="97762"/>
                    </a:lnTo>
                    <a:lnTo>
                      <a:pt x="33623" y="97000"/>
                    </a:lnTo>
                    <a:lnTo>
                      <a:pt x="62579" y="64234"/>
                    </a:lnTo>
                    <a:lnTo>
                      <a:pt x="67937" y="28872"/>
                    </a:lnTo>
                    <a:lnTo>
                      <a:pt x="64103" y="19276"/>
                    </a:lnTo>
                    <a:lnTo>
                      <a:pt x="63341" y="18514"/>
                    </a:lnTo>
                    <a:lnTo>
                      <a:pt x="62579" y="18514"/>
                    </a:lnTo>
                    <a:lnTo>
                      <a:pt x="61055" y="18514"/>
                    </a:lnTo>
                    <a:lnTo>
                      <a:pt x="58007" y="23848"/>
                    </a:lnTo>
                    <a:lnTo>
                      <a:pt x="57245" y="29944"/>
                    </a:lnTo>
                    <a:lnTo>
                      <a:pt x="57245" y="38326"/>
                    </a:lnTo>
                    <a:lnTo>
                      <a:pt x="73247" y="80998"/>
                    </a:lnTo>
                    <a:lnTo>
                      <a:pt x="93071" y="87213"/>
                    </a:lnTo>
                    <a:lnTo>
                      <a:pt x="100679" y="8633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9" name="Google Shape;4479;p44"/>
              <p:cNvSpPr/>
              <p:nvPr/>
            </p:nvSpPr>
            <p:spPr>
              <a:xfrm>
                <a:off x="8146541" y="3734561"/>
                <a:ext cx="67310" cy="70485"/>
              </a:xfrm>
              <a:custGeom>
                <a:rect b="b" l="l" r="r" t="t"/>
                <a:pathLst>
                  <a:path extrusionOk="0" h="70485" w="67309">
                    <a:moveTo>
                      <a:pt x="0" y="0"/>
                    </a:moveTo>
                    <a:lnTo>
                      <a:pt x="1524" y="48006"/>
                    </a:lnTo>
                    <a:lnTo>
                      <a:pt x="3048" y="62484"/>
                    </a:lnTo>
                    <a:lnTo>
                      <a:pt x="3048" y="70104"/>
                    </a:lnTo>
                    <a:lnTo>
                      <a:pt x="1524" y="62484"/>
                    </a:lnTo>
                    <a:lnTo>
                      <a:pt x="0" y="54864"/>
                    </a:lnTo>
                    <a:lnTo>
                      <a:pt x="0" y="46482"/>
                    </a:lnTo>
                    <a:lnTo>
                      <a:pt x="59" y="37599"/>
                    </a:lnTo>
                    <a:lnTo>
                      <a:pt x="24098" y="8096"/>
                    </a:lnTo>
                    <a:lnTo>
                      <a:pt x="31349" y="8560"/>
                    </a:lnTo>
                    <a:lnTo>
                      <a:pt x="63615" y="38469"/>
                    </a:lnTo>
                    <a:lnTo>
                      <a:pt x="66734" y="54066"/>
                    </a:lnTo>
                    <a:lnTo>
                      <a:pt x="66294" y="61721"/>
                    </a:lnTo>
                    <a:lnTo>
                      <a:pt x="66294" y="63245"/>
                    </a:lnTo>
                    <a:lnTo>
                      <a:pt x="67056" y="64007"/>
                    </a:lnTo>
                    <a:lnTo>
                      <a:pt x="65532" y="64007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0" name="Google Shape;4480;p44"/>
              <p:cNvSpPr/>
              <p:nvPr/>
            </p:nvSpPr>
            <p:spPr>
              <a:xfrm>
                <a:off x="8246363" y="3713225"/>
                <a:ext cx="88900" cy="91440"/>
              </a:xfrm>
              <a:custGeom>
                <a:rect b="b" l="l" r="r" t="t"/>
                <a:pathLst>
                  <a:path extrusionOk="0" h="91439" w="88900">
                    <a:moveTo>
                      <a:pt x="0" y="9144"/>
                    </a:moveTo>
                    <a:lnTo>
                      <a:pt x="9906" y="51816"/>
                    </a:lnTo>
                    <a:lnTo>
                      <a:pt x="12192" y="83058"/>
                    </a:lnTo>
                    <a:lnTo>
                      <a:pt x="12192" y="88392"/>
                    </a:lnTo>
                    <a:lnTo>
                      <a:pt x="10668" y="91440"/>
                    </a:lnTo>
                    <a:lnTo>
                      <a:pt x="6858" y="85344"/>
                    </a:lnTo>
                    <a:lnTo>
                      <a:pt x="4572" y="78486"/>
                    </a:lnTo>
                    <a:lnTo>
                      <a:pt x="4572" y="69342"/>
                    </a:lnTo>
                    <a:lnTo>
                      <a:pt x="3940" y="55899"/>
                    </a:lnTo>
                    <a:lnTo>
                      <a:pt x="12192" y="18288"/>
                    </a:lnTo>
                    <a:lnTo>
                      <a:pt x="41148" y="0"/>
                    </a:lnTo>
                    <a:lnTo>
                      <a:pt x="50101" y="285"/>
                    </a:lnTo>
                    <a:lnTo>
                      <a:pt x="82867" y="25717"/>
                    </a:lnTo>
                    <a:lnTo>
                      <a:pt x="88344" y="52006"/>
                    </a:lnTo>
                    <a:lnTo>
                      <a:pt x="88201" y="60579"/>
                    </a:lnTo>
                    <a:lnTo>
                      <a:pt x="87201" y="69151"/>
                    </a:lnTo>
                    <a:lnTo>
                      <a:pt x="85344" y="7772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1" name="Google Shape;4481;p44"/>
              <p:cNvSpPr/>
              <p:nvPr/>
            </p:nvSpPr>
            <p:spPr>
              <a:xfrm>
                <a:off x="8367521" y="3690365"/>
                <a:ext cx="48260" cy="106045"/>
              </a:xfrm>
              <a:custGeom>
                <a:rect b="b" l="l" r="r" t="t"/>
                <a:pathLst>
                  <a:path extrusionOk="0" h="106045" w="48259">
                    <a:moveTo>
                      <a:pt x="0" y="21336"/>
                    </a:moveTo>
                    <a:lnTo>
                      <a:pt x="452" y="33218"/>
                    </a:lnTo>
                    <a:lnTo>
                      <a:pt x="762" y="44958"/>
                    </a:lnTo>
                    <a:lnTo>
                      <a:pt x="1071" y="56697"/>
                    </a:lnTo>
                    <a:lnTo>
                      <a:pt x="7631" y="94511"/>
                    </a:lnTo>
                    <a:lnTo>
                      <a:pt x="26574" y="105441"/>
                    </a:lnTo>
                    <a:lnTo>
                      <a:pt x="33325" y="103810"/>
                    </a:lnTo>
                    <a:lnTo>
                      <a:pt x="38862" y="99822"/>
                    </a:lnTo>
                    <a:lnTo>
                      <a:pt x="43922" y="92428"/>
                    </a:lnTo>
                    <a:lnTo>
                      <a:pt x="46767" y="83534"/>
                    </a:lnTo>
                    <a:lnTo>
                      <a:pt x="47755" y="74211"/>
                    </a:lnTo>
                    <a:lnTo>
                      <a:pt x="47244" y="65532"/>
                    </a:lnTo>
                    <a:lnTo>
                      <a:pt x="44362" y="54494"/>
                    </a:lnTo>
                    <a:lnTo>
                      <a:pt x="39624" y="44100"/>
                    </a:lnTo>
                    <a:lnTo>
                      <a:pt x="33742" y="34135"/>
                    </a:lnTo>
                    <a:lnTo>
                      <a:pt x="27432" y="24384"/>
                    </a:lnTo>
                    <a:lnTo>
                      <a:pt x="23836" y="18430"/>
                    </a:lnTo>
                    <a:lnTo>
                      <a:pt x="20954" y="12763"/>
                    </a:lnTo>
                    <a:lnTo>
                      <a:pt x="18645" y="6810"/>
                    </a:lnTo>
                    <a:lnTo>
                      <a:pt x="16763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2" name="Google Shape;4482;p44"/>
              <p:cNvSpPr/>
              <p:nvPr/>
            </p:nvSpPr>
            <p:spPr>
              <a:xfrm>
                <a:off x="8426195" y="3718559"/>
                <a:ext cx="64135" cy="17145"/>
              </a:xfrm>
              <a:custGeom>
                <a:rect b="b" l="l" r="r" t="t"/>
                <a:pathLst>
                  <a:path extrusionOk="0" h="17145" w="64134">
                    <a:moveTo>
                      <a:pt x="0" y="16763"/>
                    </a:moveTo>
                    <a:lnTo>
                      <a:pt x="13465" y="14418"/>
                    </a:lnTo>
                    <a:lnTo>
                      <a:pt x="26574" y="11715"/>
                    </a:lnTo>
                    <a:lnTo>
                      <a:pt x="39540" y="8298"/>
                    </a:lnTo>
                    <a:lnTo>
                      <a:pt x="52577" y="3809"/>
                    </a:lnTo>
                    <a:lnTo>
                      <a:pt x="56388" y="3047"/>
                    </a:lnTo>
                    <a:lnTo>
                      <a:pt x="60198" y="1523"/>
                    </a:lnTo>
                    <a:lnTo>
                      <a:pt x="64008" y="0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3" name="Google Shape;4483;p44"/>
              <p:cNvSpPr/>
              <p:nvPr/>
            </p:nvSpPr>
            <p:spPr>
              <a:xfrm>
                <a:off x="8451341" y="3656837"/>
                <a:ext cx="11430" cy="127000"/>
              </a:xfrm>
              <a:custGeom>
                <a:rect b="b" l="l" r="r" t="t"/>
                <a:pathLst>
                  <a:path extrusionOk="0" h="127000" w="11429">
                    <a:moveTo>
                      <a:pt x="0" y="0"/>
                    </a:moveTo>
                    <a:lnTo>
                      <a:pt x="1035" y="9965"/>
                    </a:lnTo>
                    <a:lnTo>
                      <a:pt x="2000" y="20288"/>
                    </a:lnTo>
                    <a:lnTo>
                      <a:pt x="3107" y="30753"/>
                    </a:lnTo>
                    <a:lnTo>
                      <a:pt x="4572" y="41148"/>
                    </a:lnTo>
                    <a:lnTo>
                      <a:pt x="6381" y="51446"/>
                    </a:lnTo>
                    <a:lnTo>
                      <a:pt x="8191" y="61817"/>
                    </a:lnTo>
                    <a:lnTo>
                      <a:pt x="9715" y="72330"/>
                    </a:lnTo>
                    <a:lnTo>
                      <a:pt x="10668" y="83058"/>
                    </a:lnTo>
                    <a:lnTo>
                      <a:pt x="10989" y="93214"/>
                    </a:lnTo>
                    <a:lnTo>
                      <a:pt x="10382" y="103155"/>
                    </a:lnTo>
                    <a:lnTo>
                      <a:pt x="8203" y="112954"/>
                    </a:lnTo>
                    <a:lnTo>
                      <a:pt x="3810" y="122682"/>
                    </a:lnTo>
                    <a:lnTo>
                      <a:pt x="3048" y="123444"/>
                    </a:lnTo>
                    <a:lnTo>
                      <a:pt x="1524" y="124968"/>
                    </a:lnTo>
                    <a:lnTo>
                      <a:pt x="762" y="126492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4" name="Google Shape;4484;p44"/>
            <p:cNvGrpSpPr/>
            <p:nvPr/>
          </p:nvGrpSpPr>
          <p:grpSpPr>
            <a:xfrm>
              <a:off x="8753068" y="3563848"/>
              <a:ext cx="472491" cy="183692"/>
              <a:chOff x="8753068" y="3563848"/>
              <a:chExt cx="472491" cy="183692"/>
            </a:xfrm>
          </p:grpSpPr>
          <p:pic>
            <p:nvPicPr>
              <p:cNvPr id="4485" name="Google Shape;4485;p44"/>
              <p:cNvPicPr preferRelativeResize="0"/>
              <p:nvPr/>
            </p:nvPicPr>
            <p:blipFill rotWithShape="1">
              <a:blip r:embed="rId28">
                <a:alphaModFix/>
              </a:blip>
              <a:srcRect b="0" l="0" r="0" t="0"/>
              <a:stretch/>
            </p:blipFill>
            <p:spPr>
              <a:xfrm>
                <a:off x="8753068" y="3563848"/>
                <a:ext cx="345046" cy="18369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86" name="Google Shape;4486;p44"/>
              <p:cNvPicPr preferRelativeResize="0"/>
              <p:nvPr/>
            </p:nvPicPr>
            <p:blipFill rotWithShape="1">
              <a:blip r:embed="rId29">
                <a:alphaModFix/>
              </a:blip>
              <a:srcRect b="0" l="0" r="0" t="0"/>
              <a:stretch/>
            </p:blipFill>
            <p:spPr>
              <a:xfrm>
                <a:off x="9122543" y="3598900"/>
                <a:ext cx="103016" cy="9606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487" name="Google Shape;4487;p44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9366728" y="3531844"/>
              <a:ext cx="413566" cy="184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8" name="Google Shape;4488;p44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5628773" y="4349470"/>
              <a:ext cx="416960" cy="203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89" name="Google Shape;4489;p44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6466389" y="4284093"/>
              <a:ext cx="415066" cy="202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0" name="Google Shape;4490;p44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7087336" y="4198594"/>
              <a:ext cx="87680" cy="869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91" name="Google Shape;4491;p44"/>
            <p:cNvGrpSpPr/>
            <p:nvPr/>
          </p:nvGrpSpPr>
          <p:grpSpPr>
            <a:xfrm>
              <a:off x="7286980" y="4250435"/>
              <a:ext cx="639678" cy="224458"/>
              <a:chOff x="7286980" y="4250435"/>
              <a:chExt cx="639678" cy="224458"/>
            </a:xfrm>
          </p:grpSpPr>
          <p:pic>
            <p:nvPicPr>
              <p:cNvPr id="4492" name="Google Shape;4492;p44"/>
              <p:cNvPicPr preferRelativeResize="0"/>
              <p:nvPr/>
            </p:nvPicPr>
            <p:blipFill rotWithShape="1">
              <a:blip r:embed="rId34">
                <a:alphaModFix/>
              </a:blip>
              <a:srcRect b="0" l="0" r="0" t="0"/>
              <a:stretch/>
            </p:blipFill>
            <p:spPr>
              <a:xfrm>
                <a:off x="7286980" y="4254982"/>
                <a:ext cx="311708" cy="1692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93" name="Google Shape;4493;p44"/>
              <p:cNvPicPr preferRelativeResize="0"/>
              <p:nvPr/>
            </p:nvPicPr>
            <p:blipFill rotWithShape="1">
              <a:blip r:embed="rId35">
                <a:alphaModFix/>
              </a:blip>
              <a:srcRect b="0" l="0" r="0" t="0"/>
              <a:stretch/>
            </p:blipFill>
            <p:spPr>
              <a:xfrm>
                <a:off x="7619308" y="4294737"/>
                <a:ext cx="81489" cy="1005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94" name="Google Shape;4494;p44"/>
              <p:cNvSpPr/>
              <p:nvPr/>
            </p:nvSpPr>
            <p:spPr>
              <a:xfrm>
                <a:off x="7737348" y="4304537"/>
                <a:ext cx="2540" cy="64769"/>
              </a:xfrm>
              <a:custGeom>
                <a:rect b="b" l="l" r="r" t="t"/>
                <a:pathLst>
                  <a:path extrusionOk="0" h="64770" w="2540">
                    <a:moveTo>
                      <a:pt x="1524" y="0"/>
                    </a:moveTo>
                    <a:lnTo>
                      <a:pt x="1952" y="10156"/>
                    </a:lnTo>
                    <a:lnTo>
                      <a:pt x="2095" y="20097"/>
                    </a:lnTo>
                    <a:lnTo>
                      <a:pt x="1952" y="29896"/>
                    </a:lnTo>
                    <a:lnTo>
                      <a:pt x="1524" y="39624"/>
                    </a:lnTo>
                    <a:lnTo>
                      <a:pt x="1524" y="48006"/>
                    </a:lnTo>
                    <a:lnTo>
                      <a:pt x="0" y="56388"/>
                    </a:lnTo>
                    <a:lnTo>
                      <a:pt x="0" y="64769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5" name="Google Shape;4495;p44"/>
              <p:cNvSpPr/>
              <p:nvPr/>
            </p:nvSpPr>
            <p:spPr>
              <a:xfrm>
                <a:off x="7705344" y="4250435"/>
                <a:ext cx="22860" cy="22860"/>
              </a:xfrm>
              <a:custGeom>
                <a:rect b="b" l="l" r="r" t="t"/>
                <a:pathLst>
                  <a:path extrusionOk="0" h="22860" w="22859">
                    <a:moveTo>
                      <a:pt x="0" y="5333"/>
                    </a:moveTo>
                    <a:lnTo>
                      <a:pt x="0" y="17525"/>
                    </a:lnTo>
                    <a:lnTo>
                      <a:pt x="5333" y="22859"/>
                    </a:lnTo>
                    <a:lnTo>
                      <a:pt x="18287" y="22859"/>
                    </a:lnTo>
                    <a:lnTo>
                      <a:pt x="22859" y="17525"/>
                    </a:lnTo>
                    <a:lnTo>
                      <a:pt x="22859" y="11429"/>
                    </a:lnTo>
                    <a:lnTo>
                      <a:pt x="22859" y="5333"/>
                    </a:lnTo>
                    <a:lnTo>
                      <a:pt x="18287" y="0"/>
                    </a:lnTo>
                    <a:lnTo>
                      <a:pt x="5333" y="0"/>
                    </a:lnTo>
                    <a:lnTo>
                      <a:pt x="0" y="5333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496" name="Google Shape;4496;p44"/>
              <p:cNvPicPr preferRelativeResize="0"/>
              <p:nvPr/>
            </p:nvPicPr>
            <p:blipFill rotWithShape="1">
              <a:blip r:embed="rId36">
                <a:alphaModFix/>
              </a:blip>
              <a:srcRect b="0" l="0" r="0" t="0"/>
              <a:stretch/>
            </p:blipFill>
            <p:spPr>
              <a:xfrm>
                <a:off x="7773767" y="4254982"/>
                <a:ext cx="152891" cy="21991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97" name="Google Shape;4497;p44"/>
            <p:cNvGrpSpPr/>
            <p:nvPr/>
          </p:nvGrpSpPr>
          <p:grpSpPr>
            <a:xfrm>
              <a:off x="7994903" y="4178046"/>
              <a:ext cx="32258" cy="68071"/>
              <a:chOff x="7994903" y="4178046"/>
              <a:chExt cx="32258" cy="68071"/>
            </a:xfrm>
          </p:grpSpPr>
          <p:sp>
            <p:nvSpPr>
              <p:cNvPr id="4498" name="Google Shape;4498;p44"/>
              <p:cNvSpPr/>
              <p:nvPr/>
            </p:nvSpPr>
            <p:spPr>
              <a:xfrm>
                <a:off x="7994903" y="4178046"/>
                <a:ext cx="15240" cy="59055"/>
              </a:xfrm>
              <a:custGeom>
                <a:rect b="b" l="l" r="r" t="t"/>
                <a:pathLst>
                  <a:path extrusionOk="0" h="59054" w="15240">
                    <a:moveTo>
                      <a:pt x="15240" y="0"/>
                    </a:moveTo>
                    <a:lnTo>
                      <a:pt x="14216" y="11358"/>
                    </a:lnTo>
                    <a:lnTo>
                      <a:pt x="12192" y="21145"/>
                    </a:lnTo>
                    <a:lnTo>
                      <a:pt x="9024" y="30646"/>
                    </a:lnTo>
                    <a:lnTo>
                      <a:pt x="4572" y="41148"/>
                    </a:lnTo>
                    <a:lnTo>
                      <a:pt x="2286" y="47244"/>
                    </a:lnTo>
                    <a:lnTo>
                      <a:pt x="0" y="51816"/>
                    </a:lnTo>
                    <a:lnTo>
                      <a:pt x="0" y="58674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9" name="Google Shape;4499;p44"/>
              <p:cNvSpPr/>
              <p:nvPr/>
            </p:nvSpPr>
            <p:spPr>
              <a:xfrm>
                <a:off x="8017001" y="4194048"/>
                <a:ext cx="10160" cy="52069"/>
              </a:xfrm>
              <a:custGeom>
                <a:rect b="b" l="l" r="r" t="t"/>
                <a:pathLst>
                  <a:path extrusionOk="0" h="52070" w="10159">
                    <a:moveTo>
                      <a:pt x="9905" y="0"/>
                    </a:moveTo>
                    <a:lnTo>
                      <a:pt x="4571" y="39624"/>
                    </a:lnTo>
                    <a:lnTo>
                      <a:pt x="3047" y="45720"/>
                    </a:lnTo>
                    <a:lnTo>
                      <a:pt x="3047" y="48006"/>
                    </a:lnTo>
                    <a:lnTo>
                      <a:pt x="0" y="51816"/>
                    </a:lnTo>
                  </a:path>
                </a:pathLst>
              </a:custGeom>
              <a:noFill/>
              <a:ln cap="flat" cmpd="sng" w="229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0" name="Google Shape;4500;p44"/>
            <p:cNvSpPr/>
            <p:nvPr/>
          </p:nvSpPr>
          <p:spPr>
            <a:xfrm>
              <a:off x="7358633" y="4534661"/>
              <a:ext cx="407670" cy="50800"/>
            </a:xfrm>
            <a:custGeom>
              <a:rect b="b" l="l" r="r" t="t"/>
              <a:pathLst>
                <a:path extrusionOk="0" h="50800" w="407670">
                  <a:moveTo>
                    <a:pt x="0" y="50292"/>
                  </a:moveTo>
                  <a:lnTo>
                    <a:pt x="23312" y="48708"/>
                  </a:lnTo>
                  <a:lnTo>
                    <a:pt x="46482" y="45624"/>
                  </a:lnTo>
                  <a:lnTo>
                    <a:pt x="69651" y="41826"/>
                  </a:lnTo>
                  <a:lnTo>
                    <a:pt x="92964" y="38100"/>
                  </a:lnTo>
                  <a:lnTo>
                    <a:pt x="135826" y="31849"/>
                  </a:lnTo>
                  <a:lnTo>
                    <a:pt x="178689" y="25812"/>
                  </a:lnTo>
                  <a:lnTo>
                    <a:pt x="221551" y="20204"/>
                  </a:lnTo>
                  <a:lnTo>
                    <a:pt x="264414" y="15240"/>
                  </a:lnTo>
                  <a:lnTo>
                    <a:pt x="296013" y="14513"/>
                  </a:lnTo>
                  <a:lnTo>
                    <a:pt x="337185" y="14573"/>
                  </a:lnTo>
                  <a:lnTo>
                    <a:pt x="377785" y="11918"/>
                  </a:lnTo>
                  <a:lnTo>
                    <a:pt x="407670" y="3048"/>
                  </a:lnTo>
                  <a:lnTo>
                    <a:pt x="407670" y="1524"/>
                  </a:lnTo>
                  <a:lnTo>
                    <a:pt x="407670" y="762"/>
                  </a:lnTo>
                  <a:lnTo>
                    <a:pt x="406908" y="0"/>
                  </a:lnTo>
                </a:path>
              </a:pathLst>
            </a:custGeom>
            <a:noFill/>
            <a:ln cap="flat" cmpd="sng" w="229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44"/>
            <p:cNvSpPr/>
            <p:nvPr/>
          </p:nvSpPr>
          <p:spPr>
            <a:xfrm>
              <a:off x="7856981" y="4488941"/>
              <a:ext cx="22860" cy="24130"/>
            </a:xfrm>
            <a:custGeom>
              <a:rect b="b" l="l" r="r" t="t"/>
              <a:pathLst>
                <a:path extrusionOk="0" h="24129" w="22859">
                  <a:moveTo>
                    <a:pt x="0" y="5333"/>
                  </a:moveTo>
                  <a:lnTo>
                    <a:pt x="0" y="18287"/>
                  </a:lnTo>
                  <a:lnTo>
                    <a:pt x="4571" y="23621"/>
                  </a:lnTo>
                  <a:lnTo>
                    <a:pt x="17525" y="23621"/>
                  </a:lnTo>
                  <a:lnTo>
                    <a:pt x="22859" y="18287"/>
                  </a:lnTo>
                  <a:lnTo>
                    <a:pt x="22859" y="11429"/>
                  </a:lnTo>
                  <a:lnTo>
                    <a:pt x="22859" y="5333"/>
                  </a:lnTo>
                  <a:lnTo>
                    <a:pt x="17525" y="0"/>
                  </a:lnTo>
                  <a:lnTo>
                    <a:pt x="4571" y="0"/>
                  </a:lnTo>
                  <a:lnTo>
                    <a:pt x="0" y="5333"/>
                  </a:lnTo>
                  <a:close/>
                </a:path>
              </a:pathLst>
            </a:custGeom>
            <a:solidFill>
              <a:srgbClr val="008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2023-01-18T06:33:07Z</dcterms:created>
  <dc:creator>NPTEL-STUDIO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2022-09-16T00:00:00Z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2023-01-18T00:00:00Z</vt:filetime>
  </property>
  <property fmtid="{D5CDD505-2E9C-101B-9397-08002B2CF9AE}" pid="5" name="Producer">
    <vt:lpwstr>Acrobat Distiller 11.0 (Windows)</vt:lpwstr>
  </property>
</Properties>
</file>